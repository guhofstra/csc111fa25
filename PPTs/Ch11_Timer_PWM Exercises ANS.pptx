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8" r:id="rId2"/>
  </p:sldMasterIdLst>
  <p:notesMasterIdLst>
    <p:notesMasterId r:id="rId6"/>
  </p:notesMasterIdLst>
  <p:handoutMasterIdLst>
    <p:handoutMasterId r:id="rId7"/>
  </p:handoutMasterIdLst>
  <p:sldIdLst>
    <p:sldId id="256" r:id="rId3"/>
    <p:sldId id="314" r:id="rId4"/>
    <p:sldId id="315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53336-78E4-4A96-BC33-05DB7CCD4978}" v="178" dt="2025-10-07T21:32:27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2" autoAdjust="0"/>
    <p:restoredTop sz="86797" autoAdjust="0"/>
  </p:normalViewPr>
  <p:slideViewPr>
    <p:cSldViewPr>
      <p:cViewPr varScale="1">
        <p:scale>
          <a:sx n="71" d="100"/>
          <a:sy n="71" d="100"/>
        </p:scale>
        <p:origin x="2045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delMainMaster">
      <pc:chgData name="Zonghua Gu" userId="9a7e1853e1951ef5" providerId="LiveId" clId="{CF1FAA12-072C-4ED5-BA76-0FFFAEFDB88A}" dt="2025-10-07T21:32:27.659" v="803" actId="1076"/>
      <pc:docMkLst>
        <pc:docMk/>
      </pc:docMkLst>
      <pc:sldChg chg="delSp modSp add del mod">
        <pc:chgData name="Zonghua Gu" userId="9a7e1853e1951ef5" providerId="LiveId" clId="{CF1FAA12-072C-4ED5-BA76-0FFFAEFDB88A}" dt="2025-10-06T00:35:55.178" v="644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10-06T00:35:55.178" v="644" actId="20577"/>
          <ac:spMkLst>
            <pc:docMk/>
            <pc:sldMk cId="1227639730" sldId="256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22T21:27:29.749" v="0"/>
          <ac:spMkLst>
            <pc:docMk/>
            <pc:sldMk cId="1227639730" sldId="256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22T21:27:58.775" v="20" actId="1076"/>
          <ac:spMkLst>
            <pc:docMk/>
            <pc:sldMk cId="1227639730" sldId="256"/>
            <ac:spMk id="13" creationId="{273EC5B2-C191-2980-14D0-C87219AED9C5}"/>
          </ac:spMkLst>
        </pc:spChg>
      </pc:sldChg>
      <pc:sldChg chg="add del">
        <pc:chgData name="Zonghua Gu" userId="9a7e1853e1951ef5" providerId="LiveId" clId="{CF1FAA12-072C-4ED5-BA76-0FFFAEFDB88A}" dt="2025-09-28T20:34:57.062" v="444" actId="47"/>
        <pc:sldMkLst>
          <pc:docMk/>
          <pc:sldMk cId="3989690828" sldId="260"/>
        </pc:sldMkLst>
      </pc:sldChg>
      <pc:sldChg chg="addSp modSp add del mod">
        <pc:chgData name="Zonghua Gu" userId="9a7e1853e1951ef5" providerId="LiveId" clId="{CF1FAA12-072C-4ED5-BA76-0FFFAEFDB88A}" dt="2025-09-28T20:19:47.197" v="328" actId="20577"/>
        <pc:sldMkLst>
          <pc:docMk/>
          <pc:sldMk cId="2803075552" sldId="279"/>
        </pc:sldMkLst>
        <pc:spChg chg="mod">
          <ac:chgData name="Zonghua Gu" userId="9a7e1853e1951ef5" providerId="LiveId" clId="{CF1FAA12-072C-4ED5-BA76-0FFFAEFDB88A}" dt="2025-09-28T20:19:47.197" v="328" actId="20577"/>
          <ac:spMkLst>
            <pc:docMk/>
            <pc:sldMk cId="2803075552" sldId="279"/>
            <ac:spMk id="2" creationId="{00000000-0000-0000-0000-000000000000}"/>
          </ac:spMkLst>
        </pc:spChg>
        <pc:graphicFrameChg chg="mod modGraphic">
          <ac:chgData name="Zonghua Gu" userId="9a7e1853e1951ef5" providerId="LiveId" clId="{CF1FAA12-072C-4ED5-BA76-0FFFAEFDB88A}" dt="2025-09-28T19:58:47.167" v="180" actId="14100"/>
          <ac:graphicFrameMkLst>
            <pc:docMk/>
            <pc:sldMk cId="2803075552" sldId="279"/>
            <ac:graphicFrameMk id="4" creationId="{00000000-0000-0000-0000-000000000000}"/>
          </ac:graphicFrameMkLst>
        </pc:graphicFrameChg>
      </pc:sldChg>
      <pc:sldChg chg="modSp mod">
        <pc:chgData name="Zonghua Gu" userId="9a7e1853e1951ef5" providerId="LiveId" clId="{CF1FAA12-072C-4ED5-BA76-0FFFAEFDB88A}" dt="2025-09-22T21:40:42.491" v="28" actId="14100"/>
        <pc:sldMkLst>
          <pc:docMk/>
          <pc:sldMk cId="3018883392" sldId="282"/>
        </pc:sldMkLst>
        <pc:spChg chg="mod">
          <ac:chgData name="Zonghua Gu" userId="9a7e1853e1951ef5" providerId="LiveId" clId="{CF1FAA12-072C-4ED5-BA76-0FFFAEFDB88A}" dt="2025-09-22T21:40:42.491" v="28" actId="14100"/>
          <ac:spMkLst>
            <pc:docMk/>
            <pc:sldMk cId="3018883392" sldId="282"/>
            <ac:spMk id="258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5-09-28T20:37:59.424" v="449" actId="20577"/>
        <pc:sldMkLst>
          <pc:docMk/>
          <pc:sldMk cId="4015673518" sldId="283"/>
        </pc:sldMkLst>
        <pc:spChg chg="mod">
          <ac:chgData name="Zonghua Gu" userId="9a7e1853e1951ef5" providerId="LiveId" clId="{CF1FAA12-072C-4ED5-BA76-0FFFAEFDB88A}" dt="2025-09-28T20:37:59.424" v="449" actId="20577"/>
          <ac:spMkLst>
            <pc:docMk/>
            <pc:sldMk cId="4015673518" sldId="283"/>
            <ac:spMk id="240" creationId="{00000000-0000-0000-0000-000000000000}"/>
          </ac:spMkLst>
        </pc:spChg>
        <pc:graphicFrameChg chg="add mod modGraphic">
          <ac:chgData name="Zonghua Gu" userId="9a7e1853e1951ef5" providerId="LiveId" clId="{CF1FAA12-072C-4ED5-BA76-0FFFAEFDB88A}" dt="2025-09-28T20:03:51.593" v="225" actId="1038"/>
          <ac:graphicFrameMkLst>
            <pc:docMk/>
            <pc:sldMk cId="4015673518" sldId="283"/>
            <ac:graphicFrameMk id="13" creationId="{25953149-2478-E10B-D2CB-93C5A77683B9}"/>
          </ac:graphicFrameMkLst>
        </pc:graphicFrameChg>
      </pc:sldChg>
      <pc:sldChg chg="addSp delSp modSp mod">
        <pc:chgData name="Zonghua Gu" userId="9a7e1853e1951ef5" providerId="LiveId" clId="{CF1FAA12-072C-4ED5-BA76-0FFFAEFDB88A}" dt="2025-09-28T20:04:27.528" v="237" actId="1036"/>
        <pc:sldMkLst>
          <pc:docMk/>
          <pc:sldMk cId="17129334" sldId="284"/>
        </pc:sldMkLst>
        <pc:graphicFrameChg chg="add mod modGraphic">
          <ac:chgData name="Zonghua Gu" userId="9a7e1853e1951ef5" providerId="LiveId" clId="{CF1FAA12-072C-4ED5-BA76-0FFFAEFDB88A}" dt="2025-09-28T20:04:27.528" v="237" actId="1036"/>
          <ac:graphicFrameMkLst>
            <pc:docMk/>
            <pc:sldMk cId="17129334" sldId="284"/>
            <ac:graphicFrameMk id="6" creationId="{9F8077DF-D179-4A34-6C36-9502D4C6F1AA}"/>
          </ac:graphicFrameMkLst>
        </pc:graphicFrameChg>
      </pc:sldChg>
      <pc:sldChg chg="addSp delSp modSp mod">
        <pc:chgData name="Zonghua Gu" userId="9a7e1853e1951ef5" providerId="LiveId" clId="{CF1FAA12-072C-4ED5-BA76-0FFFAEFDB88A}" dt="2025-09-28T20:05:44.935" v="245" actId="478"/>
        <pc:sldMkLst>
          <pc:docMk/>
          <pc:sldMk cId="1891761629" sldId="285"/>
        </pc:sldMkLst>
        <pc:graphicFrameChg chg="add mod">
          <ac:chgData name="Zonghua Gu" userId="9a7e1853e1951ef5" providerId="LiveId" clId="{CF1FAA12-072C-4ED5-BA76-0FFFAEFDB88A}" dt="2025-09-28T20:05:42.868" v="244"/>
          <ac:graphicFrameMkLst>
            <pc:docMk/>
            <pc:sldMk cId="1891761629" sldId="285"/>
            <ac:graphicFrameMk id="11" creationId="{90C8BB82-E9A1-B500-E811-4EDEB3750B24}"/>
          </ac:graphicFrameMkLst>
        </pc:graphicFrameChg>
      </pc:sldChg>
      <pc:sldChg chg="addSp delSp modSp mod delAnim modAnim">
        <pc:chgData name="Zonghua Gu" userId="9a7e1853e1951ef5" providerId="LiveId" clId="{CF1FAA12-072C-4ED5-BA76-0FFFAEFDB88A}" dt="2025-09-28T20:39:31.147" v="466" actId="20577"/>
        <pc:sldMkLst>
          <pc:docMk/>
          <pc:sldMk cId="2029335128" sldId="286"/>
        </pc:sldMkLst>
        <pc:spChg chg="add mod">
          <ac:chgData name="Zonghua Gu" userId="9a7e1853e1951ef5" providerId="LiveId" clId="{CF1FAA12-072C-4ED5-BA76-0FFFAEFDB88A}" dt="2025-09-28T20:39:31.147" v="466" actId="20577"/>
          <ac:spMkLst>
            <pc:docMk/>
            <pc:sldMk cId="2029335128" sldId="286"/>
            <ac:spMk id="5" creationId="{1B37D8D7-CA4F-B8C2-BC21-E7928CA1BFB4}"/>
          </ac:spMkLst>
        </pc:spChg>
        <pc:spChg chg="mod">
          <ac:chgData name="Zonghua Gu" userId="9a7e1853e1951ef5" providerId="LiveId" clId="{CF1FAA12-072C-4ED5-BA76-0FFFAEFDB88A}" dt="2025-09-28T20:06:28.837" v="252" actId="1076"/>
          <ac:spMkLst>
            <pc:docMk/>
            <pc:sldMk cId="2029335128" sldId="286"/>
            <ac:spMk id="240" creationId="{00000000-0000-0000-0000-000000000000}"/>
          </ac:spMkLst>
        </pc:spChg>
        <pc:graphicFrameChg chg="add mod modGraphic">
          <ac:chgData name="Zonghua Gu" userId="9a7e1853e1951ef5" providerId="LiveId" clId="{CF1FAA12-072C-4ED5-BA76-0FFFAEFDB88A}" dt="2025-09-28T20:06:16.873" v="250" actId="207"/>
          <ac:graphicFrameMkLst>
            <pc:docMk/>
            <pc:sldMk cId="2029335128" sldId="286"/>
            <ac:graphicFrameMk id="4" creationId="{F55AB168-49D0-8BA3-605B-2A56C50BEC51}"/>
          </ac:graphicFrameMkLst>
        </pc:graphicFrameChg>
      </pc:sldChg>
      <pc:sldChg chg="addSp delSp modSp mod modAnim">
        <pc:chgData name="Zonghua Gu" userId="9a7e1853e1951ef5" providerId="LiveId" clId="{CF1FAA12-072C-4ED5-BA76-0FFFAEFDB88A}" dt="2025-09-28T20:39:24.954" v="463" actId="14100"/>
        <pc:sldMkLst>
          <pc:docMk/>
          <pc:sldMk cId="2553664942" sldId="287"/>
        </pc:sldMkLst>
        <pc:spChg chg="mod">
          <ac:chgData name="Zonghua Gu" userId="9a7e1853e1951ef5" providerId="LiveId" clId="{CF1FAA12-072C-4ED5-BA76-0FFFAEFDB88A}" dt="2025-09-28T20:09:45.945" v="255" actId="1076"/>
          <ac:spMkLst>
            <pc:docMk/>
            <pc:sldMk cId="2553664942" sldId="287"/>
            <ac:spMk id="240" creationId="{00000000-0000-0000-0000-000000000000}"/>
          </ac:spMkLst>
        </pc:spChg>
        <pc:spChg chg="mod">
          <ac:chgData name="Zonghua Gu" userId="9a7e1853e1951ef5" providerId="LiveId" clId="{CF1FAA12-072C-4ED5-BA76-0FFFAEFDB88A}" dt="2025-09-28T20:39:24.954" v="463" actId="14100"/>
          <ac:spMkLst>
            <pc:docMk/>
            <pc:sldMk cId="2553664942" sldId="287"/>
            <ac:spMk id="266" creationId="{00000000-0000-0000-0000-000000000000}"/>
          </ac:spMkLst>
        </pc:spChg>
        <pc:graphicFrameChg chg="add mod">
          <ac:chgData name="Zonghua Gu" userId="9a7e1853e1951ef5" providerId="LiveId" clId="{CF1FAA12-072C-4ED5-BA76-0FFFAEFDB88A}" dt="2025-09-28T20:09:40.530" v="254"/>
          <ac:graphicFrameMkLst>
            <pc:docMk/>
            <pc:sldMk cId="2553664942" sldId="287"/>
            <ac:graphicFrameMk id="4" creationId="{A9414070-BBAA-25F9-C468-6E40CF213043}"/>
          </ac:graphicFrameMkLst>
        </pc:graphicFrameChg>
      </pc:sldChg>
      <pc:sldChg chg="add">
        <pc:chgData name="Zonghua Gu" userId="9a7e1853e1951ef5" providerId="LiveId" clId="{CF1FAA12-072C-4ED5-BA76-0FFFAEFDB88A}" dt="2025-09-28T20:50:12.637" v="547"/>
        <pc:sldMkLst>
          <pc:docMk/>
          <pc:sldMk cId="1230673309" sldId="293"/>
        </pc:sldMkLst>
      </pc:sldChg>
      <pc:sldChg chg="addSp delSp modSp add mod modNotesTx">
        <pc:chgData name="Zonghua Gu" userId="9a7e1853e1951ef5" providerId="LiveId" clId="{CF1FAA12-072C-4ED5-BA76-0FFFAEFDB88A}" dt="2025-09-28T20:33:33.175" v="429" actId="27636"/>
        <pc:sldMkLst>
          <pc:docMk/>
          <pc:sldMk cId="2002481813" sldId="294"/>
        </pc:sldMkLst>
        <pc:spChg chg="add mod">
          <ac:chgData name="Zonghua Gu" userId="9a7e1853e1951ef5" providerId="LiveId" clId="{CF1FAA12-072C-4ED5-BA76-0FFFAEFDB88A}" dt="2025-09-28T20:33:33.175" v="429" actId="27636"/>
          <ac:spMkLst>
            <pc:docMk/>
            <pc:sldMk cId="2002481813" sldId="294"/>
            <ac:spMk id="5" creationId="{7E7576F8-9C77-0546-95BC-4B5AD4E548C2}"/>
          </ac:spMkLst>
        </pc:spChg>
        <pc:graphicFrameChg chg="mod">
          <ac:chgData name="Zonghua Gu" userId="9a7e1853e1951ef5" providerId="LiveId" clId="{CF1FAA12-072C-4ED5-BA76-0FFFAEFDB88A}" dt="2025-09-28T20:33:31.730" v="427" actId="1076"/>
          <ac:graphicFrameMkLst>
            <pc:docMk/>
            <pc:sldMk cId="2002481813" sldId="294"/>
            <ac:graphicFrameMk id="4" creationId="{00000000-0000-0000-0000-000000000000}"/>
          </ac:graphicFrameMkLst>
        </pc:graphicFrameChg>
        <pc:graphicFrameChg chg="mod modGraphic">
          <ac:chgData name="Zonghua Gu" userId="9a7e1853e1951ef5" providerId="LiveId" clId="{CF1FAA12-072C-4ED5-BA76-0FFFAEFDB88A}" dt="2025-09-28T20:33:27.858" v="424" actId="1076"/>
          <ac:graphicFrameMkLst>
            <pc:docMk/>
            <pc:sldMk cId="2002481813" sldId="294"/>
            <ac:graphicFrameMk id="6" creationId="{00000000-0000-0000-0000-000000000000}"/>
          </ac:graphicFrameMkLst>
        </pc:graphicFrameChg>
      </pc:sldChg>
      <pc:sldChg chg="addSp modSp mod">
        <pc:chgData name="Zonghua Gu" userId="9a7e1853e1951ef5" providerId="LiveId" clId="{CF1FAA12-072C-4ED5-BA76-0FFFAEFDB88A}" dt="2025-10-06T13:02:28.141" v="786" actId="20577"/>
        <pc:sldMkLst>
          <pc:docMk/>
          <pc:sldMk cId="1739833041" sldId="300"/>
        </pc:sldMkLst>
        <pc:spChg chg="mod">
          <ac:chgData name="Zonghua Gu" userId="9a7e1853e1951ef5" providerId="LiveId" clId="{CF1FAA12-072C-4ED5-BA76-0FFFAEFDB88A}" dt="2025-10-06T13:02:28.141" v="786" actId="20577"/>
          <ac:spMkLst>
            <pc:docMk/>
            <pc:sldMk cId="1739833041" sldId="300"/>
            <ac:spMk id="4" creationId="{00000000-0000-0000-0000-000000000000}"/>
          </ac:spMkLst>
        </pc:spChg>
        <pc:picChg chg="add mod">
          <ac:chgData name="Zonghua Gu" userId="9a7e1853e1951ef5" providerId="LiveId" clId="{CF1FAA12-072C-4ED5-BA76-0FFFAEFDB88A}" dt="2025-09-28T20:34:25.202" v="432" actId="1076"/>
          <ac:picMkLst>
            <pc:docMk/>
            <pc:sldMk cId="1739833041" sldId="300"/>
            <ac:picMk id="5" creationId="{295AF385-C231-A8AE-AAC8-8FBA4F113E1D}"/>
          </ac:picMkLst>
        </pc:picChg>
      </pc:sldChg>
      <pc:sldChg chg="modSp mod">
        <pc:chgData name="Zonghua Gu" userId="9a7e1853e1951ef5" providerId="LiveId" clId="{CF1FAA12-072C-4ED5-BA76-0FFFAEFDB88A}" dt="2025-09-22T23:36:28.039" v="40" actId="20577"/>
        <pc:sldMkLst>
          <pc:docMk/>
          <pc:sldMk cId="4252816745" sldId="301"/>
        </pc:sldMkLst>
        <pc:spChg chg="mod">
          <ac:chgData name="Zonghua Gu" userId="9a7e1853e1951ef5" providerId="LiveId" clId="{CF1FAA12-072C-4ED5-BA76-0FFFAEFDB88A}" dt="2025-09-22T23:36:28.039" v="40" actId="20577"/>
          <ac:spMkLst>
            <pc:docMk/>
            <pc:sldMk cId="4252816745" sldId="301"/>
            <ac:spMk id="44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5-10-07T21:31:05.903" v="797" actId="20577"/>
        <pc:sldMkLst>
          <pc:docMk/>
          <pc:sldMk cId="1476999915" sldId="308"/>
        </pc:sldMkLst>
        <pc:spChg chg="mod">
          <ac:chgData name="Zonghua Gu" userId="9a7e1853e1951ef5" providerId="LiveId" clId="{CF1FAA12-072C-4ED5-BA76-0FFFAEFDB88A}" dt="2025-10-07T21:30:59.255" v="795" actId="14100"/>
          <ac:spMkLst>
            <pc:docMk/>
            <pc:sldMk cId="1476999915" sldId="308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0-07T21:31:05.903" v="797" actId="20577"/>
          <ac:spMkLst>
            <pc:docMk/>
            <pc:sldMk cId="1476999915" sldId="308"/>
            <ac:spMk id="5" creationId="{00000000-0000-0000-0000-000000000000}"/>
          </ac:spMkLst>
        </pc:spChg>
      </pc:sldChg>
      <pc:sldChg chg="addSp modSp mod ord">
        <pc:chgData name="Zonghua Gu" userId="9a7e1853e1951ef5" providerId="LiveId" clId="{CF1FAA12-072C-4ED5-BA76-0FFFAEFDB88A}" dt="2025-10-07T21:32:27.659" v="803" actId="1076"/>
        <pc:sldMkLst>
          <pc:docMk/>
          <pc:sldMk cId="1907313311" sldId="309"/>
        </pc:sldMkLst>
        <pc:spChg chg="mod">
          <ac:chgData name="Zonghua Gu" userId="9a7e1853e1951ef5" providerId="LiveId" clId="{CF1FAA12-072C-4ED5-BA76-0FFFAEFDB88A}" dt="2025-09-28T19:57:50.384" v="167" actId="20578"/>
          <ac:spMkLst>
            <pc:docMk/>
            <pc:sldMk cId="1907313311" sldId="309"/>
            <ac:spMk id="4" creationId="{00000000-0000-0000-0000-000000000000}"/>
          </ac:spMkLst>
        </pc:spChg>
        <pc:graphicFrameChg chg="mod">
          <ac:chgData name="Zonghua Gu" userId="9a7e1853e1951ef5" providerId="LiveId" clId="{CF1FAA12-072C-4ED5-BA76-0FFFAEFDB88A}" dt="2025-10-07T21:32:15.541" v="799" actId="14100"/>
          <ac:graphicFrameMkLst>
            <pc:docMk/>
            <pc:sldMk cId="1907313311" sldId="309"/>
            <ac:graphicFrameMk id="6" creationId="{00000000-0000-0000-0000-000000000000}"/>
          </ac:graphicFrameMkLst>
        </pc:graphicFrameChg>
        <pc:picChg chg="add mod">
          <ac:chgData name="Zonghua Gu" userId="9a7e1853e1951ef5" providerId="LiveId" clId="{CF1FAA12-072C-4ED5-BA76-0FFFAEFDB88A}" dt="2025-10-07T21:32:27.659" v="803" actId="1076"/>
          <ac:picMkLst>
            <pc:docMk/>
            <pc:sldMk cId="1907313311" sldId="309"/>
            <ac:picMk id="5" creationId="{C2EA8258-7FAA-DF56-7F7D-B108D9E2565B}"/>
          </ac:picMkLst>
        </pc:picChg>
      </pc:sldChg>
      <pc:sldChg chg="del">
        <pc:chgData name="Zonghua Gu" userId="9a7e1853e1951ef5" providerId="LiveId" clId="{CF1FAA12-072C-4ED5-BA76-0FFFAEFDB88A}" dt="2025-09-22T21:28:05.608" v="21" actId="47"/>
        <pc:sldMkLst>
          <pc:docMk/>
          <pc:sldMk cId="586211350" sldId="310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573725380" sldId="311"/>
        </pc:sldMkLst>
      </pc:sldChg>
      <pc:sldChg chg="modSp mod">
        <pc:chgData name="Zonghua Gu" userId="9a7e1853e1951ef5" providerId="LiveId" clId="{CF1FAA12-072C-4ED5-BA76-0FFFAEFDB88A}" dt="2025-09-28T21:18:18.834" v="624" actId="20577"/>
        <pc:sldMkLst>
          <pc:docMk/>
          <pc:sldMk cId="1363005958" sldId="312"/>
        </pc:sldMkLst>
        <pc:spChg chg="mod">
          <ac:chgData name="Zonghua Gu" userId="9a7e1853e1951ef5" providerId="LiveId" clId="{CF1FAA12-072C-4ED5-BA76-0FFFAEFDB88A}" dt="2025-09-28T21:18:18.834" v="624" actId="20577"/>
          <ac:spMkLst>
            <pc:docMk/>
            <pc:sldMk cId="1363005958" sldId="312"/>
            <ac:spMk id="4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231599014" sldId="313"/>
        </pc:sldMkLst>
      </pc:sldChg>
      <pc:sldChg chg="addSp delSp modSp mod">
        <pc:chgData name="Zonghua Gu" userId="9a7e1853e1951ef5" providerId="LiveId" clId="{CF1FAA12-072C-4ED5-BA76-0FFFAEFDB88A}" dt="2025-09-28T21:30:53.434" v="643" actId="478"/>
        <pc:sldMkLst>
          <pc:docMk/>
          <pc:sldMk cId="380073498" sldId="314"/>
        </pc:sldMkLst>
        <pc:spChg chg="mod">
          <ac:chgData name="Zonghua Gu" userId="9a7e1853e1951ef5" providerId="LiveId" clId="{CF1FAA12-072C-4ED5-BA76-0FFFAEFDB88A}" dt="2025-09-28T20:44:25.703" v="505" actId="27636"/>
          <ac:spMkLst>
            <pc:docMk/>
            <pc:sldMk cId="380073498" sldId="31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4:44.238" v="518" actId="20577"/>
          <ac:spMkLst>
            <pc:docMk/>
            <pc:sldMk cId="380073498" sldId="314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8:29.263" v="545" actId="20577"/>
          <ac:spMkLst>
            <pc:docMk/>
            <pc:sldMk cId="380073498" sldId="314"/>
            <ac:spMk id="13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8:03.187" v="541" actId="20577"/>
          <ac:spMkLst>
            <pc:docMk/>
            <pc:sldMk cId="380073498" sldId="314"/>
            <ac:spMk id="23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5-09-28T20:42:25.930" v="481" actId="20577"/>
        <pc:sldMkLst>
          <pc:docMk/>
          <pc:sldMk cId="1811287028" sldId="315"/>
        </pc:sldMkLst>
        <pc:spChg chg="mod">
          <ac:chgData name="Zonghua Gu" userId="9a7e1853e1951ef5" providerId="LiveId" clId="{CF1FAA12-072C-4ED5-BA76-0FFFAEFDB88A}" dt="2025-09-28T20:42:25.930" v="481" actId="20577"/>
          <ac:spMkLst>
            <pc:docMk/>
            <pc:sldMk cId="1811287028" sldId="315"/>
            <ac:spMk id="2" creationId="{00000000-0000-0000-0000-000000000000}"/>
          </ac:spMkLst>
        </pc:spChg>
        <pc:spChg chg="add mod">
          <ac:chgData name="Zonghua Gu" userId="9a7e1853e1951ef5" providerId="LiveId" clId="{CF1FAA12-072C-4ED5-BA76-0FFFAEFDB88A}" dt="2025-09-28T20:37:15.858" v="446" actId="20577"/>
          <ac:spMkLst>
            <pc:docMk/>
            <pc:sldMk cId="1811287028" sldId="315"/>
            <ac:spMk id="14" creationId="{0BF59134-9E38-6C3D-5669-CC0B34CF8426}"/>
          </ac:spMkLst>
        </pc:spChg>
        <pc:graphicFrameChg chg="add mod modGraphic">
          <ac:chgData name="Zonghua Gu" userId="9a7e1853e1951ef5" providerId="LiveId" clId="{CF1FAA12-072C-4ED5-BA76-0FFFAEFDB88A}" dt="2025-09-28T20:12:08.325" v="288" actId="207"/>
          <ac:graphicFrameMkLst>
            <pc:docMk/>
            <pc:sldMk cId="1811287028" sldId="315"/>
            <ac:graphicFrameMk id="12" creationId="{38972FD7-A01A-A330-4283-F0A7560C2FD7}"/>
          </ac:graphicFrameMkLst>
        </pc:graphicFrameChg>
      </pc:sldChg>
      <pc:sldChg chg="addSp delSp modSp mod">
        <pc:chgData name="Zonghua Gu" userId="9a7e1853e1951ef5" providerId="LiveId" clId="{CF1FAA12-072C-4ED5-BA76-0FFFAEFDB88A}" dt="2025-09-28T20:42:31.389" v="482" actId="20577"/>
        <pc:sldMkLst>
          <pc:docMk/>
          <pc:sldMk cId="3843227747" sldId="316"/>
        </pc:sldMkLst>
        <pc:spChg chg="mod">
          <ac:chgData name="Zonghua Gu" userId="9a7e1853e1951ef5" providerId="LiveId" clId="{CF1FAA12-072C-4ED5-BA76-0FFFAEFDB88A}" dt="2025-09-28T20:42:31.389" v="482" actId="20577"/>
          <ac:spMkLst>
            <pc:docMk/>
            <pc:sldMk cId="3843227747" sldId="316"/>
            <ac:spMk id="2" creationId="{00000000-0000-0000-0000-000000000000}"/>
          </ac:spMkLst>
        </pc:spChg>
        <pc:spChg chg="add mod">
          <ac:chgData name="Zonghua Gu" userId="9a7e1853e1951ef5" providerId="LiveId" clId="{CF1FAA12-072C-4ED5-BA76-0FFFAEFDB88A}" dt="2025-09-28T20:38:10.956" v="450"/>
          <ac:spMkLst>
            <pc:docMk/>
            <pc:sldMk cId="3843227747" sldId="316"/>
            <ac:spMk id="6" creationId="{49F88934-164B-F0EB-3EE9-6D94A564B9FF}"/>
          </ac:spMkLst>
        </pc:spChg>
        <pc:graphicFrameChg chg="add mod modGraphic">
          <ac:chgData name="Zonghua Gu" userId="9a7e1853e1951ef5" providerId="LiveId" clId="{CF1FAA12-072C-4ED5-BA76-0FFFAEFDB88A}" dt="2025-09-28T20:13:17.386" v="291" actId="207"/>
          <ac:graphicFrameMkLst>
            <pc:docMk/>
            <pc:sldMk cId="3843227747" sldId="316"/>
            <ac:graphicFrameMk id="5" creationId="{2D69740A-5FE2-2F4E-7C13-EAA0C72A72D7}"/>
          </ac:graphicFrameMkLst>
        </pc:graphicFrameChg>
      </pc:sldChg>
      <pc:sldChg chg="addSp delSp modSp mod">
        <pc:chgData name="Zonghua Gu" userId="9a7e1853e1951ef5" providerId="LiveId" clId="{CF1FAA12-072C-4ED5-BA76-0FFFAEFDB88A}" dt="2025-09-28T20:42:43.569" v="485" actId="478"/>
        <pc:sldMkLst>
          <pc:docMk/>
          <pc:sldMk cId="178264963" sldId="317"/>
        </pc:sldMkLst>
        <pc:spChg chg="mod">
          <ac:chgData name="Zonghua Gu" userId="9a7e1853e1951ef5" providerId="LiveId" clId="{CF1FAA12-072C-4ED5-BA76-0FFFAEFDB88A}" dt="2025-09-28T20:42:35.690" v="483" actId="6549"/>
          <ac:spMkLst>
            <pc:docMk/>
            <pc:sldMk cId="178264963" sldId="317"/>
            <ac:spMk id="2" creationId="{00000000-0000-0000-0000-000000000000}"/>
          </ac:spMkLst>
        </pc:spChg>
        <pc:spChg chg="add mod">
          <ac:chgData name="Zonghua Gu" userId="9a7e1853e1951ef5" providerId="LiveId" clId="{CF1FAA12-072C-4ED5-BA76-0FFFAEFDB88A}" dt="2025-09-28T20:38:29.752" v="457" actId="14100"/>
          <ac:spMkLst>
            <pc:docMk/>
            <pc:sldMk cId="178264963" sldId="317"/>
            <ac:spMk id="5" creationId="{E94911F1-C3D1-6BF6-1D23-BC44B2733936}"/>
          </ac:spMkLst>
        </pc:spChg>
        <pc:graphicFrameChg chg="add mod modGraphic">
          <ac:chgData name="Zonghua Gu" userId="9a7e1853e1951ef5" providerId="LiveId" clId="{CF1FAA12-072C-4ED5-BA76-0FFFAEFDB88A}" dt="2025-09-28T20:16:07.673" v="300" actId="207"/>
          <ac:graphicFrameMkLst>
            <pc:docMk/>
            <pc:sldMk cId="178264963" sldId="317"/>
            <ac:graphicFrameMk id="4" creationId="{A2041C17-536A-A08C-4565-AC3B8EE47AC6}"/>
          </ac:graphicFrameMkLst>
        </pc:graphicFrameChg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182917876" sldId="318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889144330" sldId="319"/>
        </pc:sldMkLst>
      </pc:sldChg>
      <pc:sldChg chg="addSp delSp modSp mod">
        <pc:chgData name="Zonghua Gu" userId="9a7e1853e1951ef5" providerId="LiveId" clId="{CF1FAA12-072C-4ED5-BA76-0FFFAEFDB88A}" dt="2025-09-28T20:17:52.023" v="314" actId="478"/>
        <pc:sldMkLst>
          <pc:docMk/>
          <pc:sldMk cId="4074743863" sldId="321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271958434" sldId="322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4107115112" sldId="323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719984395" sldId="324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063495253" sldId="326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34236884" sldId="327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363681695" sldId="328"/>
        </pc:sldMkLst>
      </pc:sldChg>
      <pc:sldChg chg="addSp modSp mod">
        <pc:chgData name="Zonghua Gu" userId="9a7e1853e1951ef5" providerId="LiveId" clId="{CF1FAA12-072C-4ED5-BA76-0FFFAEFDB88A}" dt="2025-09-28T21:16:09.451" v="621" actId="1076"/>
        <pc:sldMkLst>
          <pc:docMk/>
          <pc:sldMk cId="1058672256" sldId="329"/>
        </pc:sldMkLst>
        <pc:spChg chg="mod">
          <ac:chgData name="Zonghua Gu" userId="9a7e1853e1951ef5" providerId="LiveId" clId="{CF1FAA12-072C-4ED5-BA76-0FFFAEFDB88A}" dt="2025-09-28T21:15:34.069" v="585" actId="1076"/>
          <ac:spMkLst>
            <pc:docMk/>
            <pc:sldMk cId="1058672256" sldId="329"/>
            <ac:spMk id="7" creationId="{00000000-0000-0000-0000-000000000000}"/>
          </ac:spMkLst>
        </pc:spChg>
        <pc:spChg chg="mod">
          <ac:chgData name="Zonghua Gu" userId="9a7e1853e1951ef5" providerId="LiveId" clId="{CF1FAA12-072C-4ED5-BA76-0FFFAEFDB88A}" dt="2025-09-28T21:15:34.069" v="585" actId="1076"/>
          <ac:spMkLst>
            <pc:docMk/>
            <pc:sldMk cId="1058672256" sldId="329"/>
            <ac:spMk id="8" creationId="{00000000-0000-0000-0000-000000000000}"/>
          </ac:spMkLst>
        </pc:spChg>
        <pc:spChg chg="mod">
          <ac:chgData name="Zonghua Gu" userId="9a7e1853e1951ef5" providerId="LiveId" clId="{CF1FAA12-072C-4ED5-BA76-0FFFAEFDB88A}" dt="2025-09-28T21:15:34.069" v="585" actId="1076"/>
          <ac:spMkLst>
            <pc:docMk/>
            <pc:sldMk cId="1058672256" sldId="329"/>
            <ac:spMk id="11" creationId="{00000000-0000-0000-0000-000000000000}"/>
          </ac:spMkLst>
        </pc:spChg>
        <pc:spChg chg="add mod">
          <ac:chgData name="Zonghua Gu" userId="9a7e1853e1951ef5" providerId="LiveId" clId="{CF1FAA12-072C-4ED5-BA76-0FFFAEFDB88A}" dt="2025-09-28T21:16:09.451" v="621" actId="1076"/>
          <ac:spMkLst>
            <pc:docMk/>
            <pc:sldMk cId="1058672256" sldId="329"/>
            <ac:spMk id="12" creationId="{4CD27039-814F-AF4E-E777-B4F89C7ED0FF}"/>
          </ac:spMkLst>
        </pc:spChg>
        <pc:spChg chg="mod">
          <ac:chgData name="Zonghua Gu" userId="9a7e1853e1951ef5" providerId="LiveId" clId="{CF1FAA12-072C-4ED5-BA76-0FFFAEFDB88A}" dt="2025-09-28T21:15:34.069" v="585" actId="1076"/>
          <ac:spMkLst>
            <pc:docMk/>
            <pc:sldMk cId="1058672256" sldId="329"/>
            <ac:spMk id="19" creationId="{00000000-0000-0000-0000-000000000000}"/>
          </ac:spMkLst>
        </pc:spChg>
        <pc:picChg chg="add mod">
          <ac:chgData name="Zonghua Gu" userId="9a7e1853e1951ef5" providerId="LiveId" clId="{CF1FAA12-072C-4ED5-BA76-0FFFAEFDB88A}" dt="2025-09-28T21:15:47.613" v="589" actId="1076"/>
          <ac:picMkLst>
            <pc:docMk/>
            <pc:sldMk cId="1058672256" sldId="329"/>
            <ac:picMk id="6" creationId="{21720547-8837-5EA0-DC35-A80FEAF19F07}"/>
          </ac:picMkLst>
        </pc:picChg>
        <pc:cxnChg chg="mod">
          <ac:chgData name="Zonghua Gu" userId="9a7e1853e1951ef5" providerId="LiveId" clId="{CF1FAA12-072C-4ED5-BA76-0FFFAEFDB88A}" dt="2025-09-28T21:15:34.069" v="585" actId="1076"/>
          <ac:cxnSpMkLst>
            <pc:docMk/>
            <pc:sldMk cId="1058672256" sldId="329"/>
            <ac:cxnSpMk id="10" creationId="{00000000-0000-0000-0000-000000000000}"/>
          </ac:cxnSpMkLst>
        </pc:cxnChg>
        <pc:cxnChg chg="mod">
          <ac:chgData name="Zonghua Gu" userId="9a7e1853e1951ef5" providerId="LiveId" clId="{CF1FAA12-072C-4ED5-BA76-0FFFAEFDB88A}" dt="2025-09-28T21:15:34.069" v="585" actId="1076"/>
          <ac:cxnSpMkLst>
            <pc:docMk/>
            <pc:sldMk cId="1058672256" sldId="329"/>
            <ac:cxnSpMk id="18" creationId="{00000000-0000-0000-0000-000000000000}"/>
          </ac:cxnSpMkLst>
        </pc:cxnChg>
      </pc:sldChg>
      <pc:sldChg chg="addSp delSp modSp new mod modAnim">
        <pc:chgData name="Zonghua Gu" userId="9a7e1853e1951ef5" providerId="LiveId" clId="{CF1FAA12-072C-4ED5-BA76-0FFFAEFDB88A}" dt="2025-09-28T19:49:02.519" v="113"/>
        <pc:sldMkLst>
          <pc:docMk/>
          <pc:sldMk cId="428946599" sldId="330"/>
        </pc:sldMkLst>
        <pc:spChg chg="mod">
          <ac:chgData name="Zonghua Gu" userId="9a7e1853e1951ef5" providerId="LiveId" clId="{CF1FAA12-072C-4ED5-BA76-0FFFAEFDB88A}" dt="2025-09-28T19:49:02.519" v="113"/>
          <ac:spMkLst>
            <pc:docMk/>
            <pc:sldMk cId="428946599" sldId="330"/>
            <ac:spMk id="2" creationId="{32605D1A-B9D9-A671-6949-F56E842563B7}"/>
          </ac:spMkLst>
        </pc:spChg>
        <pc:spChg chg="add 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9" creationId="{5162BB5A-8F02-31F3-4F44-99770F9E5D57}"/>
          </ac:spMkLst>
        </pc:spChg>
        <pc:spChg chg="add 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14" creationId="{01AF12BE-E270-EB9D-6565-E06BFD03EB2B}"/>
          </ac:spMkLst>
        </pc:spChg>
        <pc:spChg chg="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16" creationId="{50422B9B-558F-CA1C-FED3-22CC23D5C376}"/>
          </ac:spMkLst>
        </pc:spChg>
        <pc:spChg chg="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18" creationId="{C899955E-D9C8-CD9A-F61D-14676E79010B}"/>
          </ac:spMkLst>
        </pc:spChg>
        <pc:spChg chg="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23" creationId="{D15C303B-19EA-9849-50A2-DBEFCB40F36C}"/>
          </ac:spMkLst>
        </pc:spChg>
        <pc:spChg chg="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25" creationId="{27BD99FF-A375-0F0C-A2F3-F21637445969}"/>
          </ac:spMkLst>
        </pc:spChg>
        <pc:spChg chg="add 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27" creationId="{9DB6DD81-13BA-C969-B9F4-53A8DAFF4200}"/>
          </ac:spMkLst>
        </pc:spChg>
        <pc:spChg chg="add 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29" creationId="{67D3482A-3325-731D-636B-E255AA91F28F}"/>
          </ac:spMkLst>
        </pc:spChg>
        <pc:spChg chg="add 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34" creationId="{15B7548B-AFFE-A85E-4000-52993526FD6F}"/>
          </ac:spMkLst>
        </pc:spChg>
        <pc:spChg chg="mod">
          <ac:chgData name="Zonghua Gu" userId="9a7e1853e1951ef5" providerId="LiveId" clId="{CF1FAA12-072C-4ED5-BA76-0FFFAEFDB88A}" dt="2025-09-28T19:48:25.677" v="108"/>
          <ac:spMkLst>
            <pc:docMk/>
            <pc:sldMk cId="428946599" sldId="330"/>
            <ac:spMk id="36" creationId="{400916F5-993B-C9B5-DC89-CF43A9AF38F8}"/>
          </ac:spMkLst>
        </pc:spChg>
        <pc:spChg chg="add mod">
          <ac:chgData name="Zonghua Gu" userId="9a7e1853e1951ef5" providerId="LiveId" clId="{CF1FAA12-072C-4ED5-BA76-0FFFAEFDB88A}" dt="2025-09-28T19:48:42.286" v="110" actId="1076"/>
          <ac:spMkLst>
            <pc:docMk/>
            <pc:sldMk cId="428946599" sldId="330"/>
            <ac:spMk id="40" creationId="{AF405F2B-D905-F3FC-4279-0CC86D57480F}"/>
          </ac:spMkLst>
        </pc:spChg>
        <pc:spChg chg="add mod">
          <ac:chgData name="Zonghua Gu" userId="9a7e1853e1951ef5" providerId="LiveId" clId="{CF1FAA12-072C-4ED5-BA76-0FFFAEFDB88A}" dt="2025-09-28T19:48:42.286" v="110" actId="1076"/>
          <ac:spMkLst>
            <pc:docMk/>
            <pc:sldMk cId="428946599" sldId="330"/>
            <ac:spMk id="41" creationId="{6B4E07F5-E214-F1D5-7F2A-2883AF39B5F2}"/>
          </ac:spMkLst>
        </pc:spChg>
        <pc:spChg chg="add mod">
          <ac:chgData name="Zonghua Gu" userId="9a7e1853e1951ef5" providerId="LiveId" clId="{CF1FAA12-072C-4ED5-BA76-0FFFAEFDB88A}" dt="2025-09-28T19:48:42.286" v="110" actId="1076"/>
          <ac:spMkLst>
            <pc:docMk/>
            <pc:sldMk cId="428946599" sldId="330"/>
            <ac:spMk id="45" creationId="{BD0D7E3D-DEBA-E8DE-74A0-BE254E376C54}"/>
          </ac:spMkLst>
        </pc:spChg>
        <pc:cxnChg chg="add mod">
          <ac:chgData name="Zonghua Gu" userId="9a7e1853e1951ef5" providerId="LiveId" clId="{CF1FAA12-072C-4ED5-BA76-0FFFAEFDB88A}" dt="2025-09-28T19:48:42.286" v="110" actId="1076"/>
          <ac:cxnSpMkLst>
            <pc:docMk/>
            <pc:sldMk cId="428946599" sldId="330"/>
            <ac:cxnSpMk id="42" creationId="{CB72BE8A-1C11-AB33-7323-ACAECC2AF56D}"/>
          </ac:cxnSpMkLst>
        </pc:cxnChg>
        <pc:cxnChg chg="add mod">
          <ac:chgData name="Zonghua Gu" userId="9a7e1853e1951ef5" providerId="LiveId" clId="{CF1FAA12-072C-4ED5-BA76-0FFFAEFDB88A}" dt="2025-09-28T19:48:42.286" v="110" actId="1076"/>
          <ac:cxnSpMkLst>
            <pc:docMk/>
            <pc:sldMk cId="428946599" sldId="330"/>
            <ac:cxnSpMk id="43" creationId="{5C339600-566F-B398-3DDD-25F3BE784A4E}"/>
          </ac:cxnSpMkLst>
        </pc:cxnChg>
        <pc:cxnChg chg="add mod">
          <ac:chgData name="Zonghua Gu" userId="9a7e1853e1951ef5" providerId="LiveId" clId="{CF1FAA12-072C-4ED5-BA76-0FFFAEFDB88A}" dt="2025-09-28T19:48:42.286" v="110" actId="1076"/>
          <ac:cxnSpMkLst>
            <pc:docMk/>
            <pc:sldMk cId="428946599" sldId="330"/>
            <ac:cxnSpMk id="44" creationId="{CC7770D1-1796-3A3F-6D75-A0A9BCDD083A}"/>
          </ac:cxnSpMkLst>
        </pc:cxnChg>
      </pc:sldChg>
      <pc:sldChg chg="addSp delSp modSp add mod delAnim modAnim">
        <pc:chgData name="Zonghua Gu" userId="9a7e1853e1951ef5" providerId="LiveId" clId="{CF1FAA12-072C-4ED5-BA76-0FFFAEFDB88A}" dt="2025-09-28T19:52:40.491" v="125" actId="1076"/>
        <pc:sldMkLst>
          <pc:docMk/>
          <pc:sldMk cId="2294325802" sldId="331"/>
        </pc:sldMkLst>
        <pc:spChg chg="mod">
          <ac:chgData name="Zonghua Gu" userId="9a7e1853e1951ef5" providerId="LiveId" clId="{CF1FAA12-072C-4ED5-BA76-0FFFAEFDB88A}" dt="2025-09-28T19:49:59.376" v="115"/>
          <ac:spMkLst>
            <pc:docMk/>
            <pc:sldMk cId="2294325802" sldId="331"/>
            <ac:spMk id="2" creationId="{5ABCFE5E-1A7B-3D59-4EE5-77729C6AE8A6}"/>
          </ac:spMkLst>
        </pc:spChg>
        <pc:spChg chg="add mod">
          <ac:chgData name="Zonghua Gu" userId="9a7e1853e1951ef5" providerId="LiveId" clId="{CF1FAA12-072C-4ED5-BA76-0FFFAEFDB88A}" dt="2025-09-28T19:52:40.491" v="125" actId="1076"/>
          <ac:spMkLst>
            <pc:docMk/>
            <pc:sldMk cId="2294325802" sldId="331"/>
            <ac:spMk id="47" creationId="{30AA903E-54E3-EF7C-72D0-DF3A46533F9D}"/>
          </ac:spMkLst>
        </pc:spChg>
        <pc:cxnChg chg="add mod">
          <ac:chgData name="Zonghua Gu" userId="9a7e1853e1951ef5" providerId="LiveId" clId="{CF1FAA12-072C-4ED5-BA76-0FFFAEFDB88A}" dt="2025-09-28T19:52:40.491" v="125" actId="1076"/>
          <ac:cxnSpMkLst>
            <pc:docMk/>
            <pc:sldMk cId="2294325802" sldId="331"/>
            <ac:cxnSpMk id="46" creationId="{A1AE1224-E46F-2AE3-4200-8352246E98B6}"/>
          </ac:cxnSpMkLst>
        </pc:cxnChg>
      </pc:sldChg>
      <pc:sldChg chg="addSp modSp add del">
        <pc:chgData name="Zonghua Gu" userId="9a7e1853e1951ef5" providerId="LiveId" clId="{CF1FAA12-072C-4ED5-BA76-0FFFAEFDB88A}" dt="2025-09-28T20:23:21.008" v="331" actId="47"/>
        <pc:sldMkLst>
          <pc:docMk/>
          <pc:sldMk cId="298946678" sldId="332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4125610159" sldId="332"/>
        </pc:sldMkLst>
      </pc:sldChg>
      <pc:sldChg chg="add del">
        <pc:chgData name="Zonghua Gu" userId="9a7e1853e1951ef5" providerId="LiveId" clId="{CF1FAA12-072C-4ED5-BA76-0FFFAEFDB88A}" dt="2025-09-28T20:23:21.008" v="331" actId="47"/>
        <pc:sldMkLst>
          <pc:docMk/>
          <pc:sldMk cId="439551089" sldId="333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2323096949" sldId="333"/>
        </pc:sldMkLst>
      </pc:sldChg>
      <pc:sldChg chg="add del">
        <pc:chgData name="Zonghua Gu" userId="9a7e1853e1951ef5" providerId="LiveId" clId="{CF1FAA12-072C-4ED5-BA76-0FFFAEFDB88A}" dt="2025-09-28T20:23:21.008" v="331" actId="47"/>
        <pc:sldMkLst>
          <pc:docMk/>
          <pc:sldMk cId="3324624948" sldId="334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3974902252" sldId="334"/>
        </pc:sldMkLst>
      </pc:sldChg>
      <pc:sldChg chg="modSp new mod">
        <pc:chgData name="Zonghua Gu" userId="9a7e1853e1951ef5" providerId="LiveId" clId="{CF1FAA12-072C-4ED5-BA76-0FFFAEFDB88A}" dt="2025-09-28T20:27:06.193" v="379" actId="20577"/>
        <pc:sldMkLst>
          <pc:docMk/>
          <pc:sldMk cId="837827846" sldId="335"/>
        </pc:sldMkLst>
        <pc:spChg chg="mod">
          <ac:chgData name="Zonghua Gu" userId="9a7e1853e1951ef5" providerId="LiveId" clId="{CF1FAA12-072C-4ED5-BA76-0FFFAEFDB88A}" dt="2025-09-28T20:27:06.193" v="379" actId="20577"/>
          <ac:spMkLst>
            <pc:docMk/>
            <pc:sldMk cId="837827846" sldId="335"/>
            <ac:spMk id="2" creationId="{BA9D0B43-DDD3-E8A8-65FC-BB41FDF6BECF}"/>
          </ac:spMkLst>
        </pc:spChg>
        <pc:spChg chg="mod">
          <ac:chgData name="Zonghua Gu" userId="9a7e1853e1951ef5" providerId="LiveId" clId="{CF1FAA12-072C-4ED5-BA76-0FFFAEFDB88A}" dt="2025-09-28T20:26:55.422" v="361" actId="20577"/>
          <ac:spMkLst>
            <pc:docMk/>
            <pc:sldMk cId="837827846" sldId="335"/>
            <ac:spMk id="4" creationId="{97AA9AA7-0196-07BD-47CC-5B59E961982A}"/>
          </ac:spMkLst>
        </pc:spChg>
      </pc:sldChg>
      <pc:sldChg chg="modSp new del mod">
        <pc:chgData name="Zonghua Gu" userId="9a7e1853e1951ef5" providerId="LiveId" clId="{CF1FAA12-072C-4ED5-BA76-0FFFAEFDB88A}" dt="2025-10-06T12:57:16.826" v="677" actId="47"/>
        <pc:sldMkLst>
          <pc:docMk/>
          <pc:sldMk cId="1269769883" sldId="336"/>
        </pc:sldMkLst>
      </pc:sldChg>
      <pc:sldChg chg="addSp modSp add mod">
        <pc:chgData name="Zonghua Gu" userId="9a7e1853e1951ef5" providerId="LiveId" clId="{CF1FAA12-072C-4ED5-BA76-0FFFAEFDB88A}" dt="2025-09-28T21:00:29.512" v="564" actId="1076"/>
        <pc:sldMkLst>
          <pc:docMk/>
          <pc:sldMk cId="428035047" sldId="337"/>
        </pc:sldMkLst>
        <pc:spChg chg="add mod">
          <ac:chgData name="Zonghua Gu" userId="9a7e1853e1951ef5" providerId="LiveId" clId="{CF1FAA12-072C-4ED5-BA76-0FFFAEFDB88A}" dt="2025-09-28T21:00:15.943" v="563" actId="20577"/>
          <ac:spMkLst>
            <pc:docMk/>
            <pc:sldMk cId="428035047" sldId="337"/>
            <ac:spMk id="4" creationId="{07C7C3A7-133B-AC87-F618-EA65859E60EC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12" creationId="{182C7BCF-4A60-AB46-A991-47E3984CC206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13" creationId="{15A397C4-863A-E749-AFC2-C20CEADC1F41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161" creationId="{78198E14-1E1A-A34E-B501-8064EF8922C5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162" creationId="{8643B9FE-DEB4-794D-B17E-86DFA1CF484A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166" creationId="{A67CF72A-19A1-414B-B28B-88E3A3CC8673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173" creationId="{BF0D4F05-C525-8048-805D-DC4AFC4F63DF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240" creationId="{00000000-0000-0000-0000-000000000000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244" creationId="{00000000-0000-0000-0000-000000000000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245" creationId="{00000000-0000-0000-0000-000000000000}"/>
          </ac:spMkLst>
        </pc:spChg>
        <pc:spChg chg="mod">
          <ac:chgData name="Zonghua Gu" userId="9a7e1853e1951ef5" providerId="LiveId" clId="{CF1FAA12-072C-4ED5-BA76-0FFFAEFDB88A}" dt="2025-09-28T20:59:55.172" v="551" actId="1076"/>
          <ac:spMkLst>
            <pc:docMk/>
            <pc:sldMk cId="428035047" sldId="337"/>
            <ac:spMk id="246" creationId="{00000000-0000-0000-0000-000000000000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48" creationId="{83599E32-5867-A447-9CFE-D8187C3A236B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53" creationId="{DF6E8354-0180-F14E-96FD-F67420EE79B5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54" creationId="{DF398F99-1CB4-5940-BD9C-D8EC0C948549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57" creationId="{24A00E10-A527-3545-86F6-0E2D258CC0F4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58" creationId="{8877C102-F966-EB48-9240-FEE5AD1D1523}"/>
          </ac:spMkLst>
        </pc:spChg>
        <pc:spChg chg="mod">
          <ac:chgData name="Zonghua Gu" userId="9a7e1853e1951ef5" providerId="LiveId" clId="{CF1FAA12-072C-4ED5-BA76-0FFFAEFDB88A}" dt="2025-09-28T21:00:29.512" v="564" actId="1076"/>
          <ac:spMkLst>
            <pc:docMk/>
            <pc:sldMk cId="428035047" sldId="337"/>
            <ac:spMk id="259" creationId="{29A432C0-6BBD-DE42-952F-592510927896}"/>
          </ac:spMkLst>
        </pc:spChg>
        <pc:grpChg chg="mod">
          <ac:chgData name="Zonghua Gu" userId="9a7e1853e1951ef5" providerId="LiveId" clId="{CF1FAA12-072C-4ED5-BA76-0FFFAEFDB88A}" dt="2025-09-28T20:59:55.172" v="551" actId="1076"/>
          <ac:grpSpMkLst>
            <pc:docMk/>
            <pc:sldMk cId="428035047" sldId="337"/>
            <ac:grpSpMk id="243" creationId="{00000000-0000-0000-0000-000000000000}"/>
          </ac:grpSpMkLst>
        </pc:grpChg>
        <pc:cxnChg chg="mod">
          <ac:chgData name="Zonghua Gu" userId="9a7e1853e1951ef5" providerId="LiveId" clId="{CF1FAA12-072C-4ED5-BA76-0FFFAEFDB88A}" dt="2025-09-28T20:59:55.172" v="551" actId="1076"/>
          <ac:cxnSpMkLst>
            <pc:docMk/>
            <pc:sldMk cId="428035047" sldId="337"/>
            <ac:cxnSpMk id="16" creationId="{72D02039-7A0B-7B4F-B53C-A84FE88D4204}"/>
          </ac:cxnSpMkLst>
        </pc:cxnChg>
        <pc:cxnChg chg="mod">
          <ac:chgData name="Zonghua Gu" userId="9a7e1853e1951ef5" providerId="LiveId" clId="{CF1FAA12-072C-4ED5-BA76-0FFFAEFDB88A}" dt="2025-09-28T20:59:55.172" v="551" actId="1076"/>
          <ac:cxnSpMkLst>
            <pc:docMk/>
            <pc:sldMk cId="428035047" sldId="337"/>
            <ac:cxnSpMk id="271" creationId="{16B5AEF9-DDA3-AF4C-9611-BA39155261F2}"/>
          </ac:cxnSpMkLst>
        </pc:cxnChg>
        <pc:cxnChg chg="mod">
          <ac:chgData name="Zonghua Gu" userId="9a7e1853e1951ef5" providerId="LiveId" clId="{CF1FAA12-072C-4ED5-BA76-0FFFAEFDB88A}" dt="2025-09-28T20:59:55.172" v="551" actId="1076"/>
          <ac:cxnSpMkLst>
            <pc:docMk/>
            <pc:sldMk cId="428035047" sldId="337"/>
            <ac:cxnSpMk id="276" creationId="{00000000-0000-0000-0000-000000000000}"/>
          </ac:cxnSpMkLst>
        </pc:cxnChg>
      </pc:sldChg>
      <pc:sldChg chg="add del">
        <pc:chgData name="Zonghua Gu" userId="9a7e1853e1951ef5" providerId="LiveId" clId="{CF1FAA12-072C-4ED5-BA76-0FFFAEFDB88A}" dt="2025-09-28T20:48:38.609" v="546" actId="47"/>
        <pc:sldMkLst>
          <pc:docMk/>
          <pc:sldMk cId="1542477397" sldId="337"/>
        </pc:sldMkLst>
      </pc:sldChg>
      <pc:sldChg chg="modSp add mod ord">
        <pc:chgData name="Zonghua Gu" userId="9a7e1853e1951ef5" providerId="LiveId" clId="{CF1FAA12-072C-4ED5-BA76-0FFFAEFDB88A}" dt="2025-09-28T21:00:56.494" v="568" actId="207"/>
        <pc:sldMkLst>
          <pc:docMk/>
          <pc:sldMk cId="2066005274" sldId="349"/>
        </pc:sldMkLst>
        <pc:spChg chg="mod">
          <ac:chgData name="Zonghua Gu" userId="9a7e1853e1951ef5" providerId="LiveId" clId="{CF1FAA12-072C-4ED5-BA76-0FFFAEFDB88A}" dt="2025-09-28T21:00:56.494" v="568" actId="207"/>
          <ac:spMkLst>
            <pc:docMk/>
            <pc:sldMk cId="2066005274" sldId="349"/>
            <ac:spMk id="2" creationId="{84FE40E8-40EF-D042-B361-3AD123ABD2C7}"/>
          </ac:spMkLst>
        </pc:spChg>
      </pc:sldChg>
      <pc:sldChg chg="addSp modSp new del mod modAnim">
        <pc:chgData name="Zonghua Gu" userId="9a7e1853e1951ef5" providerId="LiveId" clId="{CF1FAA12-072C-4ED5-BA76-0FFFAEFDB88A}" dt="2025-10-06T00:41:21.204" v="655" actId="2696"/>
        <pc:sldMkLst>
          <pc:docMk/>
          <pc:sldMk cId="1824905775" sldId="350"/>
        </pc:sldMkLst>
        <pc:spChg chg="mod">
          <ac:chgData name="Zonghua Gu" userId="9a7e1853e1951ef5" providerId="LiveId" clId="{CF1FAA12-072C-4ED5-BA76-0FFFAEFDB88A}" dt="2025-10-06T00:40:29.603" v="653" actId="14100"/>
          <ac:spMkLst>
            <pc:docMk/>
            <pc:sldMk cId="1824905775" sldId="350"/>
            <ac:spMk id="4" creationId="{23D8A9FA-45B2-8551-FD2B-DFF3EE327EE9}"/>
          </ac:spMkLst>
        </pc:spChg>
        <pc:picChg chg="add mod">
          <ac:chgData name="Zonghua Gu" userId="9a7e1853e1951ef5" providerId="LiveId" clId="{CF1FAA12-072C-4ED5-BA76-0FFFAEFDB88A}" dt="2025-10-06T00:40:32.128" v="654" actId="1076"/>
          <ac:picMkLst>
            <pc:docMk/>
            <pc:sldMk cId="1824905775" sldId="350"/>
            <ac:picMk id="5" creationId="{BDA40DA5-0DEA-0CD3-875D-C24465B4D657}"/>
          </ac:picMkLst>
        </pc:picChg>
      </pc:sldChg>
      <pc:sldChg chg="addSp modSp new mod modAnim">
        <pc:chgData name="Zonghua Gu" userId="9a7e1853e1951ef5" providerId="LiveId" clId="{CF1FAA12-072C-4ED5-BA76-0FFFAEFDB88A}" dt="2025-10-06T00:44:47.420" v="676" actId="20577"/>
        <pc:sldMkLst>
          <pc:docMk/>
          <pc:sldMk cId="2402349904" sldId="350"/>
        </pc:sldMkLst>
        <pc:spChg chg="mod">
          <ac:chgData name="Zonghua Gu" userId="9a7e1853e1951ef5" providerId="LiveId" clId="{CF1FAA12-072C-4ED5-BA76-0FFFAEFDB88A}" dt="2025-10-06T00:44:47.420" v="676" actId="20577"/>
          <ac:spMkLst>
            <pc:docMk/>
            <pc:sldMk cId="2402349904" sldId="350"/>
            <ac:spMk id="2" creationId="{6ABF05B7-78DB-EF53-6363-9E864217269C}"/>
          </ac:spMkLst>
        </pc:spChg>
        <pc:picChg chg="add mod">
          <ac:chgData name="Zonghua Gu" userId="9a7e1853e1951ef5" providerId="LiveId" clId="{CF1FAA12-072C-4ED5-BA76-0FFFAEFDB88A}" dt="2025-10-06T00:44:32.252" v="657"/>
          <ac:picMkLst>
            <pc:docMk/>
            <pc:sldMk cId="2402349904" sldId="350"/>
            <ac:picMk id="5" creationId="{01519416-1BF0-3B98-8B01-21CB44A8CE68}"/>
          </ac:picMkLst>
        </pc:picChg>
      </pc:sldChg>
      <pc:sldChg chg="modSp new mod">
        <pc:chgData name="Zonghua Gu" userId="9a7e1853e1951ef5" providerId="LiveId" clId="{CF1FAA12-072C-4ED5-BA76-0FFFAEFDB88A}" dt="2025-10-06T13:08:00.564" v="792" actId="20577"/>
        <pc:sldMkLst>
          <pc:docMk/>
          <pc:sldMk cId="1161542869" sldId="351"/>
        </pc:sldMkLst>
        <pc:spChg chg="mod">
          <ac:chgData name="Zonghua Gu" userId="9a7e1853e1951ef5" providerId="LiveId" clId="{CF1FAA12-072C-4ED5-BA76-0FFFAEFDB88A}" dt="2025-10-06T12:57:24.116" v="696" actId="20577"/>
          <ac:spMkLst>
            <pc:docMk/>
            <pc:sldMk cId="1161542869" sldId="351"/>
            <ac:spMk id="2" creationId="{49C126AF-DCF6-1A7D-CE07-193C2602B230}"/>
          </ac:spMkLst>
        </pc:spChg>
        <pc:spChg chg="mod">
          <ac:chgData name="Zonghua Gu" userId="9a7e1853e1951ef5" providerId="LiveId" clId="{CF1FAA12-072C-4ED5-BA76-0FFFAEFDB88A}" dt="2025-10-06T13:08:00.564" v="792" actId="20577"/>
          <ac:spMkLst>
            <pc:docMk/>
            <pc:sldMk cId="1161542869" sldId="351"/>
            <ac:spMk id="4" creationId="{8C5D70C5-E4E9-03FF-BA5E-601EFEF97BED}"/>
          </ac:spMkLst>
        </pc:spChg>
      </pc:sldChg>
      <pc:sldMasterChg chg="del delSldLayout">
        <pc:chgData name="Zonghua Gu" userId="9a7e1853e1951ef5" providerId="LiveId" clId="{CF1FAA12-072C-4ED5-BA76-0FFFAEFDB88A}" dt="2025-09-22T21:28:05.608" v="21" actId="47"/>
        <pc:sldMasterMkLst>
          <pc:docMk/>
          <pc:sldMasterMk cId="2048598753" sldId="2147483684"/>
        </pc:sldMasterMkLst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792416664" sldId="2147483685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643777705" sldId="2147483686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657332555" sldId="2147483687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712397163" sldId="2147483688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187388915" sldId="2147483689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683193793" sldId="2147483690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497172582" sldId="2147483691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509342062" sldId="2147483692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1146008632" sldId="2147483693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515496529" sldId="2147483694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775773720" sldId="2147483695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518001714" sldId="2147483696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549915692" sldId="214748369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C9D69-9831-4844-8B1E-062B2DA58B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35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10/7/2025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10/7/2025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58293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73167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702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884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389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012973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865507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4957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9232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3238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1835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10/7/2025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10/7/2025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7599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0.png"/><Relationship Id="rId7" Type="http://schemas.openxmlformats.org/officeDocument/2006/relationships/image" Target="../media/image14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1110410"/>
            <a:ext cx="7258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sz="1050" b="1" dirty="0">
                <a:solidFill>
                  <a:prstClr val="black"/>
                </a:solidFill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75" y="2228851"/>
            <a:ext cx="4719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Chapter 11</a:t>
            </a:r>
          </a:p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Timer and PWM</a:t>
            </a:r>
          </a:p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1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0AF61-E22F-B40C-FB60-A35C53D05D61}"/>
              </a:ext>
            </a:extLst>
          </p:cNvPr>
          <p:cNvSpPr txBox="1">
            <a:spLocks/>
          </p:cNvSpPr>
          <p:nvPr/>
        </p:nvSpPr>
        <p:spPr>
          <a:xfrm>
            <a:off x="1219200" y="3771900"/>
            <a:ext cx="6858000" cy="7429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1500" dirty="0">
                <a:solidFill>
                  <a:prstClr val="black"/>
                </a:solidFill>
                <a:latin typeface="Bookman Old Style"/>
              </a:rPr>
              <a:t>Z. Gu</a:t>
            </a:r>
            <a:endParaRPr lang="en-US" sz="1500" b="1" dirty="0">
              <a:solidFill>
                <a:srgbClr val="C00000"/>
              </a:solidFill>
              <a:latin typeface="Bookman Old Sty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EC5B2-C191-2980-14D0-C87219AED9C5}"/>
              </a:ext>
            </a:extLst>
          </p:cNvPr>
          <p:cNvSpPr txBox="1"/>
          <p:nvPr/>
        </p:nvSpPr>
        <p:spPr>
          <a:xfrm>
            <a:off x="1825752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3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</p:spPr>
            <p:txBody>
              <a:bodyPr>
                <a:normAutofit fontScale="85000" lnSpcReduction="20000"/>
              </a:bodyPr>
              <a:lstStyle/>
              <a:p>
                <a:pPr lvl="0"/>
                <a:r>
                  <a:rPr lang="en-US" dirty="0"/>
                  <a:t>Timer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</m:oMath>
                </a14:m>
                <a:r>
                  <a:rPr lang="en-US" dirty="0"/>
                  <a:t> vs. CPU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𝑆𝑂𝑈𝑅𝐶𝐸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  <a:blipFill>
                <a:blip r:embed="rId2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𝐶𝐾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𝑆𝑂𝑈𝑅𝐶𝐸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𝑃𝑆𝐶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up-counting or down-counting mode:</a:t>
                </a:r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  <a:blipFill>
                <a:blip r:embed="rId5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3"/>
          <p:cNvSpPr txBox="1">
            <a:spLocks/>
          </p:cNvSpPr>
          <p:nvPr/>
        </p:nvSpPr>
        <p:spPr>
          <a:xfrm>
            <a:off x="469348" y="4037596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1 (Low-True):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"/>
              <p:cNvSpPr txBox="1">
                <a:spLocks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center-aligned counting mode:</a:t>
                </a:r>
              </a:p>
            </p:txBody>
          </p:sp>
        </mc:Choice>
        <mc:Fallback xmlns="">
          <p:sp>
            <p:nvSpPr>
              <p:cNvPr id="1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  <a:blipFill>
                <a:blip r:embed="rId7"/>
                <a:stretch>
                  <a:fillRect l="-370" t="-29032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3"/>
          <p:cNvSpPr txBox="1">
            <a:spLocks/>
          </p:cNvSpPr>
          <p:nvPr/>
        </p:nvSpPr>
        <p:spPr>
          <a:xfrm>
            <a:off x="457200" y="5013207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2 (High-True):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37FA-AF0B-A9D5-0143-7F7F740E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</a:t>
            </a:r>
            <a:r>
              <a:rPr lang="en-US" dirty="0"/>
              <a:t>timer counter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B925F-2AC7-4B00-818B-352DB6B0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3A465D7-A56D-2251-BB5D-10176AEAE2C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If timer clock frequency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MHz,  timer interrupt frequency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199</m:t>
                    </m:r>
                  </m:oMath>
                </a14:m>
                <a:r>
                  <a:rPr lang="en-US" dirty="0"/>
                  <a:t> KHz, what is the maximum timer counter value?</a:t>
                </a:r>
              </a:p>
              <a:p>
                <a:r>
                  <a:rPr lang="en-US" dirty="0"/>
                  <a:t>ANS:  Timer clock </a:t>
                </a:r>
                <a:r>
                  <a:rPr lang="en-US" dirty="0" err="1"/>
                  <a:t>freuency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</m:oMath>
                </a14:m>
                <a:r>
                  <a:rPr lang="en-US" dirty="0"/>
                  <a:t> = 24 </a:t>
                </a:r>
                <a:r>
                  <a:rPr lang="en-US" dirty="0" err="1"/>
                  <a:t>Mhz</a:t>
                </a:r>
                <a:r>
                  <a:rPr lang="en-US" dirty="0"/>
                  <a:t>, Timer interrupt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𝑇𝑖𝑚𝑒𝑟</m:t>
                        </m:r>
                      </m:sub>
                    </m:sSub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=19.199</m:t>
                    </m:r>
                  </m:oMath>
                </a14:m>
                <a:r>
                  <a:rPr lang="en-US" dirty="0"/>
                  <a:t> KHz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𝐴𝑅𝑅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𝐴𝑅𝑅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𝐶𝑁𝑇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m:rPr>
                        <m:nor/>
                      </m:rPr>
                      <a:rPr lang="en-US" dirty="0"/>
                      <m:t> (24 </m:t>
                    </m:r>
                    <m:r>
                      <m:rPr>
                        <m:nor/>
                      </m:rPr>
                      <a:rPr lang="en-US" dirty="0"/>
                      <m:t>MHz</m:t>
                    </m:r>
                    <m:r>
                      <m:rPr>
                        <m:nor/>
                      </m:rPr>
                      <a:rPr lang="en-US" dirty="0"/>
                      <m:t>/19.199 </m:t>
                    </m:r>
                    <m:r>
                      <m:rPr>
                        <m:nor/>
                      </m:rPr>
                      <a:rPr lang="en-US" b="0" i="0" dirty="0" smtClean="0"/>
                      <m:t>K</m:t>
                    </m:r>
                    <m:r>
                      <m:rPr>
                        <m:nor/>
                      </m:rPr>
                      <a:rPr lang="en-US" dirty="0"/>
                      <m:t>Hz</m:t>
                    </m:r>
                    <m:r>
                      <m:rPr>
                        <m:nor/>
                      </m:rPr>
                      <a:rPr lang="en-US" dirty="0"/>
                      <m:t>) - 1≈124</m:t>
                    </m:r>
                    <m:r>
                      <m:rPr>
                        <m:nor/>
                      </m:rPr>
                      <a:rPr lang="en-US" dirty="0"/>
                      <m:t>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timer clock frequency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MHz,  timer interrupt frequency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lang="en-US" dirty="0"/>
                  <a:t> Hz, what is the maximum timer counter value?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ANS: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𝐴𝑅𝑅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𝐶𝑁𝑇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m:rPr>
                        <m:nor/>
                      </m:rPr>
                      <a:rPr lang="en-US" dirty="0"/>
                      <m:t> (24 </m:t>
                    </m:r>
                    <m:r>
                      <m:rPr>
                        <m:nor/>
                      </m:rPr>
                      <a:rPr lang="en-US" dirty="0"/>
                      <m:t>MHz</m:t>
                    </m:r>
                    <m:r>
                      <m:rPr>
                        <m:nor/>
                      </m:rPr>
                      <a:rPr lang="en-US" dirty="0"/>
                      <m:t>/315 </m:t>
                    </m:r>
                    <m:r>
                      <m:rPr>
                        <m:nor/>
                      </m:rPr>
                      <a:rPr lang="en-US" dirty="0"/>
                      <m:t>Hz</m:t>
                    </m:r>
                    <m:r>
                      <m:rPr>
                        <m:nor/>
                      </m:rPr>
                      <a:rPr lang="en-US" dirty="0"/>
                      <m:t>) − 1 ≈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76189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3A465D7-A56D-2251-BB5D-10176AEAE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0789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</TotalTime>
  <Words>254</Words>
  <Application>Microsoft Office PowerPoint</Application>
  <PresentationFormat>On-screen Show (4:3)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Bookman Old Style (Headings)</vt:lpstr>
      <vt:lpstr>Gill Sans Light</vt:lpstr>
      <vt:lpstr>Bookman Old Style</vt:lpstr>
      <vt:lpstr>Calibri</vt:lpstr>
      <vt:lpstr>Cambria Math</vt:lpstr>
      <vt:lpstr>Gill Sans MT</vt:lpstr>
      <vt:lpstr>Wingdings</vt:lpstr>
      <vt:lpstr>Wingdings 3</vt:lpstr>
      <vt:lpstr>Origin</vt:lpstr>
      <vt:lpstr>2_Origin</vt:lpstr>
      <vt:lpstr>PowerPoint Presentation</vt:lpstr>
      <vt:lpstr>Summary of Equations</vt:lpstr>
      <vt:lpstr>Maximum timer counter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357</cp:revision>
  <cp:lastPrinted>2018-03-23T02:32:24Z</cp:lastPrinted>
  <dcterms:created xsi:type="dcterms:W3CDTF">2013-02-03T05:36:57Z</dcterms:created>
  <dcterms:modified xsi:type="dcterms:W3CDTF">2025-10-08T00:50:02Z</dcterms:modified>
</cp:coreProperties>
</file>