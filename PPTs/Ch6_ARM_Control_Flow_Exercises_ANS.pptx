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256" r:id="rId2"/>
    <p:sldId id="352" r:id="rId3"/>
    <p:sldId id="383" r:id="rId4"/>
    <p:sldId id="384" r:id="rId5"/>
    <p:sldId id="353" r:id="rId6"/>
    <p:sldId id="354" r:id="rId7"/>
    <p:sldId id="355" r:id="rId8"/>
    <p:sldId id="257" r:id="rId9"/>
    <p:sldId id="356" r:id="rId10"/>
    <p:sldId id="369" r:id="rId11"/>
    <p:sldId id="371" r:id="rId12"/>
    <p:sldId id="375" r:id="rId13"/>
    <p:sldId id="381" r:id="rId14"/>
    <p:sldId id="380" r:id="rId15"/>
    <p:sldId id="374" r:id="rId16"/>
    <p:sldId id="382" r:id="rId17"/>
    <p:sldId id="379" r:id="rId18"/>
    <p:sldId id="376" r:id="rId19"/>
    <p:sldId id="386" r:id="rId20"/>
    <p:sldId id="361" r:id="rId21"/>
    <p:sldId id="362" r:id="rId22"/>
    <p:sldId id="363" r:id="rId23"/>
    <p:sldId id="364" r:id="rId24"/>
    <p:sldId id="368" r:id="rId25"/>
    <p:sldId id="370" r:id="rId26"/>
    <p:sldId id="372" r:id="rId27"/>
    <p:sldId id="373" r:id="rId28"/>
    <p:sldId id="366" r:id="rId29"/>
    <p:sldId id="367" r:id="rId30"/>
    <p:sldId id="287" r:id="rId31"/>
    <p:sldId id="357" r:id="rId32"/>
    <p:sldId id="358" r:id="rId33"/>
    <p:sldId id="359" r:id="rId34"/>
    <p:sldId id="360" r:id="rId35"/>
  </p:sldIdLst>
  <p:sldSz cx="9144000" cy="6858000" type="screen4x3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4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2B227E-31B7-4DEF-A83B-CCC0DBB48D8A}" v="244" dt="2025-09-28T19:28:54.6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0" autoAdjust="0"/>
    <p:restoredTop sz="79477" autoAdjust="0"/>
  </p:normalViewPr>
  <p:slideViewPr>
    <p:cSldViewPr>
      <p:cViewPr varScale="1">
        <p:scale>
          <a:sx n="65" d="100"/>
          <a:sy n="65" d="100"/>
        </p:scale>
        <p:origin x="1368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413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">
      <pc:chgData name="Zonghua Gu" userId="9a7e1853e1951ef5" providerId="LiveId" clId="{CF1FAA12-072C-4ED5-BA76-0FFFAEFDB88A}" dt="2025-09-28T19:29:57.870" v="4745" actId="313"/>
      <pc:docMkLst>
        <pc:docMk/>
      </pc:docMkLst>
      <pc:sldChg chg="addSp modSp mod">
        <pc:chgData name="Zonghua Gu" userId="9a7e1853e1951ef5" providerId="LiveId" clId="{CF1FAA12-072C-4ED5-BA76-0FFFAEFDB88A}" dt="2025-09-18T01:38:38.169" v="1240" actId="20577"/>
        <pc:sldMkLst>
          <pc:docMk/>
          <pc:sldMk cId="1683281344" sldId="256"/>
        </pc:sldMkLst>
        <pc:spChg chg="mod">
          <ac:chgData name="Zonghua Gu" userId="9a7e1853e1951ef5" providerId="LiveId" clId="{CF1FAA12-072C-4ED5-BA76-0FFFAEFDB88A}" dt="2025-09-18T01:38:30.800" v="1220" actId="20577"/>
          <ac:spMkLst>
            <pc:docMk/>
            <pc:sldMk cId="1683281344" sldId="25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7T21:21:39.717" v="1199" actId="20577"/>
          <ac:spMkLst>
            <pc:docMk/>
            <pc:sldMk cId="1683281344" sldId="256"/>
            <ac:spMk id="3" creationId="{00000000-0000-0000-0000-000000000000}"/>
          </ac:spMkLst>
        </pc:spChg>
        <pc:spChg chg="mod">
          <ac:chgData name="Zonghua Gu" userId="9a7e1853e1951ef5" providerId="LiveId" clId="{CF1FAA12-072C-4ED5-BA76-0FFFAEFDB88A}" dt="2025-09-18T01:38:38.169" v="1240" actId="20577"/>
          <ac:spMkLst>
            <pc:docMk/>
            <pc:sldMk cId="1683281344" sldId="256"/>
            <ac:spMk id="6" creationId="{00000000-0000-0000-0000-000000000000}"/>
          </ac:spMkLst>
        </pc:spChg>
        <pc:spChg chg="add mod">
          <ac:chgData name="Zonghua Gu" userId="9a7e1853e1951ef5" providerId="LiveId" clId="{CF1FAA12-072C-4ED5-BA76-0FFFAEFDB88A}" dt="2025-09-17T21:21:25.145" v="1175" actId="1076"/>
          <ac:spMkLst>
            <pc:docMk/>
            <pc:sldMk cId="1683281344" sldId="256"/>
            <ac:spMk id="7" creationId="{CDF938EB-593A-3F78-8471-70DE26383963}"/>
          </ac:spMkLst>
        </pc:spChg>
      </pc:sldChg>
      <pc:sldChg chg="addSp modSp new mod">
        <pc:chgData name="Zonghua Gu" userId="9a7e1853e1951ef5" providerId="LiveId" clId="{CF1FAA12-072C-4ED5-BA76-0FFFAEFDB88A}" dt="2025-09-28T19:28:54.672" v="4695"/>
        <pc:sldMkLst>
          <pc:docMk/>
          <pc:sldMk cId="407878083" sldId="257"/>
        </pc:sldMkLst>
        <pc:spChg chg="mod">
          <ac:chgData name="Zonghua Gu" userId="9a7e1853e1951ef5" providerId="LiveId" clId="{CF1FAA12-072C-4ED5-BA76-0FFFAEFDB88A}" dt="2025-09-28T17:49:10.180" v="4517"/>
          <ac:spMkLst>
            <pc:docMk/>
            <pc:sldMk cId="407878083" sldId="257"/>
            <ac:spMk id="2" creationId="{CCBEC3D6-5403-5D32-35E4-EA516530217B}"/>
          </ac:spMkLst>
        </pc:spChg>
        <pc:spChg chg="mod">
          <ac:chgData name="Zonghua Gu" userId="9a7e1853e1951ef5" providerId="LiveId" clId="{CF1FAA12-072C-4ED5-BA76-0FFFAEFDB88A}" dt="2025-09-28T17:54:50.470" v="4596" actId="20577"/>
          <ac:spMkLst>
            <pc:docMk/>
            <pc:sldMk cId="407878083" sldId="257"/>
            <ac:spMk id="4" creationId="{6E242E21-1FD3-CB05-AD91-461DFAA4741E}"/>
          </ac:spMkLst>
        </pc:spChg>
        <pc:graphicFrameChg chg="add mod">
          <ac:chgData name="Zonghua Gu" userId="9a7e1853e1951ef5" providerId="LiveId" clId="{CF1FAA12-072C-4ED5-BA76-0FFFAEFDB88A}" dt="2025-09-28T17:36:04.121" v="4450"/>
          <ac:graphicFrameMkLst>
            <pc:docMk/>
            <pc:sldMk cId="407878083" sldId="257"/>
            <ac:graphicFrameMk id="5" creationId="{23238D8F-8F3F-1B72-AC46-46CAFF2F8B61}"/>
          </ac:graphicFrameMkLst>
        </pc:graphicFrameChg>
        <pc:graphicFrameChg chg="add mod modGraphic">
          <ac:chgData name="Zonghua Gu" userId="9a7e1853e1951ef5" providerId="LiveId" clId="{CF1FAA12-072C-4ED5-BA76-0FFFAEFDB88A}" dt="2025-09-28T19:28:54.672" v="4695"/>
          <ac:graphicFrameMkLst>
            <pc:docMk/>
            <pc:sldMk cId="407878083" sldId="257"/>
            <ac:graphicFrameMk id="6" creationId="{5BB421C2-3A8D-7BE1-41D7-8E20F0B1E99D}"/>
          </ac:graphicFrameMkLst>
        </pc:graphicFrameChg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166800616" sldId="269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2502343479" sldId="275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2086055198" sldId="277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3146583954" sldId="282"/>
        </pc:sldMkLst>
      </pc:sldChg>
      <pc:sldChg chg="addSp modSp del mod">
        <pc:chgData name="Zonghua Gu" userId="9a7e1853e1951ef5" providerId="LiveId" clId="{CF1FAA12-072C-4ED5-BA76-0FFFAEFDB88A}" dt="2025-09-18T01:38:44.397" v="1241" actId="47"/>
        <pc:sldMkLst>
          <pc:docMk/>
          <pc:sldMk cId="3856419856" sldId="284"/>
        </pc:sldMkLst>
      </pc:sldChg>
      <pc:sldChg chg="addSp delSp modSp del mod">
        <pc:chgData name="Zonghua Gu" userId="9a7e1853e1951ef5" providerId="LiveId" clId="{CF1FAA12-072C-4ED5-BA76-0FFFAEFDB88A}" dt="2025-09-18T01:38:44.397" v="1241" actId="47"/>
        <pc:sldMkLst>
          <pc:docMk/>
          <pc:sldMk cId="3410570449" sldId="285"/>
        </pc:sldMkLst>
      </pc:sldChg>
      <pc:sldChg chg="modSp add">
        <pc:chgData name="Zonghua Gu" userId="9a7e1853e1951ef5" providerId="LiveId" clId="{CF1FAA12-072C-4ED5-BA76-0FFFAEFDB88A}" dt="2025-09-28T19:28:54.672" v="4695"/>
        <pc:sldMkLst>
          <pc:docMk/>
          <pc:sldMk cId="2535127592" sldId="287"/>
        </pc:sldMkLst>
        <pc:spChg chg="mod">
          <ac:chgData name="Zonghua Gu" userId="9a7e1853e1951ef5" providerId="LiveId" clId="{CF1FAA12-072C-4ED5-BA76-0FFFAEFDB88A}" dt="2025-09-28T19:28:54.672" v="4695"/>
          <ac:spMkLst>
            <pc:docMk/>
            <pc:sldMk cId="2535127592" sldId="287"/>
            <ac:spMk id="4" creationId="{2E644054-91F4-1D97-9E7A-B6455D725376}"/>
          </ac:spMkLst>
        </pc:spChg>
      </pc:sldChg>
      <pc:sldChg chg="modSp add del mod">
        <pc:chgData name="Zonghua Gu" userId="9a7e1853e1951ef5" providerId="LiveId" clId="{CF1FAA12-072C-4ED5-BA76-0FFFAEFDB88A}" dt="2025-09-28T18:03:32.126" v="4634" actId="2696"/>
        <pc:sldMkLst>
          <pc:docMk/>
          <pc:sldMk cId="3365210863" sldId="287"/>
        </pc:sldMkLst>
      </pc:sldChg>
      <pc:sldChg chg="add del">
        <pc:chgData name="Zonghua Gu" userId="9a7e1853e1951ef5" providerId="LiveId" clId="{CF1FAA12-072C-4ED5-BA76-0FFFAEFDB88A}" dt="2025-09-28T18:03:06.616" v="4630"/>
        <pc:sldMkLst>
          <pc:docMk/>
          <pc:sldMk cId="3886997725" sldId="287"/>
        </pc:sldMkLst>
      </pc:sldChg>
      <pc:sldChg chg="del modNotesTx">
        <pc:chgData name="Zonghua Gu" userId="9a7e1853e1951ef5" providerId="LiveId" clId="{CF1FAA12-072C-4ED5-BA76-0FFFAEFDB88A}" dt="2025-09-18T01:38:44.397" v="1241" actId="47"/>
        <pc:sldMkLst>
          <pc:docMk/>
          <pc:sldMk cId="1977878706" sldId="292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2319237102" sldId="297"/>
        </pc:sldMkLst>
      </pc:sldChg>
      <pc:sldChg chg="modSp del mod modNotesTx">
        <pc:chgData name="Zonghua Gu" userId="9a7e1853e1951ef5" providerId="LiveId" clId="{CF1FAA12-072C-4ED5-BA76-0FFFAEFDB88A}" dt="2025-09-18T01:38:44.397" v="1241" actId="47"/>
        <pc:sldMkLst>
          <pc:docMk/>
          <pc:sldMk cId="2121641431" sldId="298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209600006" sldId="299"/>
        </pc:sldMkLst>
      </pc:sldChg>
      <pc:sldChg chg="addSp delSp modSp del mod">
        <pc:chgData name="Zonghua Gu" userId="9a7e1853e1951ef5" providerId="LiveId" clId="{CF1FAA12-072C-4ED5-BA76-0FFFAEFDB88A}" dt="2025-09-18T01:38:44.397" v="1241" actId="47"/>
        <pc:sldMkLst>
          <pc:docMk/>
          <pc:sldMk cId="203524775" sldId="300"/>
        </pc:sldMkLst>
      </pc:sldChg>
      <pc:sldChg chg="del">
        <pc:chgData name="Zonghua Gu" userId="9a7e1853e1951ef5" providerId="LiveId" clId="{CF1FAA12-072C-4ED5-BA76-0FFFAEFDB88A}" dt="2025-09-17T18:15:27.095" v="199" actId="47"/>
        <pc:sldMkLst>
          <pc:docMk/>
          <pc:sldMk cId="2550961529" sldId="301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1735132193" sldId="303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809613256" sldId="304"/>
        </pc:sldMkLst>
      </pc:sldChg>
      <pc:sldChg chg="modSp del mod">
        <pc:chgData name="Zonghua Gu" userId="9a7e1853e1951ef5" providerId="LiveId" clId="{CF1FAA12-072C-4ED5-BA76-0FFFAEFDB88A}" dt="2025-09-18T01:38:44.397" v="1241" actId="47"/>
        <pc:sldMkLst>
          <pc:docMk/>
          <pc:sldMk cId="3184454" sldId="313"/>
        </pc:sldMkLst>
      </pc:sldChg>
      <pc:sldChg chg="del">
        <pc:chgData name="Zonghua Gu" userId="9a7e1853e1951ef5" providerId="LiveId" clId="{CF1FAA12-072C-4ED5-BA76-0FFFAEFDB88A}" dt="2025-09-17T19:56:27.968" v="1173" actId="2696"/>
        <pc:sldMkLst>
          <pc:docMk/>
          <pc:sldMk cId="207599578" sldId="317"/>
        </pc:sldMkLst>
      </pc:sldChg>
      <pc:sldChg chg="del">
        <pc:chgData name="Zonghua Gu" userId="9a7e1853e1951ef5" providerId="LiveId" clId="{CF1FAA12-072C-4ED5-BA76-0FFFAEFDB88A}" dt="2025-09-17T19:56:27.968" v="1173" actId="2696"/>
        <pc:sldMkLst>
          <pc:docMk/>
          <pc:sldMk cId="2069787402" sldId="318"/>
        </pc:sldMkLst>
      </pc:sldChg>
      <pc:sldChg chg="addSp delSp modSp del mod">
        <pc:chgData name="Zonghua Gu" userId="9a7e1853e1951ef5" providerId="LiveId" clId="{CF1FAA12-072C-4ED5-BA76-0FFFAEFDB88A}" dt="2025-09-18T01:38:44.397" v="1241" actId="47"/>
        <pc:sldMkLst>
          <pc:docMk/>
          <pc:sldMk cId="956433268" sldId="321"/>
        </pc:sldMkLst>
      </pc:sldChg>
      <pc:sldChg chg="addSp modSp del mod">
        <pc:chgData name="Zonghua Gu" userId="9a7e1853e1951ef5" providerId="LiveId" clId="{CF1FAA12-072C-4ED5-BA76-0FFFAEFDB88A}" dt="2025-09-18T01:38:44.397" v="1241" actId="47"/>
        <pc:sldMkLst>
          <pc:docMk/>
          <pc:sldMk cId="2653589447" sldId="322"/>
        </pc:sldMkLst>
      </pc:sldChg>
      <pc:sldChg chg="addSp delSp modSp del mod">
        <pc:chgData name="Zonghua Gu" userId="9a7e1853e1951ef5" providerId="LiveId" clId="{CF1FAA12-072C-4ED5-BA76-0FFFAEFDB88A}" dt="2025-09-18T01:38:44.397" v="1241" actId="47"/>
        <pc:sldMkLst>
          <pc:docMk/>
          <pc:sldMk cId="2667703659" sldId="323"/>
        </pc:sldMkLst>
      </pc:sldChg>
      <pc:sldChg chg="modSp del mod">
        <pc:chgData name="Zonghua Gu" userId="9a7e1853e1951ef5" providerId="LiveId" clId="{CF1FAA12-072C-4ED5-BA76-0FFFAEFDB88A}" dt="2025-09-18T01:38:44.397" v="1241" actId="47"/>
        <pc:sldMkLst>
          <pc:docMk/>
          <pc:sldMk cId="2924045303" sldId="324"/>
        </pc:sldMkLst>
      </pc:sldChg>
      <pc:sldChg chg="addSp modSp del mod">
        <pc:chgData name="Zonghua Gu" userId="9a7e1853e1951ef5" providerId="LiveId" clId="{CF1FAA12-072C-4ED5-BA76-0FFFAEFDB88A}" dt="2025-09-18T01:38:44.397" v="1241" actId="47"/>
        <pc:sldMkLst>
          <pc:docMk/>
          <pc:sldMk cId="2331627715" sldId="325"/>
        </pc:sldMkLst>
      </pc:sldChg>
      <pc:sldChg chg="addSp delSp modSp del mod">
        <pc:chgData name="Zonghua Gu" userId="9a7e1853e1951ef5" providerId="LiveId" clId="{CF1FAA12-072C-4ED5-BA76-0FFFAEFDB88A}" dt="2025-09-18T01:38:44.397" v="1241" actId="47"/>
        <pc:sldMkLst>
          <pc:docMk/>
          <pc:sldMk cId="3293036044" sldId="326"/>
        </pc:sldMkLst>
      </pc:sldChg>
      <pc:sldChg chg="addSp delSp modSp del mod">
        <pc:chgData name="Zonghua Gu" userId="9a7e1853e1951ef5" providerId="LiveId" clId="{CF1FAA12-072C-4ED5-BA76-0FFFAEFDB88A}" dt="2025-09-18T01:38:44.397" v="1241" actId="47"/>
        <pc:sldMkLst>
          <pc:docMk/>
          <pc:sldMk cId="2322116273" sldId="327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3601302061" sldId="331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3102424687" sldId="332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4291846176" sldId="334"/>
        </pc:sldMkLst>
      </pc:sldChg>
      <pc:sldChg chg="addSp modSp del mod">
        <pc:chgData name="Zonghua Gu" userId="9a7e1853e1951ef5" providerId="LiveId" clId="{CF1FAA12-072C-4ED5-BA76-0FFFAEFDB88A}" dt="2025-09-18T01:38:44.397" v="1241" actId="47"/>
        <pc:sldMkLst>
          <pc:docMk/>
          <pc:sldMk cId="4015228595" sldId="335"/>
        </pc:sldMkLst>
      </pc:sldChg>
      <pc:sldChg chg="addSp modSp del mod">
        <pc:chgData name="Zonghua Gu" userId="9a7e1853e1951ef5" providerId="LiveId" clId="{CF1FAA12-072C-4ED5-BA76-0FFFAEFDB88A}" dt="2025-09-18T01:38:44.397" v="1241" actId="47"/>
        <pc:sldMkLst>
          <pc:docMk/>
          <pc:sldMk cId="1520596659" sldId="336"/>
        </pc:sldMkLst>
      </pc:sldChg>
      <pc:sldChg chg="addSp modSp del mod">
        <pc:chgData name="Zonghua Gu" userId="9a7e1853e1951ef5" providerId="LiveId" clId="{CF1FAA12-072C-4ED5-BA76-0FFFAEFDB88A}" dt="2025-09-18T01:38:44.397" v="1241" actId="47"/>
        <pc:sldMkLst>
          <pc:docMk/>
          <pc:sldMk cId="1090868990" sldId="339"/>
        </pc:sldMkLst>
      </pc:sldChg>
      <pc:sldChg chg="addSp delSp modSp del mod modNotesTx">
        <pc:chgData name="Zonghua Gu" userId="9a7e1853e1951ef5" providerId="LiveId" clId="{CF1FAA12-072C-4ED5-BA76-0FFFAEFDB88A}" dt="2025-09-18T01:38:44.397" v="1241" actId="47"/>
        <pc:sldMkLst>
          <pc:docMk/>
          <pc:sldMk cId="1809958305" sldId="340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1197208543" sldId="343"/>
        </pc:sldMkLst>
      </pc:sldChg>
      <pc:sldChg chg="addSp delSp modSp del mod">
        <pc:chgData name="Zonghua Gu" userId="9a7e1853e1951ef5" providerId="LiveId" clId="{CF1FAA12-072C-4ED5-BA76-0FFFAEFDB88A}" dt="2025-09-18T01:38:44.397" v="1241" actId="47"/>
        <pc:sldMkLst>
          <pc:docMk/>
          <pc:sldMk cId="2051571543" sldId="344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548132547" sldId="345"/>
        </pc:sldMkLst>
      </pc:sldChg>
      <pc:sldChg chg="modSp del mod">
        <pc:chgData name="Zonghua Gu" userId="9a7e1853e1951ef5" providerId="LiveId" clId="{CF1FAA12-072C-4ED5-BA76-0FFFAEFDB88A}" dt="2025-09-18T01:38:44.397" v="1241" actId="47"/>
        <pc:sldMkLst>
          <pc:docMk/>
          <pc:sldMk cId="2237900729" sldId="346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3183429436" sldId="347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1680559388" sldId="348"/>
        </pc:sldMkLst>
      </pc:sldChg>
      <pc:sldChg chg="addSp modSp del mod">
        <pc:chgData name="Zonghua Gu" userId="9a7e1853e1951ef5" providerId="LiveId" clId="{CF1FAA12-072C-4ED5-BA76-0FFFAEFDB88A}" dt="2025-09-18T01:38:44.397" v="1241" actId="47"/>
        <pc:sldMkLst>
          <pc:docMk/>
          <pc:sldMk cId="2162368129" sldId="349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3829986606" sldId="350"/>
        </pc:sldMkLst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1558414871" sldId="351"/>
        </pc:sldMkLst>
      </pc:sldChg>
      <pc:sldChg chg="addSp modSp add mod modNotes modNotesTx">
        <pc:chgData name="Zonghua Gu" userId="9a7e1853e1951ef5" providerId="LiveId" clId="{CF1FAA12-072C-4ED5-BA76-0FFFAEFDB88A}" dt="2025-09-28T19:28:54.672" v="4695"/>
        <pc:sldMkLst>
          <pc:docMk/>
          <pc:sldMk cId="544675658" sldId="352"/>
        </pc:sldMkLst>
        <pc:spChg chg="mod">
          <ac:chgData name="Zonghua Gu" userId="9a7e1853e1951ef5" providerId="LiveId" clId="{CF1FAA12-072C-4ED5-BA76-0FFFAEFDB88A}" dt="2025-09-28T17:20:58.814" v="4228" actId="20577"/>
          <ac:spMkLst>
            <pc:docMk/>
            <pc:sldMk cId="544675658" sldId="352"/>
            <ac:spMk id="2" creationId="{DD9933DF-9610-809C-11B2-6E559AD6FCAA}"/>
          </ac:spMkLst>
        </pc:spChg>
        <pc:spChg chg="mod">
          <ac:chgData name="Zonghua Gu" userId="9a7e1853e1951ef5" providerId="LiveId" clId="{CF1FAA12-072C-4ED5-BA76-0FFFAEFDB88A}" dt="2025-09-28T17:21:51.355" v="4243" actId="20577"/>
          <ac:spMkLst>
            <pc:docMk/>
            <pc:sldMk cId="544675658" sldId="352"/>
            <ac:spMk id="4" creationId="{815194D1-447C-6A4E-281D-DAB9A59A84CD}"/>
          </ac:spMkLst>
        </pc:spChg>
        <pc:graphicFrameChg chg="add mod modGraphic">
          <ac:chgData name="Zonghua Gu" userId="9a7e1853e1951ef5" providerId="LiveId" clId="{CF1FAA12-072C-4ED5-BA76-0FFFAEFDB88A}" dt="2025-09-28T17:21:55.936" v="4244" actId="1076"/>
          <ac:graphicFrameMkLst>
            <pc:docMk/>
            <pc:sldMk cId="544675658" sldId="352"/>
            <ac:graphicFrameMk id="5" creationId="{35FA2BB6-217B-C52B-5A1B-6F25A3FDBB0D}"/>
          </ac:graphicFrameMkLst>
        </pc:graphicFrameChg>
        <pc:graphicFrameChg chg="add mod modGraphic">
          <ac:chgData name="Zonghua Gu" userId="9a7e1853e1951ef5" providerId="LiveId" clId="{CF1FAA12-072C-4ED5-BA76-0FFFAEFDB88A}" dt="2025-09-28T17:21:55.936" v="4244" actId="1076"/>
          <ac:graphicFrameMkLst>
            <pc:docMk/>
            <pc:sldMk cId="544675658" sldId="352"/>
            <ac:graphicFrameMk id="6" creationId="{538E8EFF-813B-0481-15DB-FE881211C915}"/>
          </ac:graphicFrameMkLst>
        </pc:graphicFrameChg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2171254142" sldId="352"/>
        </pc:sldMkLst>
      </pc:sldChg>
      <pc:sldChg chg="addSp delSp modSp add mod modNotes modNotesTx">
        <pc:chgData name="Zonghua Gu" userId="9a7e1853e1951ef5" providerId="LiveId" clId="{CF1FAA12-072C-4ED5-BA76-0FFFAEFDB88A}" dt="2025-09-28T17:33:47.142" v="4425" actId="1076"/>
        <pc:sldMkLst>
          <pc:docMk/>
          <pc:sldMk cId="188395404" sldId="353"/>
        </pc:sldMkLst>
        <pc:spChg chg="mod">
          <ac:chgData name="Zonghua Gu" userId="9a7e1853e1951ef5" providerId="LiveId" clId="{CF1FAA12-072C-4ED5-BA76-0FFFAEFDB88A}" dt="2025-09-28T17:21:26.632" v="4236" actId="20577"/>
          <ac:spMkLst>
            <pc:docMk/>
            <pc:sldMk cId="188395404" sldId="353"/>
            <ac:spMk id="2" creationId="{8F445031-374F-3949-2E75-E92EE2E13893}"/>
          </ac:spMkLst>
        </pc:spChg>
        <pc:spChg chg="mod">
          <ac:chgData name="Zonghua Gu" userId="9a7e1853e1951ef5" providerId="LiveId" clId="{CF1FAA12-072C-4ED5-BA76-0FFFAEFDB88A}" dt="2025-09-28T17:29:22.501" v="4323" actId="14100"/>
          <ac:spMkLst>
            <pc:docMk/>
            <pc:sldMk cId="188395404" sldId="353"/>
            <ac:spMk id="4" creationId="{B4C3D2E6-2CBC-36E7-D723-501E1827F828}"/>
          </ac:spMkLst>
        </pc:spChg>
        <pc:spChg chg="add mod">
          <ac:chgData name="Zonghua Gu" userId="9a7e1853e1951ef5" providerId="LiveId" clId="{CF1FAA12-072C-4ED5-BA76-0FFFAEFDB88A}" dt="2025-09-28T17:33:47.142" v="4425" actId="1076"/>
          <ac:spMkLst>
            <pc:docMk/>
            <pc:sldMk cId="188395404" sldId="353"/>
            <ac:spMk id="9" creationId="{098531A2-BA43-5E4B-4A07-833BA3447510}"/>
          </ac:spMkLst>
        </pc:spChg>
        <pc:graphicFrameChg chg="add mod modGraphic">
          <ac:chgData name="Zonghua Gu" userId="9a7e1853e1951ef5" providerId="LiveId" clId="{CF1FAA12-072C-4ED5-BA76-0FFFAEFDB88A}" dt="2025-09-28T17:32:05.889" v="4374" actId="20577"/>
          <ac:graphicFrameMkLst>
            <pc:docMk/>
            <pc:sldMk cId="188395404" sldId="353"/>
            <ac:graphicFrameMk id="5" creationId="{127BD2A0-832C-7F1E-86CB-33A992AE5B67}"/>
          </ac:graphicFrameMkLst>
        </pc:graphicFrameChg>
        <pc:graphicFrameChg chg="add mod modGraphic">
          <ac:chgData name="Zonghua Gu" userId="9a7e1853e1951ef5" providerId="LiveId" clId="{CF1FAA12-072C-4ED5-BA76-0FFFAEFDB88A}" dt="2025-09-28T17:29:39.501" v="4328" actId="20577"/>
          <ac:graphicFrameMkLst>
            <pc:docMk/>
            <pc:sldMk cId="188395404" sldId="353"/>
            <ac:graphicFrameMk id="8" creationId="{3C871EDF-DD88-8052-FF66-F955503E891D}"/>
          </ac:graphicFrameMkLst>
        </pc:graphicFrameChg>
        <pc:picChg chg="add del mod">
          <ac:chgData name="Zonghua Gu" userId="9a7e1853e1951ef5" providerId="LiveId" clId="{CF1FAA12-072C-4ED5-BA76-0FFFAEFDB88A}" dt="2025-09-28T17:29:13.444" v="4321" actId="478"/>
          <ac:picMkLst>
            <pc:docMk/>
            <pc:sldMk cId="188395404" sldId="353"/>
            <ac:picMk id="7" creationId="{4F40D46B-9D97-C624-E28D-1DD537700D60}"/>
          </ac:picMkLst>
        </pc:picChg>
      </pc:sldChg>
      <pc:sldChg chg="del">
        <pc:chgData name="Zonghua Gu" userId="9a7e1853e1951ef5" providerId="LiveId" clId="{CF1FAA12-072C-4ED5-BA76-0FFFAEFDB88A}" dt="2025-09-18T01:38:44.397" v="1241" actId="47"/>
        <pc:sldMkLst>
          <pc:docMk/>
          <pc:sldMk cId="1307188585" sldId="353"/>
        </pc:sldMkLst>
      </pc:sldChg>
      <pc:sldChg chg="addSp delSp modSp new mod">
        <pc:chgData name="Zonghua Gu" userId="9a7e1853e1951ef5" providerId="LiveId" clId="{CF1FAA12-072C-4ED5-BA76-0FFFAEFDB88A}" dt="2025-09-28T17:50:15.456" v="4565" actId="20577"/>
        <pc:sldMkLst>
          <pc:docMk/>
          <pc:sldMk cId="1116486319" sldId="354"/>
        </pc:sldMkLst>
        <pc:spChg chg="mod">
          <ac:chgData name="Zonghua Gu" userId="9a7e1853e1951ef5" providerId="LiveId" clId="{CF1FAA12-072C-4ED5-BA76-0FFFAEFDB88A}" dt="2025-09-28T17:50:15.456" v="4565" actId="20577"/>
          <ac:spMkLst>
            <pc:docMk/>
            <pc:sldMk cId="1116486319" sldId="354"/>
            <ac:spMk id="2" creationId="{283A91CE-CC77-9A35-BF4E-63E1CEF46C29}"/>
          </ac:spMkLst>
        </pc:spChg>
        <pc:spChg chg="mod">
          <ac:chgData name="Zonghua Gu" userId="9a7e1853e1951ef5" providerId="LiveId" clId="{CF1FAA12-072C-4ED5-BA76-0FFFAEFDB88A}" dt="2025-09-23T17:46:43.945" v="2575"/>
          <ac:spMkLst>
            <pc:docMk/>
            <pc:sldMk cId="1116486319" sldId="354"/>
            <ac:spMk id="4" creationId="{2A432836-5391-1803-C991-983B7660679E}"/>
          </ac:spMkLst>
        </pc:spChg>
        <pc:graphicFrameChg chg="add del mod modGraphic">
          <ac:chgData name="Zonghua Gu" userId="9a7e1853e1951ef5" providerId="LiveId" clId="{CF1FAA12-072C-4ED5-BA76-0FFFAEFDB88A}" dt="2025-09-28T17:35:01.683" v="4434" actId="478"/>
          <ac:graphicFrameMkLst>
            <pc:docMk/>
            <pc:sldMk cId="1116486319" sldId="354"/>
            <ac:graphicFrameMk id="5" creationId="{B5EDFCEB-FBD0-B996-3E8B-F1369E4A619E}"/>
          </ac:graphicFrameMkLst>
        </pc:graphicFrameChg>
      </pc:sldChg>
      <pc:sldChg chg="modSp add del mod">
        <pc:chgData name="Zonghua Gu" userId="9a7e1853e1951ef5" providerId="LiveId" clId="{CF1FAA12-072C-4ED5-BA76-0FFFAEFDB88A}" dt="2025-09-17T19:10:46.472" v="630" actId="47"/>
        <pc:sldMkLst>
          <pc:docMk/>
          <pc:sldMk cId="2652182247" sldId="354"/>
        </pc:sldMkLst>
      </pc:sldChg>
      <pc:sldChg chg="modSp add del mod">
        <pc:chgData name="Zonghua Gu" userId="9a7e1853e1951ef5" providerId="LiveId" clId="{CF1FAA12-072C-4ED5-BA76-0FFFAEFDB88A}" dt="2025-09-18T01:38:44.397" v="1241" actId="47"/>
        <pc:sldMkLst>
          <pc:docMk/>
          <pc:sldMk cId="1671373347" sldId="355"/>
        </pc:sldMkLst>
      </pc:sldChg>
      <pc:sldChg chg="modSp add mod modNotes">
        <pc:chgData name="Zonghua Gu" userId="9a7e1853e1951ef5" providerId="LiveId" clId="{CF1FAA12-072C-4ED5-BA76-0FFFAEFDB88A}" dt="2025-09-28T19:28:54.672" v="4695"/>
        <pc:sldMkLst>
          <pc:docMk/>
          <pc:sldMk cId="3013293955" sldId="355"/>
        </pc:sldMkLst>
        <pc:spChg chg="mod">
          <ac:chgData name="Zonghua Gu" userId="9a7e1853e1951ef5" providerId="LiveId" clId="{CF1FAA12-072C-4ED5-BA76-0FFFAEFDB88A}" dt="2025-09-28T17:50:20.920" v="4567" actId="20577"/>
          <ac:spMkLst>
            <pc:docMk/>
            <pc:sldMk cId="3013293955" sldId="355"/>
            <ac:spMk id="2" creationId="{1B4EC875-5DE4-CC94-21AF-385E445F4C20}"/>
          </ac:spMkLst>
        </pc:spChg>
        <pc:spChg chg="mod">
          <ac:chgData name="Zonghua Gu" userId="9a7e1853e1951ef5" providerId="LiveId" clId="{CF1FAA12-072C-4ED5-BA76-0FFFAEFDB88A}" dt="2025-09-28T19:28:54.672" v="4695"/>
          <ac:spMkLst>
            <pc:docMk/>
            <pc:sldMk cId="3013293955" sldId="355"/>
            <ac:spMk id="4" creationId="{BDC308AC-7565-4459-9627-04CB00781A6A}"/>
          </ac:spMkLst>
        </pc:spChg>
      </pc:sldChg>
      <pc:sldChg chg="addSp delSp modSp new mod modNotes">
        <pc:chgData name="Zonghua Gu" userId="9a7e1853e1951ef5" providerId="LiveId" clId="{CF1FAA12-072C-4ED5-BA76-0FFFAEFDB88A}" dt="2025-09-28T19:28:54.672" v="4695"/>
        <pc:sldMkLst>
          <pc:docMk/>
          <pc:sldMk cId="2876358127" sldId="356"/>
        </pc:sldMkLst>
        <pc:spChg chg="mod">
          <ac:chgData name="Zonghua Gu" userId="9a7e1853e1951ef5" providerId="LiveId" clId="{CF1FAA12-072C-4ED5-BA76-0FFFAEFDB88A}" dt="2025-09-28T17:49:23.700" v="4525"/>
          <ac:spMkLst>
            <pc:docMk/>
            <pc:sldMk cId="2876358127" sldId="356"/>
            <ac:spMk id="2" creationId="{06AFBCAA-DF87-B667-90C8-2F0B5CFD11BA}"/>
          </ac:spMkLst>
        </pc:spChg>
        <pc:spChg chg="del mod">
          <ac:chgData name="Zonghua Gu" userId="9a7e1853e1951ef5" providerId="LiveId" clId="{CF1FAA12-072C-4ED5-BA76-0FFFAEFDB88A}" dt="2025-09-28T17:37:02.709" v="4477" actId="478"/>
          <ac:spMkLst>
            <pc:docMk/>
            <pc:sldMk cId="2876358127" sldId="356"/>
            <ac:spMk id="4" creationId="{95056184-D4E8-1072-434C-E829F7C9B813}"/>
          </ac:spMkLst>
        </pc:spChg>
        <pc:spChg chg="add del mod">
          <ac:chgData name="Zonghua Gu" userId="9a7e1853e1951ef5" providerId="LiveId" clId="{CF1FAA12-072C-4ED5-BA76-0FFFAEFDB88A}" dt="2025-09-28T17:49:33.574" v="4528" actId="478"/>
          <ac:spMkLst>
            <pc:docMk/>
            <pc:sldMk cId="2876358127" sldId="356"/>
            <ac:spMk id="7" creationId="{8C44AA53-C947-3E41-1763-83ADF1A72D6B}"/>
          </ac:spMkLst>
        </pc:spChg>
        <pc:spChg chg="add mod">
          <ac:chgData name="Zonghua Gu" userId="9a7e1853e1951ef5" providerId="LiveId" clId="{CF1FAA12-072C-4ED5-BA76-0FFFAEFDB88A}" dt="2025-09-28T17:49:32.116" v="4527"/>
          <ac:spMkLst>
            <pc:docMk/>
            <pc:sldMk cId="2876358127" sldId="356"/>
            <ac:spMk id="8" creationId="{F20AAA02-544E-9721-763F-E687BC6884D2}"/>
          </ac:spMkLst>
        </pc:spChg>
        <pc:spChg chg="add mod">
          <ac:chgData name="Zonghua Gu" userId="9a7e1853e1951ef5" providerId="LiveId" clId="{CF1FAA12-072C-4ED5-BA76-0FFFAEFDB88A}" dt="2025-09-28T17:55:03.487" v="4601" actId="27636"/>
          <ac:spMkLst>
            <pc:docMk/>
            <pc:sldMk cId="2876358127" sldId="356"/>
            <ac:spMk id="9" creationId="{568A4D5B-16CF-C913-A366-B6CD13B41D2B}"/>
          </ac:spMkLst>
        </pc:spChg>
        <pc:graphicFrameChg chg="add mod modGraphic">
          <ac:chgData name="Zonghua Gu" userId="9a7e1853e1951ef5" providerId="LiveId" clId="{CF1FAA12-072C-4ED5-BA76-0FFFAEFDB88A}" dt="2025-09-28T19:28:54.672" v="4695"/>
          <ac:graphicFrameMkLst>
            <pc:docMk/>
            <pc:sldMk cId="2876358127" sldId="356"/>
            <ac:graphicFrameMk id="5" creationId="{B81DD544-8C21-2C0D-D8C9-39D776DE6162}"/>
          </ac:graphicFrameMkLst>
        </pc:graphicFrameChg>
      </pc:sldChg>
      <pc:sldChg chg="modSp new del mod">
        <pc:chgData name="Zonghua Gu" userId="9a7e1853e1951ef5" providerId="LiveId" clId="{CF1FAA12-072C-4ED5-BA76-0FFFAEFDB88A}" dt="2025-09-18T01:38:44.397" v="1241" actId="47"/>
        <pc:sldMkLst>
          <pc:docMk/>
          <pc:sldMk cId="3734883149" sldId="356"/>
        </pc:sldMkLst>
      </pc:sldChg>
      <pc:sldChg chg="add del">
        <pc:chgData name="Zonghua Gu" userId="9a7e1853e1951ef5" providerId="LiveId" clId="{CF1FAA12-072C-4ED5-BA76-0FFFAEFDB88A}" dt="2025-09-28T18:03:06.616" v="4630"/>
        <pc:sldMkLst>
          <pc:docMk/>
          <pc:sldMk cId="2133051496" sldId="357"/>
        </pc:sldMkLst>
      </pc:sldChg>
      <pc:sldChg chg="addSp modSp new add del mod">
        <pc:chgData name="Zonghua Gu" userId="9a7e1853e1951ef5" providerId="LiveId" clId="{CF1FAA12-072C-4ED5-BA76-0FFFAEFDB88A}" dt="2025-09-28T18:03:32.126" v="4634" actId="2696"/>
        <pc:sldMkLst>
          <pc:docMk/>
          <pc:sldMk cId="2809835501" sldId="357"/>
        </pc:sldMkLst>
      </pc:sldChg>
      <pc:sldChg chg="add">
        <pc:chgData name="Zonghua Gu" userId="9a7e1853e1951ef5" providerId="LiveId" clId="{CF1FAA12-072C-4ED5-BA76-0FFFAEFDB88A}" dt="2025-09-28T18:03:34.470" v="4635"/>
        <pc:sldMkLst>
          <pc:docMk/>
          <pc:sldMk cId="3401324958" sldId="357"/>
        </pc:sldMkLst>
      </pc:sldChg>
      <pc:sldChg chg="modSp add del mod">
        <pc:chgData name="Zonghua Gu" userId="9a7e1853e1951ef5" providerId="LiveId" clId="{CF1FAA12-072C-4ED5-BA76-0FFFAEFDB88A}" dt="2025-09-28T18:03:32.126" v="4634" actId="2696"/>
        <pc:sldMkLst>
          <pc:docMk/>
          <pc:sldMk cId="152100179" sldId="358"/>
        </pc:sldMkLst>
      </pc:sldChg>
      <pc:sldChg chg="add del">
        <pc:chgData name="Zonghua Gu" userId="9a7e1853e1951ef5" providerId="LiveId" clId="{CF1FAA12-072C-4ED5-BA76-0FFFAEFDB88A}" dt="2025-09-28T18:03:06.616" v="4630"/>
        <pc:sldMkLst>
          <pc:docMk/>
          <pc:sldMk cId="2846615624" sldId="358"/>
        </pc:sldMkLst>
      </pc:sldChg>
      <pc:sldChg chg="add">
        <pc:chgData name="Zonghua Gu" userId="9a7e1853e1951ef5" providerId="LiveId" clId="{CF1FAA12-072C-4ED5-BA76-0FFFAEFDB88A}" dt="2025-09-28T18:03:34.470" v="4635"/>
        <pc:sldMkLst>
          <pc:docMk/>
          <pc:sldMk cId="3066637480" sldId="358"/>
        </pc:sldMkLst>
      </pc:sldChg>
      <pc:sldChg chg="add del">
        <pc:chgData name="Zonghua Gu" userId="9a7e1853e1951ef5" providerId="LiveId" clId="{CF1FAA12-072C-4ED5-BA76-0FFFAEFDB88A}" dt="2025-09-28T18:03:06.616" v="4630"/>
        <pc:sldMkLst>
          <pc:docMk/>
          <pc:sldMk cId="2908567737" sldId="359"/>
        </pc:sldMkLst>
      </pc:sldChg>
      <pc:sldChg chg="delSp modSp add del mod">
        <pc:chgData name="Zonghua Gu" userId="9a7e1853e1951ef5" providerId="LiveId" clId="{CF1FAA12-072C-4ED5-BA76-0FFFAEFDB88A}" dt="2025-09-28T18:03:32.126" v="4634" actId="2696"/>
        <pc:sldMkLst>
          <pc:docMk/>
          <pc:sldMk cId="3161200706" sldId="359"/>
        </pc:sldMkLst>
      </pc:sldChg>
      <pc:sldChg chg="add">
        <pc:chgData name="Zonghua Gu" userId="9a7e1853e1951ef5" providerId="LiveId" clId="{CF1FAA12-072C-4ED5-BA76-0FFFAEFDB88A}" dt="2025-09-28T18:03:34.470" v="4635"/>
        <pc:sldMkLst>
          <pc:docMk/>
          <pc:sldMk cId="3540280625" sldId="359"/>
        </pc:sldMkLst>
      </pc:sldChg>
      <pc:sldChg chg="add">
        <pc:chgData name="Zonghua Gu" userId="9a7e1853e1951ef5" providerId="LiveId" clId="{CF1FAA12-072C-4ED5-BA76-0FFFAEFDB88A}" dt="2025-09-28T18:03:34.470" v="4635"/>
        <pc:sldMkLst>
          <pc:docMk/>
          <pc:sldMk cId="1016872391" sldId="360"/>
        </pc:sldMkLst>
      </pc:sldChg>
      <pc:sldChg chg="modSp add del">
        <pc:chgData name="Zonghua Gu" userId="9a7e1853e1951ef5" providerId="LiveId" clId="{CF1FAA12-072C-4ED5-BA76-0FFFAEFDB88A}" dt="2025-09-28T18:03:32.126" v="4634" actId="2696"/>
        <pc:sldMkLst>
          <pc:docMk/>
          <pc:sldMk cId="1632579407" sldId="360"/>
        </pc:sldMkLst>
      </pc:sldChg>
      <pc:sldChg chg="add del">
        <pc:chgData name="Zonghua Gu" userId="9a7e1853e1951ef5" providerId="LiveId" clId="{CF1FAA12-072C-4ED5-BA76-0FFFAEFDB88A}" dt="2025-09-28T18:03:06.616" v="4630"/>
        <pc:sldMkLst>
          <pc:docMk/>
          <pc:sldMk cId="2179003887" sldId="360"/>
        </pc:sldMkLst>
      </pc:sldChg>
      <pc:sldChg chg="addSp modSp new mod">
        <pc:chgData name="Zonghua Gu" userId="9a7e1853e1951ef5" providerId="LiveId" clId="{CF1FAA12-072C-4ED5-BA76-0FFFAEFDB88A}" dt="2025-09-27T19:43:29.776" v="4034" actId="6549"/>
        <pc:sldMkLst>
          <pc:docMk/>
          <pc:sldMk cId="244455839" sldId="361"/>
        </pc:sldMkLst>
        <pc:spChg chg="mod">
          <ac:chgData name="Zonghua Gu" userId="9a7e1853e1951ef5" providerId="LiveId" clId="{CF1FAA12-072C-4ED5-BA76-0FFFAEFDB88A}" dt="2025-09-23T17:45:40.256" v="2568" actId="20577"/>
          <ac:spMkLst>
            <pc:docMk/>
            <pc:sldMk cId="244455839" sldId="361"/>
            <ac:spMk id="2" creationId="{EF163992-2E9D-0FA5-BCCF-C587DE003427}"/>
          </ac:spMkLst>
        </pc:spChg>
        <pc:spChg chg="mod">
          <ac:chgData name="Zonghua Gu" userId="9a7e1853e1951ef5" providerId="LiveId" clId="{CF1FAA12-072C-4ED5-BA76-0FFFAEFDB88A}" dt="2025-09-23T17:42:31.992" v="2515" actId="14100"/>
          <ac:spMkLst>
            <pc:docMk/>
            <pc:sldMk cId="244455839" sldId="361"/>
            <ac:spMk id="4" creationId="{D0B04EC6-DE14-0E80-5C57-8972B043856F}"/>
          </ac:spMkLst>
        </pc:spChg>
        <pc:graphicFrameChg chg="add mod modGraphic">
          <ac:chgData name="Zonghua Gu" userId="9a7e1853e1951ef5" providerId="LiveId" clId="{CF1FAA12-072C-4ED5-BA76-0FFFAEFDB88A}" dt="2025-09-27T19:43:29.776" v="4034" actId="6549"/>
          <ac:graphicFrameMkLst>
            <pc:docMk/>
            <pc:sldMk cId="244455839" sldId="361"/>
            <ac:graphicFrameMk id="5" creationId="{E9861495-0CBB-23AF-BD88-8C94E413DCFA}"/>
          </ac:graphicFrameMkLst>
        </pc:graphicFrameChg>
      </pc:sldChg>
      <pc:sldChg chg="modSp add mod">
        <pc:chgData name="Zonghua Gu" userId="9a7e1853e1951ef5" providerId="LiveId" clId="{CF1FAA12-072C-4ED5-BA76-0FFFAEFDB88A}" dt="2025-09-23T17:47:05.387" v="2580" actId="20577"/>
        <pc:sldMkLst>
          <pc:docMk/>
          <pc:sldMk cId="1907292877" sldId="362"/>
        </pc:sldMkLst>
        <pc:graphicFrameChg chg="mod modGraphic">
          <ac:chgData name="Zonghua Gu" userId="9a7e1853e1951ef5" providerId="LiveId" clId="{CF1FAA12-072C-4ED5-BA76-0FFFAEFDB88A}" dt="2025-09-23T17:47:05.387" v="2580" actId="20577"/>
          <ac:graphicFrameMkLst>
            <pc:docMk/>
            <pc:sldMk cId="1907292877" sldId="362"/>
            <ac:graphicFrameMk id="5" creationId="{CE0A734A-5388-0D64-9AF4-4B261562DC3B}"/>
          </ac:graphicFrameMkLst>
        </pc:graphicFrameChg>
      </pc:sldChg>
      <pc:sldChg chg="modSp add mod">
        <pc:chgData name="Zonghua Gu" userId="9a7e1853e1951ef5" providerId="LiveId" clId="{CF1FAA12-072C-4ED5-BA76-0FFFAEFDB88A}" dt="2025-09-23T17:56:22.992" v="2637" actId="6549"/>
        <pc:sldMkLst>
          <pc:docMk/>
          <pc:sldMk cId="796807376" sldId="363"/>
        </pc:sldMkLst>
        <pc:spChg chg="mod">
          <ac:chgData name="Zonghua Gu" userId="9a7e1853e1951ef5" providerId="LiveId" clId="{CF1FAA12-072C-4ED5-BA76-0FFFAEFDB88A}" dt="2025-09-23T17:56:00.078" v="2629" actId="20577"/>
          <ac:spMkLst>
            <pc:docMk/>
            <pc:sldMk cId="796807376" sldId="363"/>
            <ac:spMk id="2" creationId="{34675490-947F-5AFD-6FE0-9CAFDE4D0FA3}"/>
          </ac:spMkLst>
        </pc:spChg>
        <pc:spChg chg="mod">
          <ac:chgData name="Zonghua Gu" userId="9a7e1853e1951ef5" providerId="LiveId" clId="{CF1FAA12-072C-4ED5-BA76-0FFFAEFDB88A}" dt="2025-09-23T17:54:26.444" v="2627" actId="20577"/>
          <ac:spMkLst>
            <pc:docMk/>
            <pc:sldMk cId="796807376" sldId="363"/>
            <ac:spMk id="4" creationId="{341D3EA2-DC46-3341-8CF9-CFCEF1A12B97}"/>
          </ac:spMkLst>
        </pc:spChg>
        <pc:graphicFrameChg chg="mod modGraphic">
          <ac:chgData name="Zonghua Gu" userId="9a7e1853e1951ef5" providerId="LiveId" clId="{CF1FAA12-072C-4ED5-BA76-0FFFAEFDB88A}" dt="2025-09-23T17:56:22.992" v="2637" actId="6549"/>
          <ac:graphicFrameMkLst>
            <pc:docMk/>
            <pc:sldMk cId="796807376" sldId="363"/>
            <ac:graphicFrameMk id="5" creationId="{F287FE73-3E90-5E25-A781-0E2805872713}"/>
          </ac:graphicFrameMkLst>
        </pc:graphicFrameChg>
      </pc:sldChg>
      <pc:sldChg chg="add">
        <pc:chgData name="Zonghua Gu" userId="9a7e1853e1951ef5" providerId="LiveId" clId="{CF1FAA12-072C-4ED5-BA76-0FFFAEFDB88A}" dt="2025-09-23T17:55:56.207" v="2628"/>
        <pc:sldMkLst>
          <pc:docMk/>
          <pc:sldMk cId="2698422353" sldId="364"/>
        </pc:sldMkLst>
      </pc:sldChg>
      <pc:sldChg chg="new del">
        <pc:chgData name="Zonghua Gu" userId="9a7e1853e1951ef5" providerId="LiveId" clId="{CF1FAA12-072C-4ED5-BA76-0FFFAEFDB88A}" dt="2025-09-25T00:28:45.206" v="3037" actId="47"/>
        <pc:sldMkLst>
          <pc:docMk/>
          <pc:sldMk cId="3863137529" sldId="365"/>
        </pc:sldMkLst>
      </pc:sldChg>
      <pc:sldChg chg="addSp modSp add del mod">
        <pc:chgData name="Zonghua Gu" userId="9a7e1853e1951ef5" providerId="LiveId" clId="{CF1FAA12-072C-4ED5-BA76-0FFFAEFDB88A}" dt="2025-09-28T18:03:32.126" v="4634" actId="2696"/>
        <pc:sldMkLst>
          <pc:docMk/>
          <pc:sldMk cId="2083494270" sldId="366"/>
        </pc:sldMkLst>
      </pc:sldChg>
      <pc:sldChg chg="add">
        <pc:chgData name="Zonghua Gu" userId="9a7e1853e1951ef5" providerId="LiveId" clId="{CF1FAA12-072C-4ED5-BA76-0FFFAEFDB88A}" dt="2025-09-28T18:03:34.470" v="4635"/>
        <pc:sldMkLst>
          <pc:docMk/>
          <pc:sldMk cId="3022176175" sldId="366"/>
        </pc:sldMkLst>
      </pc:sldChg>
      <pc:sldChg chg="add">
        <pc:chgData name="Zonghua Gu" userId="9a7e1853e1951ef5" providerId="LiveId" clId="{CF1FAA12-072C-4ED5-BA76-0FFFAEFDB88A}" dt="2025-09-28T18:03:34.470" v="4635"/>
        <pc:sldMkLst>
          <pc:docMk/>
          <pc:sldMk cId="1078046081" sldId="367"/>
        </pc:sldMkLst>
      </pc:sldChg>
      <pc:sldChg chg="modSp add del mod">
        <pc:chgData name="Zonghua Gu" userId="9a7e1853e1951ef5" providerId="LiveId" clId="{CF1FAA12-072C-4ED5-BA76-0FFFAEFDB88A}" dt="2025-09-28T18:03:32.126" v="4634" actId="2696"/>
        <pc:sldMkLst>
          <pc:docMk/>
          <pc:sldMk cId="2543227050" sldId="367"/>
        </pc:sldMkLst>
      </pc:sldChg>
      <pc:sldChg chg="addSp delSp modSp new mod">
        <pc:chgData name="Zonghua Gu" userId="9a7e1853e1951ef5" providerId="LiveId" clId="{CF1FAA12-072C-4ED5-BA76-0FFFAEFDB88A}" dt="2025-09-25T00:24:20.664" v="2992" actId="20577"/>
        <pc:sldMkLst>
          <pc:docMk/>
          <pc:sldMk cId="3481209508" sldId="368"/>
        </pc:sldMkLst>
        <pc:spChg chg="mod">
          <ac:chgData name="Zonghua Gu" userId="9a7e1853e1951ef5" providerId="LiveId" clId="{CF1FAA12-072C-4ED5-BA76-0FFFAEFDB88A}" dt="2025-09-25T00:23:42.851" v="2977" actId="20577"/>
          <ac:spMkLst>
            <pc:docMk/>
            <pc:sldMk cId="3481209508" sldId="368"/>
            <ac:spMk id="2" creationId="{CA3881C7-467A-5E22-27C4-993FCFB9D44E}"/>
          </ac:spMkLst>
        </pc:spChg>
        <pc:spChg chg="mod">
          <ac:chgData name="Zonghua Gu" userId="9a7e1853e1951ef5" providerId="LiveId" clId="{CF1FAA12-072C-4ED5-BA76-0FFFAEFDB88A}" dt="2025-09-25T00:24:20.664" v="2992" actId="20577"/>
          <ac:spMkLst>
            <pc:docMk/>
            <pc:sldMk cId="3481209508" sldId="368"/>
            <ac:spMk id="4" creationId="{A9F41425-80C3-BB89-8E06-F17C64CA6E90}"/>
          </ac:spMkLst>
        </pc:spChg>
      </pc:sldChg>
      <pc:sldChg chg="addSp modSp add mod modNotes">
        <pc:chgData name="Zonghua Gu" userId="9a7e1853e1951ef5" providerId="LiveId" clId="{CF1FAA12-072C-4ED5-BA76-0FFFAEFDB88A}" dt="2025-09-28T19:28:54.672" v="4695"/>
        <pc:sldMkLst>
          <pc:docMk/>
          <pc:sldMk cId="464229313" sldId="369"/>
        </pc:sldMkLst>
        <pc:spChg chg="mod">
          <ac:chgData name="Zonghua Gu" userId="9a7e1853e1951ef5" providerId="LiveId" clId="{CF1FAA12-072C-4ED5-BA76-0FFFAEFDB88A}" dt="2025-09-28T17:56:10.647" v="4616" actId="20577"/>
          <ac:spMkLst>
            <pc:docMk/>
            <pc:sldMk cId="464229313" sldId="369"/>
            <ac:spMk id="4" creationId="{BEB7C113-0674-6062-1A2E-1AD4971E29A6}"/>
          </ac:spMkLst>
        </pc:spChg>
        <pc:graphicFrameChg chg="add mod">
          <ac:chgData name="Zonghua Gu" userId="9a7e1853e1951ef5" providerId="LiveId" clId="{CF1FAA12-072C-4ED5-BA76-0FFFAEFDB88A}" dt="2025-09-28T17:55:32.482" v="4604"/>
          <ac:graphicFrameMkLst>
            <pc:docMk/>
            <pc:sldMk cId="464229313" sldId="369"/>
            <ac:graphicFrameMk id="5" creationId="{4329B80B-6E59-72E6-B736-4AF9A0E43803}"/>
          </ac:graphicFrameMkLst>
        </pc:graphicFrameChg>
        <pc:graphicFrameChg chg="add mod modGraphic">
          <ac:chgData name="Zonghua Gu" userId="9a7e1853e1951ef5" providerId="LiveId" clId="{CF1FAA12-072C-4ED5-BA76-0FFFAEFDB88A}" dt="2025-09-28T19:28:54.672" v="4695"/>
          <ac:graphicFrameMkLst>
            <pc:docMk/>
            <pc:sldMk cId="464229313" sldId="369"/>
            <ac:graphicFrameMk id="6" creationId="{40222894-2409-8D52-DD5B-8A904AD638EB}"/>
          </ac:graphicFrameMkLst>
        </pc:graphicFrameChg>
      </pc:sldChg>
      <pc:sldChg chg="modSp new del mod">
        <pc:chgData name="Zonghua Gu" userId="9a7e1853e1951ef5" providerId="LiveId" clId="{CF1FAA12-072C-4ED5-BA76-0FFFAEFDB88A}" dt="2025-09-28T17:52:29.725" v="4568" actId="2696"/>
        <pc:sldMkLst>
          <pc:docMk/>
          <pc:sldMk cId="1108034922" sldId="369"/>
        </pc:sldMkLst>
        <pc:spChg chg="mod">
          <ac:chgData name="Zonghua Gu" userId="9a7e1853e1951ef5" providerId="LiveId" clId="{CF1FAA12-072C-4ED5-BA76-0FFFAEFDB88A}" dt="2025-09-27T19:43:01.091" v="4031" actId="20577"/>
          <ac:spMkLst>
            <pc:docMk/>
            <pc:sldMk cId="1108034922" sldId="369"/>
            <ac:spMk id="2" creationId="{07901E19-B414-84A8-4EAA-88A0BDEC7DD8}"/>
          </ac:spMkLst>
        </pc:spChg>
      </pc:sldChg>
      <pc:sldChg chg="modSp add mod">
        <pc:chgData name="Zonghua Gu" userId="9a7e1853e1951ef5" providerId="LiveId" clId="{CF1FAA12-072C-4ED5-BA76-0FFFAEFDB88A}" dt="2025-09-28T19:28:54.763" v="4696" actId="27636"/>
        <pc:sldMkLst>
          <pc:docMk/>
          <pc:sldMk cId="3866648740" sldId="370"/>
        </pc:sldMkLst>
        <pc:spChg chg="mod">
          <ac:chgData name="Zonghua Gu" userId="9a7e1853e1951ef5" providerId="LiveId" clId="{CF1FAA12-072C-4ED5-BA76-0FFFAEFDB88A}" dt="2025-09-28T19:28:54.763" v="4696" actId="27636"/>
          <ac:spMkLst>
            <pc:docMk/>
            <pc:sldMk cId="3866648740" sldId="370"/>
            <ac:spMk id="4" creationId="{716C8B17-C01D-A13D-3A3B-0B0D369E641F}"/>
          </ac:spMkLst>
        </pc:spChg>
      </pc:sldChg>
      <pc:sldChg chg="modSp add del mod">
        <pc:chgData name="Zonghua Gu" userId="9a7e1853e1951ef5" providerId="LiveId" clId="{CF1FAA12-072C-4ED5-BA76-0FFFAEFDB88A}" dt="2025-09-28T17:52:29.725" v="4568" actId="2696"/>
        <pc:sldMkLst>
          <pc:docMk/>
          <pc:sldMk cId="1448637235" sldId="371"/>
        </pc:sldMkLst>
        <pc:spChg chg="mod">
          <ac:chgData name="Zonghua Gu" userId="9a7e1853e1951ef5" providerId="LiveId" clId="{CF1FAA12-072C-4ED5-BA76-0FFFAEFDB88A}" dt="2025-09-27T19:43:03.837" v="4032"/>
          <ac:spMkLst>
            <pc:docMk/>
            <pc:sldMk cId="1448637235" sldId="371"/>
            <ac:spMk id="2" creationId="{89E02978-7DD8-148C-3483-99DF0FA82534}"/>
          </ac:spMkLst>
        </pc:spChg>
      </pc:sldChg>
      <pc:sldChg chg="addSp modSp add mod">
        <pc:chgData name="Zonghua Gu" userId="9a7e1853e1951ef5" providerId="LiveId" clId="{CF1FAA12-072C-4ED5-BA76-0FFFAEFDB88A}" dt="2025-09-28T19:28:54.672" v="4695"/>
        <pc:sldMkLst>
          <pc:docMk/>
          <pc:sldMk cId="3582392412" sldId="371"/>
        </pc:sldMkLst>
        <pc:spChg chg="mod">
          <ac:chgData name="Zonghua Gu" userId="9a7e1853e1951ef5" providerId="LiveId" clId="{CF1FAA12-072C-4ED5-BA76-0FFFAEFDB88A}" dt="2025-09-28T17:52:48.237" v="4573" actId="20577"/>
          <ac:spMkLst>
            <pc:docMk/>
            <pc:sldMk cId="3582392412" sldId="371"/>
            <ac:spMk id="2" creationId="{89E02978-7DD8-148C-3483-99DF0FA82534}"/>
          </ac:spMkLst>
        </pc:spChg>
        <pc:spChg chg="mod">
          <ac:chgData name="Zonghua Gu" userId="9a7e1853e1951ef5" providerId="LiveId" clId="{CF1FAA12-072C-4ED5-BA76-0FFFAEFDB88A}" dt="2025-09-28T17:56:08.435" v="4615" actId="20577"/>
          <ac:spMkLst>
            <pc:docMk/>
            <pc:sldMk cId="3582392412" sldId="371"/>
            <ac:spMk id="4" creationId="{07EC282A-2699-D86B-1892-06D1691D66EC}"/>
          </ac:spMkLst>
        </pc:spChg>
        <pc:graphicFrameChg chg="add mod modGraphic">
          <ac:chgData name="Zonghua Gu" userId="9a7e1853e1951ef5" providerId="LiveId" clId="{CF1FAA12-072C-4ED5-BA76-0FFFAEFDB88A}" dt="2025-09-28T19:28:54.672" v="4695"/>
          <ac:graphicFrameMkLst>
            <pc:docMk/>
            <pc:sldMk cId="3582392412" sldId="371"/>
            <ac:graphicFrameMk id="5" creationId="{1470E29F-21CC-744B-D4B5-04038FD22801}"/>
          </ac:graphicFrameMkLst>
        </pc:graphicFrameChg>
      </pc:sldChg>
      <pc:sldChg chg="modSp new mod">
        <pc:chgData name="Zonghua Gu" userId="9a7e1853e1951ef5" providerId="LiveId" clId="{CF1FAA12-072C-4ED5-BA76-0FFFAEFDB88A}" dt="2025-09-25T00:30:14.140" v="3106" actId="20577"/>
        <pc:sldMkLst>
          <pc:docMk/>
          <pc:sldMk cId="2897386910" sldId="372"/>
        </pc:sldMkLst>
        <pc:spChg chg="mod">
          <ac:chgData name="Zonghua Gu" userId="9a7e1853e1951ef5" providerId="LiveId" clId="{CF1FAA12-072C-4ED5-BA76-0FFFAEFDB88A}" dt="2025-09-25T00:30:10.546" v="3105" actId="20577"/>
          <ac:spMkLst>
            <pc:docMk/>
            <pc:sldMk cId="2897386910" sldId="372"/>
            <ac:spMk id="2" creationId="{2CAA883A-F8CE-E82A-B1A3-6EC2CD284606}"/>
          </ac:spMkLst>
        </pc:spChg>
        <pc:spChg chg="mod">
          <ac:chgData name="Zonghua Gu" userId="9a7e1853e1951ef5" providerId="LiveId" clId="{CF1FAA12-072C-4ED5-BA76-0FFFAEFDB88A}" dt="2025-09-25T00:30:14.140" v="3106" actId="20577"/>
          <ac:spMkLst>
            <pc:docMk/>
            <pc:sldMk cId="2897386910" sldId="372"/>
            <ac:spMk id="4" creationId="{FEB16539-02BC-5FF9-955C-7C457DDED9F6}"/>
          </ac:spMkLst>
        </pc:spChg>
      </pc:sldChg>
      <pc:sldChg chg="modSp add">
        <pc:chgData name="Zonghua Gu" userId="9a7e1853e1951ef5" providerId="LiveId" clId="{CF1FAA12-072C-4ED5-BA76-0FFFAEFDB88A}" dt="2025-09-28T19:28:54.672" v="4695"/>
        <pc:sldMkLst>
          <pc:docMk/>
          <pc:sldMk cId="234389551" sldId="373"/>
        </pc:sldMkLst>
        <pc:spChg chg="mod">
          <ac:chgData name="Zonghua Gu" userId="9a7e1853e1951ef5" providerId="LiveId" clId="{CF1FAA12-072C-4ED5-BA76-0FFFAEFDB88A}" dt="2025-09-28T19:28:54.672" v="4695"/>
          <ac:spMkLst>
            <pc:docMk/>
            <pc:sldMk cId="234389551" sldId="373"/>
            <ac:spMk id="4" creationId="{402D8EDD-ADE2-ED0A-3035-5EABE2583A7F}"/>
          </ac:spMkLst>
        </pc:spChg>
      </pc:sldChg>
      <pc:sldChg chg="addSp delSp modSp new mod modNotesTx">
        <pc:chgData name="Zonghua Gu" userId="9a7e1853e1951ef5" providerId="LiveId" clId="{CF1FAA12-072C-4ED5-BA76-0FFFAEFDB88A}" dt="2025-09-28T19:29:44.334" v="4728" actId="313"/>
        <pc:sldMkLst>
          <pc:docMk/>
          <pc:sldMk cId="824643333" sldId="374"/>
        </pc:sldMkLst>
        <pc:spChg chg="mod">
          <ac:chgData name="Zonghua Gu" userId="9a7e1853e1951ef5" providerId="LiveId" clId="{CF1FAA12-072C-4ED5-BA76-0FFFAEFDB88A}" dt="2025-09-27T01:55:31.042" v="3845" actId="20577"/>
          <ac:spMkLst>
            <pc:docMk/>
            <pc:sldMk cId="824643333" sldId="374"/>
            <ac:spMk id="2" creationId="{17C6BB78-6632-8826-7CCC-63CDB859CFFB}"/>
          </ac:spMkLst>
        </pc:spChg>
        <pc:spChg chg="del">
          <ac:chgData name="Zonghua Gu" userId="9a7e1853e1951ef5" providerId="LiveId" clId="{CF1FAA12-072C-4ED5-BA76-0FFFAEFDB88A}" dt="2025-09-27T00:13:55.405" v="3110" actId="478"/>
          <ac:spMkLst>
            <pc:docMk/>
            <pc:sldMk cId="824643333" sldId="374"/>
            <ac:spMk id="4" creationId="{BC435DA7-72B1-3012-FC47-4BD2F0D8D9EC}"/>
          </ac:spMkLst>
        </pc:spChg>
        <pc:graphicFrameChg chg="add mod modGraphic">
          <ac:chgData name="Zonghua Gu" userId="9a7e1853e1951ef5" providerId="LiveId" clId="{CF1FAA12-072C-4ED5-BA76-0FFFAEFDB88A}" dt="2025-09-28T19:29:38.559" v="4720" actId="313"/>
          <ac:graphicFrameMkLst>
            <pc:docMk/>
            <pc:sldMk cId="824643333" sldId="374"/>
            <ac:graphicFrameMk id="5" creationId="{8C28BAFB-31B9-50D7-C887-1C2776C89294}"/>
          </ac:graphicFrameMkLst>
        </pc:graphicFrameChg>
        <pc:graphicFrameChg chg="add mod modGraphic">
          <ac:chgData name="Zonghua Gu" userId="9a7e1853e1951ef5" providerId="LiveId" clId="{CF1FAA12-072C-4ED5-BA76-0FFFAEFDB88A}" dt="2025-09-28T19:29:41.958" v="4724" actId="313"/>
          <ac:graphicFrameMkLst>
            <pc:docMk/>
            <pc:sldMk cId="824643333" sldId="374"/>
            <ac:graphicFrameMk id="6" creationId="{A4376573-3C10-262F-B16F-802FF655885C}"/>
          </ac:graphicFrameMkLst>
        </pc:graphicFrameChg>
        <pc:graphicFrameChg chg="add mod modGraphic">
          <ac:chgData name="Zonghua Gu" userId="9a7e1853e1951ef5" providerId="LiveId" clId="{CF1FAA12-072C-4ED5-BA76-0FFFAEFDB88A}" dt="2025-09-28T19:29:44.334" v="4728" actId="313"/>
          <ac:graphicFrameMkLst>
            <pc:docMk/>
            <pc:sldMk cId="824643333" sldId="374"/>
            <ac:graphicFrameMk id="13" creationId="{1826EA7A-8E49-2A0D-7E31-D74230DEDABD}"/>
          </ac:graphicFrameMkLst>
        </pc:graphicFrameChg>
        <pc:picChg chg="add del mod">
          <ac:chgData name="Zonghua Gu" userId="9a7e1853e1951ef5" providerId="LiveId" clId="{CF1FAA12-072C-4ED5-BA76-0FFFAEFDB88A}" dt="2025-09-27T00:26:23.588" v="3250" actId="478"/>
          <ac:picMkLst>
            <pc:docMk/>
            <pc:sldMk cId="824643333" sldId="374"/>
            <ac:picMk id="8" creationId="{88CC43C3-04E5-6AFF-83F6-81EA5F47DA6C}"/>
          </ac:picMkLst>
        </pc:picChg>
        <pc:picChg chg="add del mod">
          <ac:chgData name="Zonghua Gu" userId="9a7e1853e1951ef5" providerId="LiveId" clId="{CF1FAA12-072C-4ED5-BA76-0FFFAEFDB88A}" dt="2025-09-27T01:33:43.408" v="3661" actId="478"/>
          <ac:picMkLst>
            <pc:docMk/>
            <pc:sldMk cId="824643333" sldId="374"/>
            <ac:picMk id="10" creationId="{E29B73D9-98A1-6CA0-425F-E2F881346B69}"/>
          </ac:picMkLst>
        </pc:picChg>
        <pc:picChg chg="add del mod">
          <ac:chgData name="Zonghua Gu" userId="9a7e1853e1951ef5" providerId="LiveId" clId="{CF1FAA12-072C-4ED5-BA76-0FFFAEFDB88A}" dt="2025-09-27T01:34:35.477" v="3665" actId="478"/>
          <ac:picMkLst>
            <pc:docMk/>
            <pc:sldMk cId="824643333" sldId="374"/>
            <ac:picMk id="12" creationId="{F1FCE152-ED3E-31ED-B062-553E6661E5DE}"/>
          </ac:picMkLst>
        </pc:picChg>
      </pc:sldChg>
      <pc:sldChg chg="modSp add mod ord">
        <pc:chgData name="Zonghua Gu" userId="9a7e1853e1951ef5" providerId="LiveId" clId="{CF1FAA12-072C-4ED5-BA76-0FFFAEFDB88A}" dt="2025-09-28T19:29:14.510" v="4700" actId="313"/>
        <pc:sldMkLst>
          <pc:docMk/>
          <pc:sldMk cId="2699733170" sldId="375"/>
        </pc:sldMkLst>
        <pc:spChg chg="mod">
          <ac:chgData name="Zonghua Gu" userId="9a7e1853e1951ef5" providerId="LiveId" clId="{CF1FAA12-072C-4ED5-BA76-0FFFAEFDB88A}" dt="2025-09-27T00:31:09.063" v="3349" actId="20577"/>
          <ac:spMkLst>
            <pc:docMk/>
            <pc:sldMk cId="2699733170" sldId="375"/>
            <ac:spMk id="2" creationId="{9DA4C9F1-D3D9-18E8-D429-AD38C0280B2E}"/>
          </ac:spMkLst>
        </pc:spChg>
        <pc:graphicFrameChg chg="mod modGraphic">
          <ac:chgData name="Zonghua Gu" userId="9a7e1853e1951ef5" providerId="LiveId" clId="{CF1FAA12-072C-4ED5-BA76-0FFFAEFDB88A}" dt="2025-09-27T01:47:31.458" v="3800"/>
          <ac:graphicFrameMkLst>
            <pc:docMk/>
            <pc:sldMk cId="2699733170" sldId="375"/>
            <ac:graphicFrameMk id="5" creationId="{7DB9A0A3-9301-65C3-B5C6-8AEF5723942A}"/>
          </ac:graphicFrameMkLst>
        </pc:graphicFrameChg>
        <pc:graphicFrameChg chg="mod modGraphic">
          <ac:chgData name="Zonghua Gu" userId="9a7e1853e1951ef5" providerId="LiveId" clId="{CF1FAA12-072C-4ED5-BA76-0FFFAEFDB88A}" dt="2025-09-28T19:29:14.510" v="4700" actId="313"/>
          <ac:graphicFrameMkLst>
            <pc:docMk/>
            <pc:sldMk cId="2699733170" sldId="375"/>
            <ac:graphicFrameMk id="6" creationId="{FFACABF7-FFF7-3BBF-C49F-124791C54B85}"/>
          </ac:graphicFrameMkLst>
        </pc:graphicFrameChg>
      </pc:sldChg>
      <pc:sldChg chg="addSp delSp modSp new mod ord">
        <pc:chgData name="Zonghua Gu" userId="9a7e1853e1951ef5" providerId="LiveId" clId="{CF1FAA12-072C-4ED5-BA76-0FFFAEFDB88A}" dt="2025-09-28T19:29:54.021" v="4738" actId="313"/>
        <pc:sldMkLst>
          <pc:docMk/>
          <pc:sldMk cId="3013465332" sldId="376"/>
        </pc:sldMkLst>
        <pc:spChg chg="mod">
          <ac:chgData name="Zonghua Gu" userId="9a7e1853e1951ef5" providerId="LiveId" clId="{CF1FAA12-072C-4ED5-BA76-0FFFAEFDB88A}" dt="2025-09-28T19:25:07.550" v="4684" actId="20577"/>
          <ac:spMkLst>
            <pc:docMk/>
            <pc:sldMk cId="3013465332" sldId="376"/>
            <ac:spMk id="2" creationId="{5A3CCC7F-CE76-4282-D019-4CC0F724F47A}"/>
          </ac:spMkLst>
        </pc:spChg>
        <pc:spChg chg="del">
          <ac:chgData name="Zonghua Gu" userId="9a7e1853e1951ef5" providerId="LiveId" clId="{CF1FAA12-072C-4ED5-BA76-0FFFAEFDB88A}" dt="2025-09-27T01:16:01.948" v="3431" actId="478"/>
          <ac:spMkLst>
            <pc:docMk/>
            <pc:sldMk cId="3013465332" sldId="376"/>
            <ac:spMk id="4" creationId="{4AE60B6D-489C-C821-F2AB-9F8CB0B8B963}"/>
          </ac:spMkLst>
        </pc:spChg>
        <pc:graphicFrameChg chg="add del mod modGraphic">
          <ac:chgData name="Zonghua Gu" userId="9a7e1853e1951ef5" providerId="LiveId" clId="{CF1FAA12-072C-4ED5-BA76-0FFFAEFDB88A}" dt="2025-09-28T19:21:51.643" v="4650" actId="478"/>
          <ac:graphicFrameMkLst>
            <pc:docMk/>
            <pc:sldMk cId="3013465332" sldId="376"/>
            <ac:graphicFrameMk id="4" creationId="{718E3F40-9775-0D56-78DC-84E5ED1EE023}"/>
          </ac:graphicFrameMkLst>
        </pc:graphicFrameChg>
        <pc:graphicFrameChg chg="add mod modGraphic">
          <ac:chgData name="Zonghua Gu" userId="9a7e1853e1951ef5" providerId="LiveId" clId="{CF1FAA12-072C-4ED5-BA76-0FFFAEFDB88A}" dt="2025-09-28T19:29:54.021" v="4738" actId="313"/>
          <ac:graphicFrameMkLst>
            <pc:docMk/>
            <pc:sldMk cId="3013465332" sldId="376"/>
            <ac:graphicFrameMk id="5" creationId="{E3021DFD-9755-D138-E0BA-8F2BF276161E}"/>
          </ac:graphicFrameMkLst>
        </pc:graphicFrameChg>
        <pc:graphicFrameChg chg="add del mod modGraphic">
          <ac:chgData name="Zonghua Gu" userId="9a7e1853e1951ef5" providerId="LiveId" clId="{CF1FAA12-072C-4ED5-BA76-0FFFAEFDB88A}" dt="2025-09-28T19:27:11.151" v="4694" actId="478"/>
          <ac:graphicFrameMkLst>
            <pc:docMk/>
            <pc:sldMk cId="3013465332" sldId="376"/>
            <ac:graphicFrameMk id="6" creationId="{8EEBE827-983F-9275-D1F8-3DAB5C0D4D91}"/>
          </ac:graphicFrameMkLst>
        </pc:graphicFrameChg>
      </pc:sldChg>
      <pc:sldChg chg="addSp modSp add del mod">
        <pc:chgData name="Zonghua Gu" userId="9a7e1853e1951ef5" providerId="LiveId" clId="{CF1FAA12-072C-4ED5-BA76-0FFFAEFDB88A}" dt="2025-09-27T01:27:17.120" v="3625" actId="47"/>
        <pc:sldMkLst>
          <pc:docMk/>
          <pc:sldMk cId="2608932170" sldId="377"/>
        </pc:sldMkLst>
        <pc:graphicFrameChg chg="mod modGraphic">
          <ac:chgData name="Zonghua Gu" userId="9a7e1853e1951ef5" providerId="LiveId" clId="{CF1FAA12-072C-4ED5-BA76-0FFFAEFDB88A}" dt="2025-09-27T01:26:32.274" v="3618" actId="14734"/>
          <ac:graphicFrameMkLst>
            <pc:docMk/>
            <pc:sldMk cId="2608932170" sldId="377"/>
            <ac:graphicFrameMk id="5" creationId="{96A9B473-BE23-7EBD-E689-941246D51606}"/>
          </ac:graphicFrameMkLst>
        </pc:graphicFrameChg>
        <pc:picChg chg="add mod">
          <ac:chgData name="Zonghua Gu" userId="9a7e1853e1951ef5" providerId="LiveId" clId="{CF1FAA12-072C-4ED5-BA76-0FFFAEFDB88A}" dt="2025-09-27T01:23:31.350" v="3572" actId="1076"/>
          <ac:picMkLst>
            <pc:docMk/>
            <pc:sldMk cId="2608932170" sldId="377"/>
            <ac:picMk id="6" creationId="{1FB50AEA-3160-2FD7-FB48-DBC35328E943}"/>
          </ac:picMkLst>
        </pc:picChg>
      </pc:sldChg>
      <pc:sldChg chg="addSp delSp modSp add del mod">
        <pc:chgData name="Zonghua Gu" userId="9a7e1853e1951ef5" providerId="LiveId" clId="{CF1FAA12-072C-4ED5-BA76-0FFFAEFDB88A}" dt="2025-09-28T19:26:52.449" v="4692" actId="47"/>
        <pc:sldMkLst>
          <pc:docMk/>
          <pc:sldMk cId="2674822730" sldId="378"/>
        </pc:sldMkLst>
        <pc:spChg chg="mod">
          <ac:chgData name="Zonghua Gu" userId="9a7e1853e1951ef5" providerId="LiveId" clId="{CF1FAA12-072C-4ED5-BA76-0FFFAEFDB88A}" dt="2025-09-28T19:25:43.465" v="4690"/>
          <ac:spMkLst>
            <pc:docMk/>
            <pc:sldMk cId="2674822730" sldId="378"/>
            <ac:spMk id="2" creationId="{75D17876-6FC1-5014-9537-894EA2B399DB}"/>
          </ac:spMkLst>
        </pc:spChg>
        <pc:graphicFrameChg chg="mod modGraphic">
          <ac:chgData name="Zonghua Gu" userId="9a7e1853e1951ef5" providerId="LiveId" clId="{CF1FAA12-072C-4ED5-BA76-0FFFAEFDB88A}" dt="2025-09-28T19:22:10.798" v="4653" actId="20577"/>
          <ac:graphicFrameMkLst>
            <pc:docMk/>
            <pc:sldMk cId="2674822730" sldId="378"/>
            <ac:graphicFrameMk id="5" creationId="{B93E3B6C-D6FB-3D9D-2CBD-453096B4463A}"/>
          </ac:graphicFrameMkLst>
        </pc:graphicFrameChg>
        <pc:picChg chg="add del mod">
          <ac:chgData name="Zonghua Gu" userId="9a7e1853e1951ef5" providerId="LiveId" clId="{CF1FAA12-072C-4ED5-BA76-0FFFAEFDB88A}" dt="2025-09-27T01:27:14.471" v="3624" actId="478"/>
          <ac:picMkLst>
            <pc:docMk/>
            <pc:sldMk cId="2674822730" sldId="378"/>
            <ac:picMk id="6" creationId="{81BF6465-DF22-8F97-F23D-3B66C93B843E}"/>
          </ac:picMkLst>
        </pc:picChg>
      </pc:sldChg>
      <pc:sldChg chg="addSp delSp modSp new mod modNotesTx">
        <pc:chgData name="Zonghua Gu" userId="9a7e1853e1951ef5" providerId="LiveId" clId="{CF1FAA12-072C-4ED5-BA76-0FFFAEFDB88A}" dt="2025-09-28T19:29:51.962" v="4736" actId="313"/>
        <pc:sldMkLst>
          <pc:docMk/>
          <pc:sldMk cId="3558794685" sldId="379"/>
        </pc:sldMkLst>
        <pc:spChg chg="mod">
          <ac:chgData name="Zonghua Gu" userId="9a7e1853e1951ef5" providerId="LiveId" clId="{CF1FAA12-072C-4ED5-BA76-0FFFAEFDB88A}" dt="2025-09-27T01:41:21.203" v="3744" actId="20577"/>
          <ac:spMkLst>
            <pc:docMk/>
            <pc:sldMk cId="3558794685" sldId="379"/>
            <ac:spMk id="2" creationId="{D8EC3974-FBE4-3E33-C0C7-A305FF3B39C8}"/>
          </ac:spMkLst>
        </pc:spChg>
        <pc:spChg chg="del">
          <ac:chgData name="Zonghua Gu" userId="9a7e1853e1951ef5" providerId="LiveId" clId="{CF1FAA12-072C-4ED5-BA76-0FFFAEFDB88A}" dt="2025-09-27T01:34:55.024" v="3672" actId="478"/>
          <ac:spMkLst>
            <pc:docMk/>
            <pc:sldMk cId="3558794685" sldId="379"/>
            <ac:spMk id="4" creationId="{E16D5FF3-A971-B912-F26B-80222AD82C7F}"/>
          </ac:spMkLst>
        </pc:spChg>
        <pc:spChg chg="add mod">
          <ac:chgData name="Zonghua Gu" userId="9a7e1853e1951ef5" providerId="LiveId" clId="{CF1FAA12-072C-4ED5-BA76-0FFFAEFDB88A}" dt="2025-09-27T01:48:05.845" v="3810" actId="20577"/>
          <ac:spMkLst>
            <pc:docMk/>
            <pc:sldMk cId="3558794685" sldId="379"/>
            <ac:spMk id="7" creationId="{4133C7BF-FB1E-BE65-9F1D-432DB1AEB47E}"/>
          </ac:spMkLst>
        </pc:spChg>
        <pc:graphicFrameChg chg="add mod modGraphic">
          <ac:chgData name="Zonghua Gu" userId="9a7e1853e1951ef5" providerId="LiveId" clId="{CF1FAA12-072C-4ED5-BA76-0FFFAEFDB88A}" dt="2025-09-28T19:29:51.962" v="4736" actId="313"/>
          <ac:graphicFrameMkLst>
            <pc:docMk/>
            <pc:sldMk cId="3558794685" sldId="379"/>
            <ac:graphicFrameMk id="5" creationId="{38CE71F4-FEE2-6A98-A460-FF08F5768515}"/>
          </ac:graphicFrameMkLst>
        </pc:graphicFrameChg>
        <pc:graphicFrameChg chg="add del mod modGraphic">
          <ac:chgData name="Zonghua Gu" userId="9a7e1853e1951ef5" providerId="LiveId" clId="{CF1FAA12-072C-4ED5-BA76-0FFFAEFDB88A}" dt="2025-09-27T01:41:30.447" v="3746" actId="478"/>
          <ac:graphicFrameMkLst>
            <pc:docMk/>
            <pc:sldMk cId="3558794685" sldId="379"/>
            <ac:graphicFrameMk id="6" creationId="{43234C3E-FB56-B6F2-EF83-C24A3EFC10DE}"/>
          </ac:graphicFrameMkLst>
        </pc:graphicFrameChg>
      </pc:sldChg>
      <pc:sldChg chg="modSp add mod">
        <pc:chgData name="Zonghua Gu" userId="9a7e1853e1951ef5" providerId="LiveId" clId="{CF1FAA12-072C-4ED5-BA76-0FFFAEFDB88A}" dt="2025-09-28T19:29:34.823" v="4716" actId="313"/>
        <pc:sldMkLst>
          <pc:docMk/>
          <pc:sldMk cId="1336862353" sldId="380"/>
        </pc:sldMkLst>
        <pc:spChg chg="mod">
          <ac:chgData name="Zonghua Gu" userId="9a7e1853e1951ef5" providerId="LiveId" clId="{CF1FAA12-072C-4ED5-BA76-0FFFAEFDB88A}" dt="2025-09-27T01:55:48.655" v="3847" actId="20577"/>
          <ac:spMkLst>
            <pc:docMk/>
            <pc:sldMk cId="1336862353" sldId="380"/>
            <ac:spMk id="2" creationId="{26BCF7D1-587D-1B50-B854-46925DB60BFB}"/>
          </ac:spMkLst>
        </pc:spChg>
        <pc:graphicFrameChg chg="modGraphic">
          <ac:chgData name="Zonghua Gu" userId="9a7e1853e1951ef5" providerId="LiveId" clId="{CF1FAA12-072C-4ED5-BA76-0FFFAEFDB88A}" dt="2025-09-28T19:29:28.427" v="4708" actId="313"/>
          <ac:graphicFrameMkLst>
            <pc:docMk/>
            <pc:sldMk cId="1336862353" sldId="380"/>
            <ac:graphicFrameMk id="5" creationId="{BBDA7FC0-53BF-D572-93A1-622E763F068B}"/>
          </ac:graphicFrameMkLst>
        </pc:graphicFrameChg>
        <pc:graphicFrameChg chg="mod modGraphic">
          <ac:chgData name="Zonghua Gu" userId="9a7e1853e1951ef5" providerId="LiveId" clId="{CF1FAA12-072C-4ED5-BA76-0FFFAEFDB88A}" dt="2025-09-28T19:29:31.734" v="4712" actId="313"/>
          <ac:graphicFrameMkLst>
            <pc:docMk/>
            <pc:sldMk cId="1336862353" sldId="380"/>
            <ac:graphicFrameMk id="6" creationId="{708CEA76-20F8-81D0-1E3F-7401CB200181}"/>
          </ac:graphicFrameMkLst>
        </pc:graphicFrameChg>
        <pc:graphicFrameChg chg="mod modGraphic">
          <ac:chgData name="Zonghua Gu" userId="9a7e1853e1951ef5" providerId="LiveId" clId="{CF1FAA12-072C-4ED5-BA76-0FFFAEFDB88A}" dt="2025-09-28T19:29:34.823" v="4716" actId="313"/>
          <ac:graphicFrameMkLst>
            <pc:docMk/>
            <pc:sldMk cId="1336862353" sldId="380"/>
            <ac:graphicFrameMk id="13" creationId="{DE6B181D-F24A-E836-C5CF-CA3D6714347F}"/>
          </ac:graphicFrameMkLst>
        </pc:graphicFrameChg>
      </pc:sldChg>
      <pc:sldChg chg="delSp modSp add del mod">
        <pc:chgData name="Zonghua Gu" userId="9a7e1853e1951ef5" providerId="LiveId" clId="{CF1FAA12-072C-4ED5-BA76-0FFFAEFDB88A}" dt="2025-09-27T01:50:52.407" v="3819" actId="47"/>
        <pc:sldMkLst>
          <pc:docMk/>
          <pc:sldMk cId="1432864031" sldId="380"/>
        </pc:sldMkLst>
        <pc:spChg chg="mod">
          <ac:chgData name="Zonghua Gu" userId="9a7e1853e1951ef5" providerId="LiveId" clId="{CF1FAA12-072C-4ED5-BA76-0FFFAEFDB88A}" dt="2025-09-27T01:45:41.525" v="3788" actId="20577"/>
          <ac:spMkLst>
            <pc:docMk/>
            <pc:sldMk cId="1432864031" sldId="380"/>
            <ac:spMk id="2" creationId="{3F061CE3-5F5E-0E20-0CE5-30C9582E9CEF}"/>
          </ac:spMkLst>
        </pc:spChg>
        <pc:graphicFrameChg chg="del">
          <ac:chgData name="Zonghua Gu" userId="9a7e1853e1951ef5" providerId="LiveId" clId="{CF1FAA12-072C-4ED5-BA76-0FFFAEFDB88A}" dt="2025-09-27T01:45:46.059" v="3789" actId="478"/>
          <ac:graphicFrameMkLst>
            <pc:docMk/>
            <pc:sldMk cId="1432864031" sldId="380"/>
            <ac:graphicFrameMk id="5" creationId="{69F2608D-5CF7-D8D5-4FC1-E90A5B010A95}"/>
          </ac:graphicFrameMkLst>
        </pc:graphicFrameChg>
        <pc:graphicFrameChg chg="mod modGraphic">
          <ac:chgData name="Zonghua Gu" userId="9a7e1853e1951ef5" providerId="LiveId" clId="{CF1FAA12-072C-4ED5-BA76-0FFFAEFDB88A}" dt="2025-09-27T01:49:43.708" v="3818" actId="20577"/>
          <ac:graphicFrameMkLst>
            <pc:docMk/>
            <pc:sldMk cId="1432864031" sldId="380"/>
            <ac:graphicFrameMk id="6" creationId="{8B48FCDD-C47C-7AAA-570A-FF7F9A60CA90}"/>
          </ac:graphicFrameMkLst>
        </pc:graphicFrameChg>
      </pc:sldChg>
      <pc:sldChg chg="addSp modSp add mod">
        <pc:chgData name="Zonghua Gu" userId="9a7e1853e1951ef5" providerId="LiveId" clId="{CF1FAA12-072C-4ED5-BA76-0FFFAEFDB88A}" dt="2025-09-28T19:29:20.712" v="4704" actId="313"/>
        <pc:sldMkLst>
          <pc:docMk/>
          <pc:sldMk cId="3938986292" sldId="381"/>
        </pc:sldMkLst>
        <pc:spChg chg="mod">
          <ac:chgData name="Zonghua Gu" userId="9a7e1853e1951ef5" providerId="LiveId" clId="{CF1FAA12-072C-4ED5-BA76-0FFFAEFDB88A}" dt="2025-09-27T01:58:38.331" v="3922" actId="20577"/>
          <ac:spMkLst>
            <pc:docMk/>
            <pc:sldMk cId="3938986292" sldId="381"/>
            <ac:spMk id="2" creationId="{0A33A82F-4D13-6943-1697-5F93B36B9622}"/>
          </ac:spMkLst>
        </pc:spChg>
        <pc:spChg chg="add mod">
          <ac:chgData name="Zonghua Gu" userId="9a7e1853e1951ef5" providerId="LiveId" clId="{CF1FAA12-072C-4ED5-BA76-0FFFAEFDB88A}" dt="2025-09-27T02:00:07.706" v="4020" actId="14100"/>
          <ac:spMkLst>
            <pc:docMk/>
            <pc:sldMk cId="3938986292" sldId="381"/>
            <ac:spMk id="4" creationId="{4BF0CDF6-BA6E-533A-2208-B994A0919766}"/>
          </ac:spMkLst>
        </pc:spChg>
        <pc:spChg chg="add mod">
          <ac:chgData name="Zonghua Gu" userId="9a7e1853e1951ef5" providerId="LiveId" clId="{CF1FAA12-072C-4ED5-BA76-0FFFAEFDB88A}" dt="2025-09-27T01:59:13.360" v="3969" actId="571"/>
          <ac:spMkLst>
            <pc:docMk/>
            <pc:sldMk cId="3938986292" sldId="381"/>
            <ac:spMk id="7" creationId="{E2AFC00D-8A73-6EFC-73E3-327855EF4CC4}"/>
          </ac:spMkLst>
        </pc:spChg>
        <pc:graphicFrameChg chg="modGraphic">
          <ac:chgData name="Zonghua Gu" userId="9a7e1853e1951ef5" providerId="LiveId" clId="{CF1FAA12-072C-4ED5-BA76-0FFFAEFDB88A}" dt="2025-09-27T02:02:17.964" v="4025" actId="20577"/>
          <ac:graphicFrameMkLst>
            <pc:docMk/>
            <pc:sldMk cId="3938986292" sldId="381"/>
            <ac:graphicFrameMk id="5" creationId="{7CA5E7D5-B204-9C0A-BCB8-C59AA195F3F5}"/>
          </ac:graphicFrameMkLst>
        </pc:graphicFrameChg>
        <pc:graphicFrameChg chg="modGraphic">
          <ac:chgData name="Zonghua Gu" userId="9a7e1853e1951ef5" providerId="LiveId" clId="{CF1FAA12-072C-4ED5-BA76-0FFFAEFDB88A}" dt="2025-09-28T19:29:20.712" v="4704" actId="313"/>
          <ac:graphicFrameMkLst>
            <pc:docMk/>
            <pc:sldMk cId="3938986292" sldId="381"/>
            <ac:graphicFrameMk id="6" creationId="{3F7517C0-9626-838C-2609-AAAE742BE8CA}"/>
          </ac:graphicFrameMkLst>
        </pc:graphicFrameChg>
      </pc:sldChg>
      <pc:sldChg chg="delSp modSp add mod">
        <pc:chgData name="Zonghua Gu" userId="9a7e1853e1951ef5" providerId="LiveId" clId="{CF1FAA12-072C-4ED5-BA76-0FFFAEFDB88A}" dt="2025-09-28T19:29:48.038" v="4732" actId="313"/>
        <pc:sldMkLst>
          <pc:docMk/>
          <pc:sldMk cId="477832723" sldId="382"/>
        </pc:sldMkLst>
        <pc:spChg chg="mod">
          <ac:chgData name="Zonghua Gu" userId="9a7e1853e1951ef5" providerId="LiveId" clId="{CF1FAA12-072C-4ED5-BA76-0FFFAEFDB88A}" dt="2025-09-28T17:14:02.072" v="4036" actId="20577"/>
          <ac:spMkLst>
            <pc:docMk/>
            <pc:sldMk cId="477832723" sldId="382"/>
            <ac:spMk id="2" creationId="{4A1B2C29-FAA8-E0FC-9D90-062900CD193E}"/>
          </ac:spMkLst>
        </pc:spChg>
        <pc:spChg chg="del">
          <ac:chgData name="Zonghua Gu" userId="9a7e1853e1951ef5" providerId="LiveId" clId="{CF1FAA12-072C-4ED5-BA76-0FFFAEFDB88A}" dt="2025-09-28T17:14:05.012" v="4037" actId="478"/>
          <ac:spMkLst>
            <pc:docMk/>
            <pc:sldMk cId="477832723" sldId="382"/>
            <ac:spMk id="7" creationId="{ADBBE1C5-4B0E-F572-51CD-615CE211DAF6}"/>
          </ac:spMkLst>
        </pc:spChg>
        <pc:graphicFrameChg chg="modGraphic">
          <ac:chgData name="Zonghua Gu" userId="9a7e1853e1951ef5" providerId="LiveId" clId="{CF1FAA12-072C-4ED5-BA76-0FFFAEFDB88A}" dt="2025-09-28T19:29:48.038" v="4732" actId="313"/>
          <ac:graphicFrameMkLst>
            <pc:docMk/>
            <pc:sldMk cId="477832723" sldId="382"/>
            <ac:graphicFrameMk id="5" creationId="{EE35C772-DE0B-2EAC-7244-85D4FA033251}"/>
          </ac:graphicFrameMkLst>
        </pc:graphicFrameChg>
      </pc:sldChg>
      <pc:sldChg chg="modSp add mod modNotes">
        <pc:chgData name="Zonghua Gu" userId="9a7e1853e1951ef5" providerId="LiveId" clId="{CF1FAA12-072C-4ED5-BA76-0FFFAEFDB88A}" dt="2025-09-28T19:28:54.672" v="4695"/>
        <pc:sldMkLst>
          <pc:docMk/>
          <pc:sldMk cId="3010226585" sldId="383"/>
        </pc:sldMkLst>
        <pc:graphicFrameChg chg="modGraphic">
          <ac:chgData name="Zonghua Gu" userId="9a7e1853e1951ef5" providerId="LiveId" clId="{CF1FAA12-072C-4ED5-BA76-0FFFAEFDB88A}" dt="2025-09-28T17:21:10.029" v="4231" actId="14100"/>
          <ac:graphicFrameMkLst>
            <pc:docMk/>
            <pc:sldMk cId="3010226585" sldId="383"/>
            <ac:graphicFrameMk id="6" creationId="{CFC5E2AE-B706-F0FE-2E4C-ACA699A32698}"/>
          </ac:graphicFrameMkLst>
        </pc:graphicFrameChg>
      </pc:sldChg>
      <pc:sldChg chg="add del">
        <pc:chgData name="Zonghua Gu" userId="9a7e1853e1951ef5" providerId="LiveId" clId="{CF1FAA12-072C-4ED5-BA76-0FFFAEFDB88A}" dt="2025-09-28T17:20:55.484" v="4226" actId="47"/>
        <pc:sldMkLst>
          <pc:docMk/>
          <pc:sldMk cId="3964744334" sldId="383"/>
        </pc:sldMkLst>
      </pc:sldChg>
      <pc:sldChg chg="add del">
        <pc:chgData name="Zonghua Gu" userId="9a7e1853e1951ef5" providerId="LiveId" clId="{CF1FAA12-072C-4ED5-BA76-0FFFAEFDB88A}" dt="2025-09-28T17:23:29.007" v="4285" actId="47"/>
        <pc:sldMkLst>
          <pc:docMk/>
          <pc:sldMk cId="2174088812" sldId="384"/>
        </pc:sldMkLst>
      </pc:sldChg>
      <pc:sldChg chg="delSp modSp add mod">
        <pc:chgData name="Zonghua Gu" userId="9a7e1853e1951ef5" providerId="LiveId" clId="{CF1FAA12-072C-4ED5-BA76-0FFFAEFDB88A}" dt="2025-09-28T17:34:10.466" v="4430" actId="6549"/>
        <pc:sldMkLst>
          <pc:docMk/>
          <pc:sldMk cId="3874608027" sldId="384"/>
        </pc:sldMkLst>
        <pc:spChg chg="mod">
          <ac:chgData name="Zonghua Gu" userId="9a7e1853e1951ef5" providerId="LiveId" clId="{CF1FAA12-072C-4ED5-BA76-0FFFAEFDB88A}" dt="2025-09-28T17:33:57.084" v="4427" actId="20577"/>
          <ac:spMkLst>
            <pc:docMk/>
            <pc:sldMk cId="3874608027" sldId="384"/>
            <ac:spMk id="2" creationId="{249E9D73-DFD9-5FD9-049A-AA9B1281403E}"/>
          </ac:spMkLst>
        </pc:spChg>
        <pc:spChg chg="del">
          <ac:chgData name="Zonghua Gu" userId="9a7e1853e1951ef5" providerId="LiveId" clId="{CF1FAA12-072C-4ED5-BA76-0FFFAEFDB88A}" dt="2025-09-28T17:34:02.809" v="4428" actId="478"/>
          <ac:spMkLst>
            <pc:docMk/>
            <pc:sldMk cId="3874608027" sldId="384"/>
            <ac:spMk id="9" creationId="{6D33827D-6B1E-DB35-A78E-31E300F7DB6B}"/>
          </ac:spMkLst>
        </pc:spChg>
        <pc:graphicFrameChg chg="modGraphic">
          <ac:chgData name="Zonghua Gu" userId="9a7e1853e1951ef5" providerId="LiveId" clId="{CF1FAA12-072C-4ED5-BA76-0FFFAEFDB88A}" dt="2025-09-28T17:34:10.466" v="4430" actId="6549"/>
          <ac:graphicFrameMkLst>
            <pc:docMk/>
            <pc:sldMk cId="3874608027" sldId="384"/>
            <ac:graphicFrameMk id="5" creationId="{9F085B11-F5FB-4007-9CB4-3ABD525B24B3}"/>
          </ac:graphicFrameMkLst>
        </pc:graphicFrameChg>
        <pc:graphicFrameChg chg="del">
          <ac:chgData name="Zonghua Gu" userId="9a7e1853e1951ef5" providerId="LiveId" clId="{CF1FAA12-072C-4ED5-BA76-0FFFAEFDB88A}" dt="2025-09-28T17:34:05.641" v="4429" actId="478"/>
          <ac:graphicFrameMkLst>
            <pc:docMk/>
            <pc:sldMk cId="3874608027" sldId="384"/>
            <ac:graphicFrameMk id="8" creationId="{FF8680CF-E922-2BE3-BCD1-D03D2B8B1B3A}"/>
          </ac:graphicFrameMkLst>
        </pc:graphicFrameChg>
      </pc:sldChg>
      <pc:sldChg chg="delSp modSp add del mod">
        <pc:chgData name="Zonghua Gu" userId="9a7e1853e1951ef5" providerId="LiveId" clId="{CF1FAA12-072C-4ED5-BA76-0FFFAEFDB88A}" dt="2025-09-28T19:26:52.449" v="4692" actId="47"/>
        <pc:sldMkLst>
          <pc:docMk/>
          <pc:sldMk cId="735420745" sldId="385"/>
        </pc:sldMkLst>
        <pc:spChg chg="mod">
          <ac:chgData name="Zonghua Gu" userId="9a7e1853e1951ef5" providerId="LiveId" clId="{CF1FAA12-072C-4ED5-BA76-0FFFAEFDB88A}" dt="2025-09-28T19:25:15.905" v="4689"/>
          <ac:spMkLst>
            <pc:docMk/>
            <pc:sldMk cId="735420745" sldId="385"/>
            <ac:spMk id="2" creationId="{975CB743-D1CD-D3E0-B3E3-8A597EF3F759}"/>
          </ac:spMkLst>
        </pc:spChg>
        <pc:graphicFrameChg chg="mod">
          <ac:chgData name="Zonghua Gu" userId="9a7e1853e1951ef5" providerId="LiveId" clId="{CF1FAA12-072C-4ED5-BA76-0FFFAEFDB88A}" dt="2025-09-28T19:26:05.444" v="4691"/>
          <ac:graphicFrameMkLst>
            <pc:docMk/>
            <pc:sldMk cId="735420745" sldId="385"/>
            <ac:graphicFrameMk id="4" creationId="{379BF668-C225-5642-3C13-36CF3A6ED8DC}"/>
          </ac:graphicFrameMkLst>
        </pc:graphicFrameChg>
        <pc:graphicFrameChg chg="del">
          <ac:chgData name="Zonghua Gu" userId="9a7e1853e1951ef5" providerId="LiveId" clId="{CF1FAA12-072C-4ED5-BA76-0FFFAEFDB88A}" dt="2025-09-28T19:21:41.177" v="4648" actId="478"/>
          <ac:graphicFrameMkLst>
            <pc:docMk/>
            <pc:sldMk cId="735420745" sldId="385"/>
            <ac:graphicFrameMk id="5" creationId="{E577925E-F80F-A40C-A6D6-FF85A8D91D05}"/>
          </ac:graphicFrameMkLst>
        </pc:graphicFrameChg>
      </pc:sldChg>
      <pc:sldChg chg="modSp add mod">
        <pc:chgData name="Zonghua Gu" userId="9a7e1853e1951ef5" providerId="LiveId" clId="{CF1FAA12-072C-4ED5-BA76-0FFFAEFDB88A}" dt="2025-09-28T19:29:57.870" v="4745" actId="313"/>
        <pc:sldMkLst>
          <pc:docMk/>
          <pc:sldMk cId="3700392889" sldId="386"/>
        </pc:sldMkLst>
        <pc:spChg chg="mod">
          <ac:chgData name="Zonghua Gu" userId="9a7e1853e1951ef5" providerId="LiveId" clId="{CF1FAA12-072C-4ED5-BA76-0FFFAEFDB88A}" dt="2025-09-28T19:25:12.474" v="4688" actId="20577"/>
          <ac:spMkLst>
            <pc:docMk/>
            <pc:sldMk cId="3700392889" sldId="386"/>
            <ac:spMk id="2" creationId="{B1CD2F78-E38C-E922-2EA0-E5855F54ED3D}"/>
          </ac:spMkLst>
        </pc:spChg>
        <pc:graphicFrameChg chg="modGraphic">
          <ac:chgData name="Zonghua Gu" userId="9a7e1853e1951ef5" providerId="LiveId" clId="{CF1FAA12-072C-4ED5-BA76-0FFFAEFDB88A}" dt="2025-09-28T19:29:57.870" v="4745" actId="313"/>
          <ac:graphicFrameMkLst>
            <pc:docMk/>
            <pc:sldMk cId="3700392889" sldId="386"/>
            <ac:graphicFrameMk id="5" creationId="{6531D947-33A4-180B-7D14-41430240EACC}"/>
          </ac:graphicFrameMkLst>
        </pc:graphicFrameChg>
      </pc:sldChg>
      <pc:sldMasterChg chg="delSldLayout">
        <pc:chgData name="Zonghua Gu" userId="9a7e1853e1951ef5" providerId="LiveId" clId="{CF1FAA12-072C-4ED5-BA76-0FFFAEFDB88A}" dt="2025-09-18T01:38:44.397" v="1241" actId="47"/>
        <pc:sldMasterMkLst>
          <pc:docMk/>
          <pc:sldMasterMk cId="0" sldId="2147483660"/>
        </pc:sldMasterMkLst>
        <pc:sldLayoutChg chg="del">
          <pc:chgData name="Zonghua Gu" userId="9a7e1853e1951ef5" providerId="LiveId" clId="{CF1FAA12-072C-4ED5-BA76-0FFFAEFDB88A}" dt="2025-09-18T01:38:44.397" v="1241" actId="47"/>
          <pc:sldLayoutMkLst>
            <pc:docMk/>
            <pc:sldMasterMk cId="0" sldId="2147483660"/>
            <pc:sldLayoutMk cId="1858514557" sldId="214748367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r">
              <a:defRPr sz="1200"/>
            </a:lvl1pPr>
          </a:lstStyle>
          <a:p>
            <a:fld id="{2AEAFE1F-9E52-45C8-9793-E819F0044A1C}" type="datetimeFigureOut">
              <a:rPr lang="en-US" smtClean="0"/>
              <a:pPr/>
              <a:t>9/28/2025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692150"/>
            <a:ext cx="4616450" cy="34639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87" tIns="46244" rIns="92487" bIns="462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008" y="4387136"/>
            <a:ext cx="5560060" cy="4156234"/>
          </a:xfrm>
          <a:prstGeom prst="rect">
            <a:avLst/>
          </a:prstGeom>
        </p:spPr>
        <p:txBody>
          <a:bodyPr vert="horz" lIns="92487" tIns="46244" rIns="92487" bIns="462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r">
              <a:defRPr sz="1200"/>
            </a:lvl1pPr>
          </a:lstStyle>
          <a:p>
            <a:fld id="{2D71AD5F-E36F-46B9-A99B-7B025244359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616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369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B38C6-1350-AA7F-351E-F644E6BE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C32A4E-32FC-A362-A38D-B406AD77E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DBDFDD-B4A5-3278-66A3-DD9131CCE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B8ADC-9431-087E-FB1B-C4087CDAC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26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EBB4E-8AB6-9327-DB23-68FF34B79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67CF5-3750-98EA-0473-C2FFA4625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710C2-3CB4-3124-9E12-25B21C4E68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55E10-BB88-1105-6F23-3D5653874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555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546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bx lr           ; Branch and exchange, return to caller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663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; while (save[</a:t>
            </a:r>
            <a:r>
              <a:rPr lang="en-US" dirty="0" err="1"/>
              <a:t>i</a:t>
            </a:r>
            <a:r>
              <a:rPr lang="en-US" dirty="0"/>
              <a:t>] == k) </a:t>
            </a:r>
            <a:r>
              <a:rPr lang="en-US" dirty="0" err="1"/>
              <a:t>i</a:t>
            </a:r>
            <a:r>
              <a:rPr lang="en-US" dirty="0"/>
              <a:t> += 1;</a:t>
            </a:r>
          </a:p>
          <a:p>
            <a:endParaRPr lang="en-US" dirty="0"/>
          </a:p>
          <a:p>
            <a:r>
              <a:rPr lang="en-US" dirty="0"/>
              <a:t>loop:</a:t>
            </a:r>
          </a:p>
          <a:p>
            <a:r>
              <a:rPr lang="en-US" dirty="0"/>
              <a:t>    LDR     r3, [r0, r1, LSL #2]   ; r3 = save[</a:t>
            </a:r>
            <a:r>
              <a:rPr lang="en-US" dirty="0" err="1"/>
              <a:t>i</a:t>
            </a:r>
            <a:r>
              <a:rPr lang="en-US" dirty="0"/>
              <a:t>]  (index scaled by 4 bytes) [98][121]</a:t>
            </a:r>
          </a:p>
          <a:p>
            <a:r>
              <a:rPr lang="en-US" dirty="0"/>
              <a:t>    CMP     r3, r2                 ; compare save[</a:t>
            </a:r>
            <a:r>
              <a:rPr lang="en-US" dirty="0" err="1"/>
              <a:t>i</a:t>
            </a:r>
            <a:r>
              <a:rPr lang="en-US" dirty="0"/>
              <a:t>] with k [109]</a:t>
            </a:r>
          </a:p>
          <a:p>
            <a:r>
              <a:rPr lang="en-US" dirty="0"/>
              <a:t>    BNE     done                   ; exit loop if not equal [93]</a:t>
            </a:r>
          </a:p>
          <a:p>
            <a:r>
              <a:rPr lang="en-US" dirty="0"/>
              <a:t>    ADD     r1, r1, #1             ; </a:t>
            </a:r>
            <a:r>
              <a:rPr lang="en-US" dirty="0" err="1"/>
              <a:t>i</a:t>
            </a:r>
            <a:r>
              <a:rPr lang="en-US" dirty="0"/>
              <a:t> += 1 [109]</a:t>
            </a:r>
          </a:p>
          <a:p>
            <a:r>
              <a:rPr lang="en-US" dirty="0"/>
              <a:t>    B       loop                   ; repeat [93]</a:t>
            </a:r>
          </a:p>
          <a:p>
            <a:r>
              <a:rPr lang="en-US" dirty="0"/>
              <a:t>done: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7905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pPr lvl="1"/>
            <a:r>
              <a:rPr lang="en-US" dirty="0"/>
              <a:t>a[</a:t>
            </a:r>
            <a:r>
              <a:rPr lang="en-US" dirty="0" err="1"/>
              <a:t>i</a:t>
            </a:r>
            <a:r>
              <a:rPr lang="en-US" dirty="0"/>
              <a:t>] = b[7-i];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 { a[</a:t>
            </a:r>
            <a:r>
              <a:rPr lang="en-US" dirty="0" err="1"/>
              <a:t>i</a:t>
            </a:r>
            <a:r>
              <a:rPr lang="en-US" dirty="0"/>
              <a:t>] = b[7-i]; }</a:t>
            </a:r>
          </a:p>
          <a:p>
            <a:pPr lvl="1"/>
            <a:r>
              <a:rPr lang="en-US" dirty="0"/>
              <a:t>; Assume r0 = base address of a, r1 = base address of b</a:t>
            </a:r>
          </a:p>
          <a:p>
            <a:pPr lvl="1"/>
            <a:r>
              <a:rPr lang="en-US" dirty="0"/>
              <a:t>MOV r2, #0          ; </a:t>
            </a:r>
            <a:r>
              <a:rPr lang="en-US" dirty="0" err="1"/>
              <a:t>i</a:t>
            </a:r>
            <a:r>
              <a:rPr lang="en-US" dirty="0"/>
              <a:t> = 0</a:t>
            </a:r>
          </a:p>
          <a:p>
            <a:pPr lvl="1"/>
            <a:r>
              <a:rPr lang="en-US" dirty="0" err="1"/>
              <a:t>loop_start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 err="1"/>
              <a:t>loop_end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32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412AB-13B4-B035-0958-DA9C98290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6F495B-59BA-E964-8205-8317BD120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0832F4-7DCD-B8E4-7248-B122F9B2A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25462-90E1-D5A5-988E-2D33F273D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80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385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38E8E-8967-FABC-4379-055C5BB4A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0BA70-AB8C-5A9E-3A4F-2FF475D73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33B47-99E1-DA8E-01DD-DCC2ABA96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160E0-1640-110C-2FA4-4D81E7C017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8037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241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780" tIns="47890" rIns="95780" bIns="47890"/>
          <a:lstStyle/>
          <a:p>
            <a:pPr marL="0" lvl="2" defTabSz="924879">
              <a:defRPr/>
            </a:pPr>
            <a:r>
              <a:rPr lang="en-US" dirty="0"/>
              <a:t>Condition codes are simply a way of testing the ALU status flags. </a:t>
            </a:r>
          </a:p>
          <a:p>
            <a:pPr marL="0" lvl="2" defTabSz="924879">
              <a:defRPr/>
            </a:pPr>
            <a:r>
              <a:rPr lang="en-US" dirty="0"/>
              <a:t>Note AL is the default and does not need to be specified </a:t>
            </a:r>
            <a:endParaRPr lang="en-GB" dirty="0"/>
          </a:p>
          <a:p>
            <a:endParaRPr lang="en-US" dirty="0"/>
          </a:p>
        </p:txBody>
      </p:sp>
      <p:sp>
        <p:nvSpPr>
          <p:cNvPr id="4505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2172682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DEF10-5531-8248-33E1-4809D8DB8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38B50-17AC-38C6-BE82-A167E093AA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AC1DE8-8CE9-B47B-E133-A8C3276E4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B5C0F-9341-5534-5F6A-552401C92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1164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1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2E26774B-6488-4259-9342-6CBDB2BFD4E4}" type="datetime1">
              <a:rPr lang="en-US" smtClean="0"/>
              <a:pPr eaLnBrk="1" latinLnBrk="0" hangingPunct="1"/>
              <a:t>9/28/2025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0F52420-10F8-488E-969A-A9BE388BE9C4}" type="datetime1">
              <a:rPr lang="en-US" smtClean="0"/>
              <a:pPr eaLnBrk="1" latinLnBrk="0" hangingPunct="1"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96E96F24-58CF-47DA-907C-A9CD6353E425}" type="datetime1">
              <a:rPr lang="en-US" smtClean="0"/>
              <a:pPr eaLnBrk="1" latinLnBrk="0" hangingPunct="1"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3AE4463-726A-4A35-9F46-98893432A3F9}" type="datetime1">
              <a:rPr lang="en-US" smtClean="0"/>
              <a:pPr eaLnBrk="1" latinLnBrk="0" hangingPunct="1"/>
              <a:t>9/28/2025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DF404D0-E306-4E90-90E3-E44D26246FFC}" type="datetime1">
              <a:rPr lang="en-US" smtClean="0"/>
              <a:pPr eaLnBrk="1" latinLnBrk="0" hangingPunct="1"/>
              <a:t>9/28/2025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485DA14-76F0-4D93-83FB-7878C79A1986}" type="datetime1">
              <a:rPr lang="en-US" smtClean="0"/>
              <a:pPr eaLnBrk="1" latinLnBrk="0" hangingPunct="1"/>
              <a:t>9/28/2025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15E552D-49E1-496B-B79C-E100986B8B5F}" type="datetime1">
              <a:rPr lang="en-US" smtClean="0"/>
              <a:pPr eaLnBrk="1" latinLnBrk="0" hangingPunct="1"/>
              <a:t>9/28/2025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EC72505-1551-4A98-97CD-F520B07184AD}" type="datetime1">
              <a:rPr lang="en-US" smtClean="0"/>
              <a:pPr eaLnBrk="1" latinLnBrk="0" hangingPunct="1"/>
              <a:t>9/28/2025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218F47B-BA16-4F20-B5BA-73F598D94B51}" type="datetime1">
              <a:rPr lang="en-US" smtClean="0"/>
              <a:pPr eaLnBrk="1" latinLnBrk="0" hangingPunct="1"/>
              <a:t>9/28/2025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B2E7711-0BE3-4AFC-959B-CB5C31A7AE48}" type="datetime1">
              <a:rPr lang="en-US" smtClean="0"/>
              <a:pPr eaLnBrk="1" latinLnBrk="0" hangingPunct="1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25AAB62-A572-4E37-B772-B4A75ADE0B18}" type="datetime1">
              <a:rPr lang="en-US" smtClean="0"/>
              <a:pPr eaLnBrk="1" latinLnBrk="0" hangingPunct="1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4F3CB514-9CA6-4E48-9463-A430D31CFDE3}" type="datetime1">
              <a:rPr lang="en-US" smtClean="0"/>
              <a:pPr eaLnBrk="1" latinLnBrk="0" hangingPunct="1"/>
              <a:t>9/28/2025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13019" y="1828800"/>
            <a:ext cx="38563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6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Flow Control in Assembly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938EB-593A-3F78-8471-70DE26383963}"/>
              </a:ext>
            </a:extLst>
          </p:cNvPr>
          <p:cNvSpPr txBox="1"/>
          <p:nvPr/>
        </p:nvSpPr>
        <p:spPr>
          <a:xfrm>
            <a:off x="709138" y="6307127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FA2BB6-217B-C52B-5A1B-6F25A3FDB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9617822"/>
              </p:ext>
            </p:extLst>
          </p:nvPr>
        </p:nvGraphicFramePr>
        <p:xfrm>
          <a:off x="876300" y="2844265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8E8EFF-813B-0481-15DB-FE881211C9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323536"/>
              </p:ext>
            </p:extLst>
          </p:nvPr>
        </p:nvGraphicFramePr>
        <p:xfrm>
          <a:off x="876300" y="4220310"/>
          <a:ext cx="7391400" cy="1162579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3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4899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67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BD9E7-84B5-4307-1E18-361E64906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9C519-78F4-265A-28F8-A7F91940F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DE8256-3107-F915-1F0D-F420E2BB8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C09B8C-E7BF-18F9-4DF3-E7B8AB108D1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  <a:p>
            <a:pPr lvl="1"/>
            <a:r>
              <a:rPr lang="pt-BR" dirty="0"/>
              <a:t>if (r0 != r1) r2 = r2 + r2</a:t>
            </a:r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0F863F-ED16-DF22-3E32-4C03C5CD0E8B}"/>
              </a:ext>
            </a:extLst>
          </p:cNvPr>
          <p:cNvGraphicFramePr>
            <a:graphicFrameLocks noGrp="1"/>
          </p:cNvGraphicFramePr>
          <p:nvPr/>
        </p:nvGraphicFramePr>
        <p:xfrm>
          <a:off x="876300" y="312303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BEQ skip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r2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skip: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FC5E2AE-B706-F0FE-2E4C-ACA699A326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854195"/>
              </p:ext>
            </p:extLst>
          </p:nvPr>
        </p:nvGraphicFramePr>
        <p:xfrm>
          <a:off x="876300" y="4499081"/>
          <a:ext cx="7391400" cy="114930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809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628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ADDNE r2, r2, r2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0226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ADCAF-BE50-17FF-579D-A0CE75A6B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9D73-DFD9-5FD9-049A-AA9B12814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823922-1E53-1B09-CCCD-2732CE03A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5B4AA-F936-2EFD-9745-FCE6245B0DC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F085B11-F5FB-4007-9CB4-3ABD525B2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7834828"/>
              </p:ext>
            </p:extLst>
          </p:nvPr>
        </p:nvGraphicFramePr>
        <p:xfrm>
          <a:off x="762000" y="182880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4608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27BD2A0-832C-7F1E-86CB-33A992AE5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088358"/>
              </p:ext>
            </p:extLst>
          </p:nvPr>
        </p:nvGraphicFramePr>
        <p:xfrm>
          <a:off x="762000" y="1828800"/>
          <a:ext cx="7391400" cy="9753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r0, LSR #4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r1, 0xF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%AND r1, r1, #15 is also OK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C871EDF-DD88-8052-FF66-F955503E89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054311"/>
              </p:ext>
            </p:extLst>
          </p:nvPr>
        </p:nvGraphicFramePr>
        <p:xfrm>
          <a:off x="762000" y="300355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r0, #0xF0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r1, LSR #4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98531A2-BA43-5E4B-4A07-833BA3447510}"/>
              </a:ext>
            </a:extLst>
          </p:cNvPr>
          <p:cNvSpPr txBox="1">
            <a:spLocks/>
          </p:cNvSpPr>
          <p:nvPr/>
        </p:nvSpPr>
        <p:spPr>
          <a:xfrm>
            <a:off x="457200" y="3813810"/>
            <a:ext cx="8229600" cy="292735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Assembly Program 1: It computes r1 = (r0 &gt;&gt; 4) &amp; 15 shifting it down by 4 bits, then masking the low nibble (4 bits) with 0xF0.</a:t>
            </a:r>
          </a:p>
          <a:p>
            <a:r>
              <a:rPr lang="en-US" dirty="0"/>
              <a:t>Assembly Program 2: It computes r1 = (r0 &gt;&gt; 4) &amp; 15 by first masking the high nibble with 0xF0 and then shifting it down by 4 bits.</a:t>
            </a:r>
          </a:p>
          <a:p>
            <a:pPr lvl="1"/>
            <a:r>
              <a:rPr lang="en-US" dirty="0"/>
              <a:t>AND r1, r0, #0xF0 keeps only bits [7:4] of r0, clearing all others.</a:t>
            </a:r>
          </a:p>
          <a:p>
            <a:pPr lvl="1"/>
            <a:r>
              <a:rPr lang="en-US" dirty="0"/>
              <a:t>MOV r1, r1, LSR #4 performs a logical right shift by 4 on the masked value, moving those bits into positions [3:0].</a:t>
            </a:r>
          </a:p>
        </p:txBody>
      </p:sp>
    </p:spTree>
    <p:extLst>
      <p:ext uri="{BB962C8B-B14F-4D97-AF65-F5344CB8AC3E}">
        <p14:creationId xmlns:p14="http://schemas.microsoft.com/office/powerpoint/2010/main" val="188395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A91CE-CC77-9A35-BF4E-63E1CEF4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 Understanding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9D288F-B402-F285-2057-DA59079C6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432836-5391-1803-C991-983B766067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</a:t>
            </a:r>
          </a:p>
          <a:p>
            <a:pPr lvl="1"/>
            <a:r>
              <a:rPr lang="pt-BR" dirty="0"/>
              <a:t>MOV r1, #7</a:t>
            </a:r>
          </a:p>
          <a:p>
            <a:pPr lvl="1"/>
            <a:r>
              <a:rPr lang="pt-BR" dirty="0"/>
              <a:t>MOV r2, #5</a:t>
            </a:r>
          </a:p>
          <a:p>
            <a:pPr lvl="1"/>
            <a:r>
              <a:rPr lang="pt-BR" dirty="0"/>
              <a:t>CMP r1, r2</a:t>
            </a:r>
          </a:p>
          <a:p>
            <a:pPr lvl="1"/>
            <a:r>
              <a:rPr lang="pt-BR" dirty="0"/>
              <a:t>ADDGT r0, r0, #100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486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6EC0-398A-D3B2-65E5-25E65AFC6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C875-5DE4-CC94-21AF-385E445F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</a:t>
            </a:r>
            <a:r>
              <a:rPr lang="en-US"/>
              <a:t>Program Understanding ANS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38150F-624A-7DED-AE19-C0118146E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308AC-7565-4459-9627-04CB00781A6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       ; Load immediate value 10 into r0</a:t>
            </a:r>
          </a:p>
          <a:p>
            <a:pPr lvl="1"/>
            <a:r>
              <a:rPr lang="pt-BR" dirty="0"/>
              <a:t>MOV r1, #7        ; Load immediate value 7 into r1</a:t>
            </a:r>
          </a:p>
          <a:p>
            <a:pPr lvl="1"/>
            <a:r>
              <a:rPr lang="pt-BR" dirty="0"/>
              <a:t>MOV r2, #5        ; Load immediate value 5 into r2</a:t>
            </a:r>
          </a:p>
          <a:p>
            <a:pPr lvl="1"/>
            <a:r>
              <a:rPr lang="pt-BR" dirty="0"/>
              <a:t>CMP r1, r2       ; Compare r1 and r2 (compute r1-r2, set flags)</a:t>
            </a:r>
          </a:p>
          <a:p>
            <a:pPr lvl="1"/>
            <a:r>
              <a:rPr lang="pt-BR" dirty="0"/>
              <a:t>ADDGT r0, r0,100 ; Add 100 to r0 only if r1 &gt; r2 (Greater Than)</a:t>
            </a:r>
          </a:p>
          <a:p>
            <a:r>
              <a:rPr lang="en-US" dirty="0"/>
              <a:t>This code sets r0 to 10, compares 7 and 5. Since 7 &gt; 5, adds 100 to the base value of 10 to get 110</a:t>
            </a:r>
          </a:p>
        </p:txBody>
      </p:sp>
    </p:spTree>
    <p:extLst>
      <p:ext uri="{BB962C8B-B14F-4D97-AF65-F5344CB8AC3E}">
        <p14:creationId xmlns:p14="http://schemas.microsoft.com/office/powerpoint/2010/main" val="3013293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EC3D6-5403-5D32-35E4-EA5165302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EC8C92-0A50-88F1-CE32-D3EA11AC0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242E21-1FD3-CB05-AD91-461DFAA47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the equivalent assembly program for this piece of code in C.</a:t>
            </a:r>
          </a:p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B421C2-3A8D-7BE1-41D7-8E20F0B1E9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902447"/>
              </p:ext>
            </p:extLst>
          </p:nvPr>
        </p:nvGraphicFramePr>
        <p:xfrm>
          <a:off x="990600" y="3886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78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BCAA-DF87-B667-90C8-2F0B5CFD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9F7792-159F-4EB6-0A01-21A4E9293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1DD544-8C21-2C0D-D8C9-39D776DE6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1149413"/>
              </p:ext>
            </p:extLst>
          </p:nvPr>
        </p:nvGraphicFramePr>
        <p:xfrm>
          <a:off x="876300" y="2513525"/>
          <a:ext cx="7391400" cy="39014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0;</a:t>
                      </a:r>
                    </a:p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r3, [r0, r1, LSL #2] ; r3 = save[i], 32-bit loads with index scaled by 4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r3, r2     ; compare save[i] with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done       ; exit loop if save[i] !=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#1         ; i +=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                 ; repeat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568A4D5B-16CF-C913-A366-B6CD13B41D2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3716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Write the equivalent assembly program for this piece of code in C.</a:t>
            </a:r>
          </a:p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</a:t>
            </a:r>
          </a:p>
        </p:txBody>
      </p:sp>
    </p:spTree>
    <p:extLst>
      <p:ext uri="{BB962C8B-B14F-4D97-AF65-F5344CB8AC3E}">
        <p14:creationId xmlns:p14="http://schemas.microsoft.com/office/powerpoint/2010/main" val="2876358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1E19-B414-84A8-4EAA-88A0BDEC7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9AEE47-CB5D-C0DB-F3D5-D8FD0C5E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7C113-0674-6062-1A2E-1AD4971E29A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0222894-2409-8D52-DD5B-8A904AD63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20059"/>
              </p:ext>
            </p:extLst>
          </p:nvPr>
        </p:nvGraphicFramePr>
        <p:xfrm>
          <a:off x="990600" y="2362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229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3D5C6-1D52-715E-A5D7-083B50D5B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02978-7DD8-148C-3483-99DF0FA8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B92662-D897-8749-1AC1-EE9C0AEA9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EC282A-2699-D86B-1892-06D1691D66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70E29F-21CC-744B-D4B5-04038FD22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665504"/>
              </p:ext>
            </p:extLst>
          </p:nvPr>
        </p:nvGraphicFramePr>
        <p:xfrm>
          <a:off x="990600" y="2286000"/>
          <a:ext cx="7391400" cy="3657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r2, #0          ; i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loop_start: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BGE loop_end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RSB r3, r2, #7    ; r3 = 7 -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r4, [r1, r3, LSL#2]  ; Load b[7-i]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STR r4, [r0, r2, LSL#2]  ; Store to a[i]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 ; i++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loop_start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loop_end: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2392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44D64-9022-3456-632D-D2D7D5D93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4C9F1-D3D9-18E8-D429-AD38C0280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F15384-4ED2-1672-43DC-EB578D184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DB9A0A3-9301-65C3-B5C6-8AEF572394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003482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#10     ; Compare x0 with 10 while x0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end        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FACABF7-FFF7-3BBF-C49F-124791C54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9148"/>
              </p:ext>
            </p:extLst>
          </p:nvPr>
        </p:nvGraphicFramePr>
        <p:xfrm>
          <a:off x="457200" y="3787775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733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C1C4-7A44-B3C2-FD00-732417A87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3A82F-4D13-6943-1697-5F93B36B9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E3DBAF-4DCB-7E4C-3383-E6211571C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CA5E7D5-B204-9C0A-BCB8-C59AA195F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4870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#10     ; Compare x0 with 10 while x0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done       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7517C0-9626-838C-2609-AAAE742BE8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224381"/>
              </p:ext>
            </p:extLst>
          </p:nvPr>
        </p:nvGraphicFramePr>
        <p:xfrm>
          <a:off x="457200" y="3787775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BF0CDF6-BA6E-533A-2208-B994A0919766}"/>
              </a:ext>
            </a:extLst>
          </p:cNvPr>
          <p:cNvSpPr txBox="1"/>
          <p:nvPr/>
        </p:nvSpPr>
        <p:spPr>
          <a:xfrm>
            <a:off x="2747010" y="3372922"/>
            <a:ext cx="334899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Loop runs for 9 iterations, not 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AFC00D-8A73-6EFC-73E3-327855EF4CC4}"/>
              </a:ext>
            </a:extLst>
          </p:cNvPr>
          <p:cNvSpPr txBox="1"/>
          <p:nvPr/>
        </p:nvSpPr>
        <p:spPr>
          <a:xfrm>
            <a:off x="2747010" y="5862756"/>
            <a:ext cx="320040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SUB should be SUBS to set flags</a:t>
            </a:r>
          </a:p>
        </p:txBody>
      </p:sp>
    </p:spTree>
    <p:extLst>
      <p:ext uri="{BB962C8B-B14F-4D97-AF65-F5344CB8AC3E}">
        <p14:creationId xmlns:p14="http://schemas.microsoft.com/office/powerpoint/2010/main" val="3938986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B3FFA-1B38-C23C-27C7-A1FE03ED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CF7D1-587D-1B50-B854-46925DB60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304800"/>
            <a:ext cx="8229600" cy="990600"/>
          </a:xfrm>
        </p:spPr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DA1D2F7-3321-714E-832A-AA1911A40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BDA7FC0-53BF-D572-93A1-622E763F0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243894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 ???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 ???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 ???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8CEA76-20F8-81D0-1E3F-7401CB200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5183756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E6B181D-F24A-E836-C5CF-CA3D67143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417366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68623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6BB78-6632-8826-7CCC-63CDB859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304800"/>
            <a:ext cx="8229600" cy="990600"/>
          </a:xfrm>
        </p:spPr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D1E37-C382-D28F-3A6C-608C5EA1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C28BAFB-31B9-50D7-C887-1C2776C89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120420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 r0, r0, #1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 r0, #10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loop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376573-3C10-262F-B16F-802FF6558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166021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826EA7A-8E49-2A0D-7E31-D74230DEDA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929494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4643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03125-7437-16CA-FD54-FD399891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B2C29-FAA8-E0FC-9D90-062900CD1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103B5E-1165-3FCB-4CE9-4AE11E7C0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E35C772-DE0B-2EAC-7244-85D4FA033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84032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832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C3974-FBE4-3E33-C0C7-A305FF3B3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99A04E-432A-8B8D-58D1-5B0EEC3AA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8CE71F4-FEE2-6A98-A460-FF08F5768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69784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33C7BF-FB1E-BE65-9F1D-432DB1AEB47E}"/>
              </a:ext>
            </a:extLst>
          </p:cNvPr>
          <p:cNvSpPr txBox="1"/>
          <p:nvPr/>
        </p:nvSpPr>
        <p:spPr>
          <a:xfrm>
            <a:off x="612648" y="3657600"/>
            <a:ext cx="7997952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BPL, Branch if </a:t>
            </a:r>
            <a:r>
              <a:rPr lang="en-US" dirty="0" err="1"/>
              <a:t>PLus</a:t>
            </a:r>
            <a:r>
              <a:rPr lang="en-US" dirty="0"/>
              <a:t> (Positive or Zero), tests the Negative flag N=0 (i.e., r0 &gt;=0). Starting from 10 and decrementing, N stays 0 for 10 down to 0, so BPL would still branch at r0=0. Then SUBS makes r0 = −1, which sets N = 1, so BPL does not branch and the loop exits. Hence BPL allows the loop to run at 0 and overshoot by one iteration.</a:t>
            </a:r>
          </a:p>
        </p:txBody>
      </p:sp>
    </p:spTree>
    <p:extLst>
      <p:ext uri="{BB962C8B-B14F-4D97-AF65-F5344CB8AC3E}">
        <p14:creationId xmlns:p14="http://schemas.microsoft.com/office/powerpoint/2010/main" val="35587946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CCC7F-CE76-4282-D019-4CC0F724F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4C2F10-CB15-9260-0CF5-60A59575D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3021DFD-9755-D138-E0BA-8F2BF2761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6799"/>
              </p:ext>
            </p:extLst>
          </p:nvPr>
        </p:nvGraphicFramePr>
        <p:xfrm>
          <a:off x="495300" y="1189355"/>
          <a:ext cx="81534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70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* 8;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  R0 = base address of array, R1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  ; base address where array resides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…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34653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C23FE-7F45-2EB1-7862-0824BC01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2F78-E38C-E922-2EA0-E5855F54E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7B3805-422B-337F-48EC-13251D9DF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31D947-33A4-180B-7D14-41430240E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5885742"/>
              </p:ext>
            </p:extLst>
          </p:nvPr>
        </p:nvGraphicFramePr>
        <p:xfrm>
          <a:off x="495300" y="1189355"/>
          <a:ext cx="8153400" cy="29260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70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* 8;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  R0 = base address of array, R1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  ; base address where array resides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LDR R2, [R0, R1, LSL #2] ; R2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*4 byte offset)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  R2, R2, #3             ; R2 = R2 * 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STR   R2, [R0, R1, LSL #2]   ;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SUBS  R1, R1, #1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- 1, set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BPL   FOR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0) repeat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0392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63992-2E9D-0FA5-BCCF-C587DE00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3977F-CB71-7224-C20F-01E40F2B8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B04EC6-DE14-0E80-5C57-8972B043856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14800"/>
            <a:ext cx="8229600" cy="2042160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9861495-0CBB-23AF-BD88-8C94E413DC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156626"/>
              </p:ext>
            </p:extLst>
          </p:nvPr>
        </p:nvGraphicFramePr>
        <p:xfrm>
          <a:off x="457200" y="1219200"/>
          <a:ext cx="81534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2^x=128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455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3A810-5A85-6DBF-465F-279D9368C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FF15-20BD-DD2B-C761-29053EDBF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EDA5D2-83BD-3B87-4DC5-348EFA91B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A62B72-8CD3-1C22-B422-E7966ED0294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14800"/>
            <a:ext cx="8229600" cy="2042160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0A734A-5388-0D64-9AF4-4B261562D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279520"/>
              </p:ext>
            </p:extLst>
          </p:nvPr>
        </p:nvGraphicFramePr>
        <p:xfrm>
          <a:off x="457200" y="1219200"/>
          <a:ext cx="8153400" cy="29260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 = 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CMP r0, #128 ; r0-128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BEQ DONE ; if (pow==128) exit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r0, r0, #1 ; pow = pow * 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ADD r1, r1, #1 ; x = x + 1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 WHILE ; repeat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2928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DBE30-CE9B-1B6D-6A4A-6B6EA5CC3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75490-947F-5AFD-6FE0-9CAFDE4D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A3EFE-5323-ACD8-6FE1-AB4B2171D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1D3EA2-DC46-3341-8CF9-CFCEF1A12B9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91000"/>
            <a:ext cx="8229600" cy="1965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an array of 32‑bit </a:t>
            </a:r>
            <a:r>
              <a:rPr lang="en-US" dirty="0" err="1"/>
              <a:t>ints</a:t>
            </a:r>
            <a:r>
              <a:rPr lang="en-US" dirty="0"/>
              <a:t>, each element is 4 bytes, so element </a:t>
            </a:r>
            <a:r>
              <a:rPr lang="en-US" dirty="0" err="1"/>
              <a:t>i</a:t>
            </a:r>
            <a:r>
              <a:rPr lang="en-US" dirty="0"/>
              <a:t> lives at base + </a:t>
            </a:r>
            <a:r>
              <a:rPr lang="en-US" dirty="0" err="1"/>
              <a:t>i</a:t>
            </a:r>
            <a:r>
              <a:rPr lang="en-US" dirty="0"/>
              <a:t>*4, which is implemented as base + (</a:t>
            </a:r>
            <a:r>
              <a:rPr lang="en-US" dirty="0" err="1"/>
              <a:t>i</a:t>
            </a:r>
            <a:r>
              <a:rPr lang="en-US" dirty="0"/>
              <a:t> &lt;&lt; 2) via LSL #2 in the addressing mode</a:t>
            </a:r>
          </a:p>
          <a:p>
            <a:r>
              <a:rPr lang="en-US" dirty="0"/>
              <a:t>BPL “Branch if </a:t>
            </a:r>
            <a:r>
              <a:rPr lang="en-US" dirty="0" err="1"/>
              <a:t>PLus</a:t>
            </a:r>
            <a:r>
              <a:rPr lang="en-US" dirty="0"/>
              <a:t>” branches when the N (negative) flag N == 0, meaning the prior result was positive or zero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287FE73-3E90-5E25-A781-0E28058727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380933"/>
              </p:ext>
            </p:extLst>
          </p:nvPr>
        </p:nvGraphicFramePr>
        <p:xfrm>
          <a:off x="457200" y="1219200"/>
          <a:ext cx="82296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4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endParaRPr lang="nn-NO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199; i &gt;= 0</a:t>
                      </a:r>
                      <a:r>
                        <a:rPr lang="nn-NO" sz="1600" b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i=i-1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array[i] = array[i] * 8;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array base address, R1 =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68073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F016-4C8B-F6CB-CAF4-68B469313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5EA6B-8952-40EB-3949-6B580717C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6C4BA2-E8FF-80CA-AD47-94FDF9E2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A28E5-49A3-66F7-990B-B2B6CBD1939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91000"/>
            <a:ext cx="8229600" cy="1965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an array of 32‑bit </a:t>
            </a:r>
            <a:r>
              <a:rPr lang="en-US" dirty="0" err="1"/>
              <a:t>ints</a:t>
            </a:r>
            <a:r>
              <a:rPr lang="en-US" dirty="0"/>
              <a:t>, each element is 4 bytes, so element </a:t>
            </a:r>
            <a:r>
              <a:rPr lang="en-US" dirty="0" err="1"/>
              <a:t>i</a:t>
            </a:r>
            <a:r>
              <a:rPr lang="en-US" dirty="0"/>
              <a:t> lives at base + </a:t>
            </a:r>
            <a:r>
              <a:rPr lang="en-US" dirty="0" err="1"/>
              <a:t>i</a:t>
            </a:r>
            <a:r>
              <a:rPr lang="en-US" dirty="0"/>
              <a:t>*4, which is implemented as base + (</a:t>
            </a:r>
            <a:r>
              <a:rPr lang="en-US" dirty="0" err="1"/>
              <a:t>i</a:t>
            </a:r>
            <a:r>
              <a:rPr lang="en-US" dirty="0"/>
              <a:t> &lt;&lt; 2) via LSL #2 in the addressing mode</a:t>
            </a:r>
          </a:p>
          <a:p>
            <a:r>
              <a:rPr lang="en-US" dirty="0"/>
              <a:t>BPL “Branch if </a:t>
            </a:r>
            <a:r>
              <a:rPr lang="en-US" dirty="0" err="1"/>
              <a:t>PLus</a:t>
            </a:r>
            <a:r>
              <a:rPr lang="en-US" dirty="0"/>
              <a:t>” branches when the N (negative) flag N == 0, meaning the prior result was positive or zero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1A6033-F35D-AA78-84E4-0829739E30D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19200"/>
          <a:ext cx="8229600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4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endParaRPr lang="nn-NO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199; i &gt;= 0; i = i - 1)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array[i] = array[i] * 8;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array base address, R1 =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LDR R2, [R0, R1, LSL #2] ;R2 = array(i)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R2, R2, #3 ; R2 = R2&lt;&lt;3 = R2*8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STR R2, [R0, R1, LSL #2] ;array(i) =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SUBS R1, R1, #1 ; i=i-1 and set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BPL FOR ; if (i &gt;= 0) repeat loop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8422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881C7-467A-5E22-27C4-993FCFB9D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8F155D-E149-0458-9E03-F5E1A333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41425-80C3-BB89-8E06-F17C64CA6E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2" y="1280795"/>
            <a:ext cx="8643257" cy="4937760"/>
          </a:xfrm>
        </p:spPr>
        <p:txBody>
          <a:bodyPr>
            <a:normAutofit/>
          </a:bodyPr>
          <a:lstStyle/>
          <a:p>
            <a:r>
              <a:rPr lang="en-US" dirty="0"/>
              <a:t>Write a program that reverses the bits in a register, such that the register containing d31,d30,d29...d1,d0 now contains d0,d1,...d29,d30,d3.</a:t>
            </a:r>
          </a:p>
        </p:txBody>
      </p:sp>
    </p:spTree>
    <p:extLst>
      <p:ext uri="{BB962C8B-B14F-4D97-AF65-F5344CB8AC3E}">
        <p14:creationId xmlns:p14="http://schemas.microsoft.com/office/powerpoint/2010/main" val="34812095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C49CA-42B3-B605-E8A7-359167C0D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6B5B-A6C0-DC4C-DEB4-8732098DF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821D49-2F4C-52CF-C331-66D1689BD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6C8B17-C01D-A13D-3A3B-0B0D369E641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3" y="1280795"/>
            <a:ext cx="4114800" cy="493776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ANS: </a:t>
            </a:r>
          </a:p>
          <a:p>
            <a:pPr lvl="1"/>
            <a:r>
              <a:rPr lang="en-US" dirty="0"/>
              <a:t>; Reverse bits in r0, result in r1</a:t>
            </a:r>
          </a:p>
          <a:p>
            <a:pPr lvl="1"/>
            <a:r>
              <a:rPr lang="en-US" dirty="0"/>
              <a:t>MOV r1, #0          ; Initialize result</a:t>
            </a:r>
          </a:p>
          <a:p>
            <a:pPr lvl="1"/>
            <a:r>
              <a:rPr lang="en-US" dirty="0"/>
              <a:t>MOV r2, #32         ; Bit counter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reverse_loop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r2,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reverse_end</a:t>
            </a:r>
            <a:endParaRPr lang="en-US" dirty="0"/>
          </a:p>
          <a:p>
            <a:pPr lvl="1"/>
            <a:r>
              <a:rPr lang="en-US" dirty="0"/>
              <a:t>    LSL r1, r1, #1    ; Shift result left</a:t>
            </a:r>
          </a:p>
          <a:p>
            <a:pPr lvl="1"/>
            <a:r>
              <a:rPr lang="en-US" dirty="0"/>
              <a:t>    AND r3, r0, #1   ; Get LSB of r0</a:t>
            </a:r>
          </a:p>
          <a:p>
            <a:pPr lvl="1"/>
            <a:r>
              <a:rPr lang="en-US" dirty="0"/>
              <a:t>    ORR r1, r1, r3    ; Add to result</a:t>
            </a:r>
          </a:p>
          <a:p>
            <a:pPr lvl="1"/>
            <a:r>
              <a:rPr lang="en-US" dirty="0"/>
              <a:t>    LSR r0, r0, #1    ; Shift r0 right</a:t>
            </a:r>
          </a:p>
          <a:p>
            <a:pPr lvl="1"/>
            <a:r>
              <a:rPr lang="en-US" dirty="0"/>
              <a:t>    SUB r2, r2, #1    ; Decrement counter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reverse_loop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 err="1"/>
              <a:t>reverse_end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F7D098B-7A33-76F5-883C-E025A8679A7A}"/>
              </a:ext>
            </a:extLst>
          </p:cNvPr>
          <p:cNvSpPr txBox="1">
            <a:spLocks/>
          </p:cNvSpPr>
          <p:nvPr/>
        </p:nvSpPr>
        <p:spPr>
          <a:xfrm>
            <a:off x="3886200" y="1197428"/>
            <a:ext cx="5181600" cy="5660572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/>
              <a:t>Example with 8 bits:</a:t>
            </a:r>
          </a:p>
          <a:p>
            <a:r>
              <a:rPr lang="en-US" sz="1400" dirty="0"/>
              <a:t>Let input r0 = 0b1011_0010</a:t>
            </a:r>
          </a:p>
          <a:p>
            <a:r>
              <a:rPr lang="en-US" sz="1400" dirty="0"/>
              <a:t>Initialize r1 = 0, r2 = 8 (bit counter), and r3 is the scratch for the extracted bit; the loop body runs 8 times.</a:t>
            </a:r>
          </a:p>
          <a:p>
            <a:r>
              <a:rPr lang="en-US" sz="1400" b="1" dirty="0"/>
              <a:t>Iteration 1</a:t>
            </a:r>
          </a:p>
          <a:p>
            <a:r>
              <a:rPr lang="en-US" sz="1400" dirty="0"/>
              <a:t>LSL r1, r1, #1: r1 = 0 &lt;&lt; 1 = 0.</a:t>
            </a:r>
          </a:p>
          <a:p>
            <a:r>
              <a:rPr lang="en-US" sz="1400" dirty="0"/>
              <a:t>AND r3, r0, #1: r3 = 0b1011_0010 &amp; 1 = 0 (LSB of r0 is 0).</a:t>
            </a:r>
          </a:p>
          <a:p>
            <a:r>
              <a:rPr lang="en-US" sz="1400" dirty="0"/>
              <a:t>ORR r1, r1, r3: r1 = 0 | 0 = 0.</a:t>
            </a:r>
          </a:p>
          <a:p>
            <a:r>
              <a:rPr lang="en-US" sz="1400" dirty="0"/>
              <a:t>LSR r0, r0, #1: r0 = 0b0101_1001 (shift right, next LSB becomes current).</a:t>
            </a:r>
          </a:p>
          <a:p>
            <a:r>
              <a:rPr lang="en-US" sz="1400" dirty="0"/>
              <a:t>SUB r2, r2, #1: r2 = 7.</a:t>
            </a:r>
          </a:p>
          <a:p>
            <a:r>
              <a:rPr lang="en-US" sz="1400" dirty="0"/>
              <a:t>Effect:  The first output bit appears at the LSB of r1 and equals original d0.</a:t>
            </a:r>
          </a:p>
          <a:p>
            <a:r>
              <a:rPr lang="en-US" sz="1400" b="1" dirty="0"/>
              <a:t>Iteration 2</a:t>
            </a:r>
          </a:p>
          <a:p>
            <a:r>
              <a:rPr lang="en-US" sz="1400" dirty="0"/>
              <a:t>LSL r1: r1 = 0 &lt;&lt; 1 = 0.</a:t>
            </a:r>
          </a:p>
          <a:p>
            <a:r>
              <a:rPr lang="en-US" sz="1400" dirty="0"/>
              <a:t>AND r3, r0, #1: r3 = 0b0101_1001 &amp; 1 = 1 (new LSB is 1).</a:t>
            </a:r>
          </a:p>
          <a:p>
            <a:r>
              <a:rPr lang="en-US" sz="1400" dirty="0"/>
              <a:t>ORR r1, r1, r3: r1 = 0 | 1 = 1 (now r1 = 0b0000_0001).</a:t>
            </a:r>
          </a:p>
          <a:p>
            <a:r>
              <a:rPr lang="en-US" sz="1400" dirty="0"/>
              <a:t>LSR r0: r0 = 0b0010_1100.</a:t>
            </a:r>
          </a:p>
          <a:p>
            <a:r>
              <a:rPr lang="en-US" sz="1400" dirty="0"/>
              <a:t>SUB r2: r2 = 6.</a:t>
            </a:r>
          </a:p>
          <a:p>
            <a:r>
              <a:rPr lang="en-US" sz="1400" dirty="0"/>
              <a:t>Effect: r1 now holds bits “d0 d1”.</a:t>
            </a:r>
          </a:p>
          <a:p>
            <a:r>
              <a:rPr lang="en-US" sz="1400" dirty="0"/>
              <a:t>On each subsequent iteration, r1 is shifted left before inserting the next bit, so earlier bits move toward the MSB while the newly inserted bit always starts at the LSB; over the whole loop, this builds the reversed word with the earliest extracted bits ending up toward the MSB by the end.</a:t>
            </a:r>
          </a:p>
        </p:txBody>
      </p:sp>
    </p:spTree>
    <p:extLst>
      <p:ext uri="{BB962C8B-B14F-4D97-AF65-F5344CB8AC3E}">
        <p14:creationId xmlns:p14="http://schemas.microsoft.com/office/powerpoint/2010/main" val="38666487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883A-F8CE-E82A-B1A3-6EC2CD284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01EFB2-11F5-B39F-34E5-E54A841CC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B16539-02BC-5FF9-955C-7C457DDED9F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73869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ADFB1-F357-68E2-175B-2C5C6C85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FD91B-CCB1-1FF1-5A3E-E3A233A25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7F3D79-E0FB-0BC2-C900-A473C860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D8EDD-ADE2-ED0A-3035-5EABE2583A7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Method 1: Compare instruction</a:t>
            </a:r>
          </a:p>
          <a:p>
            <a:pPr lvl="1"/>
            <a:r>
              <a:rPr lang="en-US" dirty="0"/>
              <a:t>CMP r0, r1</a:t>
            </a:r>
          </a:p>
          <a:p>
            <a:pPr lvl="1"/>
            <a:r>
              <a:rPr lang="en-US" dirty="0"/>
              <a:t>; Method 2: Exclusive OR</a:t>
            </a:r>
          </a:p>
          <a:p>
            <a:pPr lvl="1"/>
            <a:r>
              <a:rPr lang="en-US" dirty="0"/>
              <a:t>EORS r2, r0, r1  ; If equal, result is zero and Z flag set</a:t>
            </a:r>
          </a:p>
          <a:p>
            <a:pPr lvl="1"/>
            <a:r>
              <a:rPr lang="en-US" dirty="0"/>
              <a:t>; Method 3: Subtract and test</a:t>
            </a:r>
          </a:p>
          <a:p>
            <a:pPr lvl="1"/>
            <a:r>
              <a:rPr lang="en-US" dirty="0"/>
              <a:t>SUBS r2, r0, r1  ; If equal, result is zero and Z flag set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895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title"/>
          </p:nvPr>
        </p:nvSpPr>
        <p:spPr>
          <a:xfrm>
            <a:off x="1603248" y="203216"/>
            <a:ext cx="82296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Summary:</a:t>
            </a:r>
            <a:br>
              <a:rPr lang="en-US" dirty="0"/>
            </a:br>
            <a:r>
              <a:rPr lang="en-US" dirty="0"/>
              <a:t>Condition Codes </a:t>
            </a:r>
          </a:p>
        </p:txBody>
      </p:sp>
      <p:sp>
        <p:nvSpPr>
          <p:cNvPr id="54" name="Slide Number Placeholder 5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390649" y="5765380"/>
            <a:ext cx="63588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2"/>
            <a:r>
              <a:rPr lang="en-US" sz="1400" i="1" dirty="0"/>
              <a:t>Note AL is the default and does not need to be specified </a:t>
            </a:r>
            <a:endParaRPr lang="en-GB" sz="1400" i="1" dirty="0"/>
          </a:p>
        </p:txBody>
      </p:sp>
      <p:grpSp>
        <p:nvGrpSpPr>
          <p:cNvPr id="4" name="Group 3"/>
          <p:cNvGrpSpPr/>
          <p:nvPr/>
        </p:nvGrpSpPr>
        <p:grpSpPr>
          <a:xfrm>
            <a:off x="1390650" y="1412356"/>
            <a:ext cx="6362700" cy="4241801"/>
            <a:chOff x="1423974" y="1779588"/>
            <a:chExt cx="6362700" cy="4241801"/>
          </a:xfrm>
        </p:grpSpPr>
        <p:sp>
          <p:nvSpPr>
            <p:cNvPr id="14342" name="Rectangle 5"/>
            <p:cNvSpPr>
              <a:spLocks noChangeArrowheads="1"/>
            </p:cNvSpPr>
            <p:nvPr/>
          </p:nvSpPr>
          <p:spPr bwMode="auto">
            <a:xfrm>
              <a:off x="2696971" y="23098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ot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43" name="Rectangle 6"/>
            <p:cNvSpPr>
              <a:spLocks noChangeArrowheads="1"/>
            </p:cNvSpPr>
            <p:nvPr/>
          </p:nvSpPr>
          <p:spPr bwMode="auto">
            <a:xfrm>
              <a:off x="2696971" y="25749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igher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44" name="Rectangle 7"/>
            <p:cNvSpPr>
              <a:spLocks noChangeArrowheads="1"/>
            </p:cNvSpPr>
            <p:nvPr/>
          </p:nvSpPr>
          <p:spPr bwMode="auto">
            <a:xfrm>
              <a:off x="2696971" y="28400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LO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5" name="Rectangle 8"/>
            <p:cNvSpPr>
              <a:spLocks noChangeArrowheads="1"/>
            </p:cNvSpPr>
            <p:nvPr/>
          </p:nvSpPr>
          <p:spPr bwMode="auto">
            <a:xfrm>
              <a:off x="2696971" y="31051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(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Negative)</a:t>
              </a:r>
            </a:p>
          </p:txBody>
        </p:sp>
        <p:sp>
          <p:nvSpPr>
            <p:cNvPr id="14346" name="Rectangle 9"/>
            <p:cNvSpPr>
              <a:spLocks noChangeArrowheads="1"/>
            </p:cNvSpPr>
            <p:nvPr/>
          </p:nvSpPr>
          <p:spPr bwMode="auto">
            <a:xfrm>
              <a:off x="2696971" y="20447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ual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7" name="Rectangle 10"/>
            <p:cNvSpPr>
              <a:spLocks noChangeArrowheads="1"/>
            </p:cNvSpPr>
            <p:nvPr/>
          </p:nvSpPr>
          <p:spPr bwMode="auto">
            <a:xfrm>
              <a:off x="2696971" y="36353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et</a:t>
              </a:r>
            </a:p>
          </p:txBody>
        </p:sp>
        <p:sp>
          <p:nvSpPr>
            <p:cNvPr id="14348" name="Rectangle 11"/>
            <p:cNvSpPr>
              <a:spLocks noChangeArrowheads="1"/>
            </p:cNvSpPr>
            <p:nvPr/>
          </p:nvSpPr>
          <p:spPr bwMode="auto">
            <a:xfrm>
              <a:off x="2696971" y="390048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leared</a:t>
              </a:r>
            </a:p>
          </p:txBody>
        </p:sp>
        <p:sp>
          <p:nvSpPr>
            <p:cNvPr id="14349" name="Rectangle 12"/>
            <p:cNvSpPr>
              <a:spLocks noChangeArrowheads="1"/>
            </p:cNvSpPr>
            <p:nvPr/>
          </p:nvSpPr>
          <p:spPr bwMode="auto">
            <a:xfrm>
              <a:off x="2696971" y="41656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gher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0" name="Rectangle 13"/>
            <p:cNvSpPr>
              <a:spLocks noChangeArrowheads="1"/>
            </p:cNvSpPr>
            <p:nvPr/>
          </p:nvSpPr>
          <p:spPr bwMode="auto">
            <a:xfrm>
              <a:off x="2696971" y="44307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ower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51" name="Rectangle 14"/>
            <p:cNvSpPr>
              <a:spLocks noChangeArrowheads="1"/>
            </p:cNvSpPr>
            <p:nvPr/>
          </p:nvSpPr>
          <p:spPr bwMode="auto">
            <a:xfrm>
              <a:off x="2696971" y="33702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(Positive or Zero)</a:t>
              </a:r>
            </a:p>
          </p:txBody>
        </p:sp>
        <p:sp>
          <p:nvSpPr>
            <p:cNvPr id="14352" name="Rectangle 15"/>
            <p:cNvSpPr>
              <a:spLocks noChangeArrowheads="1"/>
            </p:cNvSpPr>
            <p:nvPr/>
          </p:nvSpPr>
          <p:spPr bwMode="auto">
            <a:xfrm>
              <a:off x="2696971" y="49609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3" name="Rectangle 16"/>
            <p:cNvSpPr>
              <a:spLocks noChangeArrowheads="1"/>
            </p:cNvSpPr>
            <p:nvPr/>
          </p:nvSpPr>
          <p:spPr bwMode="auto">
            <a:xfrm>
              <a:off x="2696971" y="52260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4" name="Rectangle 17"/>
            <p:cNvSpPr>
              <a:spLocks noChangeArrowheads="1"/>
            </p:cNvSpPr>
            <p:nvPr/>
          </p:nvSpPr>
          <p:spPr bwMode="auto">
            <a:xfrm>
              <a:off x="2696971" y="54911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than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5" name="Rectangle 18"/>
            <p:cNvSpPr>
              <a:spLocks noChangeArrowheads="1"/>
            </p:cNvSpPr>
            <p:nvPr/>
          </p:nvSpPr>
          <p:spPr bwMode="auto">
            <a:xfrm>
              <a:off x="2696971" y="57562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ways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6" name="Rectangle 19"/>
            <p:cNvSpPr>
              <a:spLocks noChangeArrowheads="1"/>
            </p:cNvSpPr>
            <p:nvPr/>
          </p:nvSpPr>
          <p:spPr bwMode="auto">
            <a:xfrm>
              <a:off x="2696971" y="46958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7" name="Rectangle 20"/>
            <p:cNvSpPr>
              <a:spLocks noChangeArrowheads="1"/>
            </p:cNvSpPr>
            <p:nvPr/>
          </p:nvSpPr>
          <p:spPr bwMode="auto">
            <a:xfrm>
              <a:off x="1423974" y="20447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</a:p>
          </p:txBody>
        </p:sp>
        <p:sp>
          <p:nvSpPr>
            <p:cNvPr id="14358" name="Rectangle 21"/>
            <p:cNvSpPr>
              <a:spLocks noChangeArrowheads="1"/>
            </p:cNvSpPr>
            <p:nvPr/>
          </p:nvSpPr>
          <p:spPr bwMode="auto">
            <a:xfrm>
              <a:off x="1423974" y="23098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NE</a:t>
              </a:r>
            </a:p>
          </p:txBody>
        </p:sp>
        <p:sp>
          <p:nvSpPr>
            <p:cNvPr id="14359" name="Rectangle 22"/>
            <p:cNvSpPr>
              <a:spLocks noChangeArrowheads="1"/>
            </p:cNvSpPr>
            <p:nvPr/>
          </p:nvSpPr>
          <p:spPr bwMode="auto">
            <a:xfrm>
              <a:off x="1423974" y="25749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CS/HS</a:t>
              </a:r>
            </a:p>
          </p:txBody>
        </p:sp>
        <p:sp>
          <p:nvSpPr>
            <p:cNvPr id="14360" name="Rectangle 23"/>
            <p:cNvSpPr>
              <a:spLocks noChangeArrowheads="1"/>
            </p:cNvSpPr>
            <p:nvPr/>
          </p:nvSpPr>
          <p:spPr bwMode="auto">
            <a:xfrm>
              <a:off x="1423974" y="28400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CC/LO</a:t>
              </a:r>
            </a:p>
          </p:txBody>
        </p:sp>
        <p:sp>
          <p:nvSpPr>
            <p:cNvPr id="14361" name="Rectangle 24"/>
            <p:cNvSpPr>
              <a:spLocks noChangeArrowheads="1"/>
            </p:cNvSpPr>
            <p:nvPr/>
          </p:nvSpPr>
          <p:spPr bwMode="auto">
            <a:xfrm>
              <a:off x="1423974" y="33702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</a:p>
          </p:txBody>
        </p:sp>
        <p:sp>
          <p:nvSpPr>
            <p:cNvPr id="14362" name="Rectangle 25"/>
            <p:cNvSpPr>
              <a:spLocks noChangeArrowheads="1"/>
            </p:cNvSpPr>
            <p:nvPr/>
          </p:nvSpPr>
          <p:spPr bwMode="auto">
            <a:xfrm>
              <a:off x="1423974" y="36353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VS</a:t>
              </a:r>
            </a:p>
          </p:txBody>
        </p:sp>
        <p:sp>
          <p:nvSpPr>
            <p:cNvPr id="14363" name="Rectangle 26"/>
            <p:cNvSpPr>
              <a:spLocks noChangeArrowheads="1"/>
            </p:cNvSpPr>
            <p:nvPr/>
          </p:nvSpPr>
          <p:spPr bwMode="auto">
            <a:xfrm>
              <a:off x="1423974" y="41656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</a:p>
          </p:txBody>
        </p:sp>
        <p:sp>
          <p:nvSpPr>
            <p:cNvPr id="14364" name="Rectangle 27"/>
            <p:cNvSpPr>
              <a:spLocks noChangeArrowheads="1"/>
            </p:cNvSpPr>
            <p:nvPr/>
          </p:nvSpPr>
          <p:spPr bwMode="auto">
            <a:xfrm>
              <a:off x="1423974" y="44307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LS</a:t>
              </a:r>
            </a:p>
          </p:txBody>
        </p:sp>
        <p:sp>
          <p:nvSpPr>
            <p:cNvPr id="14365" name="Rectangle 28"/>
            <p:cNvSpPr>
              <a:spLocks noChangeArrowheads="1"/>
            </p:cNvSpPr>
            <p:nvPr/>
          </p:nvSpPr>
          <p:spPr bwMode="auto">
            <a:xfrm>
              <a:off x="1423974" y="46958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GE</a:t>
              </a:r>
            </a:p>
          </p:txBody>
        </p:sp>
        <p:sp>
          <p:nvSpPr>
            <p:cNvPr id="14366" name="Rectangle 29"/>
            <p:cNvSpPr>
              <a:spLocks noChangeArrowheads="1"/>
            </p:cNvSpPr>
            <p:nvPr/>
          </p:nvSpPr>
          <p:spPr bwMode="auto">
            <a:xfrm>
              <a:off x="1423974" y="49609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LT</a:t>
              </a:r>
            </a:p>
          </p:txBody>
        </p:sp>
        <p:sp>
          <p:nvSpPr>
            <p:cNvPr id="14367" name="Rectangle 30"/>
            <p:cNvSpPr>
              <a:spLocks noChangeArrowheads="1"/>
            </p:cNvSpPr>
            <p:nvPr/>
          </p:nvSpPr>
          <p:spPr bwMode="auto">
            <a:xfrm>
              <a:off x="1423974" y="52260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GT</a:t>
              </a:r>
            </a:p>
          </p:txBody>
        </p:sp>
        <p:sp>
          <p:nvSpPr>
            <p:cNvPr id="14368" name="Rectangle 31"/>
            <p:cNvSpPr>
              <a:spLocks noChangeArrowheads="1"/>
            </p:cNvSpPr>
            <p:nvPr/>
          </p:nvSpPr>
          <p:spPr bwMode="auto">
            <a:xfrm>
              <a:off x="1423974" y="54911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LE</a:t>
              </a:r>
            </a:p>
          </p:txBody>
        </p:sp>
        <p:sp>
          <p:nvSpPr>
            <p:cNvPr id="14369" name="Rectangle 32"/>
            <p:cNvSpPr>
              <a:spLocks noChangeArrowheads="1"/>
            </p:cNvSpPr>
            <p:nvPr/>
          </p:nvSpPr>
          <p:spPr bwMode="auto">
            <a:xfrm>
              <a:off x="1423974" y="57562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</a:p>
          </p:txBody>
        </p:sp>
        <p:sp>
          <p:nvSpPr>
            <p:cNvPr id="14370" name="Rectangle 33"/>
            <p:cNvSpPr>
              <a:spLocks noChangeArrowheads="1"/>
            </p:cNvSpPr>
            <p:nvPr/>
          </p:nvSpPr>
          <p:spPr bwMode="auto">
            <a:xfrm>
              <a:off x="1423974" y="31051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</a:p>
          </p:txBody>
        </p:sp>
        <p:sp>
          <p:nvSpPr>
            <p:cNvPr id="14371" name="Rectangle 34"/>
            <p:cNvSpPr>
              <a:spLocks noChangeArrowheads="1"/>
            </p:cNvSpPr>
            <p:nvPr/>
          </p:nvSpPr>
          <p:spPr bwMode="auto">
            <a:xfrm>
              <a:off x="1423974" y="390048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VC</a:t>
              </a:r>
            </a:p>
          </p:txBody>
        </p:sp>
        <p:sp>
          <p:nvSpPr>
            <p:cNvPr id="14372" name="Rectangle 35"/>
            <p:cNvSpPr>
              <a:spLocks noChangeArrowheads="1"/>
            </p:cNvSpPr>
            <p:nvPr/>
          </p:nvSpPr>
          <p:spPr bwMode="auto">
            <a:xfrm>
              <a:off x="1423974" y="1779588"/>
              <a:ext cx="1272997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Suffix</a:t>
              </a:r>
            </a:p>
          </p:txBody>
        </p:sp>
        <p:sp>
          <p:nvSpPr>
            <p:cNvPr id="14373" name="Rectangle 36"/>
            <p:cNvSpPr>
              <a:spLocks noChangeArrowheads="1"/>
            </p:cNvSpPr>
            <p:nvPr/>
          </p:nvSpPr>
          <p:spPr bwMode="auto">
            <a:xfrm>
              <a:off x="2696971" y="1779588"/>
              <a:ext cx="3435035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Description</a:t>
              </a:r>
            </a:p>
          </p:txBody>
        </p:sp>
        <p:sp>
          <p:nvSpPr>
            <p:cNvPr id="14374" name="Rectangle 37"/>
            <p:cNvSpPr>
              <a:spLocks noChangeArrowheads="1"/>
            </p:cNvSpPr>
            <p:nvPr/>
          </p:nvSpPr>
          <p:spPr bwMode="auto">
            <a:xfrm>
              <a:off x="6132006" y="23098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</a:t>
              </a:r>
            </a:p>
          </p:txBody>
        </p:sp>
        <p:sp>
          <p:nvSpPr>
            <p:cNvPr id="14375" name="Rectangle 38"/>
            <p:cNvSpPr>
              <a:spLocks noChangeArrowheads="1"/>
            </p:cNvSpPr>
            <p:nvPr/>
          </p:nvSpPr>
          <p:spPr bwMode="auto">
            <a:xfrm>
              <a:off x="6132006" y="25749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</a:t>
              </a:r>
            </a:p>
          </p:txBody>
        </p:sp>
        <p:sp>
          <p:nvSpPr>
            <p:cNvPr id="14376" name="Rectangle 39"/>
            <p:cNvSpPr>
              <a:spLocks noChangeArrowheads="1"/>
            </p:cNvSpPr>
            <p:nvPr/>
          </p:nvSpPr>
          <p:spPr bwMode="auto">
            <a:xfrm>
              <a:off x="6132006" y="28400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</a:t>
              </a:r>
            </a:p>
          </p:txBody>
        </p:sp>
        <p:sp>
          <p:nvSpPr>
            <p:cNvPr id="14377" name="Rectangle 40"/>
            <p:cNvSpPr>
              <a:spLocks noChangeArrowheads="1"/>
            </p:cNvSpPr>
            <p:nvPr/>
          </p:nvSpPr>
          <p:spPr bwMode="auto">
            <a:xfrm>
              <a:off x="6132006" y="20447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</a:t>
              </a:r>
            </a:p>
          </p:txBody>
        </p:sp>
        <p:sp>
          <p:nvSpPr>
            <p:cNvPr id="14378" name="Rectangle 41"/>
            <p:cNvSpPr>
              <a:spLocks noChangeArrowheads="1"/>
            </p:cNvSpPr>
            <p:nvPr/>
          </p:nvSpPr>
          <p:spPr bwMode="auto">
            <a:xfrm>
              <a:off x="6132006" y="1779588"/>
              <a:ext cx="1654668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Flags tested</a:t>
              </a:r>
            </a:p>
          </p:txBody>
        </p:sp>
        <p:sp>
          <p:nvSpPr>
            <p:cNvPr id="14379" name="Rectangle 42"/>
            <p:cNvSpPr>
              <a:spLocks noChangeArrowheads="1"/>
            </p:cNvSpPr>
            <p:nvPr/>
          </p:nvSpPr>
          <p:spPr bwMode="auto">
            <a:xfrm>
              <a:off x="6132006" y="31051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N=1</a:t>
              </a:r>
            </a:p>
          </p:txBody>
        </p:sp>
        <p:sp>
          <p:nvSpPr>
            <p:cNvPr id="14380" name="Rectangle 43"/>
            <p:cNvSpPr>
              <a:spLocks noChangeArrowheads="1"/>
            </p:cNvSpPr>
            <p:nvPr/>
          </p:nvSpPr>
          <p:spPr bwMode="auto">
            <a:xfrm>
              <a:off x="6132006" y="33702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N=0</a:t>
              </a:r>
            </a:p>
          </p:txBody>
        </p:sp>
        <p:sp>
          <p:nvSpPr>
            <p:cNvPr id="14381" name="Rectangle 44"/>
            <p:cNvSpPr>
              <a:spLocks noChangeArrowheads="1"/>
            </p:cNvSpPr>
            <p:nvPr/>
          </p:nvSpPr>
          <p:spPr bwMode="auto">
            <a:xfrm>
              <a:off x="6132006" y="36353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V=1</a:t>
              </a:r>
            </a:p>
          </p:txBody>
        </p:sp>
        <p:sp>
          <p:nvSpPr>
            <p:cNvPr id="14382" name="Rectangle 45"/>
            <p:cNvSpPr>
              <a:spLocks noChangeArrowheads="1"/>
            </p:cNvSpPr>
            <p:nvPr/>
          </p:nvSpPr>
          <p:spPr bwMode="auto">
            <a:xfrm>
              <a:off x="6132006" y="390048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V=0</a:t>
              </a:r>
            </a:p>
          </p:txBody>
        </p:sp>
        <p:sp>
          <p:nvSpPr>
            <p:cNvPr id="14383" name="Rectangle 46"/>
            <p:cNvSpPr>
              <a:spLocks noChangeArrowheads="1"/>
            </p:cNvSpPr>
            <p:nvPr/>
          </p:nvSpPr>
          <p:spPr bwMode="auto">
            <a:xfrm>
              <a:off x="6132006" y="41656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 &amp; Z=0</a:t>
              </a:r>
            </a:p>
          </p:txBody>
        </p:sp>
        <p:sp>
          <p:nvSpPr>
            <p:cNvPr id="14384" name="Rectangle 47"/>
            <p:cNvSpPr>
              <a:spLocks noChangeArrowheads="1"/>
            </p:cNvSpPr>
            <p:nvPr/>
          </p:nvSpPr>
          <p:spPr bwMode="auto">
            <a:xfrm>
              <a:off x="6132006" y="44307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 or Z=1</a:t>
              </a:r>
            </a:p>
          </p:txBody>
        </p:sp>
        <p:sp>
          <p:nvSpPr>
            <p:cNvPr id="14385" name="Rectangle 48"/>
            <p:cNvSpPr>
              <a:spLocks noChangeArrowheads="1"/>
            </p:cNvSpPr>
            <p:nvPr/>
          </p:nvSpPr>
          <p:spPr bwMode="auto">
            <a:xfrm>
              <a:off x="6132006" y="46958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N=V</a:t>
              </a:r>
            </a:p>
          </p:txBody>
        </p:sp>
        <p:sp>
          <p:nvSpPr>
            <p:cNvPr id="14386" name="Rectangle 49"/>
            <p:cNvSpPr>
              <a:spLocks noChangeArrowheads="1"/>
            </p:cNvSpPr>
            <p:nvPr/>
          </p:nvSpPr>
          <p:spPr bwMode="auto">
            <a:xfrm>
              <a:off x="6132006" y="49609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N!=V</a:t>
              </a:r>
            </a:p>
          </p:txBody>
        </p:sp>
        <p:sp>
          <p:nvSpPr>
            <p:cNvPr id="14387" name="Rectangle 50"/>
            <p:cNvSpPr>
              <a:spLocks noChangeArrowheads="1"/>
            </p:cNvSpPr>
            <p:nvPr/>
          </p:nvSpPr>
          <p:spPr bwMode="auto">
            <a:xfrm>
              <a:off x="6132006" y="52260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 &amp; N=V</a:t>
              </a:r>
            </a:p>
          </p:txBody>
        </p:sp>
        <p:sp>
          <p:nvSpPr>
            <p:cNvPr id="14388" name="Rectangle 51"/>
            <p:cNvSpPr>
              <a:spLocks noChangeArrowheads="1"/>
            </p:cNvSpPr>
            <p:nvPr/>
          </p:nvSpPr>
          <p:spPr bwMode="auto">
            <a:xfrm>
              <a:off x="6132006" y="54911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 or N!=V</a:t>
              </a:r>
            </a:p>
          </p:txBody>
        </p:sp>
        <p:sp>
          <p:nvSpPr>
            <p:cNvPr id="14389" name="Rectangle 52"/>
            <p:cNvSpPr>
              <a:spLocks noChangeArrowheads="1"/>
            </p:cNvSpPr>
            <p:nvPr/>
          </p:nvSpPr>
          <p:spPr bwMode="auto">
            <a:xfrm>
              <a:off x="6132006" y="57562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GB" sz="1800" b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" name="Horizontal Scroll 6">
            <a:extLst>
              <a:ext uri="{FF2B5EF4-FFF2-40B4-BE49-F238E27FC236}">
                <a16:creationId xmlns:a16="http://schemas.microsoft.com/office/drawing/2014/main" id="{E7D41462-9020-C1BE-FC22-4828849CCA2B}"/>
              </a:ext>
            </a:extLst>
          </p:cNvPr>
          <p:cNvSpPr/>
          <p:nvPr/>
        </p:nvSpPr>
        <p:spPr>
          <a:xfrm>
            <a:off x="124937" y="-11430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022176175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9E463-C948-C3C6-EBEB-D7614714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F5097-3883-A979-F516-EB30063B3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8E367A-C927-A764-1B9B-DFE3844E5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EDB43E-83C0-5DC3-0240-AA027631F40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 (from a previous instruction).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 (from a previous instruction)</a:t>
            </a:r>
          </a:p>
          <a:p>
            <a:pPr lvl="1"/>
            <a:r>
              <a:rPr lang="en-US" dirty="0"/>
              <a:t>Compare registers r6 and r8 only if Z is clear (from a previous instruction)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0460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4BE69-79FC-AC78-9289-90E2DF96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F286BD-84A0-8013-8D00-D4806A6D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44054-91F4-1D97-9E7A-B6455D72537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</a:t>
            </a:r>
          </a:p>
          <a:p>
            <a:pPr lvl="1"/>
            <a:r>
              <a:rPr lang="en-US" dirty="0"/>
              <a:t>Compare registers r6 and r8 only if Z is clear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Plus, Positive or Zero, (N=0).  Add r3 and r6 only if N is clear, store in r7</a:t>
            </a:r>
          </a:p>
          <a:p>
            <a:pPr lvl="1"/>
            <a:r>
              <a:rPr lang="en-US" dirty="0"/>
              <a:t>ADDPL r7, r3, r6</a:t>
            </a:r>
          </a:p>
          <a:p>
            <a:pPr lvl="1"/>
            <a:r>
              <a:rPr lang="en-US" dirty="0"/>
              <a:t>; HI, Unsigned Higher, (C=1 &amp; Z=0). Multiply r7 and r12, put result in r3 only if C is set and Z is clear</a:t>
            </a:r>
          </a:p>
          <a:p>
            <a:pPr lvl="1"/>
            <a:r>
              <a:rPr lang="en-US" dirty="0"/>
              <a:t>MULHI r3, r7, r12</a:t>
            </a:r>
          </a:p>
          <a:p>
            <a:pPr lvl="1"/>
            <a:r>
              <a:rPr lang="en-US" dirty="0"/>
              <a:t>; NE, Not equal (Z=0). Compare r6 and r8 only if Z is clear</a:t>
            </a:r>
          </a:p>
          <a:p>
            <a:pPr lvl="1"/>
            <a:r>
              <a:rPr lang="en-US" dirty="0"/>
              <a:t>CMPNE r6, r8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1275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6A44A-55C3-B775-BDF5-DBBAFA487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536686-7909-EFFD-2EA4-080CB4F10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3B1293-ADB9-BD5E-3F28-CA9A983DB1C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Write the equivalent C program for the following assembly code, assuming registers and C variables are related as (x=r0, y=r1). ( Variables in C are in memory, and load/store assembly instructions are omitted here for brevity.) For example: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1E2EF3A-0CFB-A04C-C777-25F838793CFD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4459CE1-F656-C404-376E-E4D220603EDA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3559629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06CADB-4F7C-3316-85F7-F1FBB67120E7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4822372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13249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3D518-09E9-3CD6-D9C0-ABABDD47C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C979E-7DDE-ACAB-E9A4-40598C650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12B89A-7B68-155D-7061-BE05A8DA0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B1A9E9-5521-A49F-71D6-A319ADEF622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Write the equivalent C program for the following assembly code, assuming registers and C variables are related as (x=r0, y=r1). ( Variables in C are in memory, and load/store assembly instructions are omitted here for brevity.)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28C4A95-33F3-BABE-565A-E12BD4DBAF93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1C10A8C-B88B-BA01-723F-3EF7F7464A2A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3559629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&lt;= 0)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0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kumimoji="0" lang="pt-BR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else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1C02443-040B-0C53-44B2-CAD7E2F6C144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4822372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(c == ‘A’ || c == 'B')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y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6374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4EAC2-9F15-2B24-C0B1-B9A988733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88944-D39C-3332-EB2A-C74E13CF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379C2D-2D7D-1339-2969-6C4DC0245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E65C1E-4BED-C61A-C779-DB76D6C26A2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A52D138-72F3-E1D6-16A6-0C5877E20770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02806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BE3F5-48A1-1259-2939-01C73616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2DFE-415C-E925-2881-4415892C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2D6F19-7B0D-5790-77C2-AB5681AB3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3C577B-1FF5-F77F-BF4E-5BAE6A56A14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832AA0-E233-FF6A-1E2F-808AF36F42FB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...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6872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3811</TotalTime>
  <Words>4988</Words>
  <Application>Microsoft Office PowerPoint</Application>
  <PresentationFormat>On-screen Show (4:3)</PresentationFormat>
  <Paragraphs>694</Paragraphs>
  <Slides>34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3" baseType="lpstr">
      <vt:lpstr>Bookman Old Style (Headings)</vt:lpstr>
      <vt:lpstr>Gill Sans Light</vt:lpstr>
      <vt:lpstr>Bookman Old Style</vt:lpstr>
      <vt:lpstr>Calibri</vt:lpstr>
      <vt:lpstr>Consolas</vt:lpstr>
      <vt:lpstr>Gill Sans MT</vt:lpstr>
      <vt:lpstr>Wingdings</vt:lpstr>
      <vt:lpstr>Wingdings 3</vt:lpstr>
      <vt:lpstr>Origin</vt:lpstr>
      <vt:lpstr>Z. Gu</vt:lpstr>
      <vt:lpstr>Pseudocode to Assembly</vt:lpstr>
      <vt:lpstr>Pseudocode to Assembly ANS</vt:lpstr>
      <vt:lpstr>Pseudocode to Assembly</vt:lpstr>
      <vt:lpstr>Pseudocode to Assembly ANS</vt:lpstr>
      <vt:lpstr>Assembly Program Understanding</vt:lpstr>
      <vt:lpstr>Assembly Program Understanding ANS</vt:lpstr>
      <vt:lpstr>C to Assembly</vt:lpstr>
      <vt:lpstr>C to Assembly ANS</vt:lpstr>
      <vt:lpstr>C to Assembly</vt:lpstr>
      <vt:lpstr>C to Assembly ANS</vt:lpstr>
      <vt:lpstr>C to Assembly: What is wrong?</vt:lpstr>
      <vt:lpstr>C to Assembly: What is wrong? ANS</vt:lpstr>
      <vt:lpstr>C to Assembly</vt:lpstr>
      <vt:lpstr>C to Assembly ANS</vt:lpstr>
      <vt:lpstr>C to Assembly: What is wrong? </vt:lpstr>
      <vt:lpstr>C to Assembly: What is wrong? ANS</vt:lpstr>
      <vt:lpstr>C to Assembly</vt:lpstr>
      <vt:lpstr>C to Assembly ANS</vt:lpstr>
      <vt:lpstr>C to Assembly</vt:lpstr>
      <vt:lpstr>C to Assembly ANS </vt:lpstr>
      <vt:lpstr>C to Assembly</vt:lpstr>
      <vt:lpstr>C to Assembly ANS </vt:lpstr>
      <vt:lpstr>Assembly Programming</vt:lpstr>
      <vt:lpstr>Assembly Programming ANS</vt:lpstr>
      <vt:lpstr>Test for Equal</vt:lpstr>
      <vt:lpstr>Test for Equal ANS</vt:lpstr>
      <vt:lpstr>Summary: Condition Codes </vt:lpstr>
      <vt:lpstr>Conditional Instructions</vt:lpstr>
      <vt:lpstr>Conditional Instructions ANS</vt:lpstr>
      <vt:lpstr>Assembly to C</vt:lpstr>
      <vt:lpstr>Assembly to C ANS</vt:lpstr>
      <vt:lpstr>Conditional Execution</vt:lpstr>
      <vt:lpstr>Conditional Execution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217</cp:revision>
  <cp:lastPrinted>2018-02-28T12:51:32Z</cp:lastPrinted>
  <dcterms:created xsi:type="dcterms:W3CDTF">2014-02-09T17:12:51Z</dcterms:created>
  <dcterms:modified xsi:type="dcterms:W3CDTF">2025-09-28T19:30:01Z</dcterms:modified>
</cp:coreProperties>
</file>