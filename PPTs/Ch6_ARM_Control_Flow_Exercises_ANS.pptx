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2"/>
  </p:notesMasterIdLst>
  <p:sldIdLst>
    <p:sldId id="256" r:id="rId2"/>
    <p:sldId id="352" r:id="rId3"/>
    <p:sldId id="383" r:id="rId4"/>
    <p:sldId id="384" r:id="rId5"/>
    <p:sldId id="353" r:id="rId6"/>
    <p:sldId id="354" r:id="rId7"/>
    <p:sldId id="355" r:id="rId8"/>
    <p:sldId id="257" r:id="rId9"/>
    <p:sldId id="356" r:id="rId10"/>
    <p:sldId id="391" r:id="rId11"/>
    <p:sldId id="369" r:id="rId12"/>
    <p:sldId id="371" r:id="rId13"/>
    <p:sldId id="375" r:id="rId14"/>
    <p:sldId id="381" r:id="rId15"/>
    <p:sldId id="394" r:id="rId16"/>
    <p:sldId id="392" r:id="rId17"/>
    <p:sldId id="380" r:id="rId18"/>
    <p:sldId id="374" r:id="rId19"/>
    <p:sldId id="395" r:id="rId20"/>
    <p:sldId id="382" r:id="rId21"/>
    <p:sldId id="379" r:id="rId22"/>
    <p:sldId id="376" r:id="rId23"/>
    <p:sldId id="364" r:id="rId24"/>
    <p:sldId id="361" r:id="rId25"/>
    <p:sldId id="362" r:id="rId26"/>
    <p:sldId id="390" r:id="rId27"/>
    <p:sldId id="388" r:id="rId28"/>
    <p:sldId id="387" r:id="rId29"/>
    <p:sldId id="389" r:id="rId30"/>
    <p:sldId id="368" r:id="rId31"/>
    <p:sldId id="370" r:id="rId32"/>
    <p:sldId id="372" r:id="rId33"/>
    <p:sldId id="373" r:id="rId34"/>
    <p:sldId id="366" r:id="rId35"/>
    <p:sldId id="367" r:id="rId36"/>
    <p:sldId id="287" r:id="rId37"/>
    <p:sldId id="357" r:id="rId38"/>
    <p:sldId id="358" r:id="rId39"/>
    <p:sldId id="359" r:id="rId40"/>
    <p:sldId id="360" r:id="rId41"/>
  </p:sldIdLst>
  <p:sldSz cx="9144000" cy="6858000" type="screen4x3"/>
  <p:notesSz cx="6950075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4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1BE7D0-C766-4929-9518-A803B162FB6C}" v="38" dt="2025-11-19T00:26:28.5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00" autoAdjust="0"/>
    <p:restoredTop sz="95033" autoAdjust="0"/>
  </p:normalViewPr>
  <p:slideViewPr>
    <p:cSldViewPr>
      <p:cViewPr varScale="1">
        <p:scale>
          <a:sx n="82" d="100"/>
          <a:sy n="82" d="100"/>
        </p:scale>
        <p:origin x="1603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-781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undo redo custSel addSld delSld modSld sldOrd">
      <pc:chgData name="Zonghua Gu" userId="9a7e1853e1951ef5" providerId="LiveId" clId="{CF1FAA12-072C-4ED5-BA76-0FFFAEFDB88A}" dt="2025-11-19T00:26:30.513" v="6919" actId="20577"/>
      <pc:docMkLst>
        <pc:docMk/>
      </pc:docMkLst>
      <pc:sldChg chg="modSp mod">
        <pc:chgData name="Zonghua Gu" userId="9a7e1853e1951ef5" providerId="LiveId" clId="{CF1FAA12-072C-4ED5-BA76-0FFFAEFDB88A}" dt="2025-11-13T23:37:16.362" v="5095" actId="6549"/>
        <pc:sldMkLst>
          <pc:docMk/>
          <pc:sldMk cId="407878083" sldId="257"/>
        </pc:sldMkLst>
        <pc:spChg chg="mod">
          <ac:chgData name="Zonghua Gu" userId="9a7e1853e1951ef5" providerId="LiveId" clId="{CF1FAA12-072C-4ED5-BA76-0FFFAEFDB88A}" dt="2025-11-13T23:37:16.362" v="5095" actId="6549"/>
          <ac:spMkLst>
            <pc:docMk/>
            <pc:sldMk cId="407878083" sldId="257"/>
            <ac:spMk id="4" creationId="{6E242E21-1FD3-CB05-AD91-461DFAA4741E}"/>
          </ac:spMkLst>
        </pc:spChg>
      </pc:sldChg>
      <pc:sldChg chg="modSp mod">
        <pc:chgData name="Zonghua Gu" userId="9a7e1853e1951ef5" providerId="LiveId" clId="{CF1FAA12-072C-4ED5-BA76-0FFFAEFDB88A}" dt="2025-11-13T23:31:07.954" v="4928" actId="20577"/>
        <pc:sldMkLst>
          <pc:docMk/>
          <pc:sldMk cId="188395404" sldId="353"/>
        </pc:sldMkLst>
        <pc:spChg chg="mod">
          <ac:chgData name="Zonghua Gu" userId="9a7e1853e1951ef5" providerId="LiveId" clId="{CF1FAA12-072C-4ED5-BA76-0FFFAEFDB88A}" dt="2025-11-13T23:31:07.954" v="4928" actId="20577"/>
          <ac:spMkLst>
            <pc:docMk/>
            <pc:sldMk cId="188395404" sldId="353"/>
            <ac:spMk id="9" creationId="{098531A2-BA43-5E4B-4A07-833BA3447510}"/>
          </ac:spMkLst>
        </pc:spChg>
        <pc:graphicFrameChg chg="modGraphic">
          <ac:chgData name="Zonghua Gu" userId="9a7e1853e1951ef5" providerId="LiveId" clId="{CF1FAA12-072C-4ED5-BA76-0FFFAEFDB88A}" dt="2025-11-13T23:30:55.718" v="4918" actId="20577"/>
          <ac:graphicFrameMkLst>
            <pc:docMk/>
            <pc:sldMk cId="188395404" sldId="353"/>
            <ac:graphicFrameMk id="5" creationId="{127BD2A0-832C-7F1E-86CB-33A992AE5B67}"/>
          </ac:graphicFrameMkLst>
        </pc:graphicFrameChg>
      </pc:sldChg>
      <pc:sldChg chg="modSp mod">
        <pc:chgData name="Zonghua Gu" userId="9a7e1853e1951ef5" providerId="LiveId" clId="{CF1FAA12-072C-4ED5-BA76-0FFFAEFDB88A}" dt="2025-11-13T23:36:23.780" v="5094" actId="20577"/>
        <pc:sldMkLst>
          <pc:docMk/>
          <pc:sldMk cId="3013293955" sldId="355"/>
        </pc:sldMkLst>
        <pc:spChg chg="mod">
          <ac:chgData name="Zonghua Gu" userId="9a7e1853e1951ef5" providerId="LiveId" clId="{CF1FAA12-072C-4ED5-BA76-0FFFAEFDB88A}" dt="2025-11-13T23:36:23.780" v="5094" actId="20577"/>
          <ac:spMkLst>
            <pc:docMk/>
            <pc:sldMk cId="3013293955" sldId="355"/>
            <ac:spMk id="4" creationId="{BDC308AC-7565-4459-9627-04CB00781A6A}"/>
          </ac:spMkLst>
        </pc:spChg>
      </pc:sldChg>
      <pc:sldChg chg="modSp mod">
        <pc:chgData name="Zonghua Gu" userId="9a7e1853e1951ef5" providerId="LiveId" clId="{CF1FAA12-072C-4ED5-BA76-0FFFAEFDB88A}" dt="2025-11-18T23:22:37.986" v="6197" actId="20577"/>
        <pc:sldMkLst>
          <pc:docMk/>
          <pc:sldMk cId="2876358127" sldId="356"/>
        </pc:sldMkLst>
        <pc:spChg chg="mod">
          <ac:chgData name="Zonghua Gu" userId="9a7e1853e1951ef5" providerId="LiveId" clId="{CF1FAA12-072C-4ED5-BA76-0FFFAEFDB88A}" dt="2025-11-18T23:22:37.986" v="6197" actId="20577"/>
          <ac:spMkLst>
            <pc:docMk/>
            <pc:sldMk cId="2876358127" sldId="356"/>
            <ac:spMk id="9" creationId="{568A4D5B-16CF-C913-A366-B6CD13B41D2B}"/>
          </ac:spMkLst>
        </pc:spChg>
        <pc:graphicFrameChg chg="modGraphic">
          <ac:chgData name="Zonghua Gu" userId="9a7e1853e1951ef5" providerId="LiveId" clId="{CF1FAA12-072C-4ED5-BA76-0FFFAEFDB88A}" dt="2025-11-13T23:39:59.185" v="5164" actId="20577"/>
          <ac:graphicFrameMkLst>
            <pc:docMk/>
            <pc:sldMk cId="2876358127" sldId="356"/>
            <ac:graphicFrameMk id="5" creationId="{B81DD544-8C21-2C0D-D8C9-39D776DE6162}"/>
          </ac:graphicFrameMkLst>
        </pc:graphicFrameChg>
      </pc:sldChg>
      <pc:sldChg chg="modSp mod">
        <pc:chgData name="Zonghua Gu" userId="9a7e1853e1951ef5" providerId="LiveId" clId="{CF1FAA12-072C-4ED5-BA76-0FFFAEFDB88A}" dt="2025-11-14T23:28:03.602" v="5839" actId="6549"/>
        <pc:sldMkLst>
          <pc:docMk/>
          <pc:sldMk cId="244455839" sldId="361"/>
        </pc:sldMkLst>
        <pc:graphicFrameChg chg="modGraphic">
          <ac:chgData name="Zonghua Gu" userId="9a7e1853e1951ef5" providerId="LiveId" clId="{CF1FAA12-072C-4ED5-BA76-0FFFAEFDB88A}" dt="2025-11-14T23:28:03.602" v="5839" actId="6549"/>
          <ac:graphicFrameMkLst>
            <pc:docMk/>
            <pc:sldMk cId="244455839" sldId="361"/>
            <ac:graphicFrameMk id="5" creationId="{E9861495-0CBB-23AF-BD88-8C94E413DCFA}"/>
          </ac:graphicFrameMkLst>
        </pc:graphicFrameChg>
      </pc:sldChg>
      <pc:sldChg chg="addSp delSp modSp mod">
        <pc:chgData name="Zonghua Gu" userId="9a7e1853e1951ef5" providerId="LiveId" clId="{CF1FAA12-072C-4ED5-BA76-0FFFAEFDB88A}" dt="2025-11-14T00:22:57.732" v="5803" actId="21"/>
        <pc:sldMkLst>
          <pc:docMk/>
          <pc:sldMk cId="1907292877" sldId="362"/>
        </pc:sldMkLst>
        <pc:graphicFrameChg chg="modGraphic">
          <ac:chgData name="Zonghua Gu" userId="9a7e1853e1951ef5" providerId="LiveId" clId="{CF1FAA12-072C-4ED5-BA76-0FFFAEFDB88A}" dt="2025-11-14T00:20:06.998" v="5783" actId="6549"/>
          <ac:graphicFrameMkLst>
            <pc:docMk/>
            <pc:sldMk cId="1907292877" sldId="362"/>
            <ac:graphicFrameMk id="5" creationId="{CE0A734A-5388-0D64-9AF4-4B261562DC3B}"/>
          </ac:graphicFrameMkLst>
        </pc:graphicFrameChg>
      </pc:sldChg>
      <pc:sldChg chg="del">
        <pc:chgData name="Zonghua Gu" userId="9a7e1853e1951ef5" providerId="LiveId" clId="{CF1FAA12-072C-4ED5-BA76-0FFFAEFDB88A}" dt="2025-11-19T00:09:08.494" v="6736" actId="2696"/>
        <pc:sldMkLst>
          <pc:docMk/>
          <pc:sldMk cId="796807376" sldId="363"/>
        </pc:sldMkLst>
      </pc:sldChg>
      <pc:sldChg chg="add del">
        <pc:chgData name="Zonghua Gu" userId="9a7e1853e1951ef5" providerId="LiveId" clId="{CF1FAA12-072C-4ED5-BA76-0FFFAEFDB88A}" dt="2025-11-19T00:09:29.516" v="6738" actId="47"/>
        <pc:sldMkLst>
          <pc:docMk/>
          <pc:sldMk cId="1353931948" sldId="363"/>
        </pc:sldMkLst>
      </pc:sldChg>
      <pc:sldChg chg="add">
        <pc:chgData name="Zonghua Gu" userId="9a7e1853e1951ef5" providerId="LiveId" clId="{CF1FAA12-072C-4ED5-BA76-0FFFAEFDB88A}" dt="2025-11-19T00:08:16.599" v="6734"/>
        <pc:sldMkLst>
          <pc:docMk/>
          <pc:sldMk cId="2150964267" sldId="364"/>
        </pc:sldMkLst>
      </pc:sldChg>
      <pc:sldChg chg="del">
        <pc:chgData name="Zonghua Gu" userId="9a7e1853e1951ef5" providerId="LiveId" clId="{CF1FAA12-072C-4ED5-BA76-0FFFAEFDB88A}" dt="2025-11-19T00:08:08.239" v="6733" actId="2696"/>
        <pc:sldMkLst>
          <pc:docMk/>
          <pc:sldMk cId="2698422353" sldId="364"/>
        </pc:sldMkLst>
      </pc:sldChg>
      <pc:sldChg chg="modSp mod">
        <pc:chgData name="Zonghua Gu" userId="9a7e1853e1951ef5" providerId="LiveId" clId="{CF1FAA12-072C-4ED5-BA76-0FFFAEFDB88A}" dt="2025-11-19T00:13:50.851" v="6742" actId="20577"/>
        <pc:sldMkLst>
          <pc:docMk/>
          <pc:sldMk cId="3481209508" sldId="368"/>
        </pc:sldMkLst>
        <pc:spChg chg="mod">
          <ac:chgData name="Zonghua Gu" userId="9a7e1853e1951ef5" providerId="LiveId" clId="{CF1FAA12-072C-4ED5-BA76-0FFFAEFDB88A}" dt="2025-11-19T00:13:50.851" v="6742" actId="20577"/>
          <ac:spMkLst>
            <pc:docMk/>
            <pc:sldMk cId="3481209508" sldId="368"/>
            <ac:spMk id="4" creationId="{A9F41425-80C3-BB89-8E06-F17C64CA6E90}"/>
          </ac:spMkLst>
        </pc:spChg>
      </pc:sldChg>
      <pc:sldChg chg="modSp mod">
        <pc:chgData name="Zonghua Gu" userId="9a7e1853e1951ef5" providerId="LiveId" clId="{CF1FAA12-072C-4ED5-BA76-0FFFAEFDB88A}" dt="2025-11-19T00:21:27.246" v="6762" actId="20577"/>
        <pc:sldMkLst>
          <pc:docMk/>
          <pc:sldMk cId="3866648740" sldId="370"/>
        </pc:sldMkLst>
        <pc:spChg chg="mod">
          <ac:chgData name="Zonghua Gu" userId="9a7e1853e1951ef5" providerId="LiveId" clId="{CF1FAA12-072C-4ED5-BA76-0FFFAEFDB88A}" dt="2025-11-19T00:21:27.246" v="6762" actId="20577"/>
          <ac:spMkLst>
            <pc:docMk/>
            <pc:sldMk cId="3866648740" sldId="370"/>
            <ac:spMk id="5" creationId="{FF7D098B-7A33-76F5-883C-E025A8679A7A}"/>
          </ac:spMkLst>
        </pc:spChg>
      </pc:sldChg>
      <pc:sldChg chg="modSp mod">
        <pc:chgData name="Zonghua Gu" userId="9a7e1853e1951ef5" providerId="LiveId" clId="{CF1FAA12-072C-4ED5-BA76-0FFFAEFDB88A}" dt="2025-11-18T23:24:58.257" v="6331" actId="20577"/>
        <pc:sldMkLst>
          <pc:docMk/>
          <pc:sldMk cId="3582392412" sldId="371"/>
        </pc:sldMkLst>
        <pc:graphicFrameChg chg="mod modGraphic">
          <ac:chgData name="Zonghua Gu" userId="9a7e1853e1951ef5" providerId="LiveId" clId="{CF1FAA12-072C-4ED5-BA76-0FFFAEFDB88A}" dt="2025-11-18T23:24:58.257" v="6331" actId="20577"/>
          <ac:graphicFrameMkLst>
            <pc:docMk/>
            <pc:sldMk cId="3582392412" sldId="371"/>
            <ac:graphicFrameMk id="5" creationId="{1470E29F-21CC-744B-D4B5-04038FD22801}"/>
          </ac:graphicFrameMkLst>
        </pc:graphicFrameChg>
      </pc:sldChg>
      <pc:sldChg chg="modSp mod">
        <pc:chgData name="Zonghua Gu" userId="9a7e1853e1951ef5" providerId="LiveId" clId="{CF1FAA12-072C-4ED5-BA76-0FFFAEFDB88A}" dt="2025-11-19T00:26:30.513" v="6919" actId="20577"/>
        <pc:sldMkLst>
          <pc:docMk/>
          <pc:sldMk cId="234389551" sldId="373"/>
        </pc:sldMkLst>
        <pc:spChg chg="mod">
          <ac:chgData name="Zonghua Gu" userId="9a7e1853e1951ef5" providerId="LiveId" clId="{CF1FAA12-072C-4ED5-BA76-0FFFAEFDB88A}" dt="2025-11-19T00:26:30.513" v="6919" actId="20577"/>
          <ac:spMkLst>
            <pc:docMk/>
            <pc:sldMk cId="234389551" sldId="373"/>
            <ac:spMk id="4" creationId="{402D8EDD-ADE2-ED0A-3035-5EABE2583A7F}"/>
          </ac:spMkLst>
        </pc:spChg>
      </pc:sldChg>
      <pc:sldChg chg="modSp mod">
        <pc:chgData name="Zonghua Gu" userId="9a7e1853e1951ef5" providerId="LiveId" clId="{CF1FAA12-072C-4ED5-BA76-0FFFAEFDB88A}" dt="2025-11-18T23:45:06.163" v="6432" actId="207"/>
        <pc:sldMkLst>
          <pc:docMk/>
          <pc:sldMk cId="824643333" sldId="374"/>
        </pc:sldMkLst>
        <pc:spChg chg="mod">
          <ac:chgData name="Zonghua Gu" userId="9a7e1853e1951ef5" providerId="LiveId" clId="{CF1FAA12-072C-4ED5-BA76-0FFFAEFDB88A}" dt="2025-11-18T23:45:06.163" v="6432" actId="207"/>
          <ac:spMkLst>
            <pc:docMk/>
            <pc:sldMk cId="824643333" sldId="374"/>
            <ac:spMk id="2" creationId="{17C6BB78-6632-8826-7CCC-63CDB859CFFB}"/>
          </ac:spMkLst>
        </pc:spChg>
        <pc:graphicFrameChg chg="modGraphic">
          <ac:chgData name="Zonghua Gu" userId="9a7e1853e1951ef5" providerId="LiveId" clId="{CF1FAA12-072C-4ED5-BA76-0FFFAEFDB88A}" dt="2025-11-14T00:00:59.080" v="5472" actId="20577"/>
          <ac:graphicFrameMkLst>
            <pc:docMk/>
            <pc:sldMk cId="824643333" sldId="374"/>
            <ac:graphicFrameMk id="5" creationId="{8C28BAFB-31B9-50D7-C887-1C2776C89294}"/>
          </ac:graphicFrameMkLst>
        </pc:graphicFrameChg>
      </pc:sldChg>
      <pc:sldChg chg="modSp mod">
        <pc:chgData name="Zonghua Gu" userId="9a7e1853e1951ef5" providerId="LiveId" clId="{CF1FAA12-072C-4ED5-BA76-0FFFAEFDB88A}" dt="2025-11-13T23:48:14.289" v="5230" actId="20577"/>
        <pc:sldMkLst>
          <pc:docMk/>
          <pc:sldMk cId="2699733170" sldId="375"/>
        </pc:sldMkLst>
        <pc:graphicFrameChg chg="modGraphic">
          <ac:chgData name="Zonghua Gu" userId="9a7e1853e1951ef5" providerId="LiveId" clId="{CF1FAA12-072C-4ED5-BA76-0FFFAEFDB88A}" dt="2025-11-13T23:48:14.289" v="5230" actId="20577"/>
          <ac:graphicFrameMkLst>
            <pc:docMk/>
            <pc:sldMk cId="2699733170" sldId="375"/>
            <ac:graphicFrameMk id="5" creationId="{7DB9A0A3-9301-65C3-B5C6-8AEF5723942A}"/>
          </ac:graphicFrameMkLst>
        </pc:graphicFrameChg>
      </pc:sldChg>
      <pc:sldChg chg="modSp mod">
        <pc:chgData name="Zonghua Gu" userId="9a7e1853e1951ef5" providerId="LiveId" clId="{CF1FAA12-072C-4ED5-BA76-0FFFAEFDB88A}" dt="2025-11-18T23:54:41.831" v="6558" actId="1036"/>
        <pc:sldMkLst>
          <pc:docMk/>
          <pc:sldMk cId="3558794685" sldId="379"/>
        </pc:sldMkLst>
        <pc:spChg chg="mod">
          <ac:chgData name="Zonghua Gu" userId="9a7e1853e1951ef5" providerId="LiveId" clId="{CF1FAA12-072C-4ED5-BA76-0FFFAEFDB88A}" dt="2025-11-18T23:54:41.831" v="6558" actId="1036"/>
          <ac:spMkLst>
            <pc:docMk/>
            <pc:sldMk cId="3558794685" sldId="379"/>
            <ac:spMk id="7" creationId="{4133C7BF-FB1E-BE65-9F1D-432DB1AEB47E}"/>
          </ac:spMkLst>
        </pc:spChg>
      </pc:sldChg>
      <pc:sldChg chg="addSp delSp modSp mod">
        <pc:chgData name="Zonghua Gu" userId="9a7e1853e1951ef5" providerId="LiveId" clId="{CF1FAA12-072C-4ED5-BA76-0FFFAEFDB88A}" dt="2025-11-18T23:34:12.274" v="6359" actId="478"/>
        <pc:sldMkLst>
          <pc:docMk/>
          <pc:sldMk cId="3938986292" sldId="381"/>
        </pc:sldMkLst>
        <pc:spChg chg="mod">
          <ac:chgData name="Zonghua Gu" userId="9a7e1853e1951ef5" providerId="LiveId" clId="{CF1FAA12-072C-4ED5-BA76-0FFFAEFDB88A}" dt="2025-11-18T23:34:06.094" v="6357" actId="20577"/>
          <ac:spMkLst>
            <pc:docMk/>
            <pc:sldMk cId="3938986292" sldId="381"/>
            <ac:spMk id="2" creationId="{0A33A82F-4D13-6943-1697-5F93B36B9622}"/>
          </ac:spMkLst>
        </pc:spChg>
        <pc:spChg chg="del">
          <ac:chgData name="Zonghua Gu" userId="9a7e1853e1951ef5" providerId="LiveId" clId="{CF1FAA12-072C-4ED5-BA76-0FFFAEFDB88A}" dt="2025-11-18T23:34:10.258" v="6358" actId="478"/>
          <ac:spMkLst>
            <pc:docMk/>
            <pc:sldMk cId="3938986292" sldId="381"/>
            <ac:spMk id="4" creationId="{4BF0CDF6-BA6E-533A-2208-B994A0919766}"/>
          </ac:spMkLst>
        </pc:spChg>
        <pc:spChg chg="del mod">
          <ac:chgData name="Zonghua Gu" userId="9a7e1853e1951ef5" providerId="LiveId" clId="{CF1FAA12-072C-4ED5-BA76-0FFFAEFDB88A}" dt="2025-11-18T23:29:56.249" v="6333" actId="478"/>
          <ac:spMkLst>
            <pc:docMk/>
            <pc:sldMk cId="3938986292" sldId="381"/>
            <ac:spMk id="7" creationId="{E2AFC00D-8A73-6EFC-73E3-327855EF4CC4}"/>
          </ac:spMkLst>
        </pc:spChg>
        <pc:spChg chg="add del mod">
          <ac:chgData name="Zonghua Gu" userId="9a7e1853e1951ef5" providerId="LiveId" clId="{CF1FAA12-072C-4ED5-BA76-0FFFAEFDB88A}" dt="2025-11-18T23:34:12.274" v="6359" actId="478"/>
          <ac:spMkLst>
            <pc:docMk/>
            <pc:sldMk cId="3938986292" sldId="381"/>
            <ac:spMk id="9" creationId="{D8D5CABD-9212-3D5E-0E59-277B6EC193B0}"/>
          </ac:spMkLst>
        </pc:spChg>
        <pc:graphicFrameChg chg="modGraphic">
          <ac:chgData name="Zonghua Gu" userId="9a7e1853e1951ef5" providerId="LiveId" clId="{CF1FAA12-072C-4ED5-BA76-0FFFAEFDB88A}" dt="2025-11-13T23:56:47.573" v="5329" actId="207"/>
          <ac:graphicFrameMkLst>
            <pc:docMk/>
            <pc:sldMk cId="3938986292" sldId="381"/>
            <ac:graphicFrameMk id="5" creationId="{7CA5E7D5-B204-9C0A-BCB8-C59AA195F3F5}"/>
          </ac:graphicFrameMkLst>
        </pc:graphicFrameChg>
        <pc:graphicFrameChg chg="del mod modGraphic">
          <ac:chgData name="Zonghua Gu" userId="9a7e1853e1951ef5" providerId="LiveId" clId="{CF1FAA12-072C-4ED5-BA76-0FFFAEFDB88A}" dt="2025-11-18T23:29:56.249" v="6333" actId="478"/>
          <ac:graphicFrameMkLst>
            <pc:docMk/>
            <pc:sldMk cId="3938986292" sldId="381"/>
            <ac:graphicFrameMk id="6" creationId="{3F7517C0-9626-838C-2609-AAAE742BE8CA}"/>
          </ac:graphicFrameMkLst>
        </pc:graphicFrameChg>
        <pc:graphicFrameChg chg="add mod modGraphic">
          <ac:chgData name="Zonghua Gu" userId="9a7e1853e1951ef5" providerId="LiveId" clId="{CF1FAA12-072C-4ED5-BA76-0FFFAEFDB88A}" dt="2025-11-18T23:32:36.071" v="6343" actId="20577"/>
          <ac:graphicFrameMkLst>
            <pc:docMk/>
            <pc:sldMk cId="3938986292" sldId="381"/>
            <ac:graphicFrameMk id="8" creationId="{B13248B5-A9EA-67F6-3118-C1F6BE8436B6}"/>
          </ac:graphicFrameMkLst>
        </pc:graphicFrameChg>
      </pc:sldChg>
      <pc:sldChg chg="modSp del mod">
        <pc:chgData name="Zonghua Gu" userId="9a7e1853e1951ef5" providerId="LiveId" clId="{CF1FAA12-072C-4ED5-BA76-0FFFAEFDB88A}" dt="2025-11-19T00:08:46.809" v="6735" actId="47"/>
        <pc:sldMkLst>
          <pc:docMk/>
          <pc:sldMk cId="3700392889" sldId="386"/>
        </pc:sldMkLst>
        <pc:graphicFrameChg chg="modGraphic">
          <ac:chgData name="Zonghua Gu" userId="9a7e1853e1951ef5" providerId="LiveId" clId="{CF1FAA12-072C-4ED5-BA76-0FFFAEFDB88A}" dt="2025-11-19T00:00:33.917" v="6609" actId="20577"/>
          <ac:graphicFrameMkLst>
            <pc:docMk/>
            <pc:sldMk cId="3700392889" sldId="386"/>
            <ac:graphicFrameMk id="5" creationId="{6531D947-33A4-180B-7D14-41430240EACC}"/>
          </ac:graphicFrameMkLst>
        </pc:graphicFrameChg>
      </pc:sldChg>
      <pc:sldChg chg="addSp delSp modSp add mod">
        <pc:chgData name="Zonghua Gu" userId="9a7e1853e1951ef5" providerId="LiveId" clId="{CF1FAA12-072C-4ED5-BA76-0FFFAEFDB88A}" dt="2025-11-19T00:12:57.635" v="6741" actId="207"/>
        <pc:sldMkLst>
          <pc:docMk/>
          <pc:sldMk cId="3309958526" sldId="387"/>
        </pc:sldMkLst>
        <pc:graphicFrameChg chg="mod modGraphic">
          <ac:chgData name="Zonghua Gu" userId="9a7e1853e1951ef5" providerId="LiveId" clId="{CF1FAA12-072C-4ED5-BA76-0FFFAEFDB88A}" dt="2025-11-19T00:12:52.844" v="6740" actId="207"/>
          <ac:graphicFrameMkLst>
            <pc:docMk/>
            <pc:sldMk cId="3309958526" sldId="387"/>
            <ac:graphicFrameMk id="5" creationId="{6D8366BD-4DE5-0E68-4E8C-960C4C8810E9}"/>
          </ac:graphicFrameMkLst>
        </pc:graphicFrameChg>
        <pc:graphicFrameChg chg="add mod modGraphic">
          <ac:chgData name="Zonghua Gu" userId="9a7e1853e1951ef5" providerId="LiveId" clId="{CF1FAA12-072C-4ED5-BA76-0FFFAEFDB88A}" dt="2025-11-19T00:12:57.635" v="6741" actId="207"/>
          <ac:graphicFrameMkLst>
            <pc:docMk/>
            <pc:sldMk cId="3309958526" sldId="387"/>
            <ac:graphicFrameMk id="8" creationId="{4EFCA94F-BDFA-FAB8-7F7B-C145EFA53CC9}"/>
          </ac:graphicFrameMkLst>
        </pc:graphicFrameChg>
      </pc:sldChg>
      <pc:sldChg chg="delSp modSp add mod">
        <pc:chgData name="Zonghua Gu" userId="9a7e1853e1951ef5" providerId="LiveId" clId="{CF1FAA12-072C-4ED5-BA76-0FFFAEFDB88A}" dt="2025-11-13T22:53:35.403" v="4845" actId="20577"/>
        <pc:sldMkLst>
          <pc:docMk/>
          <pc:sldMk cId="2076517291" sldId="388"/>
        </pc:sldMkLst>
        <pc:spChg chg="mod">
          <ac:chgData name="Zonghua Gu" userId="9a7e1853e1951ef5" providerId="LiveId" clId="{CF1FAA12-072C-4ED5-BA76-0FFFAEFDB88A}" dt="2025-11-13T22:53:22.832" v="4842" actId="20577"/>
          <ac:spMkLst>
            <pc:docMk/>
            <pc:sldMk cId="2076517291" sldId="388"/>
            <ac:spMk id="2" creationId="{286AE22E-7014-BD8E-E9B0-11BB41A135DA}"/>
          </ac:spMkLst>
        </pc:spChg>
        <pc:graphicFrameChg chg="modGraphic">
          <ac:chgData name="Zonghua Gu" userId="9a7e1853e1951ef5" providerId="LiveId" clId="{CF1FAA12-072C-4ED5-BA76-0FFFAEFDB88A}" dt="2025-11-13T22:53:35.403" v="4845" actId="20577"/>
          <ac:graphicFrameMkLst>
            <pc:docMk/>
            <pc:sldMk cId="2076517291" sldId="388"/>
            <ac:graphicFrameMk id="5" creationId="{189D004C-3271-3ECE-4454-851923351400}"/>
          </ac:graphicFrameMkLst>
        </pc:graphicFrameChg>
      </pc:sldChg>
      <pc:sldChg chg="modSp new mod">
        <pc:chgData name="Zonghua Gu" userId="9a7e1853e1951ef5" providerId="LiveId" clId="{CF1FAA12-072C-4ED5-BA76-0FFFAEFDB88A}" dt="2025-11-13T22:54:54.319" v="4916" actId="20577"/>
        <pc:sldMkLst>
          <pc:docMk/>
          <pc:sldMk cId="3501330246" sldId="389"/>
        </pc:sldMkLst>
        <pc:spChg chg="mod">
          <ac:chgData name="Zonghua Gu" userId="9a7e1853e1951ef5" providerId="LiveId" clId="{CF1FAA12-072C-4ED5-BA76-0FFFAEFDB88A}" dt="2025-11-13T22:53:41.921" v="4847"/>
          <ac:spMkLst>
            <pc:docMk/>
            <pc:sldMk cId="3501330246" sldId="389"/>
            <ac:spMk id="2" creationId="{D48EBFE7-7073-C68E-2006-9970D7D5223A}"/>
          </ac:spMkLst>
        </pc:spChg>
        <pc:spChg chg="mod">
          <ac:chgData name="Zonghua Gu" userId="9a7e1853e1951ef5" providerId="LiveId" clId="{CF1FAA12-072C-4ED5-BA76-0FFFAEFDB88A}" dt="2025-11-13T22:54:54.319" v="4916" actId="20577"/>
          <ac:spMkLst>
            <pc:docMk/>
            <pc:sldMk cId="3501330246" sldId="389"/>
            <ac:spMk id="4" creationId="{30D573E4-08C5-4EFD-D763-43D45C86FFE0}"/>
          </ac:spMkLst>
        </pc:spChg>
      </pc:sldChg>
      <pc:sldChg chg="addSp modSp new mod">
        <pc:chgData name="Zonghua Gu" userId="9a7e1853e1951ef5" providerId="LiveId" clId="{CF1FAA12-072C-4ED5-BA76-0FFFAEFDB88A}" dt="2025-11-19T00:06:52.923" v="6732" actId="20577"/>
        <pc:sldMkLst>
          <pc:docMk/>
          <pc:sldMk cId="490249550" sldId="390"/>
        </pc:sldMkLst>
        <pc:spChg chg="mod">
          <ac:chgData name="Zonghua Gu" userId="9a7e1853e1951ef5" providerId="LiveId" clId="{CF1FAA12-072C-4ED5-BA76-0FFFAEFDB88A}" dt="2025-11-14T00:23:15.970" v="5807"/>
          <ac:spMkLst>
            <pc:docMk/>
            <pc:sldMk cId="490249550" sldId="390"/>
            <ac:spMk id="2" creationId="{1AEC2A59-F038-62BC-DB24-F3767D28666A}"/>
          </ac:spMkLst>
        </pc:spChg>
        <pc:spChg chg="mod">
          <ac:chgData name="Zonghua Gu" userId="9a7e1853e1951ef5" providerId="LiveId" clId="{CF1FAA12-072C-4ED5-BA76-0FFFAEFDB88A}" dt="2025-11-19T00:06:52.923" v="6732" actId="20577"/>
          <ac:spMkLst>
            <pc:docMk/>
            <pc:sldMk cId="490249550" sldId="390"/>
            <ac:spMk id="4" creationId="{9DEFF33C-95D3-FC49-619D-245E0019906B}"/>
          </ac:spMkLst>
        </pc:spChg>
        <pc:graphicFrameChg chg="add mod">
          <ac:chgData name="Zonghua Gu" userId="9a7e1853e1951ef5" providerId="LiveId" clId="{CF1FAA12-072C-4ED5-BA76-0FFFAEFDB88A}" dt="2025-11-14T00:23:09.153" v="5806" actId="1076"/>
          <ac:graphicFrameMkLst>
            <pc:docMk/>
            <pc:sldMk cId="490249550" sldId="390"/>
            <ac:graphicFrameMk id="6" creationId="{B8E14D9C-0132-5D4B-D5F1-3CEDF2732D54}"/>
          </ac:graphicFrameMkLst>
        </pc:graphicFrameChg>
      </pc:sldChg>
      <pc:sldChg chg="modSp add mod">
        <pc:chgData name="Zonghua Gu" userId="9a7e1853e1951ef5" providerId="LiveId" clId="{CF1FAA12-072C-4ED5-BA76-0FFFAEFDB88A}" dt="2025-11-18T23:19:37.926" v="6074" actId="20577"/>
        <pc:sldMkLst>
          <pc:docMk/>
          <pc:sldMk cId="653673745" sldId="391"/>
        </pc:sldMkLst>
        <pc:spChg chg="mod">
          <ac:chgData name="Zonghua Gu" userId="9a7e1853e1951ef5" providerId="LiveId" clId="{CF1FAA12-072C-4ED5-BA76-0FFFAEFDB88A}" dt="2025-11-18T23:18:15.535" v="5904" actId="20577"/>
          <ac:spMkLst>
            <pc:docMk/>
            <pc:sldMk cId="653673745" sldId="391"/>
            <ac:spMk id="2" creationId="{E14210BF-9936-7600-5181-99A2123DC3BF}"/>
          </ac:spMkLst>
        </pc:spChg>
        <pc:spChg chg="mod">
          <ac:chgData name="Zonghua Gu" userId="9a7e1853e1951ef5" providerId="LiveId" clId="{CF1FAA12-072C-4ED5-BA76-0FFFAEFDB88A}" dt="2025-11-18T23:19:37.926" v="6074" actId="20577"/>
          <ac:spMkLst>
            <pc:docMk/>
            <pc:sldMk cId="653673745" sldId="391"/>
            <ac:spMk id="9" creationId="{9FF14984-BA58-2E71-3A92-5F9ED574984B}"/>
          </ac:spMkLst>
        </pc:spChg>
        <pc:graphicFrameChg chg="mod modGraphic">
          <ac:chgData name="Zonghua Gu" userId="9a7e1853e1951ef5" providerId="LiveId" clId="{CF1FAA12-072C-4ED5-BA76-0FFFAEFDB88A}" dt="2025-11-18T23:17:59.553" v="5902"/>
          <ac:graphicFrameMkLst>
            <pc:docMk/>
            <pc:sldMk cId="653673745" sldId="391"/>
            <ac:graphicFrameMk id="5" creationId="{B29F0AF8-E554-E10C-A5E5-A887825B3755}"/>
          </ac:graphicFrameMkLst>
        </pc:graphicFrameChg>
      </pc:sldChg>
      <pc:sldChg chg="delSp modSp add mod">
        <pc:chgData name="Zonghua Gu" userId="9a7e1853e1951ef5" providerId="LiveId" clId="{CF1FAA12-072C-4ED5-BA76-0FFFAEFDB88A}" dt="2025-11-18T23:38:57.017" v="6395" actId="313"/>
        <pc:sldMkLst>
          <pc:docMk/>
          <pc:sldMk cId="3322525658" sldId="392"/>
        </pc:sldMkLst>
        <pc:spChg chg="del">
          <ac:chgData name="Zonghua Gu" userId="9a7e1853e1951ef5" providerId="LiveId" clId="{CF1FAA12-072C-4ED5-BA76-0FFFAEFDB88A}" dt="2025-11-18T23:38:05.212" v="6365" actId="478"/>
          <ac:spMkLst>
            <pc:docMk/>
            <pc:sldMk cId="3322525658" sldId="392"/>
            <ac:spMk id="4" creationId="{E5F3F8DD-D9BA-B290-70DB-5F665DDC74D9}"/>
          </ac:spMkLst>
        </pc:spChg>
        <pc:spChg chg="mod">
          <ac:chgData name="Zonghua Gu" userId="9a7e1853e1951ef5" providerId="LiveId" clId="{CF1FAA12-072C-4ED5-BA76-0FFFAEFDB88A}" dt="2025-11-18T23:38:57.017" v="6395" actId="313"/>
          <ac:spMkLst>
            <pc:docMk/>
            <pc:sldMk cId="3322525658" sldId="392"/>
            <ac:spMk id="7" creationId="{FEFCEE76-4050-DF76-FC15-2F0C19F09623}"/>
          </ac:spMkLst>
        </pc:spChg>
        <pc:graphicFrameChg chg="del">
          <ac:chgData name="Zonghua Gu" userId="9a7e1853e1951ef5" providerId="LiveId" clId="{CF1FAA12-072C-4ED5-BA76-0FFFAEFDB88A}" dt="2025-11-18T23:38:05.212" v="6365" actId="478"/>
          <ac:graphicFrameMkLst>
            <pc:docMk/>
            <pc:sldMk cId="3322525658" sldId="392"/>
            <ac:graphicFrameMk id="5" creationId="{0F65938A-D91C-1E24-6FD2-698279484D9E}"/>
          </ac:graphicFrameMkLst>
        </pc:graphicFrameChg>
        <pc:graphicFrameChg chg="mod">
          <ac:chgData name="Zonghua Gu" userId="9a7e1853e1951ef5" providerId="LiveId" clId="{CF1FAA12-072C-4ED5-BA76-0FFFAEFDB88A}" dt="2025-11-18T23:38:14.021" v="6366" actId="1076"/>
          <ac:graphicFrameMkLst>
            <pc:docMk/>
            <pc:sldMk cId="3322525658" sldId="392"/>
            <ac:graphicFrameMk id="6" creationId="{80B7468F-F6CD-9D27-E99A-40FA8CBFEBA2}"/>
          </ac:graphicFrameMkLst>
        </pc:graphicFrameChg>
      </pc:sldChg>
      <pc:sldChg chg="addSp modSp new del">
        <pc:chgData name="Zonghua Gu" userId="9a7e1853e1951ef5" providerId="LiveId" clId="{CF1FAA12-072C-4ED5-BA76-0FFFAEFDB88A}" dt="2025-11-18T23:37:21.314" v="6364" actId="47"/>
        <pc:sldMkLst>
          <pc:docMk/>
          <pc:sldMk cId="3774558325" sldId="393"/>
        </pc:sldMkLst>
        <pc:spChg chg="add mod">
          <ac:chgData name="Zonghua Gu" userId="9a7e1853e1951ef5" providerId="LiveId" clId="{CF1FAA12-072C-4ED5-BA76-0FFFAEFDB88A}" dt="2025-11-18T23:33:03.951" v="6345"/>
          <ac:spMkLst>
            <pc:docMk/>
            <pc:sldMk cId="3774558325" sldId="393"/>
            <ac:spMk id="6" creationId="{5C0C4C24-94DE-78BA-D961-5731C2BE1FA3}"/>
          </ac:spMkLst>
        </pc:spChg>
        <pc:graphicFrameChg chg="add mod">
          <ac:chgData name="Zonghua Gu" userId="9a7e1853e1951ef5" providerId="LiveId" clId="{CF1FAA12-072C-4ED5-BA76-0FFFAEFDB88A}" dt="2025-11-18T23:33:03.951" v="6345"/>
          <ac:graphicFrameMkLst>
            <pc:docMk/>
            <pc:sldMk cId="3774558325" sldId="393"/>
            <ac:graphicFrameMk id="5" creationId="{4E0044D9-9D56-7518-6B53-7D7A5791D806}"/>
          </ac:graphicFrameMkLst>
        </pc:graphicFrameChg>
      </pc:sldChg>
      <pc:sldChg chg="delSp modSp add mod">
        <pc:chgData name="Zonghua Gu" userId="9a7e1853e1951ef5" providerId="LiveId" clId="{CF1FAA12-072C-4ED5-BA76-0FFFAEFDB88A}" dt="2025-11-18T23:37:17.693" v="6363" actId="20577"/>
        <pc:sldMkLst>
          <pc:docMk/>
          <pc:sldMk cId="2652154309" sldId="394"/>
        </pc:sldMkLst>
        <pc:spChg chg="mod">
          <ac:chgData name="Zonghua Gu" userId="9a7e1853e1951ef5" providerId="LiveId" clId="{CF1FAA12-072C-4ED5-BA76-0FFFAEFDB88A}" dt="2025-11-18T23:37:17.693" v="6363" actId="20577"/>
          <ac:spMkLst>
            <pc:docMk/>
            <pc:sldMk cId="2652154309" sldId="394"/>
            <ac:spMk id="2" creationId="{FFE1C93C-745E-921B-00A7-BDBD948FDE77}"/>
          </ac:spMkLst>
        </pc:spChg>
        <pc:spChg chg="del">
          <ac:chgData name="Zonghua Gu" userId="9a7e1853e1951ef5" providerId="LiveId" clId="{CF1FAA12-072C-4ED5-BA76-0FFFAEFDB88A}" dt="2025-11-18T23:33:46.781" v="6352" actId="478"/>
          <ac:spMkLst>
            <pc:docMk/>
            <pc:sldMk cId="2652154309" sldId="394"/>
            <ac:spMk id="4" creationId="{C861982B-54C5-F62D-6A1E-F847785A9717}"/>
          </ac:spMkLst>
        </pc:spChg>
        <pc:spChg chg="del">
          <ac:chgData name="Zonghua Gu" userId="9a7e1853e1951ef5" providerId="LiveId" clId="{CF1FAA12-072C-4ED5-BA76-0FFFAEFDB88A}" dt="2025-11-18T23:33:46.781" v="6352" actId="478"/>
          <ac:spMkLst>
            <pc:docMk/>
            <pc:sldMk cId="2652154309" sldId="394"/>
            <ac:spMk id="9" creationId="{B4BD559F-487F-3282-26C1-F3A706F1C844}"/>
          </ac:spMkLst>
        </pc:spChg>
        <pc:graphicFrameChg chg="modGraphic">
          <ac:chgData name="Zonghua Gu" userId="9a7e1853e1951ef5" providerId="LiveId" clId="{CF1FAA12-072C-4ED5-BA76-0FFFAEFDB88A}" dt="2025-11-18T23:33:38.339" v="6350" actId="207"/>
          <ac:graphicFrameMkLst>
            <pc:docMk/>
            <pc:sldMk cId="2652154309" sldId="394"/>
            <ac:graphicFrameMk id="5" creationId="{148ACAD3-E94E-D346-CA61-9CE8EE8A6CAA}"/>
          </ac:graphicFrameMkLst>
        </pc:graphicFrameChg>
        <pc:graphicFrameChg chg="modGraphic">
          <ac:chgData name="Zonghua Gu" userId="9a7e1853e1951ef5" providerId="LiveId" clId="{CF1FAA12-072C-4ED5-BA76-0FFFAEFDB88A}" dt="2025-11-18T23:34:20.198" v="6361" actId="20577"/>
          <ac:graphicFrameMkLst>
            <pc:docMk/>
            <pc:sldMk cId="2652154309" sldId="394"/>
            <ac:graphicFrameMk id="8" creationId="{7EE525A6-367C-C461-3368-E8BB9DE36481}"/>
          </ac:graphicFrameMkLst>
        </pc:graphicFrameChg>
      </pc:sldChg>
      <pc:sldChg chg="modSp add mod">
        <pc:chgData name="Zonghua Gu" userId="9a7e1853e1951ef5" providerId="LiveId" clId="{CF1FAA12-072C-4ED5-BA76-0FFFAEFDB88A}" dt="2025-11-18T23:47:28.056" v="6456" actId="207"/>
        <pc:sldMkLst>
          <pc:docMk/>
          <pc:sldMk cId="3048658247" sldId="395"/>
        </pc:sldMkLst>
        <pc:spChg chg="mod">
          <ac:chgData name="Zonghua Gu" userId="9a7e1853e1951ef5" providerId="LiveId" clId="{CF1FAA12-072C-4ED5-BA76-0FFFAEFDB88A}" dt="2025-11-18T23:45:28.971" v="6442" actId="404"/>
          <ac:spMkLst>
            <pc:docMk/>
            <pc:sldMk cId="3048658247" sldId="395"/>
            <ac:spMk id="2" creationId="{8C842C3D-50C9-155E-0B61-ED370CF6164C}"/>
          </ac:spMkLst>
        </pc:spChg>
        <pc:graphicFrameChg chg="modGraphic">
          <ac:chgData name="Zonghua Gu" userId="9a7e1853e1951ef5" providerId="LiveId" clId="{CF1FAA12-072C-4ED5-BA76-0FFFAEFDB88A}" dt="2025-11-18T23:46:38.042" v="6453" actId="207"/>
          <ac:graphicFrameMkLst>
            <pc:docMk/>
            <pc:sldMk cId="3048658247" sldId="395"/>
            <ac:graphicFrameMk id="5" creationId="{372F96EE-5AF2-5B15-C1BC-FAF0F3A2A1AB}"/>
          </ac:graphicFrameMkLst>
        </pc:graphicFrameChg>
        <pc:graphicFrameChg chg="modGraphic">
          <ac:chgData name="Zonghua Gu" userId="9a7e1853e1951ef5" providerId="LiveId" clId="{CF1FAA12-072C-4ED5-BA76-0FFFAEFDB88A}" dt="2025-11-18T23:46:02.808" v="6447" actId="207"/>
          <ac:graphicFrameMkLst>
            <pc:docMk/>
            <pc:sldMk cId="3048658247" sldId="395"/>
            <ac:graphicFrameMk id="6" creationId="{F1656193-ACA0-132F-342B-32551931A799}"/>
          </ac:graphicFrameMkLst>
        </pc:graphicFrameChg>
        <pc:graphicFrameChg chg="modGraphic">
          <ac:chgData name="Zonghua Gu" userId="9a7e1853e1951ef5" providerId="LiveId" clId="{CF1FAA12-072C-4ED5-BA76-0FFFAEFDB88A}" dt="2025-11-18T23:47:28.056" v="6456" actId="207"/>
          <ac:graphicFrameMkLst>
            <pc:docMk/>
            <pc:sldMk cId="3048658247" sldId="395"/>
            <ac:graphicFrameMk id="13" creationId="{476FC88E-1B42-B337-08A1-D33AD966C954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2487" tIns="46244" rIns="92487" bIns="4624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2487" tIns="46244" rIns="92487" bIns="46244" rtlCol="0"/>
          <a:lstStyle>
            <a:lvl1pPr algn="r">
              <a:defRPr sz="1200"/>
            </a:lvl1pPr>
          </a:lstStyle>
          <a:p>
            <a:fld id="{2AEAFE1F-9E52-45C8-9793-E819F0044A1C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692150"/>
            <a:ext cx="4616450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87" tIns="46244" rIns="92487" bIns="4624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008" y="4387136"/>
            <a:ext cx="5560060" cy="4156234"/>
          </a:xfrm>
          <a:prstGeom prst="rect">
            <a:avLst/>
          </a:prstGeom>
        </p:spPr>
        <p:txBody>
          <a:bodyPr vert="horz" lIns="92487" tIns="46244" rIns="92487" bIns="4624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69"/>
            <a:ext cx="3011699" cy="461804"/>
          </a:xfrm>
          <a:prstGeom prst="rect">
            <a:avLst/>
          </a:prstGeom>
        </p:spPr>
        <p:txBody>
          <a:bodyPr vert="horz" lIns="92487" tIns="46244" rIns="92487" bIns="4624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6768" y="8772669"/>
            <a:ext cx="3011699" cy="461804"/>
          </a:xfrm>
          <a:prstGeom prst="rect">
            <a:avLst/>
          </a:prstGeom>
        </p:spPr>
        <p:txBody>
          <a:bodyPr vert="horz" lIns="92487" tIns="46244" rIns="92487" bIns="46244" rtlCol="0" anchor="b"/>
          <a:lstStyle>
            <a:lvl1pPr algn="r">
              <a:defRPr sz="1200"/>
            </a:lvl1pPr>
          </a:lstStyle>
          <a:p>
            <a:fld id="{2D71AD5F-E36F-46B9-A99B-7B02524435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616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Compare r0 and r1</a:t>
            </a:r>
          </a:p>
          <a:p>
            <a:r>
              <a:rPr lang="en-US" dirty="0"/>
              <a:t>; Branch to skip if r0 == r1 (skip the addition)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; r2 = r2 + r2 (only executed if r0 != r1)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i="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Compare r0 and r1</a:t>
            </a:r>
          </a:p>
          <a:p>
            <a:r>
              <a:rPr lang="en-US" dirty="0"/>
              <a:t>ANS A:</a:t>
            </a:r>
          </a:p>
          <a:p>
            <a:pPr lvl="1"/>
            <a:r>
              <a:rPr lang="en-US" dirty="0"/>
              <a:t>CMP r0, r1         </a:t>
            </a:r>
          </a:p>
          <a:p>
            <a:pPr lvl="1"/>
            <a:r>
              <a:rPr lang="en-US" dirty="0"/>
              <a:t>BEQ skip</a:t>
            </a:r>
          </a:p>
          <a:p>
            <a:pPr lvl="1"/>
            <a:r>
              <a:rPr lang="en-US" dirty="0"/>
              <a:t>ADD r2, r2, r2      </a:t>
            </a:r>
          </a:p>
          <a:p>
            <a:pPr lvl="1"/>
            <a:r>
              <a:rPr lang="en-US" dirty="0"/>
              <a:t>skip:</a:t>
            </a:r>
          </a:p>
          <a:p>
            <a:r>
              <a:rPr lang="en-US" dirty="0"/>
              <a:t>ANS B: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i="0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369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B38C6-1350-AA7F-351E-F644E6BED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C32A4E-32FC-A362-A38D-B406AD77E6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DBDFDD-B4A5-3278-66A3-DD9131CCE2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Compare r0 and r1</a:t>
            </a:r>
          </a:p>
          <a:p>
            <a:r>
              <a:rPr lang="en-US" dirty="0"/>
              <a:t>; Branch to skip if r0 == r1 (skip the addition)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; r2 = r2 + r2 (only executed if r0 != r1)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i="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Compare r0 and r1</a:t>
            </a:r>
          </a:p>
          <a:p>
            <a:r>
              <a:rPr lang="en-US" dirty="0"/>
              <a:t>ANS A:</a:t>
            </a:r>
          </a:p>
          <a:p>
            <a:pPr lvl="1"/>
            <a:r>
              <a:rPr lang="en-US" dirty="0"/>
              <a:t>CMP r0, r1         </a:t>
            </a:r>
          </a:p>
          <a:p>
            <a:pPr lvl="1"/>
            <a:r>
              <a:rPr lang="en-US" dirty="0"/>
              <a:t>BEQ skip</a:t>
            </a:r>
          </a:p>
          <a:p>
            <a:pPr lvl="1"/>
            <a:r>
              <a:rPr lang="en-US" dirty="0"/>
              <a:t>ADD r2, r2, r2      </a:t>
            </a:r>
          </a:p>
          <a:p>
            <a:pPr lvl="1"/>
            <a:r>
              <a:rPr lang="en-US" dirty="0"/>
              <a:t>skip:</a:t>
            </a:r>
          </a:p>
          <a:p>
            <a:r>
              <a:rPr lang="en-US" dirty="0"/>
              <a:t>ANS B: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i="0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EB8ADC-9431-087E-FB1B-C4087CDACD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026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EBB4E-8AB6-9327-DB23-68FF34B79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D67CF5-3750-98EA-0473-C2FFA46255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8710C2-3CB4-3124-9E12-25B21C4E68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Alternative solution:</a:t>
            </a:r>
          </a:p>
          <a:p>
            <a:pPr lvl="1"/>
            <a:endParaRPr lang="pt-BR" dirty="0"/>
          </a:p>
          <a:p>
            <a:pPr lvl="1"/>
            <a:endParaRPr lang="pt-BR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255E10-BB88-1105-6F23-3D56538740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5552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Alternative solution:</a:t>
            </a:r>
          </a:p>
          <a:p>
            <a:pPr lvl="1"/>
            <a:endParaRPr lang="pt-BR" dirty="0"/>
          </a:p>
          <a:p>
            <a:pPr lvl="1"/>
            <a:endParaRPr lang="pt-BR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5465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bx lr           ; Branch and exchange, return to caller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6635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; while (save[</a:t>
            </a:r>
            <a:r>
              <a:rPr lang="en-US" dirty="0" err="1"/>
              <a:t>i</a:t>
            </a:r>
            <a:r>
              <a:rPr lang="en-US" dirty="0"/>
              <a:t>] == k) </a:t>
            </a:r>
            <a:r>
              <a:rPr lang="en-US" dirty="0" err="1"/>
              <a:t>i</a:t>
            </a:r>
            <a:r>
              <a:rPr lang="en-US" dirty="0"/>
              <a:t> += 1;</a:t>
            </a:r>
          </a:p>
          <a:p>
            <a:endParaRPr lang="en-US" dirty="0"/>
          </a:p>
          <a:p>
            <a:r>
              <a:rPr lang="en-US" dirty="0"/>
              <a:t>loop:</a:t>
            </a:r>
          </a:p>
          <a:p>
            <a:r>
              <a:rPr lang="en-US" dirty="0"/>
              <a:t>    LDR     r3, [r0, r1, LSL #2]   ; r3 = save[</a:t>
            </a:r>
            <a:r>
              <a:rPr lang="en-US" dirty="0" err="1"/>
              <a:t>i</a:t>
            </a:r>
            <a:r>
              <a:rPr lang="en-US" dirty="0"/>
              <a:t>]  (index scaled by 4 bytes) [98][121]</a:t>
            </a:r>
          </a:p>
          <a:p>
            <a:r>
              <a:rPr lang="en-US" dirty="0"/>
              <a:t>    CMP     r3, r2                 ; compare save[</a:t>
            </a:r>
            <a:r>
              <a:rPr lang="en-US" dirty="0" err="1"/>
              <a:t>i</a:t>
            </a:r>
            <a:r>
              <a:rPr lang="en-US" dirty="0"/>
              <a:t>] with k [109]</a:t>
            </a:r>
          </a:p>
          <a:p>
            <a:r>
              <a:rPr lang="en-US" dirty="0"/>
              <a:t>    BNE     done                   ; exit loop if not equal [93]</a:t>
            </a:r>
          </a:p>
          <a:p>
            <a:r>
              <a:rPr lang="en-US" dirty="0"/>
              <a:t>    ADD     r1, r1, #1             ; </a:t>
            </a:r>
            <a:r>
              <a:rPr lang="en-US" dirty="0" err="1"/>
              <a:t>i</a:t>
            </a:r>
            <a:r>
              <a:rPr lang="en-US" dirty="0"/>
              <a:t> += 1 [109]</a:t>
            </a:r>
          </a:p>
          <a:p>
            <a:r>
              <a:rPr lang="en-US" dirty="0"/>
              <a:t>    B       loop                   ; repeat [93]</a:t>
            </a:r>
          </a:p>
          <a:p>
            <a:r>
              <a:rPr lang="en-US" dirty="0"/>
              <a:t>done: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7905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54BB7-57B1-6A0C-6F42-C1A0C9D8D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BEAC6B-8098-2CF8-CD73-2BA181998A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8481F4-39E2-109C-DEEB-41BE4667EF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; while (save[</a:t>
            </a:r>
            <a:r>
              <a:rPr lang="en-US" dirty="0" err="1"/>
              <a:t>i</a:t>
            </a:r>
            <a:r>
              <a:rPr lang="en-US" dirty="0"/>
              <a:t>] == k) </a:t>
            </a:r>
            <a:r>
              <a:rPr lang="en-US" dirty="0" err="1"/>
              <a:t>i</a:t>
            </a:r>
            <a:r>
              <a:rPr lang="en-US" dirty="0"/>
              <a:t> += 1;</a:t>
            </a:r>
          </a:p>
          <a:p>
            <a:endParaRPr lang="en-US" dirty="0"/>
          </a:p>
          <a:p>
            <a:r>
              <a:rPr lang="en-US" dirty="0"/>
              <a:t>loop:</a:t>
            </a:r>
          </a:p>
          <a:p>
            <a:r>
              <a:rPr lang="en-US" dirty="0"/>
              <a:t>    LDR     r3, [r0, r1, LSL #2]   ; r3 = save[</a:t>
            </a:r>
            <a:r>
              <a:rPr lang="en-US" dirty="0" err="1"/>
              <a:t>i</a:t>
            </a:r>
            <a:r>
              <a:rPr lang="en-US" dirty="0"/>
              <a:t>]  (index scaled by 4 bytes) [98][121]</a:t>
            </a:r>
          </a:p>
          <a:p>
            <a:r>
              <a:rPr lang="en-US" dirty="0"/>
              <a:t>    CMP     r3, r2                 ; compare save[</a:t>
            </a:r>
            <a:r>
              <a:rPr lang="en-US" dirty="0" err="1"/>
              <a:t>i</a:t>
            </a:r>
            <a:r>
              <a:rPr lang="en-US" dirty="0"/>
              <a:t>] with k [109]</a:t>
            </a:r>
          </a:p>
          <a:p>
            <a:r>
              <a:rPr lang="en-US" dirty="0"/>
              <a:t>    BNE     done                   ; exit loop if not equal [93]</a:t>
            </a:r>
          </a:p>
          <a:p>
            <a:r>
              <a:rPr lang="en-US" dirty="0"/>
              <a:t>    ADD     r1, r1, #1             ; </a:t>
            </a:r>
            <a:r>
              <a:rPr lang="en-US" dirty="0" err="1"/>
              <a:t>i</a:t>
            </a:r>
            <a:r>
              <a:rPr lang="en-US" dirty="0"/>
              <a:t> += 1 [109]</a:t>
            </a:r>
          </a:p>
          <a:p>
            <a:r>
              <a:rPr lang="en-US" dirty="0"/>
              <a:t>    B       loop                   ; repeat [93]</a:t>
            </a:r>
          </a:p>
          <a:p>
            <a:r>
              <a:rPr lang="en-US" dirty="0"/>
              <a:t>done: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E65C0-2803-87BB-2AA7-FC38CC27DA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4150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dirty="0"/>
              <a:t>for (</a:t>
            </a:r>
            <a:r>
              <a:rPr lang="en-US" dirty="0" err="1"/>
              <a:t>i</a:t>
            </a:r>
            <a:r>
              <a:rPr lang="en-US" dirty="0"/>
              <a:t>=0; </a:t>
            </a:r>
            <a:r>
              <a:rPr lang="en-US" dirty="0" err="1"/>
              <a:t>i</a:t>
            </a:r>
            <a:r>
              <a:rPr lang="en-US" dirty="0"/>
              <a:t>&lt;8; </a:t>
            </a:r>
            <a:r>
              <a:rPr lang="en-US" dirty="0" err="1"/>
              <a:t>i</a:t>
            </a:r>
            <a:r>
              <a:rPr lang="en-US" dirty="0"/>
              <a:t>++){</a:t>
            </a:r>
          </a:p>
          <a:p>
            <a:pPr lvl="1"/>
            <a:r>
              <a:rPr lang="en-US" dirty="0"/>
              <a:t>a[</a:t>
            </a:r>
            <a:r>
              <a:rPr lang="en-US" dirty="0" err="1"/>
              <a:t>i</a:t>
            </a:r>
            <a:r>
              <a:rPr lang="en-US" dirty="0"/>
              <a:t>] = b[7-i];</a:t>
            </a:r>
          </a:p>
          <a:p>
            <a:pPr lvl="1"/>
            <a:r>
              <a:rPr lang="en-US" dirty="0"/>
              <a:t>}</a:t>
            </a:r>
          </a:p>
          <a:p>
            <a:r>
              <a:rPr lang="en-US" dirty="0"/>
              <a:t>ANS:</a:t>
            </a:r>
          </a:p>
          <a:p>
            <a:pPr lvl="1"/>
            <a:r>
              <a:rPr lang="en-US" dirty="0"/>
              <a:t>; for (</a:t>
            </a:r>
            <a:r>
              <a:rPr lang="en-US" dirty="0" err="1"/>
              <a:t>i</a:t>
            </a:r>
            <a:r>
              <a:rPr lang="en-US" dirty="0"/>
              <a:t>=0; </a:t>
            </a:r>
            <a:r>
              <a:rPr lang="en-US" dirty="0" err="1"/>
              <a:t>i</a:t>
            </a:r>
            <a:r>
              <a:rPr lang="en-US" dirty="0"/>
              <a:t>&lt;8; </a:t>
            </a:r>
            <a:r>
              <a:rPr lang="en-US" dirty="0" err="1"/>
              <a:t>i</a:t>
            </a:r>
            <a:r>
              <a:rPr lang="en-US" dirty="0"/>
              <a:t>++) { a[</a:t>
            </a:r>
            <a:r>
              <a:rPr lang="en-US" dirty="0" err="1"/>
              <a:t>i</a:t>
            </a:r>
            <a:r>
              <a:rPr lang="en-US" dirty="0"/>
              <a:t>] = b[7-i]; }</a:t>
            </a:r>
          </a:p>
          <a:p>
            <a:pPr lvl="1"/>
            <a:r>
              <a:rPr lang="en-US" dirty="0"/>
              <a:t>; Assume r0 = base address of a, r1 = base address of b</a:t>
            </a:r>
          </a:p>
          <a:p>
            <a:pPr lvl="1"/>
            <a:r>
              <a:rPr lang="en-US" dirty="0"/>
              <a:t>MOV r2, #0          ; </a:t>
            </a:r>
            <a:r>
              <a:rPr lang="en-US" dirty="0" err="1"/>
              <a:t>i</a:t>
            </a:r>
            <a:r>
              <a:rPr lang="en-US" dirty="0"/>
              <a:t> = 0</a:t>
            </a:r>
          </a:p>
          <a:p>
            <a:pPr lvl="1"/>
            <a:r>
              <a:rPr lang="en-US" dirty="0" err="1"/>
              <a:t>loop_start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…</a:t>
            </a:r>
          </a:p>
          <a:p>
            <a:pPr lvl="1"/>
            <a:r>
              <a:rPr lang="en-US" dirty="0" err="1"/>
              <a:t>loop_end</a:t>
            </a:r>
            <a:r>
              <a:rPr lang="en-US" dirty="0"/>
              <a:t>: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1328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412AB-13B4-B035-0958-DA9C98290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6F495B-59BA-E964-8205-8317BD120C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0832F4-7DCD-B8E4-7248-B122F9B2AC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B25462-90E1-D5A5-988E-2D33F273D7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5803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7385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84E89-7C44-C5D6-5FE2-35B48DB2B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D3BB97-C1ED-EB01-7B4D-50A0B92608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D49600-58D5-1674-9794-06B23001F6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FA483A-3C0C-0CCB-5F80-152A39AC68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1675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38E8E-8967-FABC-4379-055C5BB4A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20BA70-AB8C-5A9E-3A4F-2FF475D73C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233B47-99E1-DA8E-01DD-DCC2ABA96C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No—do not replace BNE with BPL in that loop.image.jpg</a:t>
            </a:r>
          </a:p>
          <a:p>
            <a:r>
              <a:rPr lang="en-US" b="1" dirty="0"/>
              <a:t>Why BNE is correct</a:t>
            </a:r>
          </a:p>
          <a:p>
            <a:r>
              <a:rPr lang="en-US" dirty="0"/>
              <a:t>After SUB r0, r0, #1, the Zero flag Z is set only when r0 becomes 0, so BNE (“branch if not equal to zero”) repeats exactly until the counter hits 0, giving 10 iterations from an initial value of 10.image.jpg</a:t>
            </a:r>
          </a:p>
          <a:p>
            <a:r>
              <a:rPr lang="en-US" b="1" dirty="0"/>
              <a:t>Why BPL is wrong here</a:t>
            </a:r>
          </a:p>
          <a:p>
            <a:r>
              <a:rPr lang="en-US" dirty="0"/>
              <a:t>BPL tests the Negative flag N=0 (i.e., “plus/non‑negative”), not whether the value is nonzero. Starting from 10 and decrementing, N stays 0 for 10 down to 0, so BPL would still branch at r0=0 and continue into −1</a:t>
            </a:r>
          </a:p>
          <a:p>
            <a:r>
              <a:rPr lang="en-US" b="1" dirty="0"/>
              <a:t>If using “plus” logic</a:t>
            </a:r>
          </a:p>
          <a:p>
            <a:r>
              <a:rPr lang="en-US" dirty="0"/>
              <a:t>To stop before going negative, the condition would need to be “branch while r0 &gt; 0,” which is achieved with BGT after a CMP r0,#0 or by keeping BNE after SUBS. Using BPL alone does not encode “greater than zero.”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E160E0-1640-110C-2FA4-4D81E7C017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8037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No—do not replace BNE with BPL in that loop.image.jpg</a:t>
            </a:r>
          </a:p>
          <a:p>
            <a:r>
              <a:rPr lang="en-US" b="1" dirty="0"/>
              <a:t>Why BNE is correct</a:t>
            </a:r>
          </a:p>
          <a:p>
            <a:r>
              <a:rPr lang="en-US" dirty="0"/>
              <a:t>After SUB r0, r0, #1, the Zero flag Z is set only when r0 becomes 0, so BNE (“branch if not equal to zero”) repeats exactly until the counter hits 0, giving 10 iterations from an initial value of 10.image.jpg</a:t>
            </a:r>
          </a:p>
          <a:p>
            <a:r>
              <a:rPr lang="en-US" b="1" dirty="0"/>
              <a:t>Why BPL is wrong here</a:t>
            </a:r>
          </a:p>
          <a:p>
            <a:r>
              <a:rPr lang="en-US" dirty="0"/>
              <a:t>BPL tests the Negative flag N=0 (i.e., “plus/non‑negative”), not whether the value is nonzero. Starting from 10 and decrementing, N stays 0 for 10 down to 0, so BPL would still branch at r0=0 and continue into −1</a:t>
            </a:r>
          </a:p>
          <a:p>
            <a:r>
              <a:rPr lang="en-US" b="1" dirty="0"/>
              <a:t>If using “plus” logic</a:t>
            </a:r>
          </a:p>
          <a:p>
            <a:r>
              <a:rPr lang="en-US" dirty="0"/>
              <a:t>To stop before going negative, the condition would need to be “branch while r0 &gt; 0,” which is achieved with BGT after a CMP r0,#0 or by keeping BNE after SUBS. Using BPL alone does not encode “greater than zero.”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2241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8941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5862C-E5A2-BA8F-385A-253A9E8D4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00B468-CEBE-6E74-94E0-101106D7FB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A5F83B-79B0-55F5-1F44-B30AEACB7E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i="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bx lr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5464B3-1AF1-2B17-D44B-E2C4306384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2301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i="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bx lr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0934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https://thinkingeek.com/2013/01/20/arm-assembler-raspberry-pi-chapter-6/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6977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24810" y="4404346"/>
            <a:ext cx="5100458" cy="417057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5780" tIns="47890" rIns="95780" bIns="47890"/>
          <a:lstStyle/>
          <a:p>
            <a:pPr marL="0" lvl="2" defTabSz="924879">
              <a:defRPr/>
            </a:pPr>
            <a:r>
              <a:rPr lang="en-US" dirty="0"/>
              <a:t>Condition codes are simply a way of testing the ALU status flags. </a:t>
            </a:r>
          </a:p>
          <a:p>
            <a:pPr marL="0" lvl="2" defTabSz="924879">
              <a:defRPr/>
            </a:pPr>
            <a:r>
              <a:rPr lang="en-US" dirty="0"/>
              <a:t>Note AL is the default and does not need to be specified </a:t>
            </a:r>
            <a:endParaRPr lang="en-GB" dirty="0"/>
          </a:p>
          <a:p>
            <a:endParaRPr lang="en-US" dirty="0"/>
          </a:p>
        </p:txBody>
      </p:sp>
      <p:sp>
        <p:nvSpPr>
          <p:cNvPr id="45059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9525" y="863600"/>
            <a:ext cx="4403725" cy="3303588"/>
          </a:xfrm>
          <a:ln/>
        </p:spPr>
      </p:sp>
    </p:spTree>
    <p:extLst>
      <p:ext uri="{BB962C8B-B14F-4D97-AF65-F5344CB8AC3E}">
        <p14:creationId xmlns:p14="http://schemas.microsoft.com/office/powerpoint/2010/main" val="2172682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DEF10-5531-8248-33E1-4809D8DB8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B38B50-17AC-38C6-BE82-A167E093AA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AC1DE8-8CE9-B47B-E133-A8C3276E43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After a CMP/CMN or SUBS/ADDS used as an unsigned compare where the first operand is strictly greater than the second; for example, after CMP r0, r1, HI means r0 &gt; r1 when treated as unsigned.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8B5C0F-9341-5534-5F6A-552401C926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1164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After a CMP/CMN or SUBS/ADDS used as an unsigned compare where the first operand is strictly greater than the second; for example, after CMP r0, r1, HI means r0 &gt; r1 when treated as unsigned.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134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2E26774B-6488-4259-9342-6CBDB2BFD4E4}" type="datetime1">
              <a:rPr lang="en-US" smtClean="0"/>
              <a:pPr eaLnBrk="1" latinLnBrk="0" hangingPunct="1"/>
              <a:t>11/18/2025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B0F52420-10F8-488E-969A-A9BE388BE9C4}" type="datetime1">
              <a:rPr lang="en-US" smtClean="0"/>
              <a:pPr eaLnBrk="1" latinLnBrk="0" hangingPunct="1"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pPr eaLnBrk="1" latinLnBrk="0" hangingPunct="1"/>
            <a:fld id="{96E96F24-58CF-47DA-907C-A9CD6353E425}" type="datetime1">
              <a:rPr lang="en-US" smtClean="0"/>
              <a:pPr eaLnBrk="1" latinLnBrk="0" hangingPunct="1"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3AE4463-726A-4A35-9F46-98893432A3F9}" type="datetime1">
              <a:rPr lang="en-US" smtClean="0"/>
              <a:pPr eaLnBrk="1" latinLnBrk="0" hangingPunct="1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DF404D0-E306-4E90-90E3-E44D26246FFC}" type="datetime1">
              <a:rPr lang="en-US" smtClean="0"/>
              <a:pPr eaLnBrk="1" latinLnBrk="0" hangingPunct="1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1485DA14-76F0-4D93-83FB-7878C79A1986}" type="datetime1">
              <a:rPr lang="en-US" smtClean="0"/>
              <a:pPr eaLnBrk="1" latinLnBrk="0" hangingPunct="1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A15E552D-49E1-496B-B79C-E100986B8B5F}" type="datetime1">
              <a:rPr lang="en-US" smtClean="0"/>
              <a:pPr eaLnBrk="1" latinLnBrk="0" hangingPunct="1"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EC72505-1551-4A98-97CD-F520B07184AD}" type="datetime1">
              <a:rPr lang="en-US" smtClean="0"/>
              <a:pPr eaLnBrk="1" latinLnBrk="0" hangingPunct="1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218F47B-BA16-4F20-B5BA-73F598D94B51}" type="datetime1">
              <a:rPr lang="en-US" smtClean="0"/>
              <a:pPr eaLnBrk="1" latinLnBrk="0" hangingPunct="1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9B2E7711-0BE3-4AFC-959B-CB5C31A7AE48}" type="datetime1">
              <a:rPr lang="en-US" smtClean="0"/>
              <a:pPr eaLnBrk="1" latinLnBrk="0" hangingPunct="1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825AAB62-A572-4E37-B772-B4A75ADE0B18}" type="datetime1">
              <a:rPr lang="en-US" smtClean="0"/>
              <a:pPr eaLnBrk="1" latinLnBrk="0" hangingPunct="1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4F3CB514-9CA6-4E48-9463-A430D31CFDE3}" type="datetime1">
              <a:rPr lang="en-US" smtClean="0"/>
              <a:pPr eaLnBrk="1" latinLnBrk="0" hangingPunct="1"/>
              <a:t>11/18/2025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eb.eece.maine.edu/~zhu/book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Z. Gu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37547"/>
            <a:ext cx="6477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latin typeface="Bookman Old Style (Headings)"/>
              </a:rPr>
              <a:t>Embedded Systems with ARM Cortex-M Microcontrollers in Assembly Language and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13019" y="1828800"/>
            <a:ext cx="385637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Chapter 6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Flow Control in Assembly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Exercises ANS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1</a:t>
            </a:fld>
            <a:endParaRPr kumimoji="0"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F938EB-593A-3F78-8471-70DE26383963}"/>
              </a:ext>
            </a:extLst>
          </p:cNvPr>
          <p:cNvSpPr txBox="1"/>
          <p:nvPr/>
        </p:nvSpPr>
        <p:spPr>
          <a:xfrm>
            <a:off x="709138" y="6307127"/>
            <a:ext cx="7725724" cy="461665"/>
          </a:xfrm>
          <a:prstGeom prst="rect">
            <a:avLst/>
          </a:prstGeom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tx1"/>
                </a:solidFill>
                <a:latin typeface="Gill Sans Light"/>
              </a:rPr>
              <a:t>Acknowledgement: Lecture slides based on Embedded Systems with ARM Cortex-M Microcontrollers in Assembly Language and C, University of Maine </a:t>
            </a:r>
            <a:r>
              <a:rPr lang="en-US" altLang="zh-CN" sz="1200" dirty="0">
                <a:solidFill>
                  <a:schemeClr val="tx1"/>
                </a:solidFill>
                <a:latin typeface="Gill Sans Light"/>
                <a:hlinkClick r:id="rId2"/>
              </a:rPr>
              <a:t>https://web.eece.maine.edu/~zhu/book/</a:t>
            </a:r>
            <a:r>
              <a:rPr lang="en-US" altLang="zh-CN" sz="1200" dirty="0">
                <a:solidFill>
                  <a:schemeClr val="tx1"/>
                </a:solidFill>
                <a:latin typeface="Gill Sans Light"/>
              </a:rPr>
              <a:t> </a:t>
            </a:r>
            <a:endParaRPr lang="en-SE" sz="1200" dirty="0">
              <a:solidFill>
                <a:schemeClr val="tx1"/>
              </a:solidFill>
              <a:latin typeface="Gill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683281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933DF-9610-809C-11B2-6E559AD6F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Pseudocode to Assembly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51F047-7DC1-1269-97CA-1BFB3E386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5194D1-447C-6A4E-281D-DAB9A59A84C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2057400"/>
          </a:xfrm>
        </p:spPr>
        <p:txBody>
          <a:bodyPr>
            <a:normAutofit/>
          </a:bodyPr>
          <a:lstStyle/>
          <a:p>
            <a:r>
              <a:rPr lang="en-US" dirty="0"/>
              <a:t>Write assembly program for pseudocode, one version without Conditional Execution instructions, one version with Conditional Execution.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5FA2BB6-217B-C52B-5A1B-6F25A3FDBB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617822"/>
              </p:ext>
            </p:extLst>
          </p:nvPr>
        </p:nvGraphicFramePr>
        <p:xfrm>
          <a:off x="876300" y="2844265"/>
          <a:ext cx="7391400" cy="101707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Pseudocode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lang="pt-BR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if (r0 != r1) r2 = r2 + r2</a:t>
                      </a:r>
                    </a:p>
                    <a:p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38E8EFF-813B-0481-15DB-FE881211C9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8323536"/>
              </p:ext>
            </p:extLst>
          </p:nvPr>
        </p:nvGraphicFramePr>
        <p:xfrm>
          <a:off x="876300" y="4220310"/>
          <a:ext cx="7391400" cy="1162579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2831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Pseudocode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 w/Conditional Execution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4899">
                <a:tc>
                  <a:txBody>
                    <a:bodyPr/>
                    <a:lstStyle/>
                    <a:p>
                      <a:r>
                        <a:rPr lang="pt-BR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if (r0 != r1) r2 = r2 + r2</a:t>
                      </a:r>
                    </a:p>
                    <a:p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4675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BD9E7-84B5-4307-1E18-361E64906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9C519-78F4-265A-28F8-A7F91940F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Pseudocode to Assembly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DE8256-3107-F915-1F0D-F420E2BB8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C09B8C-E7BF-18F9-4DF3-E7B8AB108D1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2057400"/>
          </a:xfrm>
        </p:spPr>
        <p:txBody>
          <a:bodyPr>
            <a:normAutofit/>
          </a:bodyPr>
          <a:lstStyle/>
          <a:p>
            <a:r>
              <a:rPr lang="en-US" dirty="0"/>
              <a:t>Write assembly program for pseudocode, one version without Conditional Execution instructions, one version with Conditional Execution.</a:t>
            </a:r>
          </a:p>
          <a:p>
            <a:pPr lvl="1"/>
            <a:r>
              <a:rPr lang="pt-BR" dirty="0"/>
              <a:t>if (r0 != r1) r2 = r2 + r2</a:t>
            </a:r>
            <a:endParaRPr lang="en-US" dirty="0"/>
          </a:p>
          <a:p>
            <a:pPr lvl="1"/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40F863F-ED16-DF22-3E32-4C03C5CD0E8B}"/>
              </a:ext>
            </a:extLst>
          </p:cNvPr>
          <p:cNvGraphicFramePr>
            <a:graphicFrameLocks noGrp="1"/>
          </p:cNvGraphicFramePr>
          <p:nvPr/>
        </p:nvGraphicFramePr>
        <p:xfrm>
          <a:off x="876300" y="3123036"/>
          <a:ext cx="7391400" cy="12192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Pseudocode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lang="pt-BR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if (r0 != r1) r2 = r2 + r2</a:t>
                      </a:r>
                    </a:p>
                    <a:p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CMP r0, r1        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BEQ skip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r2, r2, r2     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skip: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FC5E2AE-B706-F0FE-2E4C-ACA699A326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5854195"/>
              </p:ext>
            </p:extLst>
          </p:nvPr>
        </p:nvGraphicFramePr>
        <p:xfrm>
          <a:off x="876300" y="4499081"/>
          <a:ext cx="7391400" cy="1149308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8091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Pseudocode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 w/Conditional Execution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1628">
                <a:tc>
                  <a:txBody>
                    <a:bodyPr/>
                    <a:lstStyle/>
                    <a:p>
                      <a:r>
                        <a:rPr lang="pt-BR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if (r0 != r1) r2 = r2 + r2</a:t>
                      </a:r>
                    </a:p>
                    <a:p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CMP r0, r1  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ADDNE r2, r2, r2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0226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ADCAF-BE50-17FF-579D-A0CE75A6B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E9D73-DFD9-5FD9-049A-AA9B12814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Pseudocode to Assembly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823922-1E53-1B09-CCCD-2732CE03A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A5B4AA-F936-2EFD-9745-FCE6245B0DC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609600"/>
          </a:xfrm>
        </p:spPr>
        <p:txBody>
          <a:bodyPr/>
          <a:lstStyle/>
          <a:p>
            <a:r>
              <a:rPr lang="en-US" dirty="0"/>
              <a:t>Write assembly program for pseudocode.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F085B11-F5FB-4007-9CB4-3ABD525B24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7834828"/>
              </p:ext>
            </p:extLst>
          </p:nvPr>
        </p:nvGraphicFramePr>
        <p:xfrm>
          <a:off x="762000" y="1828800"/>
          <a:ext cx="7391400" cy="7315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358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Pseudocode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 1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175"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r1 = (r0 &gt;&gt; 4) &amp; 15</a:t>
                      </a:r>
                    </a:p>
                    <a:p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4608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45031-374F-3949-2E75-E92EE2E13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Pseudocode to Assembly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5611C0-FFA9-1E42-0C9B-E1F57360A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C3D2E6-2CBC-36E7-D723-501E1827F82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609600"/>
          </a:xfrm>
        </p:spPr>
        <p:txBody>
          <a:bodyPr/>
          <a:lstStyle/>
          <a:p>
            <a:r>
              <a:rPr lang="en-US" dirty="0"/>
              <a:t>Write assembly program for pseudocode.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27BD2A0-832C-7F1E-86CB-33A992AE5B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43916"/>
              </p:ext>
            </p:extLst>
          </p:nvPr>
        </p:nvGraphicFramePr>
        <p:xfrm>
          <a:off x="762000" y="1828800"/>
          <a:ext cx="7391400" cy="97536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358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Pseudocode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 1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175"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r1 = (r0 &gt;&gt; 4) &amp; 15</a:t>
                      </a:r>
                    </a:p>
                    <a:p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r1, r0, LSR #4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AND r1, r1, 0x0F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%AND r1, r1, #15 is also OK 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C871EDF-DD88-8052-FF66-F955503E89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9054311"/>
              </p:ext>
            </p:extLst>
          </p:nvPr>
        </p:nvGraphicFramePr>
        <p:xfrm>
          <a:off x="762000" y="3003550"/>
          <a:ext cx="7391400" cy="7315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358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Pseudocode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 2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175"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r1 = (r0 &gt;&gt; 4) &amp; 15</a:t>
                      </a:r>
                    </a:p>
                    <a:p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AND r1, r0, #0xF0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r1, r1, LSR #4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098531A2-BA43-5E4B-4A07-833BA3447510}"/>
              </a:ext>
            </a:extLst>
          </p:cNvPr>
          <p:cNvSpPr txBox="1">
            <a:spLocks/>
          </p:cNvSpPr>
          <p:nvPr/>
        </p:nvSpPr>
        <p:spPr>
          <a:xfrm>
            <a:off x="457200" y="3813810"/>
            <a:ext cx="8229600" cy="2927350"/>
          </a:xfrm>
          <a:prstGeom prst="rect">
            <a:avLst/>
          </a:prstGeom>
        </p:spPr>
        <p:txBody>
          <a:bodyPr vert="horz">
            <a:normAutofit fontScale="925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Assembly Program 1: It computes r1 = (r0 &gt;&gt; 4) &amp; 15 shifting it down by 4 bits, then masking the low nibble (4 bits) with 0x0F (or 0xF).</a:t>
            </a:r>
          </a:p>
          <a:p>
            <a:r>
              <a:rPr lang="en-US" dirty="0"/>
              <a:t>Assembly Program 2: It computes r1 = (r0 &gt;&gt; 4) &amp; 15 by first masking the high nibble with 0xF0 and then shifting it down by 4 bits.</a:t>
            </a:r>
          </a:p>
          <a:p>
            <a:pPr lvl="1"/>
            <a:r>
              <a:rPr lang="en-US" dirty="0"/>
              <a:t>AND r1, r0, #0xF0 keeps only bits [7:4] of r0, clearing all others.</a:t>
            </a:r>
          </a:p>
          <a:p>
            <a:pPr lvl="1"/>
            <a:r>
              <a:rPr lang="en-US" dirty="0"/>
              <a:t>MOV r1, r1, LSR #4 performs a logical right shift by 4 on the masked value, moving those bits into positions [3:0].</a:t>
            </a:r>
          </a:p>
        </p:txBody>
      </p:sp>
    </p:spTree>
    <p:extLst>
      <p:ext uri="{BB962C8B-B14F-4D97-AF65-F5344CB8AC3E}">
        <p14:creationId xmlns:p14="http://schemas.microsoft.com/office/powerpoint/2010/main" val="188395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A91CE-CC77-9A35-BF4E-63E1CEF46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 Program Understanding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9D288F-B402-F285-2057-DA59079C6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432836-5391-1803-C991-983B7660679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What is r0 equal to after running this program:</a:t>
            </a:r>
          </a:p>
          <a:p>
            <a:pPr lvl="1"/>
            <a:r>
              <a:rPr lang="pt-BR" dirty="0"/>
              <a:t>MOV r0, #10</a:t>
            </a:r>
          </a:p>
          <a:p>
            <a:pPr lvl="1"/>
            <a:r>
              <a:rPr lang="pt-BR" dirty="0"/>
              <a:t>MOV r1, #7</a:t>
            </a:r>
          </a:p>
          <a:p>
            <a:pPr lvl="1"/>
            <a:r>
              <a:rPr lang="pt-BR" dirty="0"/>
              <a:t>MOV r2, #5</a:t>
            </a:r>
          </a:p>
          <a:p>
            <a:pPr lvl="1"/>
            <a:r>
              <a:rPr lang="pt-BR" dirty="0"/>
              <a:t>CMP r1, r2</a:t>
            </a:r>
          </a:p>
          <a:p>
            <a:pPr lvl="1"/>
            <a:r>
              <a:rPr lang="pt-BR" dirty="0"/>
              <a:t>ADDGT r0, r0, #100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486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A6EC0-398A-D3B2-65E5-25E65AFC6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EC875-5DE4-CC94-21AF-385E445F4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 </a:t>
            </a:r>
            <a:r>
              <a:rPr lang="en-US"/>
              <a:t>Program Understanding ANS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38150F-624A-7DED-AE19-C0118146E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C308AC-7565-4459-9627-04CB00781A6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/>
              <a:t>What is r0 equal to after running this program:</a:t>
            </a:r>
          </a:p>
          <a:p>
            <a:pPr lvl="1"/>
            <a:r>
              <a:rPr lang="pt-BR" dirty="0"/>
              <a:t>MOV r0, #10       ; Load immediate value 10 into r0</a:t>
            </a:r>
          </a:p>
          <a:p>
            <a:pPr lvl="1"/>
            <a:r>
              <a:rPr lang="pt-BR" dirty="0"/>
              <a:t>MOV r1, #7        ; Load immediate value 7 into r1</a:t>
            </a:r>
          </a:p>
          <a:p>
            <a:pPr lvl="1"/>
            <a:r>
              <a:rPr lang="pt-BR" dirty="0"/>
              <a:t>MOV r2, #5        ; Load immediate value 5 into r2</a:t>
            </a:r>
          </a:p>
          <a:p>
            <a:pPr lvl="1"/>
            <a:r>
              <a:rPr lang="pt-BR" dirty="0"/>
              <a:t>CMP r1, r2       ; Compare r1 and r2 (compute r1-r2, set flags)</a:t>
            </a:r>
          </a:p>
          <a:p>
            <a:pPr lvl="1"/>
            <a:r>
              <a:rPr lang="pt-BR" dirty="0"/>
              <a:t>ADDGT r0, r0,100 ; Add 100 to r0 only if r1 &gt; r2 (Greater Than)</a:t>
            </a:r>
          </a:p>
          <a:p>
            <a:r>
              <a:rPr lang="en-US" dirty="0"/>
              <a:t>This code sets r0 to 10, compares 7 and 5. Since 7 &gt; 5, adds 100 to the base value of 10 to get 110</a:t>
            </a:r>
          </a:p>
          <a:p>
            <a:r>
              <a:rPr lang="en-US" dirty="0"/>
              <a:t>What about:</a:t>
            </a:r>
          </a:p>
          <a:p>
            <a:pPr lvl="1"/>
            <a:r>
              <a:rPr lang="pt-BR" dirty="0"/>
              <a:t>MOV r0, #10</a:t>
            </a:r>
          </a:p>
          <a:p>
            <a:pPr lvl="1"/>
            <a:r>
              <a:rPr lang="pt-BR" dirty="0"/>
              <a:t>MOV r1, #7</a:t>
            </a:r>
          </a:p>
          <a:p>
            <a:pPr lvl="1"/>
            <a:r>
              <a:rPr lang="pt-BR" dirty="0"/>
              <a:t>MOV r2, #5</a:t>
            </a:r>
          </a:p>
          <a:p>
            <a:pPr lvl="1"/>
            <a:r>
              <a:rPr lang="pt-BR" dirty="0"/>
              <a:t>SUBS r1, r2</a:t>
            </a:r>
          </a:p>
          <a:p>
            <a:pPr lvl="1"/>
            <a:r>
              <a:rPr lang="pt-BR" dirty="0"/>
              <a:t>ADDGE r0, r0, #100</a:t>
            </a:r>
          </a:p>
          <a:p>
            <a:r>
              <a:rPr lang="pt-BR" dirty="0"/>
              <a:t>Here r0 = 110, since SUBS sets flags and ADDGE is executed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3293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EC3D6-5403-5D32-35E4-EA5165302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EC8C92-0A50-88F1-CE32-D3EA11AC0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8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242E21-1FD3-CB05-AD91-461DFAA4741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save[] is an array of 32-bit integers.  Assume that </a:t>
            </a:r>
            <a:r>
              <a:rPr lang="en-US" dirty="0" err="1"/>
              <a:t>i</a:t>
            </a:r>
            <a:r>
              <a:rPr lang="en-US" dirty="0"/>
              <a:t> and k correspond to registers r1 and r2, and the base of the array save is in r0.  Write assembly code corresponding to this C code.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BB421C2-3A8D-7BE1-41D7-8E20F0B1E9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2902447"/>
              </p:ext>
            </p:extLst>
          </p:nvPr>
        </p:nvGraphicFramePr>
        <p:xfrm>
          <a:off x="990600" y="3886200"/>
          <a:ext cx="7391400" cy="12192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370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0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358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 code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175"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(save[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] == k)</a:t>
                      </a:r>
                    </a:p>
                    <a:p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+= 1;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r0 = &amp;save[0]    (base address of array)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r1 = i           (index)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r2 = k           (value to compare)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...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8780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FBCAA-DF87-B667-90C8-2F0B5CFD1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9F7792-159F-4EB6-0A01-21A4E9293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9</a:t>
            </a:fld>
            <a:endParaRPr kumimoji="0"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81DD544-8C21-2C0D-D8C9-39D776DE61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1949562"/>
              </p:ext>
            </p:extLst>
          </p:nvPr>
        </p:nvGraphicFramePr>
        <p:xfrm>
          <a:off x="876300" y="2513525"/>
          <a:ext cx="7391400" cy="390144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370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0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358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 code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1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0;</a:t>
                      </a:r>
                    </a:p>
                    <a:p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(save[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] == k)</a:t>
                      </a:r>
                    </a:p>
                    <a:p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+= 1;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r0 = &amp;save[0]    (base address of array)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r1 = i           (index)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r2 = k           (value to compare)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LDR r3, [r0, r1, LSL #2] ; r3 = save[i], 32-bit loads with index scaled by 4, so r3 is loaded from mem address r0+4*r1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CMP r3, r2     ; compare save[i] with k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BNE done      ; exit loop if save[i] != k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ADD r1, r1, #1 ; i += 1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 loop         ; repeat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568A4D5B-16CF-C913-A366-B6CD13B41D2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13716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save[] is an array of 32-bit integers.  Assume that </a:t>
            </a:r>
            <a:r>
              <a:rPr lang="en-US" dirty="0" err="1"/>
              <a:t>i</a:t>
            </a:r>
            <a:r>
              <a:rPr lang="en-US" dirty="0"/>
              <a:t> and k correspond to registers r1 and r2, and the base of the array save is in r0.  Write assembly code corresponding to this C code. (This program is not perfect, since the array size of save[] is not considered, so the while loop may never terminate)</a:t>
            </a:r>
          </a:p>
        </p:txBody>
      </p:sp>
    </p:spTree>
    <p:extLst>
      <p:ext uri="{BB962C8B-B14F-4D97-AF65-F5344CB8AC3E}">
        <p14:creationId xmlns:p14="http://schemas.microsoft.com/office/powerpoint/2010/main" val="28763581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3AF58-3BE7-C02B-E45C-285C296D7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210BF-9936-7600-5181-99A2123DC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 ANS 2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E6B7A2-9510-656F-A5D3-223AB788B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10</a:t>
            </a:fld>
            <a:endParaRPr kumimoji="0"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29F0AF8-E554-E10C-A5E5-A887825B37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6377985"/>
              </p:ext>
            </p:extLst>
          </p:nvPr>
        </p:nvGraphicFramePr>
        <p:xfrm>
          <a:off x="876300" y="2513525"/>
          <a:ext cx="7391400" cy="31699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370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0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358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 code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0;</a:t>
                      </a:r>
                    </a:p>
                    <a:p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(save[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] == k)</a:t>
                      </a:r>
                    </a:p>
                    <a:p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+= 1;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r0 = &amp;save[0]   ; pointer to current element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r2 = k           ; value to compare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LDR r3, [r0], #4   ; load current save[i], advance pointer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CMP r3, r2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BNE done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 loop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9FF14984-BA58-2E71-3A92-5F9ED574984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1371600"/>
          </a:xfrm>
        </p:spPr>
        <p:txBody>
          <a:bodyPr>
            <a:normAutofit/>
          </a:bodyPr>
          <a:lstStyle/>
          <a:p>
            <a:r>
              <a:rPr lang="en-US" dirty="0"/>
              <a:t>This version removes r1, and uses post-index addressing to increment the array index r0, adding 4 to r0 in every loop iteration</a:t>
            </a:r>
          </a:p>
        </p:txBody>
      </p:sp>
    </p:spTree>
    <p:extLst>
      <p:ext uri="{BB962C8B-B14F-4D97-AF65-F5344CB8AC3E}">
        <p14:creationId xmlns:p14="http://schemas.microsoft.com/office/powerpoint/2010/main" val="6536737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01E19-B414-84A8-4EAA-88A0BDEC7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9AEE47-CB5D-C0DB-F3D5-D8FD0C5E4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11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B7C113-0674-6062-1A2E-1AD4971E29A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Write the equivalent assembly program for this piece of code in C.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0222894-2409-8D52-DD5B-8A904AD638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3720059"/>
              </p:ext>
            </p:extLst>
          </p:nvPr>
        </p:nvGraphicFramePr>
        <p:xfrm>
          <a:off x="990600" y="2362200"/>
          <a:ext cx="7391400" cy="12192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370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0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358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 code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1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n-NO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for (i=0; i&lt;8; i++){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n-NO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a[i] = b[7-i];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n-NO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Assume r0 = base address of a, r1 = base address of b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42293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3D5C6-1D52-715E-A5D7-083B50D5B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02978-7DD8-148C-3483-99DF0FA82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B92662-D897-8749-1AC1-EE9C0AEA9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12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EC282A-2699-D86B-1892-06D1691D66E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Write the equivalent assembly program for this piece of code in C.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470E29F-21CC-744B-D4B5-04038FD228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9109949"/>
              </p:ext>
            </p:extLst>
          </p:nvPr>
        </p:nvGraphicFramePr>
        <p:xfrm>
          <a:off x="990600" y="2286000"/>
          <a:ext cx="7391400" cy="463296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370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0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358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 code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1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n-NO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for (i=0; i&lt;8; i++){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n-NO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a[i] = b[7-i];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n-NO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Assume r0 = base address of a, r1 = base address of b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r2, #0          ; i = 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loop_start: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CMP r2, #8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BGE loop_end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RSB r3, r2, #7    ; r3 = 7 – i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;Note that SUB r3, #7, r2 is incorrect, since operand 1 cannot be an immediate value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LDR r4, [r1, r3, LSL#2] ; Load b[7-i] from mem address r1 + 4*r3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STR r4, [r0, r2, LSL#2] ; Store to a[i] to mem address r0 + 4*r2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ADD r2, r2, #1    ; i++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 loop_start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loop_end: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23924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44D64-9022-3456-632D-D2D7D5D93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4C9F1-D3D9-18E8-D429-AD38C0280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Assembly: What is wrong?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F15384-4ED2-1672-43DC-EB578D184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13</a:t>
            </a:fld>
            <a:endParaRPr kumimoji="0"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DB9A0A3-9301-65C3-B5C6-8AEF572394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7726570"/>
              </p:ext>
            </p:extLst>
          </p:nvPr>
        </p:nvGraphicFramePr>
        <p:xfrm>
          <a:off x="457200" y="1219200"/>
          <a:ext cx="8153400" cy="209973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2467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7267"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&lt;= 10)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++;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MOV r0, #1       ;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= 1</a:t>
                      </a:r>
                    </a:p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loop:    </a:t>
                      </a:r>
                    </a:p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  CMP r0, #10     ; Compare r0 with 10 while r0 &lt;=10</a:t>
                      </a:r>
                      <a:b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</a:b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   BEQ end         ; If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== 10, branch to end</a:t>
                      </a:r>
                      <a:b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</a:b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   ADD r0, r0, #1  ;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=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+ 1</a:t>
                      </a:r>
                      <a:b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</a:b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   B loop          ; Repeat the loop</a:t>
                      </a:r>
                    </a:p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FACABF7-FFF7-3BBF-C49F-124791C54B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5999148"/>
              </p:ext>
            </p:extLst>
          </p:nvPr>
        </p:nvGraphicFramePr>
        <p:xfrm>
          <a:off x="457200" y="3787775"/>
          <a:ext cx="8153400" cy="19507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137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9647"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10;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!= 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--;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#10          ; remaining iterations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; loop body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SUB r0, r0, #1   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--; sets flags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BNE  loop     ; repeat until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== 0 (10 times)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97331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BC1C4-7A44-B3C2-FD00-732417A87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3A82F-4D13-6943-1697-5F93B36B9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 to Assembly: What is wrong? ANS: Loop runs for 9 iterations, not 10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E3DBAF-4DCB-7E4C-3383-E6211571C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14</a:t>
            </a:fld>
            <a:endParaRPr kumimoji="0"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CA5E7D5-B204-9C0A-BCB8-C59AA195F3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8462279"/>
              </p:ext>
            </p:extLst>
          </p:nvPr>
        </p:nvGraphicFramePr>
        <p:xfrm>
          <a:off x="457200" y="1219200"/>
          <a:ext cx="8153400" cy="209973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2467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7267"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&lt;= 10)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++;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MOV r0, #1       ;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= 1</a:t>
                      </a:r>
                    </a:p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loop:    </a:t>
                      </a:r>
                    </a:p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  CMP r0, #</a:t>
                      </a:r>
                      <a:r>
                        <a:rPr kumimoji="0" lang="en-US" sz="1600" b="0" kern="12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11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    ; Compare x0 with 10 while x0 &lt;=10</a:t>
                      </a:r>
                      <a:b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</a:b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   BEQ done        ; If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== 10, branch to end</a:t>
                      </a:r>
                      <a:b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</a:b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   ADD r0, r0, #1  ;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=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+ 1</a:t>
                      </a:r>
                      <a:b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</a:b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   B loop          ; Repeat the loop</a:t>
                      </a:r>
                    </a:p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13248B5-A9EA-67F6-3118-C1F6BE8436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3319294"/>
              </p:ext>
            </p:extLst>
          </p:nvPr>
        </p:nvGraphicFramePr>
        <p:xfrm>
          <a:off x="457200" y="3962400"/>
          <a:ext cx="8153400" cy="209973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2467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7267"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&lt;= 10)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++;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MOV r0, #1       ;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= 1</a:t>
                      </a:r>
                    </a:p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loop:    </a:t>
                      </a:r>
                    </a:p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  CMP r0, #10     ; Compare x0 with 10 while x0 &lt;=10</a:t>
                      </a:r>
                      <a:b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</a:b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   </a:t>
                      </a:r>
                      <a:r>
                        <a:rPr kumimoji="0" lang="en-US" sz="1600" b="0" kern="12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BGT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done        ; If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&gt; 10, branch to end</a:t>
                      </a:r>
                      <a:b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</a:b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   ADD r0, r0, #1  ;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=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+ 1</a:t>
                      </a:r>
                      <a:b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</a:b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   B loop          ; Repeat the loop</a:t>
                      </a:r>
                    </a:p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89862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268DC-B8DA-BE4F-4F72-AEB450555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1C93C-745E-921B-00A7-BDBD948FD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Assembly: What is wrong? ANS 2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35B988-53AC-26E4-848B-85E2BFEEA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15</a:t>
            </a:fld>
            <a:endParaRPr kumimoji="0"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48ACAD3-E94E-D346-CA61-9CE8EE8A6C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8756956"/>
              </p:ext>
            </p:extLst>
          </p:nvPr>
        </p:nvGraphicFramePr>
        <p:xfrm>
          <a:off x="457200" y="1219200"/>
          <a:ext cx="8153400" cy="209973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2467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7267">
                <a:tc>
                  <a:txBody>
                    <a:bodyPr/>
                    <a:lstStyle/>
                    <a:p>
                      <a:r>
                        <a:rPr lang="en-US" sz="1600" b="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uint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&lt;= 10)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++;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MOV r0, #1       ;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= 1</a:t>
                      </a:r>
                    </a:p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loop:    </a:t>
                      </a:r>
                    </a:p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  CMP r0, #</a:t>
                      </a:r>
                      <a:r>
                        <a:rPr kumimoji="0" lang="en-US" sz="1600" b="0" kern="12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11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    ; Compare x0 with 10 while x0 &lt;=10</a:t>
                      </a:r>
                      <a:b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</a:b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   BEQ done        ; If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== 10, branch to end</a:t>
                      </a:r>
                      <a:b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</a:b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   ADD r0, r0, #1  ;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=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+ 1</a:t>
                      </a:r>
                      <a:b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</a:b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   B loop          ; Repeat the loop</a:t>
                      </a:r>
                    </a:p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EE525A6-367C-C461-3368-E8BB9DE364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0534943"/>
              </p:ext>
            </p:extLst>
          </p:nvPr>
        </p:nvGraphicFramePr>
        <p:xfrm>
          <a:off x="457200" y="3962400"/>
          <a:ext cx="8153400" cy="209973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2467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</a:t>
                      </a:r>
                      <a:r>
                        <a:rPr lang="en-US" sz="1600" dirty="0" err="1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Programu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7267">
                <a:tc>
                  <a:txBody>
                    <a:bodyPr/>
                    <a:lstStyle/>
                    <a:p>
                      <a:r>
                        <a:rPr lang="en-US" sz="1600" b="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uint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&lt;= 10)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++;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MOV r0, #1       ;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= 1</a:t>
                      </a:r>
                    </a:p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loop:    </a:t>
                      </a:r>
                    </a:p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  CMP r0, #10     ; Compare x0 with 10 while x0 &lt;=10</a:t>
                      </a:r>
                      <a:b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</a:b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   </a:t>
                      </a:r>
                      <a:r>
                        <a:rPr kumimoji="0" lang="en-US" sz="1600" b="0" kern="12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BHI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done        ; If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&gt; 10, branch to end</a:t>
                      </a:r>
                      <a:b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</a:b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   ADD r0, r0, #1  ;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=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+ 1</a:t>
                      </a:r>
                      <a:b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</a:b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   B loop          ; Repeat the loop</a:t>
                      </a:r>
                    </a:p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21543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4DB7C-94FB-4EAB-5C24-EE895CFDC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B03CD-87A7-F950-AF41-B756493D8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Assembly: What is wrong?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BCCBDF-9851-CFA5-A737-43CC6D68F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16</a:t>
            </a:fld>
            <a:endParaRPr kumimoji="0"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0B7468F-F6CD-9D27-E99A-40FA8CBFEB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4708528"/>
              </p:ext>
            </p:extLst>
          </p:nvPr>
        </p:nvGraphicFramePr>
        <p:xfrm>
          <a:off x="432318" y="2133600"/>
          <a:ext cx="8153400" cy="19507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137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9647"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10;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!= 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--;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#10          ; remaining iterations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 check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  SUB</a:t>
                      </a:r>
                      <a:r>
                        <a:rPr lang="en-US" sz="1600" i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r0, r0, #1   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--; sets flags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check: BNE  loop   ; repeat until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== 0 (10 times)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EFCEE76-4050-DF76-FC15-2F0C19F09623}"/>
              </a:ext>
            </a:extLst>
          </p:cNvPr>
          <p:cNvSpPr txBox="1"/>
          <p:nvPr/>
        </p:nvSpPr>
        <p:spPr>
          <a:xfrm>
            <a:off x="952500" y="4191000"/>
            <a:ext cx="7239000" cy="147732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SUB should be SUBS to set flags</a:t>
            </a:r>
          </a:p>
          <a:p>
            <a:r>
              <a:rPr lang="en-US" dirty="0"/>
              <a:t>Add a B check before loop body</a:t>
            </a:r>
          </a:p>
          <a:p>
            <a:r>
              <a:rPr lang="en-US" dirty="0"/>
              <a:t>(program behavior the same if </a:t>
            </a:r>
            <a:r>
              <a:rPr lang="en-US" dirty="0" err="1"/>
              <a:t>cnt</a:t>
            </a:r>
            <a:r>
              <a:rPr lang="en-US" dirty="0"/>
              <a:t> = r0 = 10 initially with or without “B check”, but different if </a:t>
            </a:r>
            <a:r>
              <a:rPr lang="en-US" dirty="0" err="1"/>
              <a:t>cnt</a:t>
            </a:r>
            <a:r>
              <a:rPr lang="en-US" dirty="0"/>
              <a:t> = r0 = 0 initially. c.f. pp 22-25 in Ch6 lecture on while loop and do-while loop. )</a:t>
            </a:r>
          </a:p>
        </p:txBody>
      </p:sp>
    </p:spTree>
    <p:extLst>
      <p:ext uri="{BB962C8B-B14F-4D97-AF65-F5344CB8AC3E}">
        <p14:creationId xmlns:p14="http://schemas.microsoft.com/office/powerpoint/2010/main" val="33225256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B3FFA-1B38-C23C-27C7-A1FE03EDD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CF7D1-587D-1B50-B854-46925DB60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304800"/>
            <a:ext cx="8229600" cy="990600"/>
          </a:xfrm>
        </p:spPr>
        <p:txBody>
          <a:bodyPr/>
          <a:lstStyle/>
          <a:p>
            <a:r>
              <a:rPr lang="en-US" dirty="0"/>
              <a:t>C to Assembly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A1D2F7-3321-714E-832A-AA1911A40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17</a:t>
            </a:fld>
            <a:endParaRPr kumimoji="0"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BDA7FC0-53BF-D572-93A1-622E763F06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1243894"/>
              </p:ext>
            </p:extLst>
          </p:nvPr>
        </p:nvGraphicFramePr>
        <p:xfrm>
          <a:off x="495300" y="685800"/>
          <a:ext cx="8153400" cy="19507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&lt;= 10)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++;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#1         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 1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; loop body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ADD  ??? 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++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CMP  ???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BLE  ???  ; while (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&lt;= 10) continue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done:    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08CEA76-20F8-81D0-1E3F-7401CB2001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5183756"/>
              </p:ext>
            </p:extLst>
          </p:nvPr>
        </p:nvGraphicFramePr>
        <p:xfrm>
          <a:off x="495300" y="2739390"/>
          <a:ext cx="8153400" cy="19507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232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6297"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10;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!= 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--;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#10          ; remaining iterations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; loop body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SUBS ???  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--; sets Z flag if r0=0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BNE  ???     ; repeat until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== 0 (10 times)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E6B181D-F24A-E836-C5CF-CA3D671434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2417366"/>
              </p:ext>
            </p:extLst>
          </p:nvPr>
        </p:nvGraphicFramePr>
        <p:xfrm>
          <a:off x="495300" y="4771390"/>
          <a:ext cx="8153400" cy="1730137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232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6297"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10;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&gt; 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--;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#10          ; remaining iterations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; loop body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SUBS ???;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--; sets Z flag if r0=0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BGT  ???     ; repeat until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== 0 (10 times)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68623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6BB78-6632-8826-7CCC-63CDB859C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-304800"/>
            <a:ext cx="8458200" cy="990600"/>
          </a:xfrm>
        </p:spPr>
        <p:txBody>
          <a:bodyPr>
            <a:normAutofit/>
          </a:bodyPr>
          <a:lstStyle/>
          <a:p>
            <a:r>
              <a:rPr lang="en-US" sz="2800" dirty="0"/>
              <a:t>C to Assembly ANS (assuming </a:t>
            </a:r>
            <a:r>
              <a:rPr lang="en-US" sz="2800" dirty="0" err="1"/>
              <a:t>cnt</a:t>
            </a:r>
            <a:r>
              <a:rPr lang="en-US" sz="2800" dirty="0"/>
              <a:t> is </a:t>
            </a:r>
            <a:r>
              <a:rPr lang="en-US" sz="2800" dirty="0">
                <a:solidFill>
                  <a:srgbClr val="FF0000"/>
                </a:solidFill>
              </a:rPr>
              <a:t>signed int</a:t>
            </a:r>
            <a:r>
              <a:rPr lang="en-US" sz="2800" dirty="0"/>
              <a:t>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BD1E37-C382-D28F-3A6C-608C5EA18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18</a:t>
            </a:fld>
            <a:endParaRPr kumimoji="0"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C28BAFB-31B9-50D7-C887-1C2776C892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7533987"/>
              </p:ext>
            </p:extLst>
          </p:nvPr>
        </p:nvGraphicFramePr>
        <p:xfrm>
          <a:off x="495300" y="685800"/>
          <a:ext cx="8153400" cy="19507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&lt;= 10)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++;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#1         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 1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; loop body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ADD r0, r0, #1     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++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CMP r0, #10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BLE loop            ; while (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&lt;= 10) continue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done:    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4376573-3C10-262F-B16F-802FF65588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0166021"/>
              </p:ext>
            </p:extLst>
          </p:nvPr>
        </p:nvGraphicFramePr>
        <p:xfrm>
          <a:off x="495300" y="2739390"/>
          <a:ext cx="8153400" cy="19507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232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6297"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10;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!= 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--;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#10          ; remaining iterations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; loop body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SUBS r0, r0, #1   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--; sets Z flag if r0=0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BNE  loop     ; repeat until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== 0 (10 times)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826EA7A-8E49-2A0D-7E31-D74230DEDA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9929494"/>
              </p:ext>
            </p:extLst>
          </p:nvPr>
        </p:nvGraphicFramePr>
        <p:xfrm>
          <a:off x="495300" y="4771390"/>
          <a:ext cx="8153400" cy="1730137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232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6297"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10;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&gt; 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--;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#10          ; remaining iterations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; loop body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SUBS r0, r0, #1   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--; sets Z flag if r0=0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BGT  loop     ; repeat until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== 0 (10 times)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46433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093EB-7596-F616-AF10-B56C7146F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42C3D-50C9-155E-0B61-ED370CF61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-304800"/>
            <a:ext cx="8458200" cy="990600"/>
          </a:xfrm>
        </p:spPr>
        <p:txBody>
          <a:bodyPr>
            <a:normAutofit/>
          </a:bodyPr>
          <a:lstStyle/>
          <a:p>
            <a:r>
              <a:rPr lang="en-US" sz="2400" dirty="0"/>
              <a:t>C to Assembly ANS (assuming </a:t>
            </a:r>
            <a:r>
              <a:rPr lang="en-US" sz="2400" dirty="0" err="1"/>
              <a:t>cnt</a:t>
            </a:r>
            <a:r>
              <a:rPr lang="en-US" sz="2400" dirty="0"/>
              <a:t> is </a:t>
            </a:r>
            <a:r>
              <a:rPr lang="en-US" sz="2400" dirty="0">
                <a:solidFill>
                  <a:srgbClr val="FF0000"/>
                </a:solidFill>
              </a:rPr>
              <a:t>unsigned int</a:t>
            </a:r>
            <a:r>
              <a:rPr lang="en-US" sz="2400" dirty="0"/>
              <a:t>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7A6C34-AEF6-2E16-E844-DCF42412C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19</a:t>
            </a:fld>
            <a:endParaRPr kumimoji="0"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72F96EE-5AF2-5B15-C1BC-FAF0F3A2A1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560780"/>
              </p:ext>
            </p:extLst>
          </p:nvPr>
        </p:nvGraphicFramePr>
        <p:xfrm>
          <a:off x="495300" y="685800"/>
          <a:ext cx="8153400" cy="19507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uint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&lt;= 10)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++;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#1         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 1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; loop body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ADD r0, r0, #1     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++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CMP r0, #10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i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BLS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loop            ; while (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&lt;= 10) continue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done:    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1656193-ACA0-132F-342B-32551931A7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3521416"/>
              </p:ext>
            </p:extLst>
          </p:nvPr>
        </p:nvGraphicFramePr>
        <p:xfrm>
          <a:off x="495300" y="2739390"/>
          <a:ext cx="8153400" cy="19507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232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6297">
                <a:tc>
                  <a:txBody>
                    <a:bodyPr/>
                    <a:lstStyle/>
                    <a:p>
                      <a:r>
                        <a:rPr lang="en-US" sz="1600" b="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uint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10;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!= 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--;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#10          ; remaining iterations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; loop body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SUBS r0, r0, #1   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--; sets Z flag if r0=0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BNE  loop     ; repeat until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== 0 (10 times)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476FC88E-1B42-B337-08A1-D33AD966C9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8739709"/>
              </p:ext>
            </p:extLst>
          </p:nvPr>
        </p:nvGraphicFramePr>
        <p:xfrm>
          <a:off x="495300" y="4771390"/>
          <a:ext cx="8153400" cy="1730137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232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6297">
                <a:tc>
                  <a:txBody>
                    <a:bodyPr/>
                    <a:lstStyle/>
                    <a:p>
                      <a:r>
                        <a:rPr lang="en-US" sz="1600" b="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uint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10;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&gt; 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--;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#10          ; remaining iterations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; loop body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SUBS r0, r0, #1   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--; sets Z flag if r0=0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i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BHI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loop     ; repeat until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== 0 (10 times)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86582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03125-7437-16CA-FD54-FD3998917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B2C29-FAA8-E0FC-9D90-062900CD1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Assembly: What is wrong?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103B5E-1165-3FCB-4CE9-4AE11E7C0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20</a:t>
            </a:fld>
            <a:endParaRPr kumimoji="0"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E35C772-DE0B-2EAC-7244-85D4FA0332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0840326"/>
              </p:ext>
            </p:extLst>
          </p:nvPr>
        </p:nvGraphicFramePr>
        <p:xfrm>
          <a:off x="457200" y="1181100"/>
          <a:ext cx="8153400" cy="1877378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3363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33538"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10;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&gt; 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--;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#10          ; remaining iterations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; loop body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SUBS r0, r0, #1   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--; sets Z flag if r0=0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BPL  loop     ; repeat until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== 0 (10 times)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78327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C3974-FBE4-3E33-C0C7-A305FF3B3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Assembly: What is wrong?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99A04E-432A-8B8D-58D1-5B0EEC3AA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21</a:t>
            </a:fld>
            <a:endParaRPr kumimoji="0"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8CE71F4-FEE2-6A98-A460-FF08F57685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9697846"/>
              </p:ext>
            </p:extLst>
          </p:nvPr>
        </p:nvGraphicFramePr>
        <p:xfrm>
          <a:off x="457200" y="1181100"/>
          <a:ext cx="8153400" cy="1877378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3363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33538"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10;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&gt; 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--;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#10          ; remaining iterations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; loop body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SUBS r0, r0, #1   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--; sets Z flag if r0=0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BPL  loop     ; repeat until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== 0 (10 times)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133C7BF-FB1E-BE65-9F1D-432DB1AEB47E}"/>
              </a:ext>
            </a:extLst>
          </p:cNvPr>
          <p:cNvSpPr txBox="1"/>
          <p:nvPr/>
        </p:nvSpPr>
        <p:spPr>
          <a:xfrm>
            <a:off x="457200" y="3088481"/>
            <a:ext cx="8305800" cy="369331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BPL, Branch if </a:t>
            </a:r>
            <a:r>
              <a:rPr lang="en-US" dirty="0" err="1"/>
              <a:t>PLus</a:t>
            </a:r>
            <a:r>
              <a:rPr lang="en-US" dirty="0"/>
              <a:t> (Positive or Zero, N = 0), tests the Negative flag N=0 (i.e., r0 &gt;=0). Starting from 10 and decrementing, N stays 0 for 10 down to 0, so BPL would still branch at r0 = 0. Then SUBS makes r0 = −1, which sets N = 1, so BPL does not branch and the loop exits. Hence BPL allows the loop to run at 0 and overshoot by one iteration.</a:t>
            </a:r>
          </a:p>
          <a:p>
            <a:r>
              <a:rPr lang="en-US" b="1" dirty="0"/>
              <a:t>What’s wrong:</a:t>
            </a:r>
            <a:r>
              <a:rPr lang="en-US" dirty="0"/>
              <a:t> BPL tests for ≥ 0, not &gt; 0 → extra iteration.</a:t>
            </a:r>
            <a:br>
              <a:rPr lang="en-US" dirty="0"/>
            </a:br>
            <a:r>
              <a:rPr lang="en-US" b="1" dirty="0"/>
              <a:t>How to fix:</a:t>
            </a:r>
            <a:r>
              <a:rPr lang="en-US" dirty="0"/>
              <a:t> Replace BPL loop with BGT loop.</a:t>
            </a:r>
          </a:p>
          <a:p>
            <a:r>
              <a:rPr lang="en-US" dirty="0"/>
              <a:t>If the loop variable were unsigned, you’d instead use BHI (“branch if higher”) for the same effect.</a:t>
            </a:r>
          </a:p>
          <a:p>
            <a:r>
              <a:rPr lang="en-US" b="1" dirty="0"/>
              <a:t>Quiz</a:t>
            </a:r>
            <a:r>
              <a:rPr lang="en-US" dirty="0"/>
              <a:t>: is BPL same as BGE?</a:t>
            </a:r>
          </a:p>
          <a:p>
            <a:r>
              <a:rPr lang="en-US" dirty="0"/>
              <a:t>ANS: No. PL checks N == 0; GE checks N == V. In this program BGE and BPL have the same behavior, since you never have signed overflow. But in general not, in case of signed overflow V = 1, c.f. p. 16 in Ch6 lecture “Signed Comparison Examples”</a:t>
            </a:r>
          </a:p>
        </p:txBody>
      </p:sp>
    </p:spTree>
    <p:extLst>
      <p:ext uri="{BB962C8B-B14F-4D97-AF65-F5344CB8AC3E}">
        <p14:creationId xmlns:p14="http://schemas.microsoft.com/office/powerpoint/2010/main" val="35587946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CCC7F-CE76-4282-D019-4CC0F724F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74C2F10-CB15-9260-0CF5-60A59575D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22</a:t>
            </a:fld>
            <a:endParaRPr kumimoji="0"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3021DFD-9755-D138-E0BA-8F2BF27616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786799"/>
              </p:ext>
            </p:extLst>
          </p:nvPr>
        </p:nvGraphicFramePr>
        <p:xfrm>
          <a:off x="495300" y="1189355"/>
          <a:ext cx="8153400" cy="219456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705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int array[200];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for (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 199;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&gt;= 0;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- 1) {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array[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] = array[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] * 8;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%  R0 = base address of array, R1 =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0x60000000  ; base address where array resides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R1, #199 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 199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…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34653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5F016-4C8B-F6CB-CAF4-68B469313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5EA6B-8952-40EB-3949-6B580717C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 ANS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6C4BA2-E8FF-80CA-AD47-94FDF9E27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23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5A28E5-49A3-66F7-990B-B2B6CBD1939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4191000"/>
            <a:ext cx="8229600" cy="196596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For an array of 32‑bit </a:t>
            </a:r>
            <a:r>
              <a:rPr lang="en-US" dirty="0" err="1"/>
              <a:t>ints</a:t>
            </a:r>
            <a:r>
              <a:rPr lang="en-US" dirty="0"/>
              <a:t>, each element is 4 bytes, so element </a:t>
            </a:r>
            <a:r>
              <a:rPr lang="en-US" dirty="0" err="1"/>
              <a:t>i</a:t>
            </a:r>
            <a:r>
              <a:rPr lang="en-US" dirty="0"/>
              <a:t> lives at base + </a:t>
            </a:r>
            <a:r>
              <a:rPr lang="en-US" dirty="0" err="1"/>
              <a:t>i</a:t>
            </a:r>
            <a:r>
              <a:rPr lang="en-US" dirty="0"/>
              <a:t>*4, which is implemented as base + (</a:t>
            </a:r>
            <a:r>
              <a:rPr lang="en-US" dirty="0" err="1"/>
              <a:t>i</a:t>
            </a:r>
            <a:r>
              <a:rPr lang="en-US" dirty="0"/>
              <a:t> &lt;&lt; 2) via LSL #2 in the addressing mode</a:t>
            </a:r>
          </a:p>
          <a:p>
            <a:r>
              <a:rPr lang="en-US" dirty="0"/>
              <a:t>BPL “Branch if </a:t>
            </a:r>
            <a:r>
              <a:rPr lang="en-US" dirty="0" err="1"/>
              <a:t>PLus</a:t>
            </a:r>
            <a:r>
              <a:rPr lang="en-US" dirty="0"/>
              <a:t>” branches when the N (negative) flag N == 0, meaning the prior result was positive or zero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51A6033-F35D-AA78-84E4-0829739E30DC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1219200"/>
          <a:ext cx="8229600" cy="268224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4610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85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array[200];</a:t>
                      </a:r>
                    </a:p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i;</a:t>
                      </a:r>
                    </a:p>
                    <a:p>
                      <a:endParaRPr lang="nn-NO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for (i = 199; i &gt;= 0; i = i - 1)</a:t>
                      </a:r>
                    </a:p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array[i] = array[i] * 8;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R0 = array base address, R1 = i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0x60000000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R1, #199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FOR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LDR R2, [R0, R1, LSL #2] ;R2 = array(i)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LSL R2, R2, #3 ; R2 = R2&lt;&lt;3 = R2*8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STR R2, [R0, R1, LSL #2] ;array(i) = R2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SUBS R1, R1, #1 ; i=i-1 and set flags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BPL FOR ; if (i &gt;= 0) repeat loop</a:t>
                      </a:r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09642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63992-2E9D-0FA5-BCCF-C587DE003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E3977F-CB71-7224-C20F-01E40F2B8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24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B04EC6-DE14-0E80-5C57-8972B043856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4114800"/>
            <a:ext cx="8229600" cy="2042160"/>
          </a:xfrm>
        </p:spPr>
        <p:txBody>
          <a:bodyPr/>
          <a:lstStyle/>
          <a:p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9861495-0CBB-23AF-BD88-8C94E413DC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7594624"/>
              </p:ext>
            </p:extLst>
          </p:nvPr>
        </p:nvGraphicFramePr>
        <p:xfrm>
          <a:off x="457200" y="1219200"/>
          <a:ext cx="8153400" cy="219456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6984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49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//Calculate x such that 2^x=128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int pow = 1;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int x = 0;</a:t>
                      </a:r>
                    </a:p>
                    <a:p>
                      <a:endParaRPr kumimoji="0" lang="en-US" sz="1600" b="0" i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while (pow != 128) {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pow = pow * 2;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x = x + 1;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}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r0 = pow, r1 = x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MOV r0, #1 ; pow = 1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MOV r1, #0 ; x = 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WHILE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4558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3A810-5A85-6DBF-465F-279D9368C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FFF15-20BD-DD2B-C761-29053EDBF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 ANS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E0A734A-5388-0D64-9AF4-4B261562DC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2740779"/>
              </p:ext>
            </p:extLst>
          </p:nvPr>
        </p:nvGraphicFramePr>
        <p:xfrm>
          <a:off x="457200" y="1219200"/>
          <a:ext cx="8153400" cy="268224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6984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49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//Calculate x such that 2^x = 128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int pow = 1;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int x = 0;</a:t>
                      </a:r>
                    </a:p>
                    <a:p>
                      <a:endParaRPr kumimoji="0" lang="en-US" sz="1600" b="0" i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while (pow != 128) {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pow = pow * 2;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x = x + 1;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}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r0 = pow, r1 = x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MOV r0, #1 ; pow = 1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MOV r1, #0 ; x = 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WHILE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CMP r0, #128 ; r0-128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BEQ DONE ; if (pow==128) exit loop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LSL r0, r0, #1 ; pow = pow * 2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ADD r1, r1, #1 ; x = x + 1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B WHILE ; repeat loop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72928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C2A59-F038-62BC-DB24-F3767D286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 ANS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D9BA87-6233-0191-8942-402FBC346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26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EFF33C-95D3-FC49-619D-245E0019906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3962400"/>
            <a:ext cx="8229600" cy="2194560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Edge case:</a:t>
            </a:r>
            <a:r>
              <a:rPr lang="en-US" dirty="0"/>
              <a:t> If r0 starts as 128 (zero-iteration case), this version will execute the body once (doubling to 256 and incrementing r1) before checking — i.e., wrong for that initial condition, c.f. pp 22-25 in Ch6 lecture on while loop and do-while loop. To handle the edge case, add a branch to “CMP r0, #128” before the WHILE (adding a label to the CMP instruction)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8E14D9C-0132-5D4B-D5F1-3CEDF2732D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7605743"/>
              </p:ext>
            </p:extLst>
          </p:nvPr>
        </p:nvGraphicFramePr>
        <p:xfrm>
          <a:off x="495300" y="1294130"/>
          <a:ext cx="8153400" cy="24384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6984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49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//Calculate x such that 2^x = 128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int pow = 1;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int x = 0;</a:t>
                      </a:r>
                    </a:p>
                    <a:p>
                      <a:endParaRPr kumimoji="0" lang="en-US" sz="1600" b="0" i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while (pow != 128) {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pow = pow * 2;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x = x + 1;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}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r0 = pow, r1 = x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MOV r0, #1 ; pow = 1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MOV r1, #0 ; x = 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WHILE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LSL r0, r0, #1 ; pow = pow * 2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ADD r1, r1, #1 ; x = x + 1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CMP r0, #128 ; r0-128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BNE WHILE ; repeat loop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02495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3C34C-8318-37CF-CF5A-C65D4A6D0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AE22E-7014-BD8E-E9B0-11BB41A13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89D004C-3271-3ECE-4454-8519233514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0709069"/>
              </p:ext>
            </p:extLst>
          </p:nvPr>
        </p:nvGraphicFramePr>
        <p:xfrm>
          <a:off x="457200" y="1143000"/>
          <a:ext cx="8458200" cy="146304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1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 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i;</a:t>
                      </a:r>
                    </a:p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sum = 0;</a:t>
                      </a:r>
                    </a:p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for (i = </a:t>
                      </a:r>
                      <a:r>
                        <a:rPr lang="en-US" altLang="zh-CN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1</a:t>
                      </a:r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; i &lt;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=</a:t>
                      </a:r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22; i++)</a:t>
                      </a:r>
                    </a:p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sum += i;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65172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41461-8515-067B-55F4-32C107B5E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A4E9F-FC0A-B769-C493-7D11B6172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 ANS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D8366BD-4DE5-0E68-4E8C-960C4C8810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3657997"/>
              </p:ext>
            </p:extLst>
          </p:nvPr>
        </p:nvGraphicFramePr>
        <p:xfrm>
          <a:off x="457200" y="1143000"/>
          <a:ext cx="8458200" cy="24384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1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 1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i;</a:t>
                      </a:r>
                    </a:p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sum = 0;</a:t>
                      </a:r>
                    </a:p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for (i = </a:t>
                      </a:r>
                      <a:r>
                        <a:rPr lang="en-US" altLang="zh-CN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1</a:t>
                      </a:r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; i &lt;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=</a:t>
                      </a:r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22; i++)</a:t>
                      </a:r>
                    </a:p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sum += i;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mov r1, #0       /* r1 ← 0 */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mov r2, #1       /* r2 ← 1 */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cmp r2, #22      /* compare r2 and 22 */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pt-BR" sz="1600" i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bgt</a:t>
                      </a: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end          /* branch if r2 &gt; 22 to end */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add r1, r1, r2   /* r1 ← r1 + r2 */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add r2, r2, #1   /* r2 ← r2 + 1 */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pt-BR" sz="1600" i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loop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end: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EFCA94F-BDFA-FAB8-7F7B-C145EFA53C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7510226"/>
              </p:ext>
            </p:extLst>
          </p:nvPr>
        </p:nvGraphicFramePr>
        <p:xfrm>
          <a:off x="457200" y="3657600"/>
          <a:ext cx="8458200" cy="31699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1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 2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i;</a:t>
                      </a:r>
                    </a:p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sum = 0;</a:t>
                      </a:r>
                    </a:p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for (i = </a:t>
                      </a:r>
                      <a:r>
                        <a:rPr lang="en-US" altLang="zh-CN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1</a:t>
                      </a:r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; i &lt;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=</a:t>
                      </a:r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22; i++)</a:t>
                      </a:r>
                    </a:p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sum += i;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mov r1, #0       /* r1 ← 0 */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mov r2, #1       /* r2 ← 1 */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 check_loop     /* unconditionally jump at the end of the loop */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add r1, r1, r2   /* r1 ← r1 + r2 */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add r2, r2, #1   /* r2 ← r2 + 1 */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check_loop: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cmp r2, #22      /* compare r2 and 22 */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pt-BR" sz="1600" i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ble</a:t>
                      </a: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loop     /* branch if r2 &lt;= 22 to the beginning of the loop */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end: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99585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EBFE7-7073-C68E-2006-9970D7D52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 ANS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F34DAE-C88B-1E10-FF25-4C3EABEE4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29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D573E4-08C5-4EFD-D763-43D45C86FFE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Assembly Program 1:</a:t>
            </a:r>
          </a:p>
          <a:p>
            <a:pPr lvl="1"/>
            <a:r>
              <a:rPr lang="en-US" dirty="0"/>
              <a:t>Two branches per iteration in the steady state: a conditional (</a:t>
            </a:r>
            <a:r>
              <a:rPr lang="en-US" dirty="0" err="1"/>
              <a:t>cmp</a:t>
            </a:r>
            <a:r>
              <a:rPr lang="en-US" dirty="0"/>
              <a:t> + </a:t>
            </a:r>
            <a:r>
              <a:rPr lang="en-US" dirty="0" err="1"/>
              <a:t>bgt</a:t>
            </a:r>
            <a:r>
              <a:rPr lang="en-US" dirty="0"/>
              <a:t>) and an unconditional b loop. That increases dynamic branch count.</a:t>
            </a:r>
          </a:p>
          <a:p>
            <a:r>
              <a:rPr lang="en-US" dirty="0"/>
              <a:t>Assembly Program 2:</a:t>
            </a:r>
          </a:p>
          <a:p>
            <a:pPr lvl="1"/>
            <a:r>
              <a:rPr lang="en-US" dirty="0"/>
              <a:t>Only one conditional branch per iteration (the </a:t>
            </a:r>
            <a:r>
              <a:rPr lang="en-US" dirty="0" err="1"/>
              <a:t>ble</a:t>
            </a:r>
            <a:r>
              <a:rPr lang="en-US" dirty="0"/>
              <a:t>), after the body — fewer dynamic branches overall. In steady-state this is usually faster. </a:t>
            </a:r>
          </a:p>
          <a:p>
            <a:pPr lvl="1"/>
            <a:r>
              <a:rPr lang="en-US" dirty="0"/>
              <a:t>Better steady-state throughput and fewer branch misprediction opportunities in hot loops (one backward taken conditional is a canonical, well-predicted pattern).</a:t>
            </a:r>
          </a:p>
        </p:txBody>
      </p:sp>
    </p:spTree>
    <p:extLst>
      <p:ext uri="{BB962C8B-B14F-4D97-AF65-F5344CB8AC3E}">
        <p14:creationId xmlns:p14="http://schemas.microsoft.com/office/powerpoint/2010/main" val="35013302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881C7-467A-5E22-27C4-993FCFB9D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 Programming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8F155D-E149-0458-9E03-F5E1A3335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30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F41425-80C3-BB89-8E06-F17C64CA6E9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3542" y="1280795"/>
            <a:ext cx="8643257" cy="4937760"/>
          </a:xfrm>
        </p:spPr>
        <p:txBody>
          <a:bodyPr>
            <a:normAutofit/>
          </a:bodyPr>
          <a:lstStyle/>
          <a:p>
            <a:r>
              <a:rPr lang="en-US" dirty="0"/>
              <a:t>Write a program that reverses the bits in a register, such that the register containing d31,d30,d29...d1,d0 now contains d0,d1,...d29,d30,d31.</a:t>
            </a:r>
          </a:p>
        </p:txBody>
      </p:sp>
    </p:spTree>
    <p:extLst>
      <p:ext uri="{BB962C8B-B14F-4D97-AF65-F5344CB8AC3E}">
        <p14:creationId xmlns:p14="http://schemas.microsoft.com/office/powerpoint/2010/main" val="34812095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C49CA-42B3-B605-E8A7-359167C0D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56B5B-A6C0-DC4C-DEB4-8732098DF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 Programming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821D49-2F4C-52CF-C331-66D1689BD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31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6C8B17-C01D-A13D-3A3B-0B0D369E641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3543" y="1280795"/>
            <a:ext cx="4114800" cy="493776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ANS: </a:t>
            </a:r>
          </a:p>
          <a:p>
            <a:pPr lvl="1"/>
            <a:r>
              <a:rPr lang="en-US" dirty="0"/>
              <a:t>; Reverse bits in r0, result in r1</a:t>
            </a:r>
          </a:p>
          <a:p>
            <a:pPr lvl="1"/>
            <a:r>
              <a:rPr lang="en-US" dirty="0"/>
              <a:t>MOV r1, #0          ; Initialize result</a:t>
            </a:r>
          </a:p>
          <a:p>
            <a:pPr lvl="1"/>
            <a:r>
              <a:rPr lang="en-US" dirty="0"/>
              <a:t>MOV r2, #32         ; Bit counter</a:t>
            </a:r>
          </a:p>
          <a:p>
            <a:pPr lvl="1"/>
            <a:endParaRPr lang="en-US" dirty="0"/>
          </a:p>
          <a:p>
            <a:pPr lvl="1"/>
            <a:r>
              <a:rPr lang="en-US" dirty="0" err="1"/>
              <a:t>reverse_loop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    CMP r2, #0</a:t>
            </a:r>
          </a:p>
          <a:p>
            <a:pPr lvl="1"/>
            <a:r>
              <a:rPr lang="en-US" dirty="0"/>
              <a:t>    BEQ </a:t>
            </a:r>
            <a:r>
              <a:rPr lang="en-US" dirty="0" err="1"/>
              <a:t>reverse_end</a:t>
            </a:r>
            <a:endParaRPr lang="en-US" dirty="0"/>
          </a:p>
          <a:p>
            <a:pPr lvl="1"/>
            <a:r>
              <a:rPr lang="en-US" dirty="0"/>
              <a:t>    LSL r1, r1, #1    ; Shift result left</a:t>
            </a:r>
          </a:p>
          <a:p>
            <a:pPr lvl="1"/>
            <a:r>
              <a:rPr lang="en-US" dirty="0"/>
              <a:t>    AND r3, r0, #1   ; Get LSB of r0</a:t>
            </a:r>
          </a:p>
          <a:p>
            <a:pPr lvl="1"/>
            <a:r>
              <a:rPr lang="en-US" dirty="0"/>
              <a:t>    ORR r1, r1, r3    ; Add to result</a:t>
            </a:r>
          </a:p>
          <a:p>
            <a:pPr lvl="1"/>
            <a:r>
              <a:rPr lang="en-US" dirty="0"/>
              <a:t>    LSR r0, r0, #1    ; Shift r0 right</a:t>
            </a:r>
          </a:p>
          <a:p>
            <a:pPr lvl="1"/>
            <a:r>
              <a:rPr lang="en-US" dirty="0"/>
              <a:t>    SUB r2, r2, #1    ; Decrement counter</a:t>
            </a:r>
          </a:p>
          <a:p>
            <a:pPr lvl="1"/>
            <a:r>
              <a:rPr lang="en-US" dirty="0"/>
              <a:t>    B </a:t>
            </a:r>
            <a:r>
              <a:rPr lang="en-US" dirty="0" err="1"/>
              <a:t>reverse_loop</a:t>
            </a:r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 err="1"/>
              <a:t>reverse_end</a:t>
            </a:r>
            <a:r>
              <a:rPr lang="en-US" dirty="0"/>
              <a:t>:</a:t>
            </a:r>
          </a:p>
          <a:p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FF7D098B-7A33-76F5-883C-E025A8679A7A}"/>
              </a:ext>
            </a:extLst>
          </p:cNvPr>
          <p:cNvSpPr txBox="1">
            <a:spLocks/>
          </p:cNvSpPr>
          <p:nvPr/>
        </p:nvSpPr>
        <p:spPr>
          <a:xfrm>
            <a:off x="3886200" y="1197428"/>
            <a:ext cx="5181600" cy="5660572"/>
          </a:xfrm>
          <a:prstGeom prst="rect">
            <a:avLst/>
          </a:prstGeom>
        </p:spPr>
        <p:txBody>
          <a:bodyPr vert="horz">
            <a:normAutofit fontScale="925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Example with 8 bits:</a:t>
            </a:r>
          </a:p>
          <a:p>
            <a:r>
              <a:rPr lang="en-US" sz="1400" dirty="0"/>
              <a:t>Let input r0 = 0b1011_0010</a:t>
            </a:r>
          </a:p>
          <a:p>
            <a:r>
              <a:rPr lang="en-US" sz="1400" dirty="0"/>
              <a:t>Initialize r1 = 0, r2 = 8 (bit counter), and r3 is the scratch for the extracted bit; the loop body runs 8 times.</a:t>
            </a:r>
          </a:p>
          <a:p>
            <a:r>
              <a:rPr lang="en-US" sz="1400" b="1" dirty="0"/>
              <a:t>Iteration 1</a:t>
            </a:r>
          </a:p>
          <a:p>
            <a:r>
              <a:rPr lang="en-US" sz="1400" dirty="0"/>
              <a:t>LSL r1, r1, #1: r1 = 0 &lt;&lt; 1 = 0.</a:t>
            </a:r>
          </a:p>
          <a:p>
            <a:r>
              <a:rPr lang="en-US" sz="1400" dirty="0"/>
              <a:t>AND r3, r0, #1: r3 = 0b1011_0010 &amp; 1 = 0 (LSB of r0 is 0).</a:t>
            </a:r>
          </a:p>
          <a:p>
            <a:r>
              <a:rPr lang="en-US" sz="1400" dirty="0"/>
              <a:t>ORR r1, r1, r3: r1 = 0 | 0 = 0.</a:t>
            </a:r>
          </a:p>
          <a:p>
            <a:r>
              <a:rPr lang="en-US" sz="1400" dirty="0"/>
              <a:t>LSR r0, r0, #1: r0 = 0b0101_1001 (shift right, next LSB becomes current).</a:t>
            </a:r>
          </a:p>
          <a:p>
            <a:r>
              <a:rPr lang="en-US" sz="1400" dirty="0"/>
              <a:t>SUB r2, r2, #1: r2 = 7.</a:t>
            </a:r>
          </a:p>
          <a:p>
            <a:r>
              <a:rPr lang="en-US" sz="1400" dirty="0"/>
              <a:t>Effect:  The first output bit appears at the LSB of r1 and equals original d0.</a:t>
            </a:r>
          </a:p>
          <a:p>
            <a:r>
              <a:rPr lang="en-US" sz="1400" b="1" dirty="0"/>
              <a:t>Iteration 2</a:t>
            </a:r>
          </a:p>
          <a:p>
            <a:r>
              <a:rPr lang="en-US" sz="1400" dirty="0"/>
              <a:t>LSL r1: r1 = 0 &lt;&lt; 1 = 0.</a:t>
            </a:r>
          </a:p>
          <a:p>
            <a:r>
              <a:rPr lang="en-US" sz="1400" dirty="0"/>
              <a:t>AND r3, r0, #1: r3 = 0b0101_1001 &amp; 1 = 1 (new LSB is 1).</a:t>
            </a:r>
          </a:p>
          <a:p>
            <a:r>
              <a:rPr lang="en-US" sz="1400" dirty="0"/>
              <a:t>ORR r1, r1, r3: r1 = 0 | 1 = 1 (now r1 = 0b0000_0001).</a:t>
            </a:r>
          </a:p>
          <a:p>
            <a:r>
              <a:rPr lang="en-US" sz="1400" dirty="0"/>
              <a:t>LSR r0: r0 = 0b0010_1100.</a:t>
            </a:r>
          </a:p>
          <a:p>
            <a:r>
              <a:rPr lang="en-US" sz="1400" dirty="0"/>
              <a:t>SUB r2: r2 = 6.</a:t>
            </a:r>
          </a:p>
          <a:p>
            <a:r>
              <a:rPr lang="en-US" sz="1400" dirty="0"/>
              <a:t>Effect: r1 now holds 01, which are the bits “d0 d1”.</a:t>
            </a:r>
          </a:p>
          <a:p>
            <a:r>
              <a:rPr lang="en-US" sz="1400" dirty="0"/>
              <a:t>On each subsequent iteration, r1 is shifted left before inserting the next bit, so earlier bits move toward the MSB while the newly inserted bit always starts at the LSB; over the whole loop, this builds the reversed word with the earliest extracted bits ending up toward the MSB by the end.</a:t>
            </a:r>
          </a:p>
        </p:txBody>
      </p:sp>
    </p:spTree>
    <p:extLst>
      <p:ext uri="{BB962C8B-B14F-4D97-AF65-F5344CB8AC3E}">
        <p14:creationId xmlns:p14="http://schemas.microsoft.com/office/powerpoint/2010/main" val="38666487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A883A-F8CE-E82A-B1A3-6EC2CD284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for Equal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01EFB2-11F5-B39F-34E5-E54A841CC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32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B16539-02BC-5FF9-955C-7C457DDED9F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Give the different methods to test if two values held in registers r0 and r1 are equal.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73869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ADFB1-F357-68E2-175B-2C5C6C85D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FD91B-CCB1-1FF1-5A3E-E3A233A25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for Equal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7F3D79-E0FB-0BC2-C900-A473C8603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33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2D8EDD-ADE2-ED0A-3035-5EABE2583A7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Give the different methods to test if two values held in registers r0 and r1 are equal.</a:t>
            </a:r>
          </a:p>
          <a:p>
            <a:r>
              <a:rPr lang="en-US" dirty="0"/>
              <a:t>ANS:</a:t>
            </a:r>
          </a:p>
          <a:p>
            <a:pPr lvl="1"/>
            <a:r>
              <a:rPr lang="en-US" dirty="0"/>
              <a:t>; Method 1: Compare instruction</a:t>
            </a:r>
          </a:p>
          <a:p>
            <a:pPr lvl="1"/>
            <a:r>
              <a:rPr lang="en-US" dirty="0"/>
              <a:t>CMP r0, r1</a:t>
            </a:r>
          </a:p>
          <a:p>
            <a:pPr lvl="1"/>
            <a:r>
              <a:rPr lang="en-US" dirty="0"/>
              <a:t>; Method 2: Exclusive OR</a:t>
            </a:r>
          </a:p>
          <a:p>
            <a:pPr lvl="1"/>
            <a:r>
              <a:rPr lang="en-US" dirty="0"/>
              <a:t>EORS r2, r0, r1  ; If equal, result is zero and Z flag set</a:t>
            </a:r>
          </a:p>
          <a:p>
            <a:pPr lvl="1"/>
            <a:r>
              <a:rPr lang="en-US" dirty="0"/>
              <a:t>; Method 3: Subtract and test</a:t>
            </a:r>
          </a:p>
          <a:p>
            <a:pPr lvl="1"/>
            <a:r>
              <a:rPr lang="en-US" dirty="0"/>
              <a:t>SUBS r2, r0, r1  ; If equal, result is zero and Z flag set</a:t>
            </a:r>
          </a:p>
          <a:p>
            <a:pPr lvl="1"/>
            <a:r>
              <a:rPr lang="en-US" dirty="0"/>
              <a:t>The effect on flags are the same for CMP and SUBS, except CMP discards the result of the subtraction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3895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/>
          <p:cNvSpPr>
            <a:spLocks noGrp="1" noChangeArrowheads="1"/>
          </p:cNvSpPr>
          <p:nvPr>
            <p:ph type="title"/>
          </p:nvPr>
        </p:nvSpPr>
        <p:spPr>
          <a:xfrm>
            <a:off x="1603248" y="203216"/>
            <a:ext cx="8229600" cy="990600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Summary:</a:t>
            </a:r>
            <a:br>
              <a:rPr lang="en-US" dirty="0"/>
            </a:br>
            <a:r>
              <a:rPr lang="en-US" dirty="0"/>
              <a:t>Condition Codes </a:t>
            </a:r>
          </a:p>
        </p:txBody>
      </p:sp>
      <p:sp>
        <p:nvSpPr>
          <p:cNvPr id="54" name="Slide Number Placeholder 5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390649" y="5765380"/>
            <a:ext cx="635882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/>
            <a:r>
              <a:rPr lang="en-US" sz="1400" i="1" dirty="0"/>
              <a:t>Note AL is the default and does not need to be specified </a:t>
            </a:r>
            <a:endParaRPr lang="en-GB" sz="1400" i="1" dirty="0"/>
          </a:p>
        </p:txBody>
      </p:sp>
      <p:grpSp>
        <p:nvGrpSpPr>
          <p:cNvPr id="4" name="Group 3"/>
          <p:cNvGrpSpPr/>
          <p:nvPr/>
        </p:nvGrpSpPr>
        <p:grpSpPr>
          <a:xfrm>
            <a:off x="1390650" y="1412356"/>
            <a:ext cx="6362700" cy="4241801"/>
            <a:chOff x="1423974" y="1779588"/>
            <a:chExt cx="6362700" cy="4241801"/>
          </a:xfrm>
        </p:grpSpPr>
        <p:sp>
          <p:nvSpPr>
            <p:cNvPr id="14342" name="Rectangle 5"/>
            <p:cNvSpPr>
              <a:spLocks noChangeArrowheads="1"/>
            </p:cNvSpPr>
            <p:nvPr/>
          </p:nvSpPr>
          <p:spPr bwMode="auto">
            <a:xfrm>
              <a:off x="2696971" y="2309813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ot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qual</a:t>
              </a:r>
            </a:p>
          </p:txBody>
        </p:sp>
        <p:sp>
          <p:nvSpPr>
            <p:cNvPr id="14343" name="Rectangle 6"/>
            <p:cNvSpPr>
              <a:spLocks noChangeArrowheads="1"/>
            </p:cNvSpPr>
            <p:nvPr/>
          </p:nvSpPr>
          <p:spPr bwMode="auto">
            <a:xfrm>
              <a:off x="2696971" y="2574926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Unsigned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H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igher or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ame</a:t>
              </a:r>
            </a:p>
          </p:txBody>
        </p:sp>
        <p:sp>
          <p:nvSpPr>
            <p:cNvPr id="14344" name="Rectangle 7"/>
            <p:cNvSpPr>
              <a:spLocks noChangeArrowheads="1"/>
            </p:cNvSpPr>
            <p:nvPr/>
          </p:nvSpPr>
          <p:spPr bwMode="auto">
            <a:xfrm>
              <a:off x="2696971" y="2840038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Unsigned </a:t>
              </a:r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LO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wer</a:t>
              </a:r>
              <a:endParaRPr lang="en-US" sz="1800" b="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345" name="Rectangle 8"/>
            <p:cNvSpPr>
              <a:spLocks noChangeArrowheads="1"/>
            </p:cNvSpPr>
            <p:nvPr/>
          </p:nvSpPr>
          <p:spPr bwMode="auto">
            <a:xfrm>
              <a:off x="2696971" y="3105151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MI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nus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Negative)</a:t>
              </a:r>
            </a:p>
          </p:txBody>
        </p:sp>
        <p:sp>
          <p:nvSpPr>
            <p:cNvPr id="14346" name="Rectangle 9"/>
            <p:cNvSpPr>
              <a:spLocks noChangeArrowheads="1"/>
            </p:cNvSpPr>
            <p:nvPr/>
          </p:nvSpPr>
          <p:spPr bwMode="auto">
            <a:xfrm>
              <a:off x="2696971" y="2044701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EQ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ual</a:t>
              </a:r>
              <a:endParaRPr lang="en-US" sz="1800" b="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347" name="Rectangle 10"/>
            <p:cNvSpPr>
              <a:spLocks noChangeArrowheads="1"/>
            </p:cNvSpPr>
            <p:nvPr/>
          </p:nvSpPr>
          <p:spPr bwMode="auto">
            <a:xfrm>
              <a:off x="2696971" y="3635376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erflow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et</a:t>
              </a:r>
            </a:p>
          </p:txBody>
        </p:sp>
        <p:sp>
          <p:nvSpPr>
            <p:cNvPr id="14348" name="Rectangle 11"/>
            <p:cNvSpPr>
              <a:spLocks noChangeArrowheads="1"/>
            </p:cNvSpPr>
            <p:nvPr/>
          </p:nvSpPr>
          <p:spPr bwMode="auto">
            <a:xfrm>
              <a:off x="2696971" y="3900488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  <a:r>
                <a:rPr lang="en-US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</a:t>
              </a:r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erflow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leared</a:t>
              </a:r>
            </a:p>
          </p:txBody>
        </p:sp>
        <p:sp>
          <p:nvSpPr>
            <p:cNvPr id="14349" name="Rectangle 12"/>
            <p:cNvSpPr>
              <a:spLocks noChangeArrowheads="1"/>
            </p:cNvSpPr>
            <p:nvPr/>
          </p:nvSpPr>
          <p:spPr bwMode="auto">
            <a:xfrm>
              <a:off x="2696971" y="4165601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Unsigned </a:t>
              </a:r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HI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gher</a:t>
              </a:r>
              <a:endParaRPr lang="en-US" sz="1800" b="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350" name="Rectangle 13"/>
            <p:cNvSpPr>
              <a:spLocks noChangeArrowheads="1"/>
            </p:cNvSpPr>
            <p:nvPr/>
          </p:nvSpPr>
          <p:spPr bwMode="auto">
            <a:xfrm>
              <a:off x="2696971" y="4430713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Unsigned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ower or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ame</a:t>
              </a:r>
            </a:p>
          </p:txBody>
        </p:sp>
        <p:sp>
          <p:nvSpPr>
            <p:cNvPr id="14351" name="Rectangle 14"/>
            <p:cNvSpPr>
              <a:spLocks noChangeArrowheads="1"/>
            </p:cNvSpPr>
            <p:nvPr/>
          </p:nvSpPr>
          <p:spPr bwMode="auto">
            <a:xfrm>
              <a:off x="2696971" y="3370263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PL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us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 (Positive or Zero)</a:t>
              </a:r>
            </a:p>
          </p:txBody>
        </p:sp>
        <p:sp>
          <p:nvSpPr>
            <p:cNvPr id="14352" name="Rectangle 15"/>
            <p:cNvSpPr>
              <a:spLocks noChangeArrowheads="1"/>
            </p:cNvSpPr>
            <p:nvPr/>
          </p:nvSpPr>
          <p:spPr bwMode="auto">
            <a:xfrm>
              <a:off x="2696971" y="4960938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Signed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ess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han</a:t>
              </a:r>
            </a:p>
          </p:txBody>
        </p:sp>
        <p:sp>
          <p:nvSpPr>
            <p:cNvPr id="14353" name="Rectangle 16"/>
            <p:cNvSpPr>
              <a:spLocks noChangeArrowheads="1"/>
            </p:cNvSpPr>
            <p:nvPr/>
          </p:nvSpPr>
          <p:spPr bwMode="auto">
            <a:xfrm>
              <a:off x="2696971" y="5226051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Signed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reater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han</a:t>
              </a:r>
            </a:p>
          </p:txBody>
        </p:sp>
        <p:sp>
          <p:nvSpPr>
            <p:cNvPr id="14354" name="Rectangle 17"/>
            <p:cNvSpPr>
              <a:spLocks noChangeArrowheads="1"/>
            </p:cNvSpPr>
            <p:nvPr/>
          </p:nvSpPr>
          <p:spPr bwMode="auto">
            <a:xfrm>
              <a:off x="2696971" y="5491163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Signed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ess than or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qual</a:t>
              </a:r>
            </a:p>
          </p:txBody>
        </p:sp>
        <p:sp>
          <p:nvSpPr>
            <p:cNvPr id="14355" name="Rectangle 18"/>
            <p:cNvSpPr>
              <a:spLocks noChangeArrowheads="1"/>
            </p:cNvSpPr>
            <p:nvPr/>
          </p:nvSpPr>
          <p:spPr bwMode="auto">
            <a:xfrm>
              <a:off x="2696971" y="5756276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AL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ways</a:t>
              </a:r>
              <a:endParaRPr lang="en-US" sz="1800" b="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356" name="Rectangle 19"/>
            <p:cNvSpPr>
              <a:spLocks noChangeArrowheads="1"/>
            </p:cNvSpPr>
            <p:nvPr/>
          </p:nvSpPr>
          <p:spPr bwMode="auto">
            <a:xfrm>
              <a:off x="2696971" y="4695826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Signed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reater or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qual</a:t>
              </a:r>
            </a:p>
          </p:txBody>
        </p:sp>
        <p:sp>
          <p:nvSpPr>
            <p:cNvPr id="14357" name="Rectangle 20"/>
            <p:cNvSpPr>
              <a:spLocks noChangeArrowheads="1"/>
            </p:cNvSpPr>
            <p:nvPr/>
          </p:nvSpPr>
          <p:spPr bwMode="auto">
            <a:xfrm>
              <a:off x="1423974" y="2044701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EQ</a:t>
              </a:r>
            </a:p>
          </p:txBody>
        </p:sp>
        <p:sp>
          <p:nvSpPr>
            <p:cNvPr id="14358" name="Rectangle 21"/>
            <p:cNvSpPr>
              <a:spLocks noChangeArrowheads="1"/>
            </p:cNvSpPr>
            <p:nvPr/>
          </p:nvSpPr>
          <p:spPr bwMode="auto">
            <a:xfrm>
              <a:off x="1423974" y="2309813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NE</a:t>
              </a:r>
            </a:p>
          </p:txBody>
        </p:sp>
        <p:sp>
          <p:nvSpPr>
            <p:cNvPr id="14359" name="Rectangle 22"/>
            <p:cNvSpPr>
              <a:spLocks noChangeArrowheads="1"/>
            </p:cNvSpPr>
            <p:nvPr/>
          </p:nvSpPr>
          <p:spPr bwMode="auto">
            <a:xfrm>
              <a:off x="1423974" y="2574926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CS/HS</a:t>
              </a:r>
            </a:p>
          </p:txBody>
        </p:sp>
        <p:sp>
          <p:nvSpPr>
            <p:cNvPr id="14360" name="Rectangle 23"/>
            <p:cNvSpPr>
              <a:spLocks noChangeArrowheads="1"/>
            </p:cNvSpPr>
            <p:nvPr/>
          </p:nvSpPr>
          <p:spPr bwMode="auto">
            <a:xfrm>
              <a:off x="1423974" y="2840038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CC/LO</a:t>
              </a:r>
            </a:p>
          </p:txBody>
        </p:sp>
        <p:sp>
          <p:nvSpPr>
            <p:cNvPr id="14361" name="Rectangle 24"/>
            <p:cNvSpPr>
              <a:spLocks noChangeArrowheads="1"/>
            </p:cNvSpPr>
            <p:nvPr/>
          </p:nvSpPr>
          <p:spPr bwMode="auto">
            <a:xfrm>
              <a:off x="1423974" y="3370263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PL</a:t>
              </a:r>
            </a:p>
          </p:txBody>
        </p:sp>
        <p:sp>
          <p:nvSpPr>
            <p:cNvPr id="14362" name="Rectangle 25"/>
            <p:cNvSpPr>
              <a:spLocks noChangeArrowheads="1"/>
            </p:cNvSpPr>
            <p:nvPr/>
          </p:nvSpPr>
          <p:spPr bwMode="auto">
            <a:xfrm>
              <a:off x="1423974" y="3635376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VS</a:t>
              </a:r>
            </a:p>
          </p:txBody>
        </p:sp>
        <p:sp>
          <p:nvSpPr>
            <p:cNvPr id="14363" name="Rectangle 26"/>
            <p:cNvSpPr>
              <a:spLocks noChangeArrowheads="1"/>
            </p:cNvSpPr>
            <p:nvPr/>
          </p:nvSpPr>
          <p:spPr bwMode="auto">
            <a:xfrm>
              <a:off x="1423974" y="4165601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HI</a:t>
              </a:r>
            </a:p>
          </p:txBody>
        </p:sp>
        <p:sp>
          <p:nvSpPr>
            <p:cNvPr id="14364" name="Rectangle 27"/>
            <p:cNvSpPr>
              <a:spLocks noChangeArrowheads="1"/>
            </p:cNvSpPr>
            <p:nvPr/>
          </p:nvSpPr>
          <p:spPr bwMode="auto">
            <a:xfrm>
              <a:off x="1423974" y="4430713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LS</a:t>
              </a:r>
            </a:p>
          </p:txBody>
        </p:sp>
        <p:sp>
          <p:nvSpPr>
            <p:cNvPr id="14365" name="Rectangle 28"/>
            <p:cNvSpPr>
              <a:spLocks noChangeArrowheads="1"/>
            </p:cNvSpPr>
            <p:nvPr/>
          </p:nvSpPr>
          <p:spPr bwMode="auto">
            <a:xfrm>
              <a:off x="1423974" y="4695826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GE</a:t>
              </a:r>
            </a:p>
          </p:txBody>
        </p:sp>
        <p:sp>
          <p:nvSpPr>
            <p:cNvPr id="14366" name="Rectangle 29"/>
            <p:cNvSpPr>
              <a:spLocks noChangeArrowheads="1"/>
            </p:cNvSpPr>
            <p:nvPr/>
          </p:nvSpPr>
          <p:spPr bwMode="auto">
            <a:xfrm>
              <a:off x="1423974" y="4960938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LT</a:t>
              </a:r>
            </a:p>
          </p:txBody>
        </p:sp>
        <p:sp>
          <p:nvSpPr>
            <p:cNvPr id="14367" name="Rectangle 30"/>
            <p:cNvSpPr>
              <a:spLocks noChangeArrowheads="1"/>
            </p:cNvSpPr>
            <p:nvPr/>
          </p:nvSpPr>
          <p:spPr bwMode="auto">
            <a:xfrm>
              <a:off x="1423974" y="5226051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GT</a:t>
              </a:r>
            </a:p>
          </p:txBody>
        </p:sp>
        <p:sp>
          <p:nvSpPr>
            <p:cNvPr id="14368" name="Rectangle 31"/>
            <p:cNvSpPr>
              <a:spLocks noChangeArrowheads="1"/>
            </p:cNvSpPr>
            <p:nvPr/>
          </p:nvSpPr>
          <p:spPr bwMode="auto">
            <a:xfrm>
              <a:off x="1423974" y="5491163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LE</a:t>
              </a:r>
            </a:p>
          </p:txBody>
        </p:sp>
        <p:sp>
          <p:nvSpPr>
            <p:cNvPr id="14369" name="Rectangle 32"/>
            <p:cNvSpPr>
              <a:spLocks noChangeArrowheads="1"/>
            </p:cNvSpPr>
            <p:nvPr/>
          </p:nvSpPr>
          <p:spPr bwMode="auto">
            <a:xfrm>
              <a:off x="1423974" y="5756276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AL</a:t>
              </a:r>
            </a:p>
          </p:txBody>
        </p:sp>
        <p:sp>
          <p:nvSpPr>
            <p:cNvPr id="14370" name="Rectangle 33"/>
            <p:cNvSpPr>
              <a:spLocks noChangeArrowheads="1"/>
            </p:cNvSpPr>
            <p:nvPr/>
          </p:nvSpPr>
          <p:spPr bwMode="auto">
            <a:xfrm>
              <a:off x="1423974" y="3105151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MI</a:t>
              </a:r>
            </a:p>
          </p:txBody>
        </p:sp>
        <p:sp>
          <p:nvSpPr>
            <p:cNvPr id="14371" name="Rectangle 34"/>
            <p:cNvSpPr>
              <a:spLocks noChangeArrowheads="1"/>
            </p:cNvSpPr>
            <p:nvPr/>
          </p:nvSpPr>
          <p:spPr bwMode="auto">
            <a:xfrm>
              <a:off x="1423974" y="3900488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VC</a:t>
              </a:r>
            </a:p>
          </p:txBody>
        </p:sp>
        <p:sp>
          <p:nvSpPr>
            <p:cNvPr id="14372" name="Rectangle 35"/>
            <p:cNvSpPr>
              <a:spLocks noChangeArrowheads="1"/>
            </p:cNvSpPr>
            <p:nvPr/>
          </p:nvSpPr>
          <p:spPr bwMode="auto">
            <a:xfrm>
              <a:off x="1423974" y="1779588"/>
              <a:ext cx="1272997" cy="265113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 b="1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Suffix</a:t>
              </a:r>
            </a:p>
          </p:txBody>
        </p:sp>
        <p:sp>
          <p:nvSpPr>
            <p:cNvPr id="14373" name="Rectangle 36"/>
            <p:cNvSpPr>
              <a:spLocks noChangeArrowheads="1"/>
            </p:cNvSpPr>
            <p:nvPr/>
          </p:nvSpPr>
          <p:spPr bwMode="auto">
            <a:xfrm>
              <a:off x="2696971" y="1779588"/>
              <a:ext cx="3435035" cy="265113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Description</a:t>
              </a:r>
            </a:p>
          </p:txBody>
        </p:sp>
        <p:sp>
          <p:nvSpPr>
            <p:cNvPr id="14374" name="Rectangle 37"/>
            <p:cNvSpPr>
              <a:spLocks noChangeArrowheads="1"/>
            </p:cNvSpPr>
            <p:nvPr/>
          </p:nvSpPr>
          <p:spPr bwMode="auto">
            <a:xfrm>
              <a:off x="6132006" y="2309813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Z=0</a:t>
              </a:r>
            </a:p>
          </p:txBody>
        </p:sp>
        <p:sp>
          <p:nvSpPr>
            <p:cNvPr id="14375" name="Rectangle 38"/>
            <p:cNvSpPr>
              <a:spLocks noChangeArrowheads="1"/>
            </p:cNvSpPr>
            <p:nvPr/>
          </p:nvSpPr>
          <p:spPr bwMode="auto">
            <a:xfrm>
              <a:off x="6132006" y="2574926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C=1</a:t>
              </a:r>
            </a:p>
          </p:txBody>
        </p:sp>
        <p:sp>
          <p:nvSpPr>
            <p:cNvPr id="14376" name="Rectangle 39"/>
            <p:cNvSpPr>
              <a:spLocks noChangeArrowheads="1"/>
            </p:cNvSpPr>
            <p:nvPr/>
          </p:nvSpPr>
          <p:spPr bwMode="auto">
            <a:xfrm>
              <a:off x="6132006" y="2840038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C=0</a:t>
              </a:r>
            </a:p>
          </p:txBody>
        </p:sp>
        <p:sp>
          <p:nvSpPr>
            <p:cNvPr id="14377" name="Rectangle 40"/>
            <p:cNvSpPr>
              <a:spLocks noChangeArrowheads="1"/>
            </p:cNvSpPr>
            <p:nvPr/>
          </p:nvSpPr>
          <p:spPr bwMode="auto">
            <a:xfrm>
              <a:off x="6132006" y="2044701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Z=1</a:t>
              </a:r>
            </a:p>
          </p:txBody>
        </p:sp>
        <p:sp>
          <p:nvSpPr>
            <p:cNvPr id="14378" name="Rectangle 41"/>
            <p:cNvSpPr>
              <a:spLocks noChangeArrowheads="1"/>
            </p:cNvSpPr>
            <p:nvPr/>
          </p:nvSpPr>
          <p:spPr bwMode="auto">
            <a:xfrm>
              <a:off x="6132006" y="1779588"/>
              <a:ext cx="1654668" cy="265113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Flags tested</a:t>
              </a:r>
            </a:p>
          </p:txBody>
        </p:sp>
        <p:sp>
          <p:nvSpPr>
            <p:cNvPr id="14379" name="Rectangle 42"/>
            <p:cNvSpPr>
              <a:spLocks noChangeArrowheads="1"/>
            </p:cNvSpPr>
            <p:nvPr/>
          </p:nvSpPr>
          <p:spPr bwMode="auto">
            <a:xfrm>
              <a:off x="6132006" y="3105151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N=1</a:t>
              </a:r>
            </a:p>
          </p:txBody>
        </p:sp>
        <p:sp>
          <p:nvSpPr>
            <p:cNvPr id="14380" name="Rectangle 43"/>
            <p:cNvSpPr>
              <a:spLocks noChangeArrowheads="1"/>
            </p:cNvSpPr>
            <p:nvPr/>
          </p:nvSpPr>
          <p:spPr bwMode="auto">
            <a:xfrm>
              <a:off x="6132006" y="3370263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N=0</a:t>
              </a:r>
            </a:p>
          </p:txBody>
        </p:sp>
        <p:sp>
          <p:nvSpPr>
            <p:cNvPr id="14381" name="Rectangle 44"/>
            <p:cNvSpPr>
              <a:spLocks noChangeArrowheads="1"/>
            </p:cNvSpPr>
            <p:nvPr/>
          </p:nvSpPr>
          <p:spPr bwMode="auto">
            <a:xfrm>
              <a:off x="6132006" y="3635376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V=1</a:t>
              </a:r>
            </a:p>
          </p:txBody>
        </p:sp>
        <p:sp>
          <p:nvSpPr>
            <p:cNvPr id="14382" name="Rectangle 45"/>
            <p:cNvSpPr>
              <a:spLocks noChangeArrowheads="1"/>
            </p:cNvSpPr>
            <p:nvPr/>
          </p:nvSpPr>
          <p:spPr bwMode="auto">
            <a:xfrm>
              <a:off x="6132006" y="3900488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V=0</a:t>
              </a:r>
            </a:p>
          </p:txBody>
        </p:sp>
        <p:sp>
          <p:nvSpPr>
            <p:cNvPr id="14383" name="Rectangle 46"/>
            <p:cNvSpPr>
              <a:spLocks noChangeArrowheads="1"/>
            </p:cNvSpPr>
            <p:nvPr/>
          </p:nvSpPr>
          <p:spPr bwMode="auto">
            <a:xfrm>
              <a:off x="6132006" y="4165601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C=1 &amp; Z=0</a:t>
              </a:r>
            </a:p>
          </p:txBody>
        </p:sp>
        <p:sp>
          <p:nvSpPr>
            <p:cNvPr id="14384" name="Rectangle 47"/>
            <p:cNvSpPr>
              <a:spLocks noChangeArrowheads="1"/>
            </p:cNvSpPr>
            <p:nvPr/>
          </p:nvSpPr>
          <p:spPr bwMode="auto">
            <a:xfrm>
              <a:off x="6132006" y="4430713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C=0 or Z=1</a:t>
              </a:r>
            </a:p>
          </p:txBody>
        </p:sp>
        <p:sp>
          <p:nvSpPr>
            <p:cNvPr id="14385" name="Rectangle 48"/>
            <p:cNvSpPr>
              <a:spLocks noChangeArrowheads="1"/>
            </p:cNvSpPr>
            <p:nvPr/>
          </p:nvSpPr>
          <p:spPr bwMode="auto">
            <a:xfrm>
              <a:off x="6132006" y="4695826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N=V</a:t>
              </a:r>
            </a:p>
          </p:txBody>
        </p:sp>
        <p:sp>
          <p:nvSpPr>
            <p:cNvPr id="14386" name="Rectangle 49"/>
            <p:cNvSpPr>
              <a:spLocks noChangeArrowheads="1"/>
            </p:cNvSpPr>
            <p:nvPr/>
          </p:nvSpPr>
          <p:spPr bwMode="auto">
            <a:xfrm>
              <a:off x="6132006" y="4960938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N!=V</a:t>
              </a:r>
            </a:p>
          </p:txBody>
        </p:sp>
        <p:sp>
          <p:nvSpPr>
            <p:cNvPr id="14387" name="Rectangle 50"/>
            <p:cNvSpPr>
              <a:spLocks noChangeArrowheads="1"/>
            </p:cNvSpPr>
            <p:nvPr/>
          </p:nvSpPr>
          <p:spPr bwMode="auto">
            <a:xfrm>
              <a:off x="6132006" y="5226051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Z=0 &amp; N=V</a:t>
              </a:r>
            </a:p>
          </p:txBody>
        </p:sp>
        <p:sp>
          <p:nvSpPr>
            <p:cNvPr id="14388" name="Rectangle 51"/>
            <p:cNvSpPr>
              <a:spLocks noChangeArrowheads="1"/>
            </p:cNvSpPr>
            <p:nvPr/>
          </p:nvSpPr>
          <p:spPr bwMode="auto">
            <a:xfrm>
              <a:off x="6132006" y="5491163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Z=1 or N!=V</a:t>
              </a:r>
            </a:p>
          </p:txBody>
        </p:sp>
        <p:sp>
          <p:nvSpPr>
            <p:cNvPr id="14389" name="Rectangle 52"/>
            <p:cNvSpPr>
              <a:spLocks noChangeArrowheads="1"/>
            </p:cNvSpPr>
            <p:nvPr/>
          </p:nvSpPr>
          <p:spPr bwMode="auto">
            <a:xfrm>
              <a:off x="6132006" y="5756276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 sz="18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3" name="Horizontal Scroll 6">
            <a:extLst>
              <a:ext uri="{FF2B5EF4-FFF2-40B4-BE49-F238E27FC236}">
                <a16:creationId xmlns:a16="http://schemas.microsoft.com/office/drawing/2014/main" id="{E7D41462-9020-C1BE-FC22-4828849CCA2B}"/>
              </a:ext>
            </a:extLst>
          </p:cNvPr>
          <p:cNvSpPr/>
          <p:nvPr/>
        </p:nvSpPr>
        <p:spPr>
          <a:xfrm>
            <a:off x="124937" y="-114300"/>
            <a:ext cx="1265712" cy="762000"/>
          </a:xfrm>
          <a:prstGeom prst="horizontalScroll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3022176175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9E463-C948-C3C6-EBEB-D76147143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F5097-3883-A979-F516-EB30063B3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Instructions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8E367A-C927-A764-1B9B-DFE3844E5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35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EDB43E-83C0-5DC3-0240-AA027631F40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Write the following ARMv7 instructions:</a:t>
            </a:r>
          </a:p>
          <a:p>
            <a:pPr lvl="1"/>
            <a:r>
              <a:rPr lang="en-US" dirty="0"/>
              <a:t>Add registers r3 and r6 only if N is clear (from a previous instruction). Store the result in register r7.</a:t>
            </a:r>
          </a:p>
          <a:p>
            <a:pPr lvl="1"/>
            <a:r>
              <a:rPr lang="en-US" dirty="0"/>
              <a:t>Multiply registers r7 and r12, put the results in register r3 only if C is set and Z is clear (from a previous instruction)</a:t>
            </a:r>
          </a:p>
          <a:p>
            <a:pPr lvl="1"/>
            <a:r>
              <a:rPr lang="en-US" dirty="0"/>
              <a:t>Compare registers r6 and r8 only if Z is clear (from a previous instruction)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80460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4BE69-79FC-AC78-9289-90E2DF96E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Instructions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F286BD-84A0-8013-8D00-D4806A6D5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36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644054-91F4-1D97-9E7A-B6455D72537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Write the following ARMv7 instructions:</a:t>
            </a:r>
          </a:p>
          <a:p>
            <a:pPr lvl="1"/>
            <a:r>
              <a:rPr lang="en-US" dirty="0"/>
              <a:t>Add registers r3 and r6 only if N is clear. Store the result in register r7.</a:t>
            </a:r>
          </a:p>
          <a:p>
            <a:pPr lvl="1"/>
            <a:r>
              <a:rPr lang="en-US" dirty="0"/>
              <a:t>Multiply registers r7 and r12, put the results in register r3 only if C is set and Z is clear</a:t>
            </a:r>
          </a:p>
          <a:p>
            <a:pPr lvl="1"/>
            <a:r>
              <a:rPr lang="en-US" dirty="0"/>
              <a:t>Compare registers r6 and r8 only if Z is clear</a:t>
            </a:r>
          </a:p>
          <a:p>
            <a:r>
              <a:rPr lang="en-US" dirty="0"/>
              <a:t>ANS:</a:t>
            </a:r>
          </a:p>
          <a:p>
            <a:pPr lvl="1"/>
            <a:r>
              <a:rPr lang="en-US" dirty="0"/>
              <a:t>; Plus, Positive or Zero, (N=0).  Add r3 and r6 only if N is clear, store in r7</a:t>
            </a:r>
          </a:p>
          <a:p>
            <a:pPr lvl="1"/>
            <a:r>
              <a:rPr lang="en-US" dirty="0"/>
              <a:t>ADDPL r7, r3, r6</a:t>
            </a:r>
          </a:p>
          <a:p>
            <a:pPr lvl="1"/>
            <a:r>
              <a:rPr lang="en-US" dirty="0"/>
              <a:t>; HI, Unsigned Higher, (C=1 &amp; Z=0). Multiply r7 and r12, put result in r3 only if C is set and Z is clear</a:t>
            </a:r>
          </a:p>
          <a:p>
            <a:pPr lvl="1"/>
            <a:r>
              <a:rPr lang="en-US" dirty="0"/>
              <a:t>MULHI r3, r7, r12</a:t>
            </a:r>
          </a:p>
          <a:p>
            <a:pPr lvl="1"/>
            <a:r>
              <a:rPr lang="en-US" dirty="0"/>
              <a:t>; NE, Not equal (Z=0). Compare r6 and r8 only if Z is clear</a:t>
            </a:r>
          </a:p>
          <a:p>
            <a:pPr lvl="1"/>
            <a:r>
              <a:rPr lang="en-US" dirty="0"/>
              <a:t>CMPNE r6, r8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51275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6A44A-55C3-B775-BDF5-DBBAFA487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 to 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536686-7909-EFFD-2EA4-080CB4F10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37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B1293-ADB9-BD5E-3F28-CA9A983DB1C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10668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Write the equivalent C program for the following assembly code, assuming registers and C variables are related as (x=r0, y=r1). ( Variables in C are in memory, and load/store assembly instructions are omitted here for brevity.) For example: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1E2EF3A-0CFB-A04C-C777-25F838793CFD}"/>
              </a:ext>
            </a:extLst>
          </p:cNvPr>
          <p:cNvGraphicFramePr>
            <a:graphicFrameLocks noGrp="1"/>
          </p:cNvGraphicFramePr>
          <p:nvPr/>
        </p:nvGraphicFramePr>
        <p:xfrm>
          <a:off x="751114" y="2296886"/>
          <a:ext cx="7391400" cy="12192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951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9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kumimoji="0" lang="en-US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CMP</a:t>
                      </a: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r0, #5</a:t>
                      </a:r>
                    </a:p>
                    <a:p>
                      <a:r>
                        <a:rPr kumimoji="0" lang="en-US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MOVEQ</a:t>
                      </a: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r0, #10  </a:t>
                      </a:r>
                    </a:p>
                    <a:p>
                      <a:r>
                        <a:rPr kumimoji="0" lang="en-US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BLEQ</a:t>
                      </a: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</a:t>
                      </a:r>
                      <a:r>
                        <a:rPr kumimoji="0" lang="en-US" sz="16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fn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if (x == 5) {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x = 10;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</a:t>
                      </a:r>
                      <a:r>
                        <a:rPr kumimoji="0" lang="en-US" sz="16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fn</a:t>
                      </a: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(x);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}</a:t>
                      </a:r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4459CE1-F656-C404-376E-E4D220603EDA}"/>
              </a:ext>
            </a:extLst>
          </p:cNvPr>
          <p:cNvGraphicFramePr>
            <a:graphicFrameLocks noGrp="1"/>
          </p:cNvGraphicFramePr>
          <p:nvPr/>
        </p:nvGraphicFramePr>
        <p:xfrm>
          <a:off x="751114" y="3559629"/>
          <a:ext cx="7391400" cy="12192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951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9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CMP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r0, #0   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MOVLE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r0, #0   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MOVGT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r0, #1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406CADB-4F7C-3316-85F7-F1FBB67120E7}"/>
              </a:ext>
            </a:extLst>
          </p:cNvPr>
          <p:cNvGraphicFramePr>
            <a:graphicFrameLocks noGrp="1"/>
          </p:cNvGraphicFramePr>
          <p:nvPr/>
        </p:nvGraphicFramePr>
        <p:xfrm>
          <a:off x="751114" y="4822372"/>
          <a:ext cx="7391400" cy="101707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951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9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</a:t>
                      </a:r>
                      <a:r>
                        <a:rPr lang="en-US" sz="1600" dirty="0" err="1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CMP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r0, #'A’</a:t>
                      </a:r>
                      <a:r>
                        <a:rPr kumimoji="0" lang="pt-BR" sz="1600" b="0" i="1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CMPNE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r0, #'</a:t>
                      </a:r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'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MOVEQ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r1, #1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13249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3D518-09E9-3CD6-D9C0-ABABDD47C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C979E-7DDE-ACAB-E9A4-40598C650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 to C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12B89A-7B68-155D-7061-BE05A8DA0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38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B1A9E9-5521-A49F-71D6-A319ADEF622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10668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Write the equivalent C program for the following assembly code, assuming registers and C variables are related as (x=r0, y=r1). ( Variables in C are in memory, and load/store assembly instructions are omitted here for brevity.)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28C4A95-33F3-BABE-565A-E12BD4DBAF93}"/>
              </a:ext>
            </a:extLst>
          </p:cNvPr>
          <p:cNvGraphicFramePr>
            <a:graphicFrameLocks noGrp="1"/>
          </p:cNvGraphicFramePr>
          <p:nvPr/>
        </p:nvGraphicFramePr>
        <p:xfrm>
          <a:off x="751114" y="2296886"/>
          <a:ext cx="7391400" cy="12192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951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9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kumimoji="0" lang="en-US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CMP</a:t>
                      </a: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r0, #5</a:t>
                      </a:r>
                    </a:p>
                    <a:p>
                      <a:r>
                        <a:rPr kumimoji="0" lang="en-US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MOVEQ</a:t>
                      </a: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r0, #10  </a:t>
                      </a:r>
                    </a:p>
                    <a:p>
                      <a:r>
                        <a:rPr kumimoji="0" lang="en-US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BLEQ</a:t>
                      </a: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</a:t>
                      </a:r>
                      <a:r>
                        <a:rPr kumimoji="0" lang="en-US" sz="16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fn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if (x == 5) {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x = 10;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</a:t>
                      </a:r>
                      <a:r>
                        <a:rPr kumimoji="0" lang="en-US" sz="16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fn</a:t>
                      </a: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(x);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}</a:t>
                      </a:r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1C10A8C-B88B-BA01-723F-3EF7F7464A2A}"/>
              </a:ext>
            </a:extLst>
          </p:cNvPr>
          <p:cNvGraphicFramePr>
            <a:graphicFrameLocks noGrp="1"/>
          </p:cNvGraphicFramePr>
          <p:nvPr/>
        </p:nvGraphicFramePr>
        <p:xfrm>
          <a:off x="751114" y="3559629"/>
          <a:ext cx="7391400" cy="12192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951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9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CMP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r0, #0   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MOVLE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r0, #0   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MOVGT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r0, #1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if (x &lt;= 0)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x = 0</a:t>
                      </a: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;</a:t>
                      </a:r>
                      <a:endParaRPr kumimoji="0" lang="pt-BR" sz="1600" b="0" i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else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x = 1</a:t>
                      </a: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;</a:t>
                      </a:r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1C02443-040B-0C53-44B2-CAD7E2F6C144}"/>
              </a:ext>
            </a:extLst>
          </p:cNvPr>
          <p:cNvGraphicFramePr>
            <a:graphicFrameLocks noGrp="1"/>
          </p:cNvGraphicFramePr>
          <p:nvPr/>
        </p:nvGraphicFramePr>
        <p:xfrm>
          <a:off x="751114" y="4822372"/>
          <a:ext cx="7391400" cy="101707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951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9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CMP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r0, #'A’</a:t>
                      </a:r>
                      <a:r>
                        <a:rPr kumimoji="0" lang="pt-BR" sz="1600" b="0" i="1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CMPNE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r0, #'</a:t>
                      </a:r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'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MOVEQ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r1, #1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if (c == ‘A’ || c == 'B')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y = 1</a:t>
                      </a: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;</a:t>
                      </a:r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6374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4EAC2-9F15-2B24-C0B1-B9A988733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88944-D39C-3332-EB2A-C74E13CF2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Execution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379C2D-2D7D-1339-2969-6C4DC0245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39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E65C1E-4BED-C61A-C779-DB76D6C26A2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1066800"/>
          </a:xfrm>
        </p:spPr>
        <p:txBody>
          <a:bodyPr>
            <a:normAutofit/>
          </a:bodyPr>
          <a:lstStyle/>
          <a:p>
            <a:r>
              <a:rPr lang="en-US" dirty="0"/>
              <a:t>Rewrite the assembly program to use conditional execution statements.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A52D138-72F3-E1D6-16A6-0C5877E20770}"/>
              </a:ext>
            </a:extLst>
          </p:cNvPr>
          <p:cNvGraphicFramePr>
            <a:graphicFrameLocks noGrp="1"/>
          </p:cNvGraphicFramePr>
          <p:nvPr/>
        </p:nvGraphicFramePr>
        <p:xfrm>
          <a:off x="751114" y="2296886"/>
          <a:ext cx="7391400" cy="170688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3636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7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 with Cond. Exec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CMP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r3, #0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BEQ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next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ADD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r0, r0, r1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SUB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r0, r0, r2</a:t>
                      </a:r>
                    </a:p>
                    <a:p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next</a:t>
                      </a:r>
                    </a:p>
                    <a:p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028062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BE3F5-48A1-1259-2939-01C736162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B2DFE-415C-E925-2881-4415892CD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Execution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2D6F19-7B0D-5790-77C2-AB5681AB3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40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3C577B-1FF5-F77F-BF4E-5BAE6A56A14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1066800"/>
          </a:xfrm>
        </p:spPr>
        <p:txBody>
          <a:bodyPr>
            <a:normAutofit/>
          </a:bodyPr>
          <a:lstStyle/>
          <a:p>
            <a:r>
              <a:rPr lang="en-US" dirty="0"/>
              <a:t>Rewrite the assembly program to use conditional execution statements.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3832AA0-E233-FF6A-1E2F-808AF36F42FB}"/>
              </a:ext>
            </a:extLst>
          </p:cNvPr>
          <p:cNvGraphicFramePr>
            <a:graphicFrameLocks noGrp="1"/>
          </p:cNvGraphicFramePr>
          <p:nvPr/>
        </p:nvGraphicFramePr>
        <p:xfrm>
          <a:off x="751114" y="2296886"/>
          <a:ext cx="7391400" cy="170688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3636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7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 with Cond. Exec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CMP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r3, #0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BEQ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next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ADD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r0, r0, r1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SUB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r0, r0, r2</a:t>
                      </a:r>
                    </a:p>
                    <a:p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next</a:t>
                      </a:r>
                    </a:p>
                    <a:p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CMP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r3, #0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ADDNE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r0, r0, r1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SUBNE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r0, r0, r2</a:t>
                      </a:r>
                    </a:p>
                    <a:p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...</a:t>
                      </a:r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68723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3964</TotalTime>
  <Words>6303</Words>
  <Application>Microsoft Office PowerPoint</Application>
  <PresentationFormat>On-screen Show (4:3)</PresentationFormat>
  <Paragraphs>850</Paragraphs>
  <Slides>40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9" baseType="lpstr">
      <vt:lpstr>Bookman Old Style (Headings)</vt:lpstr>
      <vt:lpstr>Gill Sans Light</vt:lpstr>
      <vt:lpstr>Bookman Old Style</vt:lpstr>
      <vt:lpstr>Calibri</vt:lpstr>
      <vt:lpstr>Consolas</vt:lpstr>
      <vt:lpstr>Gill Sans MT</vt:lpstr>
      <vt:lpstr>Wingdings</vt:lpstr>
      <vt:lpstr>Wingdings 3</vt:lpstr>
      <vt:lpstr>Origin</vt:lpstr>
      <vt:lpstr>Z. Gu</vt:lpstr>
      <vt:lpstr>Pseudocode to Assembly</vt:lpstr>
      <vt:lpstr>Pseudocode to Assembly ANS</vt:lpstr>
      <vt:lpstr>Pseudocode to Assembly</vt:lpstr>
      <vt:lpstr>Pseudocode to Assembly ANS</vt:lpstr>
      <vt:lpstr>Assembly Program Understanding</vt:lpstr>
      <vt:lpstr>Assembly Program Understanding ANS</vt:lpstr>
      <vt:lpstr>C to Assembly</vt:lpstr>
      <vt:lpstr>C to Assembly ANS</vt:lpstr>
      <vt:lpstr>C to Assembly ANS 2</vt:lpstr>
      <vt:lpstr>C to Assembly</vt:lpstr>
      <vt:lpstr>C to Assembly ANS</vt:lpstr>
      <vt:lpstr>C to Assembly: What is wrong?</vt:lpstr>
      <vt:lpstr>C to Assembly: What is wrong? ANS: Loop runs for 9 iterations, not 10</vt:lpstr>
      <vt:lpstr>C to Assembly: What is wrong? ANS 2</vt:lpstr>
      <vt:lpstr>C to Assembly: What is wrong? ANS</vt:lpstr>
      <vt:lpstr>C to Assembly</vt:lpstr>
      <vt:lpstr>C to Assembly ANS (assuming cnt is signed int)</vt:lpstr>
      <vt:lpstr>C to Assembly ANS (assuming cnt is unsigned int)</vt:lpstr>
      <vt:lpstr>C to Assembly: What is wrong? </vt:lpstr>
      <vt:lpstr>C to Assembly: What is wrong? ANS</vt:lpstr>
      <vt:lpstr>C to Assembly</vt:lpstr>
      <vt:lpstr>C to Assembly ANS </vt:lpstr>
      <vt:lpstr>C to Assembly</vt:lpstr>
      <vt:lpstr>C to Assembly ANS </vt:lpstr>
      <vt:lpstr>C to Assembly ANS </vt:lpstr>
      <vt:lpstr>C to Assembly</vt:lpstr>
      <vt:lpstr>C to Assembly ANS </vt:lpstr>
      <vt:lpstr>C to Assembly ANS </vt:lpstr>
      <vt:lpstr>Assembly Programming</vt:lpstr>
      <vt:lpstr>Assembly Programming ANS</vt:lpstr>
      <vt:lpstr>Test for Equal</vt:lpstr>
      <vt:lpstr>Test for Equal ANS</vt:lpstr>
      <vt:lpstr>Summary: Condition Codes </vt:lpstr>
      <vt:lpstr>Conditional Instructions</vt:lpstr>
      <vt:lpstr>Conditional Instructions ANS</vt:lpstr>
      <vt:lpstr>Assembly to C</vt:lpstr>
      <vt:lpstr>Assembly to C ANS</vt:lpstr>
      <vt:lpstr>Conditional Execution</vt:lpstr>
      <vt:lpstr>Conditional Execution ANS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Zonghua Gu</cp:lastModifiedBy>
  <cp:revision>217</cp:revision>
  <cp:lastPrinted>2018-02-28T12:51:32Z</cp:lastPrinted>
  <dcterms:created xsi:type="dcterms:W3CDTF">2014-02-09T17:12:51Z</dcterms:created>
  <dcterms:modified xsi:type="dcterms:W3CDTF">2025-11-19T00:26:39Z</dcterms:modified>
</cp:coreProperties>
</file>