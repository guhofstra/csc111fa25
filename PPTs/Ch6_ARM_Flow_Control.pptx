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347" r:id="rId3"/>
    <p:sldId id="269" r:id="rId4"/>
    <p:sldId id="343" r:id="rId5"/>
    <p:sldId id="348" r:id="rId6"/>
    <p:sldId id="275" r:id="rId7"/>
    <p:sldId id="282" r:id="rId8"/>
    <p:sldId id="285" r:id="rId9"/>
    <p:sldId id="284" r:id="rId10"/>
    <p:sldId id="554" r:id="rId11"/>
    <p:sldId id="277" r:id="rId12"/>
    <p:sldId id="349" r:id="rId13"/>
    <p:sldId id="381" r:id="rId14"/>
    <p:sldId id="553" r:id="rId15"/>
    <p:sldId id="352" r:id="rId16"/>
    <p:sldId id="357" r:id="rId17"/>
    <p:sldId id="350" r:id="rId18"/>
    <p:sldId id="351" r:id="rId19"/>
    <p:sldId id="300" r:id="rId20"/>
    <p:sldId id="355" r:id="rId21"/>
    <p:sldId id="344" r:id="rId22"/>
    <p:sldId id="345" r:id="rId23"/>
    <p:sldId id="299" r:id="rId24"/>
    <p:sldId id="297" r:id="rId25"/>
    <p:sldId id="298" r:id="rId26"/>
    <p:sldId id="321" r:id="rId27"/>
    <p:sldId id="322" r:id="rId28"/>
    <p:sldId id="323" r:id="rId29"/>
    <p:sldId id="325" r:id="rId30"/>
    <p:sldId id="327" r:id="rId31"/>
    <p:sldId id="326" r:id="rId32"/>
    <p:sldId id="557" r:id="rId33"/>
    <p:sldId id="558" r:id="rId34"/>
    <p:sldId id="555" r:id="rId35"/>
    <p:sldId id="556" r:id="rId36"/>
    <p:sldId id="303" r:id="rId37"/>
    <p:sldId id="339" r:id="rId38"/>
    <p:sldId id="340" r:id="rId39"/>
    <p:sldId id="324" r:id="rId40"/>
    <p:sldId id="336" r:id="rId41"/>
    <p:sldId id="313" r:id="rId42"/>
    <p:sldId id="332" r:id="rId43"/>
    <p:sldId id="346" r:id="rId44"/>
    <p:sldId id="334" r:id="rId45"/>
    <p:sldId id="356" r:id="rId46"/>
  </p:sldIdLst>
  <p:sldSz cx="9144000" cy="6858000" type="screen4x3"/>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A3FE3A-749A-4FFC-9B73-CF8E41208FC4}" v="383" dt="2025-09-28T22:17:21.8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00" autoAdjust="0"/>
    <p:restoredTop sz="82614" autoAdjust="0"/>
  </p:normalViewPr>
  <p:slideViewPr>
    <p:cSldViewPr>
      <p:cViewPr varScale="1">
        <p:scale>
          <a:sx n="68" d="100"/>
          <a:sy n="68" d="100"/>
        </p:scale>
        <p:origin x="2011" y="58"/>
      </p:cViewPr>
      <p:guideLst>
        <p:guide orient="horz" pos="2160"/>
        <p:guide pos="2880"/>
      </p:guideLst>
    </p:cSldViewPr>
  </p:slideViewPr>
  <p:notesTextViewPr>
    <p:cViewPr>
      <p:scale>
        <a:sx n="1" d="1"/>
        <a:sy n="1" d="1"/>
      </p:scale>
      <p:origin x="0" y="0"/>
    </p:cViewPr>
  </p:notesTextViewPr>
  <p:sorterViewPr>
    <p:cViewPr>
      <p:scale>
        <a:sx n="150" d="100"/>
        <a:sy n="150" d="100"/>
      </p:scale>
      <p:origin x="0" y="-1966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pc:chgData name="Zonghua Gu" userId="9a7e1853e1951ef5" providerId="LiveId" clId="{CF1FAA12-072C-4ED5-BA76-0FFFAEFDB88A}" dt="2025-09-28T22:17:21.871" v="3406"/>
      <pc:docMkLst>
        <pc:docMk/>
      </pc:docMkLst>
      <pc:sldChg chg="addSp modSp mod">
        <pc:chgData name="Zonghua Gu" userId="9a7e1853e1951ef5" providerId="LiveId" clId="{CF1FAA12-072C-4ED5-BA76-0FFFAEFDB88A}" dt="2025-09-18T01:39:23.505" v="1216" actId="20577"/>
        <pc:sldMkLst>
          <pc:docMk/>
          <pc:sldMk cId="1683281344" sldId="256"/>
        </pc:sldMkLst>
        <pc:spChg chg="mod">
          <ac:chgData name="Zonghua Gu" userId="9a7e1853e1951ef5" providerId="LiveId" clId="{CF1FAA12-072C-4ED5-BA76-0FFFAEFDB88A}" dt="2025-09-18T01:39:23.505" v="1216" actId="20577"/>
          <ac:spMkLst>
            <pc:docMk/>
            <pc:sldMk cId="1683281344" sldId="256"/>
            <ac:spMk id="2" creationId="{00000000-0000-0000-0000-000000000000}"/>
          </ac:spMkLst>
        </pc:spChg>
        <pc:spChg chg="mod">
          <ac:chgData name="Zonghua Gu" userId="9a7e1853e1951ef5" providerId="LiveId" clId="{CF1FAA12-072C-4ED5-BA76-0FFFAEFDB88A}" dt="2025-09-17T21:21:39.717" v="1199" actId="20577"/>
          <ac:spMkLst>
            <pc:docMk/>
            <pc:sldMk cId="1683281344" sldId="256"/>
            <ac:spMk id="3" creationId="{00000000-0000-0000-0000-000000000000}"/>
          </ac:spMkLst>
        </pc:spChg>
        <pc:spChg chg="add mod">
          <ac:chgData name="Zonghua Gu" userId="9a7e1853e1951ef5" providerId="LiveId" clId="{CF1FAA12-072C-4ED5-BA76-0FFFAEFDB88A}" dt="2025-09-17T21:21:25.145" v="1175" actId="1076"/>
          <ac:spMkLst>
            <pc:docMk/>
            <pc:sldMk cId="1683281344" sldId="256"/>
            <ac:spMk id="7" creationId="{CDF938EB-593A-3F78-8471-70DE26383963}"/>
          </ac:spMkLst>
        </pc:spChg>
      </pc:sldChg>
      <pc:sldChg chg="modSp mod">
        <pc:chgData name="Zonghua Gu" userId="9a7e1853e1951ef5" providerId="LiveId" clId="{CF1FAA12-072C-4ED5-BA76-0FFFAEFDB88A}" dt="2025-09-24T23:59:36.418" v="2335" actId="27636"/>
        <pc:sldMkLst>
          <pc:docMk/>
          <pc:sldMk cId="2502343479" sldId="275"/>
        </pc:sldMkLst>
        <pc:spChg chg="mod">
          <ac:chgData name="Zonghua Gu" userId="9a7e1853e1951ef5" providerId="LiveId" clId="{CF1FAA12-072C-4ED5-BA76-0FFFAEFDB88A}" dt="2025-09-24T23:59:36.418" v="2335" actId="27636"/>
          <ac:spMkLst>
            <pc:docMk/>
            <pc:sldMk cId="2502343479" sldId="275"/>
            <ac:spMk id="5" creationId="{00000000-0000-0000-0000-000000000000}"/>
          </ac:spMkLst>
        </pc:spChg>
      </pc:sldChg>
      <pc:sldChg chg="addSp modSp mod">
        <pc:chgData name="Zonghua Gu" userId="9a7e1853e1951ef5" providerId="LiveId" clId="{CF1FAA12-072C-4ED5-BA76-0FFFAEFDB88A}" dt="2025-09-26T21:50:21.184" v="2615" actId="20577"/>
        <pc:sldMkLst>
          <pc:docMk/>
          <pc:sldMk cId="3856419856" sldId="284"/>
        </pc:sldMkLst>
        <pc:spChg chg="mod">
          <ac:chgData name="Zonghua Gu" userId="9a7e1853e1951ef5" providerId="LiveId" clId="{CF1FAA12-072C-4ED5-BA76-0FFFAEFDB88A}" dt="2025-09-26T21:50:21.184" v="2615" actId="20577"/>
          <ac:spMkLst>
            <pc:docMk/>
            <pc:sldMk cId="3856419856" sldId="284"/>
            <ac:spMk id="4" creationId="{00000000-0000-0000-0000-000000000000}"/>
          </ac:spMkLst>
        </pc:spChg>
        <pc:graphicFrameChg chg="add mod modGraphic">
          <ac:chgData name="Zonghua Gu" userId="9a7e1853e1951ef5" providerId="LiveId" clId="{CF1FAA12-072C-4ED5-BA76-0FFFAEFDB88A}" dt="2025-09-17T18:21:30.374" v="274" actId="1076"/>
          <ac:graphicFrameMkLst>
            <pc:docMk/>
            <pc:sldMk cId="3856419856" sldId="284"/>
            <ac:graphicFrameMk id="5" creationId="{8DCF8158-0829-196C-D9FE-1C770A94B4C4}"/>
          </ac:graphicFrameMkLst>
        </pc:graphicFrameChg>
        <pc:graphicFrameChg chg="add mod modGraphic">
          <ac:chgData name="Zonghua Gu" userId="9a7e1853e1951ef5" providerId="LiveId" clId="{CF1FAA12-072C-4ED5-BA76-0FFFAEFDB88A}" dt="2025-09-17T18:21:52.539" v="283" actId="20577"/>
          <ac:graphicFrameMkLst>
            <pc:docMk/>
            <pc:sldMk cId="3856419856" sldId="284"/>
            <ac:graphicFrameMk id="6" creationId="{03FCCA32-130C-6803-E182-E05ADA9ECB49}"/>
          </ac:graphicFrameMkLst>
        </pc:graphicFrameChg>
      </pc:sldChg>
      <pc:sldChg chg="addSp delSp modSp mod">
        <pc:chgData name="Zonghua Gu" userId="9a7e1853e1951ef5" providerId="LiveId" clId="{CF1FAA12-072C-4ED5-BA76-0FFFAEFDB88A}" dt="2025-09-17T18:24:31.291" v="323" actId="20577"/>
        <pc:sldMkLst>
          <pc:docMk/>
          <pc:sldMk cId="3410570449" sldId="285"/>
        </pc:sldMkLst>
        <pc:spChg chg="mod">
          <ac:chgData name="Zonghua Gu" userId="9a7e1853e1951ef5" providerId="LiveId" clId="{CF1FAA12-072C-4ED5-BA76-0FFFAEFDB88A}" dt="2025-09-17T18:24:31.291" v="323" actId="20577"/>
          <ac:spMkLst>
            <pc:docMk/>
            <pc:sldMk cId="3410570449" sldId="285"/>
            <ac:spMk id="5" creationId="{00000000-0000-0000-0000-000000000000}"/>
          </ac:spMkLst>
        </pc:spChg>
        <pc:spChg chg="add mod">
          <ac:chgData name="Zonghua Gu" userId="9a7e1853e1951ef5" providerId="LiveId" clId="{CF1FAA12-072C-4ED5-BA76-0FFFAEFDB88A}" dt="2025-09-17T18:23:37.218" v="296" actId="1076"/>
          <ac:spMkLst>
            <pc:docMk/>
            <pc:sldMk cId="3410570449" sldId="285"/>
            <ac:spMk id="8" creationId="{7EF10046-E302-DEDA-6CC6-83E8B3B03478}"/>
          </ac:spMkLst>
        </pc:spChg>
      </pc:sldChg>
      <pc:sldChg chg="addSp delSp modSp del mod modNotesTx">
        <pc:chgData name="Zonghua Gu" userId="9a7e1853e1951ef5" providerId="LiveId" clId="{CF1FAA12-072C-4ED5-BA76-0FFFAEFDB88A}" dt="2025-09-24T22:56:50.181" v="1456" actId="47"/>
        <pc:sldMkLst>
          <pc:docMk/>
          <pc:sldMk cId="1977878706" sldId="292"/>
        </pc:sldMkLst>
      </pc:sldChg>
      <pc:sldChg chg="modSp mod modNotesTx">
        <pc:chgData name="Zonghua Gu" userId="9a7e1853e1951ef5" providerId="LiveId" clId="{CF1FAA12-072C-4ED5-BA76-0FFFAEFDB88A}" dt="2025-09-17T19:15:17.814" v="641" actId="20577"/>
        <pc:sldMkLst>
          <pc:docMk/>
          <pc:sldMk cId="2121641431" sldId="298"/>
        </pc:sldMkLst>
        <pc:spChg chg="mod">
          <ac:chgData name="Zonghua Gu" userId="9a7e1853e1951ef5" providerId="LiveId" clId="{CF1FAA12-072C-4ED5-BA76-0FFFAEFDB88A}" dt="2025-09-17T19:14:53.104" v="635" actId="6549"/>
          <ac:spMkLst>
            <pc:docMk/>
            <pc:sldMk cId="2121641431" sldId="298"/>
            <ac:spMk id="10" creationId="{00000000-0000-0000-0000-000000000000}"/>
          </ac:spMkLst>
        </pc:spChg>
        <pc:spChg chg="mod">
          <ac:chgData name="Zonghua Gu" userId="9a7e1853e1951ef5" providerId="LiveId" clId="{CF1FAA12-072C-4ED5-BA76-0FFFAEFDB88A}" dt="2025-09-17T19:15:00.789" v="637" actId="6549"/>
          <ac:spMkLst>
            <pc:docMk/>
            <pc:sldMk cId="2121641431" sldId="298"/>
            <ac:spMk id="11" creationId="{00000000-0000-0000-0000-000000000000}"/>
          </ac:spMkLst>
        </pc:spChg>
      </pc:sldChg>
      <pc:sldChg chg="addSp delSp modSp mod">
        <pc:chgData name="Zonghua Gu" userId="9a7e1853e1951ef5" providerId="LiveId" clId="{CF1FAA12-072C-4ED5-BA76-0FFFAEFDB88A}" dt="2025-09-17T19:03:36.690" v="616" actId="1076"/>
        <pc:sldMkLst>
          <pc:docMk/>
          <pc:sldMk cId="203524775" sldId="300"/>
        </pc:sldMkLst>
        <pc:spChg chg="add mod">
          <ac:chgData name="Zonghua Gu" userId="9a7e1853e1951ef5" providerId="LiveId" clId="{CF1FAA12-072C-4ED5-BA76-0FFFAEFDB88A}" dt="2025-09-17T19:03:36.690" v="616" actId="1076"/>
          <ac:spMkLst>
            <pc:docMk/>
            <pc:sldMk cId="203524775" sldId="300"/>
            <ac:spMk id="4" creationId="{7A361282-ADE0-8C48-E527-544B0D2A42B8}"/>
          </ac:spMkLst>
        </pc:spChg>
      </pc:sldChg>
      <pc:sldChg chg="del">
        <pc:chgData name="Zonghua Gu" userId="9a7e1853e1951ef5" providerId="LiveId" clId="{CF1FAA12-072C-4ED5-BA76-0FFFAEFDB88A}" dt="2025-09-17T18:15:27.095" v="199" actId="47"/>
        <pc:sldMkLst>
          <pc:docMk/>
          <pc:sldMk cId="2550961529" sldId="301"/>
        </pc:sldMkLst>
      </pc:sldChg>
      <pc:sldChg chg="del">
        <pc:chgData name="Zonghua Gu" userId="9a7e1853e1951ef5" providerId="LiveId" clId="{CF1FAA12-072C-4ED5-BA76-0FFFAEFDB88A}" dt="2025-09-24T23:08:43.347" v="1466" actId="47"/>
        <pc:sldMkLst>
          <pc:docMk/>
          <pc:sldMk cId="809613256" sldId="304"/>
        </pc:sldMkLst>
      </pc:sldChg>
      <pc:sldChg chg="modSp mod">
        <pc:chgData name="Zonghua Gu" userId="9a7e1853e1951ef5" providerId="LiveId" clId="{CF1FAA12-072C-4ED5-BA76-0FFFAEFDB88A}" dt="2025-09-17T19:50:46.211" v="1075" actId="20577"/>
        <pc:sldMkLst>
          <pc:docMk/>
          <pc:sldMk cId="3184454" sldId="313"/>
        </pc:sldMkLst>
        <pc:graphicFrameChg chg="modGraphic">
          <ac:chgData name="Zonghua Gu" userId="9a7e1853e1951ef5" providerId="LiveId" clId="{CF1FAA12-072C-4ED5-BA76-0FFFAEFDB88A}" dt="2025-09-17T19:50:46.211" v="1075" actId="20577"/>
          <ac:graphicFrameMkLst>
            <pc:docMk/>
            <pc:sldMk cId="3184454" sldId="313"/>
            <ac:graphicFrameMk id="3" creationId="{00000000-0000-0000-0000-000000000000}"/>
          </ac:graphicFrameMkLst>
        </pc:graphicFrameChg>
      </pc:sldChg>
      <pc:sldChg chg="del">
        <pc:chgData name="Zonghua Gu" userId="9a7e1853e1951ef5" providerId="LiveId" clId="{CF1FAA12-072C-4ED5-BA76-0FFFAEFDB88A}" dt="2025-09-17T19:56:27.968" v="1173" actId="2696"/>
        <pc:sldMkLst>
          <pc:docMk/>
          <pc:sldMk cId="207599578" sldId="317"/>
        </pc:sldMkLst>
      </pc:sldChg>
      <pc:sldChg chg="del">
        <pc:chgData name="Zonghua Gu" userId="9a7e1853e1951ef5" providerId="LiveId" clId="{CF1FAA12-072C-4ED5-BA76-0FFFAEFDB88A}" dt="2025-09-17T19:56:27.968" v="1173" actId="2696"/>
        <pc:sldMkLst>
          <pc:docMk/>
          <pc:sldMk cId="2069787402" sldId="318"/>
        </pc:sldMkLst>
      </pc:sldChg>
      <pc:sldChg chg="addSp delSp modSp mod">
        <pc:chgData name="Zonghua Gu" userId="9a7e1853e1951ef5" providerId="LiveId" clId="{CF1FAA12-072C-4ED5-BA76-0FFFAEFDB88A}" dt="2025-09-17T18:22:17.448" v="284" actId="21"/>
        <pc:sldMkLst>
          <pc:docMk/>
          <pc:sldMk cId="956433268" sldId="321"/>
        </pc:sldMkLst>
        <pc:spChg chg="mod">
          <ac:chgData name="Zonghua Gu" userId="9a7e1853e1951ef5" providerId="LiveId" clId="{CF1FAA12-072C-4ED5-BA76-0FFFAEFDB88A}" dt="2025-09-17T17:39:39.864" v="42"/>
          <ac:spMkLst>
            <pc:docMk/>
            <pc:sldMk cId="956433268" sldId="321"/>
            <ac:spMk id="6" creationId="{00000000-0000-0000-0000-000000000000}"/>
          </ac:spMkLst>
        </pc:spChg>
      </pc:sldChg>
      <pc:sldChg chg="addSp modSp mod">
        <pc:chgData name="Zonghua Gu" userId="9a7e1853e1951ef5" providerId="LiveId" clId="{CF1FAA12-072C-4ED5-BA76-0FFFAEFDB88A}" dt="2025-09-17T17:44:19.664" v="89" actId="20577"/>
        <pc:sldMkLst>
          <pc:docMk/>
          <pc:sldMk cId="2653589447" sldId="322"/>
        </pc:sldMkLst>
        <pc:spChg chg="add mod">
          <ac:chgData name="Zonghua Gu" userId="9a7e1853e1951ef5" providerId="LiveId" clId="{CF1FAA12-072C-4ED5-BA76-0FFFAEFDB88A}" dt="2025-09-17T17:44:19.664" v="89" actId="20577"/>
          <ac:spMkLst>
            <pc:docMk/>
            <pc:sldMk cId="2653589447" sldId="322"/>
            <ac:spMk id="4" creationId="{083CE6D7-90CB-947F-1B9F-4ABC7D4AF9D5}"/>
          </ac:spMkLst>
        </pc:spChg>
      </pc:sldChg>
      <pc:sldChg chg="addSp delSp modSp mod">
        <pc:chgData name="Zonghua Gu" userId="9a7e1853e1951ef5" providerId="LiveId" clId="{CF1FAA12-072C-4ED5-BA76-0FFFAEFDB88A}" dt="2025-09-17T21:32:44.310" v="1203" actId="21"/>
        <pc:sldMkLst>
          <pc:docMk/>
          <pc:sldMk cId="2667703659" sldId="323"/>
        </pc:sldMkLst>
        <pc:spChg chg="add mod">
          <ac:chgData name="Zonghua Gu" userId="9a7e1853e1951ef5" providerId="LiveId" clId="{CF1FAA12-072C-4ED5-BA76-0FFFAEFDB88A}" dt="2025-09-17T21:32:42.031" v="1201" actId="14100"/>
          <ac:spMkLst>
            <pc:docMk/>
            <pc:sldMk cId="2667703659" sldId="323"/>
            <ac:spMk id="4" creationId="{4319D3C5-59CF-BEEE-5F35-46A7B150BF9F}"/>
          </ac:spMkLst>
        </pc:spChg>
      </pc:sldChg>
      <pc:sldChg chg="modSp mod">
        <pc:chgData name="Zonghua Gu" userId="9a7e1853e1951ef5" providerId="LiveId" clId="{CF1FAA12-072C-4ED5-BA76-0FFFAEFDB88A}" dt="2025-09-17T19:27:50.100" v="776" actId="20577"/>
        <pc:sldMkLst>
          <pc:docMk/>
          <pc:sldMk cId="2924045303" sldId="324"/>
        </pc:sldMkLst>
        <pc:spChg chg="mod">
          <ac:chgData name="Zonghua Gu" userId="9a7e1853e1951ef5" providerId="LiveId" clId="{CF1FAA12-072C-4ED5-BA76-0FFFAEFDB88A}" dt="2025-09-17T19:25:36.298" v="759" actId="27636"/>
          <ac:spMkLst>
            <pc:docMk/>
            <pc:sldMk cId="2924045303" sldId="324"/>
            <ac:spMk id="2" creationId="{00000000-0000-0000-0000-000000000000}"/>
          </ac:spMkLst>
        </pc:spChg>
        <pc:graphicFrameChg chg="mod modGraphic">
          <ac:chgData name="Zonghua Gu" userId="9a7e1853e1951ef5" providerId="LiveId" clId="{CF1FAA12-072C-4ED5-BA76-0FFFAEFDB88A}" dt="2025-09-17T19:27:50.100" v="776" actId="20577"/>
          <ac:graphicFrameMkLst>
            <pc:docMk/>
            <pc:sldMk cId="2924045303" sldId="324"/>
            <ac:graphicFrameMk id="4" creationId="{00000000-0000-0000-0000-000000000000}"/>
          </ac:graphicFrameMkLst>
        </pc:graphicFrameChg>
      </pc:sldChg>
      <pc:sldChg chg="addSp modSp mod">
        <pc:chgData name="Zonghua Gu" userId="9a7e1853e1951ef5" providerId="LiveId" clId="{CF1FAA12-072C-4ED5-BA76-0FFFAEFDB88A}" dt="2025-09-17T19:21:41.374" v="651" actId="14100"/>
        <pc:sldMkLst>
          <pc:docMk/>
          <pc:sldMk cId="2331627715" sldId="325"/>
        </pc:sldMkLst>
        <pc:spChg chg="add mod">
          <ac:chgData name="Zonghua Gu" userId="9a7e1853e1951ef5" providerId="LiveId" clId="{CF1FAA12-072C-4ED5-BA76-0FFFAEFDB88A}" dt="2025-09-17T19:21:21.619" v="649" actId="14100"/>
          <ac:spMkLst>
            <pc:docMk/>
            <pc:sldMk cId="2331627715" sldId="325"/>
            <ac:spMk id="4" creationId="{5F947ED3-C75F-5FE0-2C95-D53D3090CA9B}"/>
          </ac:spMkLst>
        </pc:spChg>
        <pc:spChg chg="add mod">
          <ac:chgData name="Zonghua Gu" userId="9a7e1853e1951ef5" providerId="LiveId" clId="{CF1FAA12-072C-4ED5-BA76-0FFFAEFDB88A}" dt="2025-09-17T19:21:41.374" v="651" actId="14100"/>
          <ac:spMkLst>
            <pc:docMk/>
            <pc:sldMk cId="2331627715" sldId="325"/>
            <ac:spMk id="6" creationId="{12EB0634-FDA5-80ED-B6CD-9DDC482C5548}"/>
          </ac:spMkLst>
        </pc:spChg>
      </pc:sldChg>
      <pc:sldChg chg="addSp delSp modSp mod modAnim">
        <pc:chgData name="Zonghua Gu" userId="9a7e1853e1951ef5" providerId="LiveId" clId="{CF1FAA12-072C-4ED5-BA76-0FFFAEFDB88A}" dt="2025-09-28T22:13:06.410" v="3373"/>
        <pc:sldMkLst>
          <pc:docMk/>
          <pc:sldMk cId="3293036044" sldId="326"/>
        </pc:sldMkLst>
        <pc:spChg chg="mod">
          <ac:chgData name="Zonghua Gu" userId="9a7e1853e1951ef5" providerId="LiveId" clId="{CF1FAA12-072C-4ED5-BA76-0FFFAEFDB88A}" dt="2025-09-28T19:19:29.754" v="3352" actId="20577"/>
          <ac:spMkLst>
            <pc:docMk/>
            <pc:sldMk cId="3293036044" sldId="326"/>
            <ac:spMk id="7" creationId="{00000000-0000-0000-0000-000000000000}"/>
          </ac:spMkLst>
        </pc:spChg>
        <pc:spChg chg="add del mod">
          <ac:chgData name="Zonghua Gu" userId="9a7e1853e1951ef5" providerId="LiveId" clId="{CF1FAA12-072C-4ED5-BA76-0FFFAEFDB88A}" dt="2025-09-28T18:26:04.566" v="2785" actId="478"/>
          <ac:spMkLst>
            <pc:docMk/>
            <pc:sldMk cId="3293036044" sldId="326"/>
            <ac:spMk id="8" creationId="{B90A5FBE-3EEC-E562-4990-ACC491525091}"/>
          </ac:spMkLst>
        </pc:spChg>
        <pc:spChg chg="mod">
          <ac:chgData name="Zonghua Gu" userId="9a7e1853e1951ef5" providerId="LiveId" clId="{CF1FAA12-072C-4ED5-BA76-0FFFAEFDB88A}" dt="2025-09-28T18:48:53.455" v="2922" actId="20577"/>
          <ac:spMkLst>
            <pc:docMk/>
            <pc:sldMk cId="3293036044" sldId="326"/>
            <ac:spMk id="9" creationId="{00000000-0000-0000-0000-000000000000}"/>
          </ac:spMkLst>
        </pc:spChg>
        <pc:spChg chg="add del mod">
          <ac:chgData name="Zonghua Gu" userId="9a7e1853e1951ef5" providerId="LiveId" clId="{CF1FAA12-072C-4ED5-BA76-0FFFAEFDB88A}" dt="2025-09-28T18:26:04.566" v="2785" actId="478"/>
          <ac:spMkLst>
            <pc:docMk/>
            <pc:sldMk cId="3293036044" sldId="326"/>
            <ac:spMk id="10" creationId="{09F6685E-48F3-5005-2FD5-22AC677DFD68}"/>
          </ac:spMkLst>
        </pc:spChg>
        <pc:graphicFrameChg chg="add mod modGraphic">
          <ac:chgData name="Zonghua Gu" userId="9a7e1853e1951ef5" providerId="LiveId" clId="{CF1FAA12-072C-4ED5-BA76-0FFFAEFDB88A}" dt="2025-09-28T18:46:24.268" v="2854" actId="20577"/>
          <ac:graphicFrameMkLst>
            <pc:docMk/>
            <pc:sldMk cId="3293036044" sldId="326"/>
            <ac:graphicFrameMk id="4" creationId="{5A85722B-8C7E-4849-80BC-2DED8CDF9515}"/>
          </ac:graphicFrameMkLst>
        </pc:graphicFrameChg>
        <pc:picChg chg="del">
          <ac:chgData name="Zonghua Gu" userId="9a7e1853e1951ef5" providerId="LiveId" clId="{CF1FAA12-072C-4ED5-BA76-0FFFAEFDB88A}" dt="2025-09-28T18:45:13.232" v="2815" actId="478"/>
          <ac:picMkLst>
            <pc:docMk/>
            <pc:sldMk cId="3293036044" sldId="326"/>
            <ac:picMk id="6145" creationId="{00000000-0000-0000-0000-000000000000}"/>
          </ac:picMkLst>
        </pc:picChg>
      </pc:sldChg>
      <pc:sldChg chg="addSp delSp modSp mod ord modAnim">
        <pc:chgData name="Zonghua Gu" userId="9a7e1853e1951ef5" providerId="LiveId" clId="{CF1FAA12-072C-4ED5-BA76-0FFFAEFDB88A}" dt="2025-09-28T22:16:56.577" v="3403"/>
        <pc:sldMkLst>
          <pc:docMk/>
          <pc:sldMk cId="2322116273" sldId="327"/>
        </pc:sldMkLst>
        <pc:spChg chg="add del mod">
          <ac:chgData name="Zonghua Gu" userId="9a7e1853e1951ef5" providerId="LiveId" clId="{CF1FAA12-072C-4ED5-BA76-0FFFAEFDB88A}" dt="2025-09-28T18:26:01.247" v="2784" actId="478"/>
          <ac:spMkLst>
            <pc:docMk/>
            <pc:sldMk cId="2322116273" sldId="327"/>
            <ac:spMk id="4" creationId="{747625F2-1C65-89BD-47EF-F05A0AA24279}"/>
          </ac:spMkLst>
        </pc:spChg>
        <pc:spChg chg="mod">
          <ac:chgData name="Zonghua Gu" userId="9a7e1853e1951ef5" providerId="LiveId" clId="{CF1FAA12-072C-4ED5-BA76-0FFFAEFDB88A}" dt="2025-09-28T19:15:58.728" v="3300" actId="20577"/>
          <ac:spMkLst>
            <pc:docMk/>
            <pc:sldMk cId="2322116273" sldId="327"/>
            <ac:spMk id="7" creationId="{00000000-0000-0000-0000-000000000000}"/>
          </ac:spMkLst>
        </pc:spChg>
        <pc:spChg chg="mod">
          <ac:chgData name="Zonghua Gu" userId="9a7e1853e1951ef5" providerId="LiveId" clId="{CF1FAA12-072C-4ED5-BA76-0FFFAEFDB88A}" dt="2025-09-28T18:24:31.088" v="2771"/>
          <ac:spMkLst>
            <pc:docMk/>
            <pc:sldMk cId="2322116273" sldId="327"/>
            <ac:spMk id="9" creationId="{00000000-0000-0000-0000-000000000000}"/>
          </ac:spMkLst>
        </pc:spChg>
        <pc:spChg chg="add del mod">
          <ac:chgData name="Zonghua Gu" userId="9a7e1853e1951ef5" providerId="LiveId" clId="{CF1FAA12-072C-4ED5-BA76-0FFFAEFDB88A}" dt="2025-09-28T18:26:01.247" v="2784" actId="478"/>
          <ac:spMkLst>
            <pc:docMk/>
            <pc:sldMk cId="2322116273" sldId="327"/>
            <ac:spMk id="10" creationId="{0A87A1D0-CEBB-F6DD-DE24-9143724F7BB6}"/>
          </ac:spMkLst>
        </pc:spChg>
        <pc:graphicFrameChg chg="add del mod">
          <ac:chgData name="Zonghua Gu" userId="9a7e1853e1951ef5" providerId="LiveId" clId="{CF1FAA12-072C-4ED5-BA76-0FFFAEFDB88A}" dt="2025-09-28T22:16:56.374" v="3402" actId="478"/>
          <ac:graphicFrameMkLst>
            <pc:docMk/>
            <pc:sldMk cId="2322116273" sldId="327"/>
            <ac:graphicFrameMk id="4" creationId="{D447B492-2376-FAB1-3F29-CABBD6808FEA}"/>
          </ac:graphicFrameMkLst>
        </pc:graphicFrameChg>
        <pc:graphicFrameChg chg="add mod">
          <ac:chgData name="Zonghua Gu" userId="9a7e1853e1951ef5" providerId="LiveId" clId="{CF1FAA12-072C-4ED5-BA76-0FFFAEFDB88A}" dt="2025-09-28T22:16:56.577" v="3403"/>
          <ac:graphicFrameMkLst>
            <pc:docMk/>
            <pc:sldMk cId="2322116273" sldId="327"/>
            <ac:graphicFrameMk id="6" creationId="{CC22D971-1F5A-1D46-A09B-973DA00758B0}"/>
          </ac:graphicFrameMkLst>
        </pc:graphicFrameChg>
        <pc:picChg chg="del">
          <ac:chgData name="Zonghua Gu" userId="9a7e1853e1951ef5" providerId="LiveId" clId="{CF1FAA12-072C-4ED5-BA76-0FFFAEFDB88A}" dt="2025-09-28T22:16:32.658" v="3400" actId="478"/>
          <ac:picMkLst>
            <pc:docMk/>
            <pc:sldMk cId="2322116273" sldId="327"/>
            <ac:picMk id="8" creationId="{058AAE44-F9DE-6449-BAC0-7E350273C9CB}"/>
          </ac:picMkLst>
        </pc:picChg>
        <pc:picChg chg="add del mod">
          <ac:chgData name="Zonghua Gu" userId="9a7e1853e1951ef5" providerId="LiveId" clId="{CF1FAA12-072C-4ED5-BA76-0FFFAEFDB88A}" dt="2025-09-28T18:23:38.720" v="2767" actId="478"/>
          <ac:picMkLst>
            <pc:docMk/>
            <pc:sldMk cId="2322116273" sldId="327"/>
            <ac:picMk id="11" creationId="{25F8B770-CE3F-1D86-AA6B-F35C1BA1FDD4}"/>
          </ac:picMkLst>
        </pc:picChg>
        <pc:picChg chg="add del mod">
          <ac:chgData name="Zonghua Gu" userId="9a7e1853e1951ef5" providerId="LiveId" clId="{CF1FAA12-072C-4ED5-BA76-0FFFAEFDB88A}" dt="2025-09-28T18:32:27.573" v="2812" actId="478"/>
          <ac:picMkLst>
            <pc:docMk/>
            <pc:sldMk cId="2322116273" sldId="327"/>
            <ac:picMk id="13" creationId="{5C3782C0-E220-1A85-25F3-885C442CF2DF}"/>
          </ac:picMkLst>
        </pc:picChg>
      </pc:sldChg>
      <pc:sldChg chg="del">
        <pc:chgData name="Zonghua Gu" userId="9a7e1853e1951ef5" providerId="LiveId" clId="{CF1FAA12-072C-4ED5-BA76-0FFFAEFDB88A}" dt="2025-09-24T23:08:43.347" v="1466" actId="47"/>
        <pc:sldMkLst>
          <pc:docMk/>
          <pc:sldMk cId="3601302061" sldId="331"/>
        </pc:sldMkLst>
      </pc:sldChg>
      <pc:sldChg chg="addSp modSp del mod">
        <pc:chgData name="Zonghua Gu" userId="9a7e1853e1951ef5" providerId="LiveId" clId="{CF1FAA12-072C-4ED5-BA76-0FFFAEFDB88A}" dt="2025-09-26T21:53:18.503" v="2618" actId="2696"/>
        <pc:sldMkLst>
          <pc:docMk/>
          <pc:sldMk cId="4015228595" sldId="335"/>
        </pc:sldMkLst>
      </pc:sldChg>
      <pc:sldChg chg="addSp modSp mod">
        <pc:chgData name="Zonghua Gu" userId="9a7e1853e1951ef5" providerId="LiveId" clId="{CF1FAA12-072C-4ED5-BA76-0FFFAEFDB88A}" dt="2025-09-26T21:53:23.400" v="2619" actId="20577"/>
        <pc:sldMkLst>
          <pc:docMk/>
          <pc:sldMk cId="1520596659" sldId="336"/>
        </pc:sldMkLst>
        <pc:spChg chg="mod">
          <ac:chgData name="Zonghua Gu" userId="9a7e1853e1951ef5" providerId="LiveId" clId="{CF1FAA12-072C-4ED5-BA76-0FFFAEFDB88A}" dt="2025-09-26T21:53:23.400" v="2619" actId="20577"/>
          <ac:spMkLst>
            <pc:docMk/>
            <pc:sldMk cId="1520596659" sldId="336"/>
            <ac:spMk id="2" creationId="{00000000-0000-0000-0000-000000000000}"/>
          </ac:spMkLst>
        </pc:spChg>
        <pc:spChg chg="add mod">
          <ac:chgData name="Zonghua Gu" userId="9a7e1853e1951ef5" providerId="LiveId" clId="{CF1FAA12-072C-4ED5-BA76-0FFFAEFDB88A}" dt="2025-09-17T19:50:28.469" v="1070" actId="14100"/>
          <ac:spMkLst>
            <pc:docMk/>
            <pc:sldMk cId="1520596659" sldId="336"/>
            <ac:spMk id="4" creationId="{A826057E-9F7A-6C62-FBF3-567AFDB15EA9}"/>
          </ac:spMkLst>
        </pc:spChg>
        <pc:spChg chg="mod">
          <ac:chgData name="Zonghua Gu" userId="9a7e1853e1951ef5" providerId="LiveId" clId="{CF1FAA12-072C-4ED5-BA76-0FFFAEFDB88A}" dt="2025-09-17T19:46:18.978" v="994"/>
          <ac:spMkLst>
            <pc:docMk/>
            <pc:sldMk cId="1520596659" sldId="336"/>
            <ac:spMk id="6" creationId="{00000000-0000-0000-0000-000000000000}"/>
          </ac:spMkLst>
        </pc:spChg>
        <pc:spChg chg="mod">
          <ac:chgData name="Zonghua Gu" userId="9a7e1853e1951ef5" providerId="LiveId" clId="{CF1FAA12-072C-4ED5-BA76-0FFFAEFDB88A}" dt="2025-09-17T19:44:25.815" v="950" actId="1076"/>
          <ac:spMkLst>
            <pc:docMk/>
            <pc:sldMk cId="1520596659" sldId="336"/>
            <ac:spMk id="7" creationId="{00000000-0000-0000-0000-000000000000}"/>
          </ac:spMkLst>
        </pc:spChg>
      </pc:sldChg>
      <pc:sldChg chg="addSp modSp mod">
        <pc:chgData name="Zonghua Gu" userId="9a7e1853e1951ef5" providerId="LiveId" clId="{CF1FAA12-072C-4ED5-BA76-0FFFAEFDB88A}" dt="2025-09-17T19:28:06.843" v="783" actId="20577"/>
        <pc:sldMkLst>
          <pc:docMk/>
          <pc:sldMk cId="1090868990" sldId="339"/>
        </pc:sldMkLst>
        <pc:spChg chg="mod">
          <ac:chgData name="Zonghua Gu" userId="9a7e1853e1951ef5" providerId="LiveId" clId="{CF1FAA12-072C-4ED5-BA76-0FFFAEFDB88A}" dt="2025-09-17T19:28:06.843" v="783" actId="20577"/>
          <ac:spMkLst>
            <pc:docMk/>
            <pc:sldMk cId="1090868990" sldId="339"/>
            <ac:spMk id="3" creationId="{00000000-0000-0000-0000-000000000000}"/>
          </ac:spMkLst>
        </pc:spChg>
        <pc:spChg chg="mod">
          <ac:chgData name="Zonghua Gu" userId="9a7e1853e1951ef5" providerId="LiveId" clId="{CF1FAA12-072C-4ED5-BA76-0FFFAEFDB88A}" dt="2025-09-17T19:25:02.675" v="746" actId="20577"/>
          <ac:spMkLst>
            <pc:docMk/>
            <pc:sldMk cId="1090868990" sldId="339"/>
            <ac:spMk id="15362" creationId="{00000000-0000-0000-0000-000000000000}"/>
          </ac:spMkLst>
        </pc:spChg>
      </pc:sldChg>
      <pc:sldChg chg="addSp delSp modSp mod modNotesTx">
        <pc:chgData name="Zonghua Gu" userId="9a7e1853e1951ef5" providerId="LiveId" clId="{CF1FAA12-072C-4ED5-BA76-0FFFAEFDB88A}" dt="2025-09-17T19:27:56.579" v="777"/>
        <pc:sldMkLst>
          <pc:docMk/>
          <pc:sldMk cId="1809958305" sldId="340"/>
        </pc:sldMkLst>
        <pc:spChg chg="add mod">
          <ac:chgData name="Zonghua Gu" userId="9a7e1853e1951ef5" providerId="LiveId" clId="{CF1FAA12-072C-4ED5-BA76-0FFFAEFDB88A}" dt="2025-09-17T19:07:15.501" v="624" actId="14100"/>
          <ac:spMkLst>
            <pc:docMk/>
            <pc:sldMk cId="1809958305" sldId="340"/>
            <ac:spMk id="2" creationId="{2FDC17BF-C944-BDA6-3615-D41AC13EB223}"/>
          </ac:spMkLst>
        </pc:spChg>
        <pc:spChg chg="mod">
          <ac:chgData name="Zonghua Gu" userId="9a7e1853e1951ef5" providerId="LiveId" clId="{CF1FAA12-072C-4ED5-BA76-0FFFAEFDB88A}" dt="2025-09-17T19:27:56.579" v="777"/>
          <ac:spMkLst>
            <pc:docMk/>
            <pc:sldMk cId="1809958305" sldId="340"/>
            <ac:spMk id="3" creationId="{00000000-0000-0000-0000-000000000000}"/>
          </ac:spMkLst>
        </pc:spChg>
        <pc:spChg chg="mod">
          <ac:chgData name="Zonghua Gu" userId="9a7e1853e1951ef5" providerId="LiveId" clId="{CF1FAA12-072C-4ED5-BA76-0FFFAEFDB88A}" dt="2025-09-17T19:25:06.659" v="748" actId="27636"/>
          <ac:spMkLst>
            <pc:docMk/>
            <pc:sldMk cId="1809958305" sldId="340"/>
            <ac:spMk id="15362" creationId="{00000000-0000-0000-0000-000000000000}"/>
          </ac:spMkLst>
        </pc:spChg>
      </pc:sldChg>
      <pc:sldChg chg="addSp delSp modSp mod">
        <pc:chgData name="Zonghua Gu" userId="9a7e1853e1951ef5" providerId="LiveId" clId="{CF1FAA12-072C-4ED5-BA76-0FFFAEFDB88A}" dt="2025-09-17T19:11:12.460" v="633" actId="1076"/>
        <pc:sldMkLst>
          <pc:docMk/>
          <pc:sldMk cId="2051571543" sldId="344"/>
        </pc:sldMkLst>
        <pc:spChg chg="add mod">
          <ac:chgData name="Zonghua Gu" userId="9a7e1853e1951ef5" providerId="LiveId" clId="{CF1FAA12-072C-4ED5-BA76-0FFFAEFDB88A}" dt="2025-09-17T19:11:12.460" v="633" actId="1076"/>
          <ac:spMkLst>
            <pc:docMk/>
            <pc:sldMk cId="2051571543" sldId="344"/>
            <ac:spMk id="4" creationId="{6BB2040F-11C5-55C7-1568-ADBC22FFAA6F}"/>
          </ac:spMkLst>
        </pc:spChg>
      </pc:sldChg>
      <pc:sldChg chg="modSp mod">
        <pc:chgData name="Zonghua Gu" userId="9a7e1853e1951ef5" providerId="LiveId" clId="{CF1FAA12-072C-4ED5-BA76-0FFFAEFDB88A}" dt="2025-09-17T19:52:10.710" v="1172" actId="20577"/>
        <pc:sldMkLst>
          <pc:docMk/>
          <pc:sldMk cId="2237900729" sldId="346"/>
        </pc:sldMkLst>
        <pc:graphicFrameChg chg="mod modGraphic">
          <ac:chgData name="Zonghua Gu" userId="9a7e1853e1951ef5" providerId="LiveId" clId="{CF1FAA12-072C-4ED5-BA76-0FFFAEFDB88A}" dt="2025-09-17T19:52:10.710" v="1172" actId="20577"/>
          <ac:graphicFrameMkLst>
            <pc:docMk/>
            <pc:sldMk cId="2237900729" sldId="346"/>
            <ac:graphicFrameMk id="5" creationId="{00000000-0000-0000-0000-000000000000}"/>
          </ac:graphicFrameMkLst>
        </pc:graphicFrameChg>
      </pc:sldChg>
      <pc:sldChg chg="addSp modSp mod">
        <pc:chgData name="Zonghua Gu" userId="9a7e1853e1951ef5" providerId="LiveId" clId="{CF1FAA12-072C-4ED5-BA76-0FFFAEFDB88A}" dt="2025-09-17T18:17:39.128" v="207" actId="1038"/>
        <pc:sldMkLst>
          <pc:docMk/>
          <pc:sldMk cId="2162368129" sldId="349"/>
        </pc:sldMkLst>
        <pc:spChg chg="add mod">
          <ac:chgData name="Zonghua Gu" userId="9a7e1853e1951ef5" providerId="LiveId" clId="{CF1FAA12-072C-4ED5-BA76-0FFFAEFDB88A}" dt="2025-09-17T18:17:39.128" v="207" actId="1038"/>
          <ac:spMkLst>
            <pc:docMk/>
            <pc:sldMk cId="2162368129" sldId="349"/>
            <ac:spMk id="6" creationId="{47A27E32-4EC5-7D79-232B-8867AE1F9B49}"/>
          </ac:spMkLst>
        </pc:spChg>
      </pc:sldChg>
      <pc:sldChg chg="addSp delSp modSp add mod">
        <pc:chgData name="Zonghua Gu" userId="9a7e1853e1951ef5" providerId="LiveId" clId="{CF1FAA12-072C-4ED5-BA76-0FFFAEFDB88A}" dt="2025-09-24T22:57:17.600" v="1460" actId="478"/>
        <pc:sldMkLst>
          <pc:docMk/>
          <pc:sldMk cId="2158482455" sldId="350"/>
        </pc:sldMkLst>
      </pc:sldChg>
      <pc:sldChg chg="del">
        <pc:chgData name="Zonghua Gu" userId="9a7e1853e1951ef5" providerId="LiveId" clId="{CF1FAA12-072C-4ED5-BA76-0FFFAEFDB88A}" dt="2025-09-24T22:56:06.174" v="1454" actId="2696"/>
        <pc:sldMkLst>
          <pc:docMk/>
          <pc:sldMk cId="3829986606" sldId="350"/>
        </pc:sldMkLst>
      </pc:sldChg>
      <pc:sldChg chg="modSp del mod">
        <pc:chgData name="Zonghua Gu" userId="9a7e1853e1951ef5" providerId="LiveId" clId="{CF1FAA12-072C-4ED5-BA76-0FFFAEFDB88A}" dt="2025-09-24T22:56:06.174" v="1454" actId="2696"/>
        <pc:sldMkLst>
          <pc:docMk/>
          <pc:sldMk cId="1558414871" sldId="351"/>
        </pc:sldMkLst>
      </pc:sldChg>
      <pc:sldChg chg="addSp delSp add mod">
        <pc:chgData name="Zonghua Gu" userId="9a7e1853e1951ef5" providerId="LiveId" clId="{CF1FAA12-072C-4ED5-BA76-0FFFAEFDB88A}" dt="2025-09-24T23:08:36.696" v="1463" actId="22"/>
        <pc:sldMkLst>
          <pc:docMk/>
          <pc:sldMk cId="4167967629" sldId="351"/>
        </pc:sldMkLst>
      </pc:sldChg>
      <pc:sldChg chg="addSp delSp add mod ord">
        <pc:chgData name="Zonghua Gu" userId="9a7e1853e1951ef5" providerId="LiveId" clId="{CF1FAA12-072C-4ED5-BA76-0FFFAEFDB88A}" dt="2025-09-24T23:29:16.904" v="1828"/>
        <pc:sldMkLst>
          <pc:docMk/>
          <pc:sldMk cId="2083494270" sldId="352"/>
        </pc:sldMkLst>
      </pc:sldChg>
      <pc:sldChg chg="del">
        <pc:chgData name="Zonghua Gu" userId="9a7e1853e1951ef5" providerId="LiveId" clId="{CF1FAA12-072C-4ED5-BA76-0FFFAEFDB88A}" dt="2025-09-24T22:56:06.174" v="1454" actId="2696"/>
        <pc:sldMkLst>
          <pc:docMk/>
          <pc:sldMk cId="2171254142" sldId="352"/>
        </pc:sldMkLst>
      </pc:sldChg>
      <pc:sldChg chg="addSp delSp del mod">
        <pc:chgData name="Zonghua Gu" userId="9a7e1853e1951ef5" providerId="LiveId" clId="{CF1FAA12-072C-4ED5-BA76-0FFFAEFDB88A}" dt="2025-09-24T22:57:26.198" v="1461" actId="47"/>
        <pc:sldMkLst>
          <pc:docMk/>
          <pc:sldMk cId="1307188585" sldId="353"/>
        </pc:sldMkLst>
      </pc:sldChg>
      <pc:sldChg chg="modSp add del mod">
        <pc:chgData name="Zonghua Gu" userId="9a7e1853e1951ef5" providerId="LiveId" clId="{CF1FAA12-072C-4ED5-BA76-0FFFAEFDB88A}" dt="2025-09-17T19:10:46.472" v="630" actId="47"/>
        <pc:sldMkLst>
          <pc:docMk/>
          <pc:sldMk cId="2652182247" sldId="354"/>
        </pc:sldMkLst>
      </pc:sldChg>
      <pc:sldChg chg="modSp add mod">
        <pc:chgData name="Zonghua Gu" userId="9a7e1853e1951ef5" providerId="LiveId" clId="{CF1FAA12-072C-4ED5-BA76-0FFFAEFDB88A}" dt="2025-09-17T19:04:24.517" v="623" actId="20577"/>
        <pc:sldMkLst>
          <pc:docMk/>
          <pc:sldMk cId="1671373347" sldId="355"/>
        </pc:sldMkLst>
        <pc:spChg chg="mod">
          <ac:chgData name="Zonghua Gu" userId="9a7e1853e1951ef5" providerId="LiveId" clId="{CF1FAA12-072C-4ED5-BA76-0FFFAEFDB88A}" dt="2025-09-17T19:03:26.411" v="613" actId="1076"/>
          <ac:spMkLst>
            <pc:docMk/>
            <pc:sldMk cId="1671373347" sldId="355"/>
            <ac:spMk id="7" creationId="{F164103F-5493-6E75-917E-11F5943403D8}"/>
          </ac:spMkLst>
        </pc:spChg>
        <pc:graphicFrameChg chg="mod modGraphic">
          <ac:chgData name="Zonghua Gu" userId="9a7e1853e1951ef5" providerId="LiveId" clId="{CF1FAA12-072C-4ED5-BA76-0FFFAEFDB88A}" dt="2025-09-17T19:04:24.517" v="623" actId="20577"/>
          <ac:graphicFrameMkLst>
            <pc:docMk/>
            <pc:sldMk cId="1671373347" sldId="355"/>
            <ac:graphicFrameMk id="5" creationId="{C7914D5B-2CC7-293C-9379-3C41827285D1}"/>
          </ac:graphicFrameMkLst>
        </pc:graphicFrameChg>
      </pc:sldChg>
      <pc:sldChg chg="modSp new mod">
        <pc:chgData name="Zonghua Gu" userId="9a7e1853e1951ef5" providerId="LiveId" clId="{CF1FAA12-072C-4ED5-BA76-0FFFAEFDB88A}" dt="2025-09-18T01:40:01.505" v="1228" actId="14"/>
        <pc:sldMkLst>
          <pc:docMk/>
          <pc:sldMk cId="3734883149" sldId="356"/>
        </pc:sldMkLst>
        <pc:spChg chg="mod">
          <ac:chgData name="Zonghua Gu" userId="9a7e1853e1951ef5" providerId="LiveId" clId="{CF1FAA12-072C-4ED5-BA76-0FFFAEFDB88A}" dt="2025-09-17T23:42:19.122" v="1214" actId="20577"/>
          <ac:spMkLst>
            <pc:docMk/>
            <pc:sldMk cId="3734883149" sldId="356"/>
            <ac:spMk id="2" creationId="{4C5CF13F-8F1C-88BB-7D61-05FA4732318F}"/>
          </ac:spMkLst>
        </pc:spChg>
        <pc:spChg chg="mod">
          <ac:chgData name="Zonghua Gu" userId="9a7e1853e1951ef5" providerId="LiveId" clId="{CF1FAA12-072C-4ED5-BA76-0FFFAEFDB88A}" dt="2025-09-18T01:40:01.505" v="1228" actId="14"/>
          <ac:spMkLst>
            <pc:docMk/>
            <pc:sldMk cId="3734883149" sldId="356"/>
            <ac:spMk id="4" creationId="{F996B580-1B0A-CCAB-E1E7-1A9AFA0301A1}"/>
          </ac:spMkLst>
        </pc:spChg>
      </pc:sldChg>
      <pc:sldChg chg="new del">
        <pc:chgData name="Zonghua Gu" userId="9a7e1853e1951ef5" providerId="LiveId" clId="{CF1FAA12-072C-4ED5-BA76-0FFFAEFDB88A}" dt="2025-09-23T18:30:10.783" v="1231" actId="47"/>
        <pc:sldMkLst>
          <pc:docMk/>
          <pc:sldMk cId="1795096670" sldId="357"/>
        </pc:sldMkLst>
      </pc:sldChg>
      <pc:sldChg chg="modSp new mod">
        <pc:chgData name="Zonghua Gu" userId="9a7e1853e1951ef5" providerId="LiveId" clId="{CF1FAA12-072C-4ED5-BA76-0FFFAEFDB88A}" dt="2025-09-24T23:45:48.463" v="2165" actId="27636"/>
        <pc:sldMkLst>
          <pc:docMk/>
          <pc:sldMk cId="4245009867" sldId="357"/>
        </pc:sldMkLst>
        <pc:spChg chg="mod">
          <ac:chgData name="Zonghua Gu" userId="9a7e1853e1951ef5" providerId="LiveId" clId="{CF1FAA12-072C-4ED5-BA76-0FFFAEFDB88A}" dt="2025-09-24T23:17:23.785" v="1569" actId="20577"/>
          <ac:spMkLst>
            <pc:docMk/>
            <pc:sldMk cId="4245009867" sldId="357"/>
            <ac:spMk id="2" creationId="{61FEB266-2500-E048-2146-236F3D176B69}"/>
          </ac:spMkLst>
        </pc:spChg>
        <pc:spChg chg="mod">
          <ac:chgData name="Zonghua Gu" userId="9a7e1853e1951ef5" providerId="LiveId" clId="{CF1FAA12-072C-4ED5-BA76-0FFFAEFDB88A}" dt="2025-09-24T23:45:48.463" v="2165" actId="27636"/>
          <ac:spMkLst>
            <pc:docMk/>
            <pc:sldMk cId="4245009867" sldId="357"/>
            <ac:spMk id="4" creationId="{5422A2C6-7F24-FA4F-9F2C-00B81D4ABBD8}"/>
          </ac:spMkLst>
        </pc:spChg>
      </pc:sldChg>
      <pc:sldChg chg="modSp add del mod">
        <pc:chgData name="Zonghua Gu" userId="9a7e1853e1951ef5" providerId="LiveId" clId="{CF1FAA12-072C-4ED5-BA76-0FFFAEFDB88A}" dt="2025-09-23T18:50:15.034" v="1442" actId="2696"/>
        <pc:sldMkLst>
          <pc:docMk/>
          <pc:sldMk cId="2834520986" sldId="377"/>
        </pc:sldMkLst>
      </pc:sldChg>
      <pc:sldChg chg="addSp delSp modSp add del mod">
        <pc:chgData name="Zonghua Gu" userId="9a7e1853e1951ef5" providerId="LiveId" clId="{CF1FAA12-072C-4ED5-BA76-0FFFAEFDB88A}" dt="2025-09-23T18:50:15.034" v="1442" actId="2696"/>
        <pc:sldMkLst>
          <pc:docMk/>
          <pc:sldMk cId="3787471858" sldId="378"/>
        </pc:sldMkLst>
      </pc:sldChg>
      <pc:sldChg chg="addSp modSp add modNotesTx">
        <pc:chgData name="Zonghua Gu" userId="9a7e1853e1951ef5" providerId="LiveId" clId="{CF1FAA12-072C-4ED5-BA76-0FFFAEFDB88A}" dt="2025-09-24T23:52:52.846" v="2166" actId="20577"/>
        <pc:sldMkLst>
          <pc:docMk/>
          <pc:sldMk cId="2452138352" sldId="381"/>
        </pc:sldMkLst>
        <pc:spChg chg="add mod">
          <ac:chgData name="Zonghua Gu" userId="9a7e1853e1951ef5" providerId="LiveId" clId="{CF1FAA12-072C-4ED5-BA76-0FFFAEFDB88A}" dt="2025-09-24T23:34:38.891" v="1850"/>
          <ac:spMkLst>
            <pc:docMk/>
            <pc:sldMk cId="2452138352" sldId="381"/>
            <ac:spMk id="5" creationId="{785D1948-1665-EC1C-519D-DEF2FD52EF22}"/>
          </ac:spMkLst>
        </pc:spChg>
      </pc:sldChg>
      <pc:sldChg chg="addSp delSp modSp add mod">
        <pc:chgData name="Zonghua Gu" userId="9a7e1853e1951ef5" providerId="LiveId" clId="{CF1FAA12-072C-4ED5-BA76-0FFFAEFDB88A}" dt="2025-09-24T23:34:41.092" v="1851"/>
        <pc:sldMkLst>
          <pc:docMk/>
          <pc:sldMk cId="1202265337" sldId="553"/>
        </pc:sldMkLst>
        <pc:spChg chg="add mod">
          <ac:chgData name="Zonghua Gu" userId="9a7e1853e1951ef5" providerId="LiveId" clId="{CF1FAA12-072C-4ED5-BA76-0FFFAEFDB88A}" dt="2025-09-24T23:34:41.092" v="1851"/>
          <ac:spMkLst>
            <pc:docMk/>
            <pc:sldMk cId="1202265337" sldId="553"/>
            <ac:spMk id="3" creationId="{4DF73044-40F3-F2D2-4520-3537F47168BE}"/>
          </ac:spMkLst>
        </pc:spChg>
        <pc:spChg chg="mod">
          <ac:chgData name="Zonghua Gu" userId="9a7e1853e1951ef5" providerId="LiveId" clId="{CF1FAA12-072C-4ED5-BA76-0FFFAEFDB88A}" dt="2025-09-24T23:34:20.113" v="1848" actId="108"/>
          <ac:spMkLst>
            <pc:docMk/>
            <pc:sldMk cId="1202265337" sldId="553"/>
            <ac:spMk id="38914" creationId="{00000000-0000-0000-0000-000000000000}"/>
          </ac:spMkLst>
        </pc:spChg>
      </pc:sldChg>
      <pc:sldChg chg="addSp modSp new mod">
        <pc:chgData name="Zonghua Gu" userId="9a7e1853e1951ef5" providerId="LiveId" clId="{CF1FAA12-072C-4ED5-BA76-0FFFAEFDB88A}" dt="2025-09-26T21:50:51.666" v="2617" actId="20577"/>
        <pc:sldMkLst>
          <pc:docMk/>
          <pc:sldMk cId="2974562210" sldId="554"/>
        </pc:sldMkLst>
        <pc:spChg chg="mod">
          <ac:chgData name="Zonghua Gu" userId="9a7e1853e1951ef5" providerId="LiveId" clId="{CF1FAA12-072C-4ED5-BA76-0FFFAEFDB88A}" dt="2025-09-26T21:50:51.666" v="2617" actId="20577"/>
          <ac:spMkLst>
            <pc:docMk/>
            <pc:sldMk cId="2974562210" sldId="554"/>
            <ac:spMk id="2" creationId="{EA2B27C1-1F30-01B4-EDA5-AA372A7564E3}"/>
          </ac:spMkLst>
        </pc:spChg>
        <pc:spChg chg="mod">
          <ac:chgData name="Zonghua Gu" userId="9a7e1853e1951ef5" providerId="LiveId" clId="{CF1FAA12-072C-4ED5-BA76-0FFFAEFDB88A}" dt="2025-09-26T21:37:47.497" v="2425" actId="15"/>
          <ac:spMkLst>
            <pc:docMk/>
            <pc:sldMk cId="2974562210" sldId="554"/>
            <ac:spMk id="4" creationId="{0994813A-6090-94C3-BB20-0506E22F6AC2}"/>
          </ac:spMkLst>
        </pc:spChg>
        <pc:spChg chg="add mod">
          <ac:chgData name="Zonghua Gu" userId="9a7e1853e1951ef5" providerId="LiveId" clId="{CF1FAA12-072C-4ED5-BA76-0FFFAEFDB88A}" dt="2025-09-26T21:38:00.419" v="2429" actId="1076"/>
          <ac:spMkLst>
            <pc:docMk/>
            <pc:sldMk cId="2974562210" sldId="554"/>
            <ac:spMk id="5" creationId="{35FA7799-1206-B233-B834-C4D6CB77EC59}"/>
          </ac:spMkLst>
        </pc:spChg>
        <pc:spChg chg="add mod">
          <ac:chgData name="Zonghua Gu" userId="9a7e1853e1951ef5" providerId="LiveId" clId="{CF1FAA12-072C-4ED5-BA76-0FFFAEFDB88A}" dt="2025-09-26T21:38:22.841" v="2431" actId="27636"/>
          <ac:spMkLst>
            <pc:docMk/>
            <pc:sldMk cId="2974562210" sldId="554"/>
            <ac:spMk id="6" creationId="{E5FFFCF9-37E2-4F46-BF73-3BA72A325AB2}"/>
          </ac:spMkLst>
        </pc:spChg>
      </pc:sldChg>
      <pc:sldChg chg="delSp modSp add del mod">
        <pc:chgData name="Zonghua Gu" userId="9a7e1853e1951ef5" providerId="LiveId" clId="{CF1FAA12-072C-4ED5-BA76-0FFFAEFDB88A}" dt="2025-09-26T22:01:09.619" v="2676" actId="47"/>
        <pc:sldMkLst>
          <pc:docMk/>
          <pc:sldMk cId="3710236611" sldId="555"/>
        </pc:sldMkLst>
      </pc:sldChg>
      <pc:sldChg chg="addSp delSp modSp add mod modAnim">
        <pc:chgData name="Zonghua Gu" userId="9a7e1853e1951ef5" providerId="LiveId" clId="{CF1FAA12-072C-4ED5-BA76-0FFFAEFDB88A}" dt="2025-09-28T22:17:21.871" v="3406"/>
        <pc:sldMkLst>
          <pc:docMk/>
          <pc:sldMk cId="3754840163" sldId="555"/>
        </pc:sldMkLst>
        <pc:spChg chg="mod">
          <ac:chgData name="Zonghua Gu" userId="9a7e1853e1951ef5" providerId="LiveId" clId="{CF1FAA12-072C-4ED5-BA76-0FFFAEFDB88A}" dt="2025-09-28T18:30:32.275" v="2800" actId="20577"/>
          <ac:spMkLst>
            <pc:docMk/>
            <pc:sldMk cId="3754840163" sldId="555"/>
            <ac:spMk id="7" creationId="{4C1592DD-F03B-6E7A-3471-FB08A36F2965}"/>
          </ac:spMkLst>
        </pc:spChg>
        <pc:spChg chg="del">
          <ac:chgData name="Zonghua Gu" userId="9a7e1853e1951ef5" providerId="LiveId" clId="{CF1FAA12-072C-4ED5-BA76-0FFFAEFDB88A}" dt="2025-09-28T18:26:16.844" v="2789" actId="478"/>
          <ac:spMkLst>
            <pc:docMk/>
            <pc:sldMk cId="3754840163" sldId="555"/>
            <ac:spMk id="8" creationId="{04D470FD-BBCC-6F66-FE16-13C7AB4DB28D}"/>
          </ac:spMkLst>
        </pc:spChg>
        <pc:spChg chg="mod">
          <ac:chgData name="Zonghua Gu" userId="9a7e1853e1951ef5" providerId="LiveId" clId="{CF1FAA12-072C-4ED5-BA76-0FFFAEFDB88A}" dt="2025-09-28T18:25:12.745" v="2781"/>
          <ac:spMkLst>
            <pc:docMk/>
            <pc:sldMk cId="3754840163" sldId="555"/>
            <ac:spMk id="9" creationId="{A03229C5-4093-D4A1-3845-BC38F36FF253}"/>
          </ac:spMkLst>
        </pc:spChg>
        <pc:spChg chg="del">
          <ac:chgData name="Zonghua Gu" userId="9a7e1853e1951ef5" providerId="LiveId" clId="{CF1FAA12-072C-4ED5-BA76-0FFFAEFDB88A}" dt="2025-09-28T18:26:16.844" v="2789" actId="478"/>
          <ac:spMkLst>
            <pc:docMk/>
            <pc:sldMk cId="3754840163" sldId="555"/>
            <ac:spMk id="10" creationId="{FB0E4E7B-7D6C-8BD8-CC6E-4E8CA7C50BE3}"/>
          </ac:spMkLst>
        </pc:spChg>
        <pc:graphicFrameChg chg="add mod modGraphic">
          <ac:chgData name="Zonghua Gu" userId="9a7e1853e1951ef5" providerId="LiveId" clId="{CF1FAA12-072C-4ED5-BA76-0FFFAEFDB88A}" dt="2025-09-28T22:15:19.568" v="3394" actId="1076"/>
          <ac:graphicFrameMkLst>
            <pc:docMk/>
            <pc:sldMk cId="3754840163" sldId="555"/>
            <ac:graphicFrameMk id="4" creationId="{65448C97-B3F4-3495-8E46-D23B540F2A4B}"/>
          </ac:graphicFrameMkLst>
        </pc:graphicFrameChg>
        <pc:picChg chg="del">
          <ac:chgData name="Zonghua Gu" userId="9a7e1853e1951ef5" providerId="LiveId" clId="{CF1FAA12-072C-4ED5-BA76-0FFFAEFDB88A}" dt="2025-09-28T22:12:48.734" v="3372" actId="478"/>
          <ac:picMkLst>
            <pc:docMk/>
            <pc:sldMk cId="3754840163" sldId="555"/>
            <ac:picMk id="6145" creationId="{B94E0B5E-37A6-524A-D038-76C8EB9A5A93}"/>
          </ac:picMkLst>
        </pc:picChg>
      </pc:sldChg>
      <pc:sldChg chg="modSp new del mod">
        <pc:chgData name="Zonghua Gu" userId="9a7e1853e1951ef5" providerId="LiveId" clId="{CF1FAA12-072C-4ED5-BA76-0FFFAEFDB88A}" dt="2025-09-26T21:50:44.350" v="2616" actId="47"/>
        <pc:sldMkLst>
          <pc:docMk/>
          <pc:sldMk cId="4232171471" sldId="555"/>
        </pc:sldMkLst>
      </pc:sldChg>
      <pc:sldChg chg="addSp delSp modSp add mod modAnim">
        <pc:chgData name="Zonghua Gu" userId="9a7e1853e1951ef5" providerId="LiveId" clId="{CF1FAA12-072C-4ED5-BA76-0FFFAEFDB88A}" dt="2025-09-28T22:17:05.110" v="3405"/>
        <pc:sldMkLst>
          <pc:docMk/>
          <pc:sldMk cId="2168830255" sldId="556"/>
        </pc:sldMkLst>
        <pc:spChg chg="mod">
          <ac:chgData name="Zonghua Gu" userId="9a7e1853e1951ef5" providerId="LiveId" clId="{CF1FAA12-072C-4ED5-BA76-0FFFAEFDB88A}" dt="2025-09-28T18:31:18.402" v="2809" actId="20577"/>
          <ac:spMkLst>
            <pc:docMk/>
            <pc:sldMk cId="2168830255" sldId="556"/>
            <ac:spMk id="7" creationId="{EC1EA560-6C16-220F-A31C-F3027A7E493C}"/>
          </ac:spMkLst>
        </pc:spChg>
        <pc:spChg chg="mod">
          <ac:chgData name="Zonghua Gu" userId="9a7e1853e1951ef5" providerId="LiveId" clId="{CF1FAA12-072C-4ED5-BA76-0FFFAEFDB88A}" dt="2025-09-28T18:31:03.538" v="2804" actId="20577"/>
          <ac:spMkLst>
            <pc:docMk/>
            <pc:sldMk cId="2168830255" sldId="556"/>
            <ac:spMk id="9" creationId="{915EAF87-721D-2D80-E09F-B26BA59F955F}"/>
          </ac:spMkLst>
        </pc:spChg>
        <pc:graphicFrameChg chg="add del mod modGraphic">
          <ac:chgData name="Zonghua Gu" userId="9a7e1853e1951ef5" providerId="LiveId" clId="{CF1FAA12-072C-4ED5-BA76-0FFFAEFDB88A}" dt="2025-09-28T22:17:04.818" v="3404" actId="478"/>
          <ac:graphicFrameMkLst>
            <pc:docMk/>
            <pc:sldMk cId="2168830255" sldId="556"/>
            <ac:graphicFrameMk id="4" creationId="{8D710BCD-F8B6-C6F6-4ED5-EBD07193F868}"/>
          </ac:graphicFrameMkLst>
        </pc:graphicFrameChg>
        <pc:graphicFrameChg chg="add mod">
          <ac:chgData name="Zonghua Gu" userId="9a7e1853e1951ef5" providerId="LiveId" clId="{CF1FAA12-072C-4ED5-BA76-0FFFAEFDB88A}" dt="2025-09-28T22:17:05.110" v="3405"/>
          <ac:graphicFrameMkLst>
            <pc:docMk/>
            <pc:sldMk cId="2168830255" sldId="556"/>
            <ac:graphicFrameMk id="6" creationId="{5D964848-CBE2-1E6F-3041-9EF39AC0F02B}"/>
          </ac:graphicFrameMkLst>
        </pc:graphicFrameChg>
        <pc:picChg chg="del">
          <ac:chgData name="Zonghua Gu" userId="9a7e1853e1951ef5" providerId="LiveId" clId="{CF1FAA12-072C-4ED5-BA76-0FFFAEFDB88A}" dt="2025-09-28T22:14:31.113" v="3393" actId="478"/>
          <ac:picMkLst>
            <pc:docMk/>
            <pc:sldMk cId="2168830255" sldId="556"/>
            <ac:picMk id="6145" creationId="{792B58E7-CE5F-B387-AE6B-8F3A9018C753}"/>
          </ac:picMkLst>
        </pc:picChg>
      </pc:sldChg>
      <pc:sldChg chg="addSp delSp modSp add mod modAnim">
        <pc:chgData name="Zonghua Gu" userId="9a7e1853e1951ef5" providerId="LiveId" clId="{CF1FAA12-072C-4ED5-BA76-0FFFAEFDB88A}" dt="2025-09-28T22:13:11.036" v="3374"/>
        <pc:sldMkLst>
          <pc:docMk/>
          <pc:sldMk cId="2498011978" sldId="557"/>
        </pc:sldMkLst>
        <pc:spChg chg="mod">
          <ac:chgData name="Zonghua Gu" userId="9a7e1853e1951ef5" providerId="LiveId" clId="{CF1FAA12-072C-4ED5-BA76-0FFFAEFDB88A}" dt="2025-09-28T19:19:49.546" v="3371" actId="20577"/>
          <ac:spMkLst>
            <pc:docMk/>
            <pc:sldMk cId="2498011978" sldId="557"/>
            <ac:spMk id="7" creationId="{A464CC59-3D0C-A490-2CDE-EC4627D26E12}"/>
          </ac:spMkLst>
        </pc:spChg>
        <pc:spChg chg="mod">
          <ac:chgData name="Zonghua Gu" userId="9a7e1853e1951ef5" providerId="LiveId" clId="{CF1FAA12-072C-4ED5-BA76-0FFFAEFDB88A}" dt="2025-09-28T18:48:50.962" v="2921" actId="20577"/>
          <ac:spMkLst>
            <pc:docMk/>
            <pc:sldMk cId="2498011978" sldId="557"/>
            <ac:spMk id="9" creationId="{938C6334-8AF3-C245-A043-490C963D00DE}"/>
          </ac:spMkLst>
        </pc:spChg>
        <pc:graphicFrameChg chg="add mod modGraphic">
          <ac:chgData name="Zonghua Gu" userId="9a7e1853e1951ef5" providerId="LiveId" clId="{CF1FAA12-072C-4ED5-BA76-0FFFAEFDB88A}" dt="2025-09-28T18:46:43.014" v="2859" actId="20577"/>
          <ac:graphicFrameMkLst>
            <pc:docMk/>
            <pc:sldMk cId="2498011978" sldId="557"/>
            <ac:graphicFrameMk id="4" creationId="{54904106-3185-EC5F-ABA9-B210A8CE4425}"/>
          </ac:graphicFrameMkLst>
        </pc:graphicFrameChg>
        <pc:picChg chg="del">
          <ac:chgData name="Zonghua Gu" userId="9a7e1853e1951ef5" providerId="LiveId" clId="{CF1FAA12-072C-4ED5-BA76-0FFFAEFDB88A}" dt="2025-09-28T18:46:30.076" v="2855" actId="478"/>
          <ac:picMkLst>
            <pc:docMk/>
            <pc:sldMk cId="2498011978" sldId="557"/>
            <ac:picMk id="6145" creationId="{28DF452F-2C72-25FF-CAB0-E87ABB52523C}"/>
          </ac:picMkLst>
        </pc:picChg>
      </pc:sldChg>
      <pc:sldChg chg="modSp new mod">
        <pc:chgData name="Zonghua Gu" userId="9a7e1853e1951ef5" providerId="LiveId" clId="{CF1FAA12-072C-4ED5-BA76-0FFFAEFDB88A}" dt="2025-09-28T19:18:11.079" v="3322" actId="20577"/>
        <pc:sldMkLst>
          <pc:docMk/>
          <pc:sldMk cId="620600135" sldId="558"/>
        </pc:sldMkLst>
        <pc:spChg chg="mod">
          <ac:chgData name="Zonghua Gu" userId="9a7e1853e1951ef5" providerId="LiveId" clId="{CF1FAA12-072C-4ED5-BA76-0FFFAEFDB88A}" dt="2025-09-28T18:50:21.313" v="3053" actId="20577"/>
          <ac:spMkLst>
            <pc:docMk/>
            <pc:sldMk cId="620600135" sldId="558"/>
            <ac:spMk id="2" creationId="{EC8579D6-6AC1-DF34-E2A7-F71F04510B18}"/>
          </ac:spMkLst>
        </pc:spChg>
        <pc:spChg chg="mod">
          <ac:chgData name="Zonghua Gu" userId="9a7e1853e1951ef5" providerId="LiveId" clId="{CF1FAA12-072C-4ED5-BA76-0FFFAEFDB88A}" dt="2025-09-28T19:18:11.079" v="3322" actId="20577"/>
          <ac:spMkLst>
            <pc:docMk/>
            <pc:sldMk cId="620600135" sldId="558"/>
            <ac:spMk id="4" creationId="{4DA6FD01-9EBA-97EE-ECB7-E1CEB7C5AA2D}"/>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0.55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1.33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2AEAFE1F-9E52-45C8-9793-E819F0044A1C}" type="datetimeFigureOut">
              <a:rPr lang="en-US" smtClean="0"/>
              <a:pPr/>
              <a:t>9/28/2025</a:t>
            </a:fld>
            <a:endParaRPr lang="en-US"/>
          </a:p>
        </p:txBody>
      </p:sp>
      <p:sp>
        <p:nvSpPr>
          <p:cNvPr id="4" name="Slide Image Placeholder 3"/>
          <p:cNvSpPr>
            <a:spLocks noGrp="1" noRot="1" noChangeAspect="1"/>
          </p:cNvSpPr>
          <p:nvPr>
            <p:ph type="sldImg" idx="2"/>
          </p:nvPr>
        </p:nvSpPr>
        <p:spPr>
          <a:xfrm>
            <a:off x="1166813" y="692150"/>
            <a:ext cx="4616450"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2D71AD5F-E36F-46B9-A99B-7B025244359D}" type="slidenum">
              <a:rPr lang="en-US" smtClean="0"/>
              <a:pPr/>
              <a:t>‹#›</a:t>
            </a:fld>
            <a:endParaRPr lang="en-US"/>
          </a:p>
        </p:txBody>
      </p:sp>
    </p:spTree>
    <p:extLst>
      <p:ext uri="{BB962C8B-B14F-4D97-AF65-F5344CB8AC3E}">
        <p14:creationId xmlns:p14="http://schemas.microsoft.com/office/powerpoint/2010/main" val="201961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heyrick.eu/assembler/psr.html" TargetMode="External"/><Relationship Id="rId3" Type="http://schemas.openxmlformats.org/officeDocument/2006/relationships/hyperlink" Target="https://www.sciencedirect.com/topics/computer-science/current-program-status-register" TargetMode="External"/><Relationship Id="rId7" Type="http://schemas.openxmlformats.org/officeDocument/2006/relationships/hyperlink" Target="https://goiabada.github.io/docs/sections/arm-cpu/flags.html" TargetMode="External"/><Relationship Id="rId12" Type="http://schemas.openxmlformats.org/officeDocument/2006/relationships/hyperlink" Target="https://ece.eng.wayne.edu/~smahmud/ECECourses/ECE5620/Manuals/ARM_InstructionSet.pdf" TargetMode="External"/><Relationship Id="rId2" Type="http://schemas.openxmlformats.org/officeDocument/2006/relationships/slide" Target="../slides/slide19.xml"/><Relationship Id="rId1" Type="http://schemas.openxmlformats.org/officeDocument/2006/relationships/notesMaster" Target="../notesMasters/notesMaster1.xml"/><Relationship Id="rId6" Type="http://schemas.openxmlformats.org/officeDocument/2006/relationships/hyperlink" Target="https://developer.arm.com/documentation/ddi0406/b/System-Level-Architecture/The-System-Level-Programmers--Model/ARM-processor-modes-and-core-registers/Program-Status-Registers--PSRs-" TargetMode="External"/><Relationship Id="rId11" Type="http://schemas.openxmlformats.org/officeDocument/2006/relationships/hyperlink" Target="https://azeria-labs.com/arm-conditional-execution-and-branching-part-6/" TargetMode="External"/><Relationship Id="rId5" Type="http://schemas.openxmlformats.org/officeDocument/2006/relationships/hyperlink" Target="https://arm-software.github.io/CMSIS_5/Core_A/html/group__CMSIS__CPSR.html" TargetMode="External"/><Relationship Id="rId10" Type="http://schemas.openxmlformats.org/officeDocument/2006/relationships/hyperlink" Target="https://www.youtube.com/watch?v=28MMaELXRZ0" TargetMode="External"/><Relationship Id="rId4" Type="http://schemas.openxmlformats.org/officeDocument/2006/relationships/hyperlink" Target="https://community.arm.com/arm-community-blogs/b/architectures-and-processors-blog/posts/condition-codes-1-condition-flags-and-codes" TargetMode="External"/><Relationship Id="rId9" Type="http://schemas.openxmlformats.org/officeDocument/2006/relationships/hyperlink" Target="https://users.ece.utexas.edu/~valvano/EE345M/Arm_EE382N_4.pdf" TargetMode="Externa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heyrick.eu/assembler/psr.html" TargetMode="External"/><Relationship Id="rId3" Type="http://schemas.openxmlformats.org/officeDocument/2006/relationships/hyperlink" Target="https://www.sciencedirect.com/topics/computer-science/current-program-status-register" TargetMode="External"/><Relationship Id="rId7" Type="http://schemas.openxmlformats.org/officeDocument/2006/relationships/hyperlink" Target="https://goiabada.github.io/docs/sections/arm-cpu/flags.html" TargetMode="External"/><Relationship Id="rId12" Type="http://schemas.openxmlformats.org/officeDocument/2006/relationships/hyperlink" Target="https://ece.eng.wayne.edu/~smahmud/ECECourses/ECE5620/Manuals/ARM_InstructionSet.pdf"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developer.arm.com/documentation/ddi0406/b/System-Level-Architecture/The-System-Level-Programmers--Model/ARM-processor-modes-and-core-registers/Program-Status-Registers--PSRs-" TargetMode="External"/><Relationship Id="rId11" Type="http://schemas.openxmlformats.org/officeDocument/2006/relationships/hyperlink" Target="https://azeria-labs.com/arm-conditional-execution-and-branching-part-6/" TargetMode="External"/><Relationship Id="rId5" Type="http://schemas.openxmlformats.org/officeDocument/2006/relationships/hyperlink" Target="https://arm-software.github.io/CMSIS_5/Core_A/html/group__CMSIS__CPSR.html" TargetMode="External"/><Relationship Id="rId10" Type="http://schemas.openxmlformats.org/officeDocument/2006/relationships/hyperlink" Target="https://www.youtube.com/watch?v=28MMaELXRZ0" TargetMode="External"/><Relationship Id="rId4" Type="http://schemas.openxmlformats.org/officeDocument/2006/relationships/hyperlink" Target="https://community.arm.com/arm-community-blogs/b/architectures-and-processors-blog/posts/condition-codes-1-condition-flags-and-codes" TargetMode="External"/><Relationship Id="rId9" Type="http://schemas.openxmlformats.org/officeDocument/2006/relationships/hyperlink" Target="https://users.ece.utexas.edu/~valvano/EE345M/Arm_EE382N_4.pdf" TargetMode="Externa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azeria-labs.com/arm-conditional-execution-and-branching-part-6/" TargetMode="External"/><Relationship Id="rId3" Type="http://schemas.openxmlformats.org/officeDocument/2006/relationships/hyperlink" Target="https://community.arm.com/arm-community-blogs/b/architectures-and-processors-blog/posts/condition-codes-1-condition-flags-and-codes" TargetMode="External"/><Relationship Id="rId7" Type="http://schemas.openxmlformats.org/officeDocument/2006/relationships/hyperlink" Target="https://armasm.com/docs/branches-and-conditionals/conditionals/" TargetMode="External"/><Relationship Id="rId12" Type="http://schemas.openxmlformats.org/officeDocument/2006/relationships/hyperlink" Target="https://www.cs.princeton.edu/courses/archive/spr19/cos217/lectures/14_Assembly2.pdf"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www.csie.ntu.edu.tw/~cyy/courses/assembly/12fall/lectures/handouts/lec09_ARMisa.pdf" TargetMode="External"/><Relationship Id="rId11" Type="http://schemas.openxmlformats.org/officeDocument/2006/relationships/hyperlink" Target="https://www.dmulholl.com/notes/arm-condition-flags.html" TargetMode="External"/><Relationship Id="rId5" Type="http://schemas.openxmlformats.org/officeDocument/2006/relationships/hyperlink" Target="https://developer.arm.com/documentation/den0042/latest/Unified-Assembly-Language-Instructions/Instruction-set-basics/Conditional-execution" TargetMode="External"/><Relationship Id="rId10" Type="http://schemas.openxmlformats.org/officeDocument/2006/relationships/hyperlink" Target="https://stackoverflow.com/questions/45898438/understanding-cmp-instruction" TargetMode="External"/><Relationship Id="rId4" Type="http://schemas.openxmlformats.org/officeDocument/2006/relationships/hyperlink" Target="https://www.eng.auburn.edu/~nelson/courses/elec2220/slides/ARM%20prog%20model%205%20flowcontrol.pdf" TargetMode="External"/><Relationship Id="rId9" Type="http://schemas.openxmlformats.org/officeDocument/2006/relationships/hyperlink" Target="https://ppl-ai-file-upload.s3.amazonaws.com/web/direct-files/attachments/images/92151853/b510844e-5870-455a-95b1-295f00e5f0e6/image.jpg?AWSAccessKeyId=ASIA2F3EMEYEZ2SIECMP&amp;Signature=o6xlK7h8cbRJdcd1sOO8qTLYptQ%3D&amp;x-amz-security-token=IQoJb3JpZ2luX2VjEDMaCXVzLWVhc3QtMSJHMEUCIAUXBCCVRCs5WcDDZG86JMfMIIX1CPn4xuBrgTMCkWmIAiEA3ZoWrSD9v5qV2YQfaCj8J7dubreoXUJ1iLB%2FNzc8TeAq%2BgQIrP%2F%2F%2F%2F%2F%2F%2F%2F%2F%2FARABGgw2OTk3NTMzMDk3MDUiDK29IBJPfnt%2FHqfTRirOBOTWQ%2FopIptKRvezzfLQtzZocgQxr%2FU0C6Ev75otOOoDF7mChUJk7gJgJNy1FHRI5vfUzOthPQMKVeP0TfLbrAInHf2agUA8K%2B2PTps0kxg1tO0Mg9OcPUFQZ7luV%2FDWrnXR0sSQnSRgrOsvXNxaYF5plANJ4rtT1NhoQzjBoPmpLDyf2ulC3FZBzpt8u5HstRfm8E23%2BaSmlyYZJ39g3b8Vy%2ByKGfUf%2BqYgWAK%2Famqm9cugjHfbfVisOmhurVy3pd5QiTyIHriDiGe9o4VXeQUjsS4ZjJlmrFATYOXfxK04xz%2BaFpqCbIQxRtPnBOkmMDTANJfeAdvsM96XTOJFIaLQahScx8HoiiUHzIq7H4nTjwBi45BkYwxtDh6ytiXp3cMvX2KaWj5H%2BK0%2FuPX30vyO3RHfBLHZbDl5Z8KYHzDgE0Jc9XYpA90RI5yKnY6kfWmY7MI2A7AaMTpodo%2F%2BBjgaKSziMLrpGEb9H%2FUNnhQodR8PvWtY57zhnwOt1cJiT0i92UewHJJOLRH9mUjY%2FO0rk07g5rB%2BdfWVUvieWW7Vmon9yDxgvGGOUu4da1eOQalap8sWpyoe9qpEF9AUwlhc79v1h3D1Ji4V41mRqjSbP1er92blZ8m5gGnM3uiGu2g9uD7yR1XMiNU5BV%2Bg2W%2Ft9IKU0bwgjGDzDA4DIHaKoDaoHsMZIh%2B%2BD1AYIHuYjzDuVbHbo1XioSP541dgfDgt1hTsrLmBYRjnQfXXGQy%2F97eS9FQPSRsjHw2%2F468FmVoVKdWhdYz%2F9x%2FcyMs9MICIrMYGOpoBSpPwC5%2Fk%2FZbTmfpm34dzo8KIIxAD1dPPSvB%2FMRzg146icCW%2B1wSyhA%2Fans8Yo5PCj%2BkssNzcNsN5B1opYn4oiYL5pLCQwU%2B66pbLpfdNcDy4xIFlPNG0vZ8DNyzMLGldnaUeWZctmLSBbt3%2Fwd65E2fqdWpKjrAWO5bLnwXX8NWaqLh67LwlOytGABPlmsyhWQEj99HTmDOrNQ%3D%3D&amp;Expires=1758137046"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en.wikipedia.org/wiki/Arithmetic"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t>Note: RSB = Reverse </a:t>
            </a:r>
            <a:r>
              <a:rPr lang="en-US" sz="1200" i="1" dirty="0" err="1"/>
              <a:t>SuBtract</a:t>
            </a:r>
            <a:endParaRPr lang="en-US" sz="1200" i="1"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8</a:t>
            </a:fld>
            <a:endParaRPr lang="en-US"/>
          </a:p>
        </p:txBody>
      </p:sp>
    </p:spTree>
    <p:extLst>
      <p:ext uri="{BB962C8B-B14F-4D97-AF65-F5344CB8AC3E}">
        <p14:creationId xmlns:p14="http://schemas.microsoft.com/office/powerpoint/2010/main" val="1534375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000" dirty="0"/>
                  <a:t>It </a:t>
                </a:r>
                <a:r>
                  <a:rPr lang="en-US" dirty="0"/>
                  <a:t>computes logical operation </a:t>
                </a:r>
                <a14:m>
                  <m:oMath xmlns:m="http://schemas.openxmlformats.org/officeDocument/2006/math">
                    <m:r>
                      <a:rPr lang="en-US" i="1">
                        <a:latin typeface="Cambria Math" panose="02040503050406030204" pitchFamily="18" charset="0"/>
                      </a:rPr>
                      <m:t>𝑅𝑑</m:t>
                    </m:r>
                    <m:r>
                      <a:rPr lang="en-US">
                        <a:latin typeface="Cambria Math" panose="02040503050406030204" pitchFamily="18" charset="0"/>
                      </a:rPr>
                      <m:t>⊕</m:t>
                    </m:r>
                    <m:r>
                      <a:rPr lang="en-US" i="1">
                        <a:latin typeface="Cambria Math" panose="02040503050406030204" pitchFamily="18" charset="0"/>
                      </a:rPr>
                      <m:t>𝑂𝑝</m:t>
                    </m:r>
                  </m:oMath>
                </a14:m>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14:m>
                  <m:oMath xmlns:m="http://schemas.openxmlformats.org/officeDocument/2006/math">
                    <m:r>
                      <a:rPr lang="en-US" sz="1200" i="1">
                        <a:latin typeface="Cambria Math" panose="02040503050406030204" pitchFamily="18" charset="0"/>
                      </a:rPr>
                      <m:t>𝑅𝑛</m:t>
                    </m:r>
                    <m:r>
                      <m:rPr>
                        <m:nor/>
                      </m:rPr>
                      <a:rPr lang="en-US" sz="1200" b="0" i="0" smtClean="0">
                        <a:latin typeface="Cambria Math" panose="02040503050406030204" pitchFamily="18" charset="0"/>
                      </a:rPr>
                      <m:t> </m:t>
                    </m:r>
                    <m:r>
                      <m:rPr>
                        <m:nor/>
                      </m:rPr>
                      <a:rPr lang="en-US"/>
                      <m:t>∧</m:t>
                    </m:r>
                    <m:r>
                      <m:rPr>
                        <m:nor/>
                      </m:rPr>
                      <a:rPr lang="en-US" b="0" i="0" smtClean="0"/>
                      <m:t> </m:t>
                    </m:r>
                    <m:r>
                      <a:rPr lang="en-US" sz="1200" i="1">
                        <a:latin typeface="Cambria Math" panose="02040503050406030204" pitchFamily="18" charset="0"/>
                      </a:rPr>
                      <m:t>𝑂𝑝𝑒𝑟𝑎𝑛𝑑</m:t>
                    </m:r>
                    <m:r>
                      <a:rPr lang="en-US" sz="1200" i="1">
                        <a:latin typeface="Cambria Math" panose="02040503050406030204" pitchFamily="18" charset="0"/>
                      </a:rPr>
                      <m:t>2</m:t>
                    </m:r>
                  </m:oMath>
                </a14:m>
                <a:r>
                  <a:rPr lang="en-US" sz="1200" dirty="0"/>
                  <a:t> is 0x0, then Rn and Operand2 are equal, Z is set to 1; otherwise Z is cleared.</a:t>
                </a:r>
                <a:endParaRPr lang="en-US" sz="1050" dirty="0"/>
              </a:p>
              <a:p>
                <a:endParaRPr lang="en-US" dirty="0"/>
              </a:p>
            </p:txBody>
          </p:sp>
        </mc:Choice>
        <mc:Fallback xmlns="">
          <p:sp>
            <p:nvSpPr>
              <p:cNvPr id="3" name="Notes Placeholder 2"/>
              <p:cNvSpPr>
                <a:spLocks noGrp="1"/>
              </p:cNvSpPr>
              <p:nvPr>
                <p:ph type="body" idx="1"/>
              </p:nvPr>
            </p:nvSpPr>
            <p:spPr/>
            <p:txBody>
              <a:bodyPr/>
              <a:lstStyle/>
              <a:p>
                <a:r>
                  <a:rPr lang="en-US" sz="1000" dirty="0"/>
                  <a:t>It </a:t>
                </a:r>
                <a:r>
                  <a:rPr lang="en-US" dirty="0"/>
                  <a:t>computes logical operation </a:t>
                </a:r>
                <a:r>
                  <a:rPr lang="en-US" i="0">
                    <a:latin typeface="Cambria Math" panose="02040503050406030204" pitchFamily="18" charset="0"/>
                  </a:rPr>
                  <a:t>𝑅𝑑⊕𝑂𝑝</a:t>
                </a:r>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r>
                  <a:rPr lang="en-US" sz="1200" i="0">
                    <a:latin typeface="Cambria Math" panose="02040503050406030204" pitchFamily="18" charset="0"/>
                  </a:rPr>
                  <a:t>𝑅𝑛</a:t>
                </a:r>
                <a:r>
                  <a:rPr lang="en-US" sz="1200" b="0" i="0">
                    <a:latin typeface="Cambria Math" panose="02040503050406030204" pitchFamily="18" charset="0"/>
                  </a:rPr>
                  <a:t>" </a:t>
                </a:r>
                <a:r>
                  <a:rPr lang="en-US" i="0">
                    <a:latin typeface="Cambria Math" panose="02040503050406030204" pitchFamily="18" charset="0"/>
                  </a:rPr>
                  <a:t>∧</a:t>
                </a:r>
                <a:r>
                  <a:rPr lang="en-US" b="0" i="0">
                    <a:latin typeface="Cambria Math" panose="02040503050406030204" pitchFamily="18" charset="0"/>
                  </a:rPr>
                  <a:t> </a:t>
                </a:r>
                <a:r>
                  <a:rPr lang="en-US" sz="1200" b="0" i="0">
                    <a:latin typeface="Cambria Math" panose="02040503050406030204" pitchFamily="18" charset="0"/>
                  </a:rPr>
                  <a:t>" </a:t>
                </a:r>
                <a:r>
                  <a:rPr lang="en-US" sz="1200" i="0">
                    <a:latin typeface="Cambria Math" panose="02040503050406030204" pitchFamily="18" charset="0"/>
                  </a:rPr>
                  <a:t>𝑂𝑝𝑒𝑟𝑎𝑛𝑑2</a:t>
                </a:r>
                <a:r>
                  <a:rPr lang="en-US" sz="1200" dirty="0"/>
                  <a:t> is 0x0, then Rn and Operand2 are equal, Z is set to 1; otherwise Z is cleared.</a:t>
                </a:r>
                <a:endParaRPr lang="en-US" sz="1050" dirty="0"/>
              </a:p>
              <a:p>
                <a:endParaRPr lang="en-US" dirty="0"/>
              </a:p>
            </p:txBody>
          </p:sp>
        </mc:Fallback>
      </mc:AlternateContent>
      <p:sp>
        <p:nvSpPr>
          <p:cNvPr id="4" name="Slide Number Placeholder 3"/>
          <p:cNvSpPr>
            <a:spLocks noGrp="1"/>
          </p:cNvSpPr>
          <p:nvPr>
            <p:ph type="sldNum" sz="quarter" idx="5"/>
          </p:nvPr>
        </p:nvSpPr>
        <p:spPr/>
        <p:txBody>
          <a:bodyPr/>
          <a:lstStyle/>
          <a:p>
            <a:fld id="{2D71AD5F-E36F-46B9-A99B-7B025244359D}" type="slidenum">
              <a:rPr lang="en-US" smtClean="0"/>
              <a:pPr/>
              <a:t>9</a:t>
            </a:fld>
            <a:endParaRPr lang="en-US"/>
          </a:p>
        </p:txBody>
      </p:sp>
    </p:spTree>
    <p:extLst>
      <p:ext uri="{BB962C8B-B14F-4D97-AF65-F5344CB8AC3E}">
        <p14:creationId xmlns:p14="http://schemas.microsoft.com/office/powerpoint/2010/main" val="3202191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https://eclecticlight.co/2021/06/23/code-in-arm-assembly-controlling-flow/</a:t>
            </a:r>
          </a:p>
          <a:p>
            <a:r>
              <a:rPr lang="en-US" sz="1200" b="0" i="0" kern="1200" dirty="0">
                <a:solidFill>
                  <a:schemeClr val="tx1"/>
                </a:solidFill>
                <a:effectLst/>
                <a:latin typeface="+mn-lt"/>
                <a:ea typeface="+mn-ea"/>
                <a:cs typeface="+mn-cs"/>
              </a:rPr>
              <a:t>N (Negative): Copies the most significant bit of the last result; 1 means the result’s sign bit is 1, which for two’s‑complement indicates a negative value in signed interpretation.</a:t>
            </a:r>
          </a:p>
          <a:p>
            <a:r>
              <a:rPr lang="en-US" sz="1200" b="0" i="0" kern="1200" dirty="0">
                <a:solidFill>
                  <a:schemeClr val="tx1"/>
                </a:solidFill>
                <a:effectLst/>
                <a:latin typeface="+mn-lt"/>
                <a:ea typeface="+mn-ea"/>
                <a:cs typeface="+mn-cs"/>
              </a:rPr>
              <a:t>Z (Zero): 1 if the result was exactly zero; otherwise 0.</a:t>
            </a:r>
          </a:p>
          <a:p>
            <a:r>
              <a:rPr lang="en-US" sz="1200" b="0" i="0" kern="1200" dirty="0">
                <a:solidFill>
                  <a:schemeClr val="tx1"/>
                </a:solidFill>
                <a:effectLst/>
                <a:latin typeface="+mn-lt"/>
                <a:ea typeface="+mn-ea"/>
                <a:cs typeface="+mn-cs"/>
              </a:rPr>
              <a:t>C (Carry): For addition, 1 means an unsigned carry out; for subtraction (a − b or CMP), 1 means “no borrow,” and 0 means a borrow occurred. For shifts/rotates, it holds the last bit shifted out.</a:t>
            </a:r>
          </a:p>
          <a:p>
            <a:r>
              <a:rPr lang="en-US" sz="1200" b="0" i="0" kern="1200" dirty="0">
                <a:solidFill>
                  <a:schemeClr val="tx1"/>
                </a:solidFill>
                <a:effectLst/>
                <a:latin typeface="+mn-lt"/>
                <a:ea typeface="+mn-ea"/>
                <a:cs typeface="+mn-cs"/>
              </a:rPr>
              <a:t>V (</a:t>
            </a:r>
            <a:r>
              <a:rPr lang="en-US" sz="1200" b="0" i="0" kern="1200" dirty="0" err="1">
                <a:solidFill>
                  <a:schemeClr val="tx1"/>
                </a:solidFill>
                <a:effectLst/>
                <a:latin typeface="+mn-lt"/>
                <a:ea typeface="+mn-ea"/>
                <a:cs typeface="+mn-cs"/>
              </a:rPr>
              <a:t>oVerflow</a:t>
            </a:r>
            <a:r>
              <a:rPr lang="en-US" sz="1200" b="0" i="0" kern="1200" dirty="0">
                <a:solidFill>
                  <a:schemeClr val="tx1"/>
                </a:solidFill>
                <a:effectLst/>
                <a:latin typeface="+mn-lt"/>
                <a:ea typeface="+mn-ea"/>
                <a:cs typeface="+mn-cs"/>
              </a:rPr>
              <a:t>): 1 when signed overflow occurred, i.e., the true signed result didn’t fit in the destination width (e.g., positive + positive → negative, or negative + negative → positive in 32‑bit two’s‑complement).</a:t>
            </a:r>
          </a:p>
          <a:p>
            <a:r>
              <a:rPr lang="en-US" sz="1200" b="0" i="0" kern="1200" dirty="0">
                <a:solidFill>
                  <a:schemeClr val="tx1"/>
                </a:solidFill>
                <a:effectLst/>
                <a:latin typeface="+mn-lt"/>
                <a:ea typeface="+mn-ea"/>
                <a:cs typeface="+mn-cs"/>
              </a:rPr>
              <a:t>Why C=1 and Z=0 corresponds to “unsigned higher” (HI):</a:t>
            </a:r>
          </a:p>
          <a:p>
            <a:r>
              <a:rPr lang="en-US" sz="1200" b="0" i="0" kern="1200" dirty="0">
                <a:solidFill>
                  <a:schemeClr val="tx1"/>
                </a:solidFill>
                <a:effectLst/>
                <a:latin typeface="+mn-lt"/>
                <a:ea typeface="+mn-ea"/>
                <a:cs typeface="+mn-cs"/>
              </a:rPr>
              <a:t>After a CMP a, b (which computes a − b for flags), C=1 means the subtraction needed no borrow, so a ≥ b in unsigned arithmetic; Z=0 rules out equality, leaving a &gt; b. That composite condition is named HI.</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13</a:t>
            </a:fld>
            <a:endParaRPr lang="en-US"/>
          </a:p>
        </p:txBody>
      </p:sp>
    </p:spTree>
    <p:extLst>
      <p:ext uri="{BB962C8B-B14F-4D97-AF65-F5344CB8AC3E}">
        <p14:creationId xmlns:p14="http://schemas.microsoft.com/office/powerpoint/2010/main" val="1076646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ln/>
        </p:spPr>
      </p:sp>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p:spTree>
    <p:extLst>
      <p:ext uri="{BB962C8B-B14F-4D97-AF65-F5344CB8AC3E}">
        <p14:creationId xmlns:p14="http://schemas.microsoft.com/office/powerpoint/2010/main" val="3160037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1279525" y="863600"/>
            <a:ext cx="4403725" cy="3303588"/>
          </a:xfrm>
          <a:ln/>
        </p:spPr>
      </p:sp>
    </p:spTree>
    <p:extLst>
      <p:ext uri="{BB962C8B-B14F-4D97-AF65-F5344CB8AC3E}">
        <p14:creationId xmlns:p14="http://schemas.microsoft.com/office/powerpoint/2010/main" val="542877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alone is unreliable when overflow occurs, so ARM uses N and V together:</a:t>
            </a:r>
          </a:p>
          <a:p>
            <a:pPr lvl="1"/>
            <a:endParaRPr lang="en-US" dirty="0"/>
          </a:p>
          <a:p>
            <a:r>
              <a:rPr lang="en-US" dirty="0"/>
              <a:t>Why this works: for signed a − b, overflow flips the apparent sign; comparing N to V “</a:t>
            </a:r>
            <a:r>
              <a:rPr lang="en-US" dirty="0" err="1"/>
              <a:t>unflips</a:t>
            </a:r>
            <a:r>
              <a:rPr lang="en-US" dirty="0"/>
              <a:t>” it. Equality is still just Z=1 because zero is unambiguous.</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16</a:t>
            </a:fld>
            <a:endParaRPr lang="en-US"/>
          </a:p>
        </p:txBody>
      </p:sp>
    </p:spTree>
    <p:extLst>
      <p:ext uri="{BB962C8B-B14F-4D97-AF65-F5344CB8AC3E}">
        <p14:creationId xmlns:p14="http://schemas.microsoft.com/office/powerpoint/2010/main" val="546083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CPSR (Current Program Status Register) of ARM processors, the N and V flags are status flags used to reflect the result of operations:</a:t>
            </a:r>
          </a:p>
          <a:p>
            <a:r>
              <a:rPr lang="en-US" b="1" dirty="0"/>
              <a:t>N flag (Negative flag):</a:t>
            </a:r>
            <a:br>
              <a:rPr lang="en-US" dirty="0"/>
            </a:br>
            <a:r>
              <a:rPr lang="en-US" dirty="0"/>
              <a:t>This flag is set to 1 if the result of an operation is negative when interpreted as a signed number. In practice, it is set to the most significant bit (bit 31) of the result. If this bit is 1, the number is negative in two's complement representation. Otherwise, it is 0.</a:t>
            </a:r>
            <a:r>
              <a:rPr lang="en-US" dirty="0">
                <a:hlinkClick r:id="rId3"/>
              </a:rPr>
              <a:t>sciencedirect+1</a:t>
            </a:r>
            <a:r>
              <a:rPr lang="en-US" dirty="0"/>
              <a:t>youtube</a:t>
            </a:r>
          </a:p>
          <a:p>
            <a:r>
              <a:rPr lang="en-US" b="1" dirty="0"/>
              <a:t>V flag (Overflow flag):</a:t>
            </a:r>
            <a:br>
              <a:rPr lang="en-US" dirty="0"/>
            </a:br>
            <a:r>
              <a:rPr lang="en-US" dirty="0"/>
              <a:t>This flag is set to 1 if a signed overflow has occurred in the operation—meaning the signed result does not fit in the number of bits allowed. For example, adding two large positive signed integers that produce a negative result sets V. Likewise, subtracting a large negative from a large positive can also set V. It indicates that the sign bit has been corrupted due to overflow. If no overflow occurs, V is cleared to 0.</a:t>
            </a:r>
            <a:r>
              <a:rPr lang="en-US" dirty="0">
                <a:hlinkClick r:id="rId4"/>
              </a:rPr>
              <a:t>arm</a:t>
            </a:r>
            <a:r>
              <a:rPr lang="en-US" dirty="0"/>
              <a:t>youtube</a:t>
            </a:r>
          </a:p>
          <a:p>
            <a:r>
              <a:rPr lang="en-US" dirty="0"/>
              <a:t>Together, N and V help the processor and programmers detect and handle signed arithmetic conditions like overflow and sign changes, which are critical for signed condition codes and branching decisions.</a:t>
            </a:r>
          </a:p>
          <a:p>
            <a:r>
              <a:rPr lang="en-US" dirty="0">
                <a:hlinkClick r:id="rId5"/>
              </a:rPr>
              <a:t>https://arm-software.github.io/CMSIS_5/Core_A/html/group__CMSIS__CPSR.html</a:t>
            </a:r>
            <a:endParaRPr lang="en-US" dirty="0"/>
          </a:p>
          <a:p>
            <a:r>
              <a:rPr lang="en-US" dirty="0">
                <a:hlinkClick r:id="rId3"/>
              </a:rPr>
              <a:t>https://www.sciencedirect.com/topics/computer-science/current-program-status-register</a:t>
            </a:r>
            <a:endParaRPr lang="en-US" dirty="0"/>
          </a:p>
          <a:p>
            <a:r>
              <a:rPr lang="en-US" dirty="0">
                <a:hlinkClick r:id="rId6"/>
              </a:rPr>
              <a:t>https://developer.arm.com/documentation/ddi0406/b/System-Level-Architecture/The-System-Level-Programmers--Model/ARM-processor-modes-and-core-registers/Program-Status-Registers--PSRs-</a:t>
            </a:r>
            <a:endParaRPr lang="en-US" dirty="0"/>
          </a:p>
          <a:p>
            <a:r>
              <a:rPr lang="en-US" dirty="0">
                <a:hlinkClick r:id="rId4"/>
              </a:rPr>
              <a:t>https://community.arm.com/arm-community-blogs/b/architectures-and-processors-blog/posts/condition-codes-1-condition-flags-and-codes</a:t>
            </a:r>
            <a:endParaRPr lang="en-US" dirty="0"/>
          </a:p>
          <a:p>
            <a:r>
              <a:rPr lang="en-US" dirty="0">
                <a:hlinkClick r:id="rId7"/>
              </a:rPr>
              <a:t>https://goiabada.github.io/docs/sections/arm-cpu/flags.html</a:t>
            </a:r>
            <a:endParaRPr lang="en-US" dirty="0"/>
          </a:p>
          <a:p>
            <a:r>
              <a:rPr lang="en-US" dirty="0">
                <a:hlinkClick r:id="rId8"/>
              </a:rPr>
              <a:t>https://heyrick.eu/assembler/psr.html</a:t>
            </a:r>
            <a:endParaRPr lang="en-US" dirty="0"/>
          </a:p>
          <a:p>
            <a:r>
              <a:rPr lang="en-US" dirty="0">
                <a:hlinkClick r:id="rId9"/>
              </a:rPr>
              <a:t>https://users.ece.utexas.edu/~valvano/EE345M/Arm_EE382N_4.pdf</a:t>
            </a:r>
            <a:endParaRPr lang="en-US" dirty="0"/>
          </a:p>
          <a:p>
            <a:r>
              <a:rPr lang="en-US" dirty="0">
                <a:hlinkClick r:id="rId10"/>
              </a:rPr>
              <a:t>https://www.youtube.com/watch?v=28MMaELXRZ0</a:t>
            </a:r>
            <a:endParaRPr lang="en-US" dirty="0"/>
          </a:p>
          <a:p>
            <a:r>
              <a:rPr lang="en-US" dirty="0">
                <a:hlinkClick r:id="rId11"/>
              </a:rPr>
              <a:t>https://azeria-labs.com/arm-conditional-execution-and-branching-part-6/</a:t>
            </a:r>
            <a:endParaRPr lang="en-US" dirty="0"/>
          </a:p>
          <a:p>
            <a:r>
              <a:rPr lang="en-US" dirty="0">
                <a:hlinkClick r:id="rId12"/>
              </a:rPr>
              <a:t>https://ece.eng.wayne.edu/~smahmud/ECECourses/ECE5620/Manuals/ARM_InstructionSet.pdf</a:t>
            </a:r>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19</a:t>
            </a:fld>
            <a:endParaRPr lang="en-US"/>
          </a:p>
        </p:txBody>
      </p:sp>
    </p:spTree>
    <p:extLst>
      <p:ext uri="{BB962C8B-B14F-4D97-AF65-F5344CB8AC3E}">
        <p14:creationId xmlns:p14="http://schemas.microsoft.com/office/powerpoint/2010/main" val="27969648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2FA59-11A5-244C-D733-140E7C950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D06E9-2B83-0692-3BBB-EC9E9303B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40EBF-8B82-4DE4-C9B7-6661BDB47D45}"/>
              </a:ext>
            </a:extLst>
          </p:cNvPr>
          <p:cNvSpPr>
            <a:spLocks noGrp="1"/>
          </p:cNvSpPr>
          <p:nvPr>
            <p:ph type="body" idx="1"/>
          </p:nvPr>
        </p:nvSpPr>
        <p:spPr/>
        <p:txBody>
          <a:bodyPr/>
          <a:lstStyle/>
          <a:p>
            <a:r>
              <a:rPr lang="en-US" dirty="0"/>
              <a:t>In the CPSR (Current Program Status Register) of ARM processors, the N and V flags are status flags used to reflect the result of operations:</a:t>
            </a:r>
          </a:p>
          <a:p>
            <a:r>
              <a:rPr lang="en-US" b="1" dirty="0"/>
              <a:t>N flag (Negative flag):</a:t>
            </a:r>
            <a:br>
              <a:rPr lang="en-US" dirty="0"/>
            </a:br>
            <a:r>
              <a:rPr lang="en-US" dirty="0"/>
              <a:t>This flag is set to 1 if the result of an operation is negative when interpreted as a signed number. In practice, it is set to the most significant bit (bit 31) of the result. If this bit is 1, the number is negative in two's complement representation. Otherwise, it is 0.</a:t>
            </a:r>
            <a:r>
              <a:rPr lang="en-US" dirty="0">
                <a:hlinkClick r:id="rId3"/>
              </a:rPr>
              <a:t>sciencedirect+1</a:t>
            </a:r>
            <a:r>
              <a:rPr lang="en-US" dirty="0"/>
              <a:t>youtube</a:t>
            </a:r>
          </a:p>
          <a:p>
            <a:r>
              <a:rPr lang="en-US" b="1" dirty="0"/>
              <a:t>V flag (Overflow flag):</a:t>
            </a:r>
            <a:br>
              <a:rPr lang="en-US" dirty="0"/>
            </a:br>
            <a:r>
              <a:rPr lang="en-US" dirty="0"/>
              <a:t>This flag is set to 1 if a signed overflow has occurred in the operation—meaning the signed result does not fit in the number of bits allowed. For example, adding two large positive signed integers that produce a negative result sets V. Likewise, subtracting a large negative from a large positive can also set V. It indicates that the sign bit has been corrupted due to overflow. If no overflow occurs, V is cleared to 0.</a:t>
            </a:r>
            <a:r>
              <a:rPr lang="en-US" dirty="0">
                <a:hlinkClick r:id="rId4"/>
              </a:rPr>
              <a:t>arm</a:t>
            </a:r>
            <a:r>
              <a:rPr lang="en-US" dirty="0"/>
              <a:t>youtube</a:t>
            </a:r>
          </a:p>
          <a:p>
            <a:r>
              <a:rPr lang="en-US" dirty="0"/>
              <a:t>Together, N and V help the processor and programmers detect and handle signed arithmetic conditions like overflow and sign changes, which are critical for signed condition codes and branching decisions.</a:t>
            </a:r>
          </a:p>
          <a:p>
            <a:r>
              <a:rPr lang="en-US" dirty="0">
                <a:hlinkClick r:id="rId5"/>
              </a:rPr>
              <a:t>https://arm-software.github.io/CMSIS_5/Core_A/html/group__CMSIS__CPSR.html</a:t>
            </a:r>
            <a:endParaRPr lang="en-US" dirty="0"/>
          </a:p>
          <a:p>
            <a:r>
              <a:rPr lang="en-US" dirty="0">
                <a:hlinkClick r:id="rId3"/>
              </a:rPr>
              <a:t>https://www.sciencedirect.com/topics/computer-science/current-program-status-register</a:t>
            </a:r>
            <a:endParaRPr lang="en-US" dirty="0"/>
          </a:p>
          <a:p>
            <a:r>
              <a:rPr lang="en-US" dirty="0">
                <a:hlinkClick r:id="rId6"/>
              </a:rPr>
              <a:t>https://developer.arm.com/documentation/ddi0406/b/System-Level-Architecture/The-System-Level-Programmers--Model/ARM-processor-modes-and-core-registers/Program-Status-Registers--PSRs-</a:t>
            </a:r>
            <a:endParaRPr lang="en-US" dirty="0"/>
          </a:p>
          <a:p>
            <a:r>
              <a:rPr lang="en-US" dirty="0">
                <a:hlinkClick r:id="rId4"/>
              </a:rPr>
              <a:t>https://community.arm.com/arm-community-blogs/b/architectures-and-processors-blog/posts/condition-codes-1-condition-flags-and-codes</a:t>
            </a:r>
            <a:endParaRPr lang="en-US" dirty="0"/>
          </a:p>
          <a:p>
            <a:r>
              <a:rPr lang="en-US" dirty="0">
                <a:hlinkClick r:id="rId7"/>
              </a:rPr>
              <a:t>https://goiabada.github.io/docs/sections/arm-cpu/flags.html</a:t>
            </a:r>
            <a:endParaRPr lang="en-US" dirty="0"/>
          </a:p>
          <a:p>
            <a:r>
              <a:rPr lang="en-US" dirty="0">
                <a:hlinkClick r:id="rId8"/>
              </a:rPr>
              <a:t>https://heyrick.eu/assembler/psr.html</a:t>
            </a:r>
            <a:endParaRPr lang="en-US" dirty="0"/>
          </a:p>
          <a:p>
            <a:r>
              <a:rPr lang="en-US" dirty="0">
                <a:hlinkClick r:id="rId9"/>
              </a:rPr>
              <a:t>https://users.ece.utexas.edu/~valvano/EE345M/Arm_EE382N_4.pdf</a:t>
            </a:r>
            <a:endParaRPr lang="en-US" dirty="0"/>
          </a:p>
          <a:p>
            <a:r>
              <a:rPr lang="en-US" dirty="0">
                <a:hlinkClick r:id="rId10"/>
              </a:rPr>
              <a:t>https://www.youtube.com/watch?v=28MMaELXRZ0</a:t>
            </a:r>
            <a:endParaRPr lang="en-US" dirty="0"/>
          </a:p>
          <a:p>
            <a:r>
              <a:rPr lang="en-US" dirty="0">
                <a:hlinkClick r:id="rId11"/>
              </a:rPr>
              <a:t>https://azeria-labs.com/arm-conditional-execution-and-branching-part-6/</a:t>
            </a:r>
            <a:endParaRPr lang="en-US" dirty="0"/>
          </a:p>
          <a:p>
            <a:r>
              <a:rPr lang="en-US" dirty="0">
                <a:hlinkClick r:id="rId12"/>
              </a:rPr>
              <a:t>https://ece.eng.wayne.edu/~smahmud/ECECourses/ECE5620/Manuals/ARM_InstructionSet.pdf</a:t>
            </a:r>
            <a:endParaRPr lang="en-US" dirty="0"/>
          </a:p>
          <a:p>
            <a:endParaRPr lang="en-US" dirty="0"/>
          </a:p>
        </p:txBody>
      </p:sp>
      <p:sp>
        <p:nvSpPr>
          <p:cNvPr id="4" name="Slide Number Placeholder 3">
            <a:extLst>
              <a:ext uri="{FF2B5EF4-FFF2-40B4-BE49-F238E27FC236}">
                <a16:creationId xmlns:a16="http://schemas.microsoft.com/office/drawing/2014/main" id="{DC012530-C6C2-F43E-572A-B12A65EEFE8F}"/>
              </a:ext>
            </a:extLst>
          </p:cNvPr>
          <p:cNvSpPr>
            <a:spLocks noGrp="1"/>
          </p:cNvSpPr>
          <p:nvPr>
            <p:ph type="sldNum" sz="quarter" idx="5"/>
          </p:nvPr>
        </p:nvSpPr>
        <p:spPr/>
        <p:txBody>
          <a:bodyPr/>
          <a:lstStyle/>
          <a:p>
            <a:fld id="{2D71AD5F-E36F-46B9-A99B-7B025244359D}" type="slidenum">
              <a:rPr lang="en-US" smtClean="0"/>
              <a:pPr/>
              <a:t>20</a:t>
            </a:fld>
            <a:endParaRPr lang="en-US"/>
          </a:p>
        </p:txBody>
      </p:sp>
    </p:spTree>
    <p:extLst>
      <p:ext uri="{BB962C8B-B14F-4D97-AF65-F5344CB8AC3E}">
        <p14:creationId xmlns:p14="http://schemas.microsoft.com/office/powerpoint/2010/main" val="109803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Yes—MOV can be used instead of MOVS here, because CMP sets the flags needed for BLE/BLS, and the preceding MOV/MOVS that load r6 and r5 do not need to affect APSR for the compare-and-branch to work.</a:t>
            </a:r>
            <a:r>
              <a:rPr lang="en-US" dirty="0">
                <a:hlinkClick r:id="rId3"/>
              </a:rPr>
              <a:t>arm+1</a:t>
            </a:r>
            <a:endParaRPr lang="en-US" dirty="0"/>
          </a:p>
          <a:p>
            <a:r>
              <a:rPr lang="en-US" dirty="0"/>
              <a:t>Specifically, CMP updates N, Z, C, V based on r5 − r6, and BLE/BLS test those flags; therefore, whether the earlier loads used MOV or MOVS is irrelevant to the branch decision as long as CMP immediately precedes it.</a:t>
            </a:r>
            <a:r>
              <a:rPr lang="en-US" dirty="0">
                <a:hlinkClick r:id="rId4"/>
              </a:rPr>
              <a:t>eng.auburn+1</a:t>
            </a:r>
            <a:endParaRPr lang="en-US" dirty="0"/>
          </a:p>
          <a:p>
            <a:r>
              <a:rPr lang="en-US" dirty="0"/>
              <a:t>Use MOVS only if the move itself must set flags for a following conditional, which is not the case in the shown pattern where flags come solely from CMP.</a:t>
            </a:r>
            <a:r>
              <a:rPr lang="en-US" dirty="0">
                <a:hlinkClick r:id="rId5"/>
              </a:rPr>
              <a:t>developer.arm+1</a:t>
            </a:r>
            <a:endParaRPr lang="en-US" dirty="0"/>
          </a:p>
          <a:p>
            <a:r>
              <a:rPr lang="en-US" dirty="0"/>
              <a:t>Summary for the snippet:</a:t>
            </a:r>
          </a:p>
          <a:p>
            <a:r>
              <a:rPr lang="en-US" dirty="0"/>
              <a:t>Replace “MOVS r6, #0xFFFFFFFF” with “MOV r6, #0xFFFFFFFF” safely.</a:t>
            </a:r>
            <a:r>
              <a:rPr lang="en-US" dirty="0">
                <a:hlinkClick r:id="rId6"/>
              </a:rPr>
              <a:t>csie.ntu+1</a:t>
            </a:r>
            <a:endParaRPr lang="en-US" dirty="0"/>
          </a:p>
          <a:p>
            <a:r>
              <a:rPr lang="en-US" dirty="0"/>
              <a:t>Replace “MOVS r5, #0x00000001” with “MOV r5, #0x00000001” safely.</a:t>
            </a:r>
            <a:r>
              <a:rPr lang="en-US" dirty="0">
                <a:hlinkClick r:id="rId5"/>
              </a:rPr>
              <a:t>developer.arm+1</a:t>
            </a:r>
            <a:endParaRPr lang="en-US" dirty="0"/>
          </a:p>
          <a:p>
            <a:r>
              <a:rPr lang="en-US" dirty="0"/>
              <a:t>Keep “CMP r5, r6” then “BLE/BLS …”, because CMP is the instruction that defines flags for signed BLE or unsigned BLS.</a:t>
            </a:r>
            <a:r>
              <a:rPr lang="en-US" dirty="0">
                <a:hlinkClick r:id="rId7"/>
              </a:rPr>
              <a:t>armasm+1</a:t>
            </a:r>
            <a:endParaRPr lang="en-US" dirty="0"/>
          </a:p>
          <a:p>
            <a:r>
              <a:rPr lang="en-US" dirty="0">
                <a:hlinkClick r:id="rId3"/>
              </a:rPr>
              <a:t>https://community.arm.com/arm-community-blogs/b/architectures-and-processors-blog/posts/condition-codes-1-condition-flags-and-codes</a:t>
            </a:r>
            <a:endParaRPr lang="en-US" dirty="0"/>
          </a:p>
          <a:p>
            <a:r>
              <a:rPr lang="en-US" dirty="0">
                <a:hlinkClick r:id="rId7"/>
              </a:rPr>
              <a:t>https://armasm.com/docs/branches-and-conditionals/conditionals/</a:t>
            </a:r>
            <a:endParaRPr lang="en-US" dirty="0"/>
          </a:p>
          <a:p>
            <a:r>
              <a:rPr lang="en-US" dirty="0">
                <a:hlinkClick r:id="rId4"/>
              </a:rPr>
              <a:t>https://www.eng.auburn.edu/~nelson/courses/elec2220/slides/ARM%20prog%20model%205%20flowcontrol.pdf</a:t>
            </a:r>
            <a:endParaRPr lang="en-US" dirty="0"/>
          </a:p>
          <a:p>
            <a:r>
              <a:rPr lang="en-US" dirty="0">
                <a:hlinkClick r:id="rId5"/>
              </a:rPr>
              <a:t>https://developer.arm.com/documentation/den0042/latest/Unified-Assembly-Language-Instructions/Instruction-set-basics/Conditional-execution</a:t>
            </a:r>
            <a:endParaRPr lang="en-US" dirty="0"/>
          </a:p>
          <a:p>
            <a:r>
              <a:rPr lang="en-US" dirty="0">
                <a:hlinkClick r:id="rId8"/>
              </a:rPr>
              <a:t>https://azeria-labs.com/arm-conditional-execution-and-branching-part-6/</a:t>
            </a:r>
            <a:endParaRPr lang="en-US" dirty="0"/>
          </a:p>
          <a:p>
            <a:r>
              <a:rPr lang="en-US" dirty="0">
                <a:hlinkClick r:id="rId6"/>
              </a:rPr>
              <a:t>https://www.csie.ntu.edu.tw/~cyy/courses/assembly/12fall/lectures/handouts/lec09_ARMisa.pdf</a:t>
            </a:r>
            <a:endParaRPr lang="en-US" dirty="0"/>
          </a:p>
          <a:p>
            <a:r>
              <a:rPr lang="en-US" dirty="0">
                <a:hlinkClick r:id="rId9"/>
              </a:rPr>
              <a:t>https://ppl-ai-file-upload.s3.amazonaws.com/web/direct-files/attachments/images/92151853/b510844e-5870-455a-95b1-295f00e5f0e6/image.jpg?AWSAccessKeyId=ASIA2F3EMEYEZ2SIECMP&amp;Signature=o6xlK7h8cbRJdcd1sOO8qTLYptQ%3D&amp;x-amz-security-token=IQoJb3JpZ2luX2VjEDMaCXVzLWVhc3QtMSJHMEUCIAUXBCCVRCs5WcDDZG86JMfMIIX1CPn4xuBrgTMCkWmIAiEA3ZoWrSD9v5qV2YQfaCj8J7dubreoXUJ1iLB%2FNzc8TeAq%2BgQIrP%2F%2F%2F%2F%2F%2F%2F%2F%2F%2FARABGgw2OTk3NTMzMDk3MDUiDK29IBJPfnt%2FHqfTRirOBOTWQ%2FopIptKRvezzfLQtzZocgQxr%2FU0C6Ev75otOOoDF7mChUJk7gJgJNy1FHRI5vfUzOthPQMKVeP0TfLbrAInHf2agUA8K%2B2PTps0kxg1tO0Mg9OcPUFQZ7luV%2FDWrnXR0sSQnSRgrOsvXNxaYF5plANJ4rtT1NhoQzjBoPmpLDyf2ulC3FZBzpt8u5HstRfm8E23%2BaSmlyYZJ39g3b8Vy%2ByKGfUf%2BqYgWAK%2Famqm9cugjHfbfVisOmhurVy3pd5QiTyIHriDiGe9o4VXeQUjsS4ZjJlmrFATYOXfxK04xz%2BaFpqCbIQxRtPnBOkmMDTANJfeAdvsM96XTOJFIaLQahScx8HoiiUHzIq7H4nTjwBi45BkYwxtDh6ytiXp3cMvX2KaWj5H%2BK0%2FuPX30vyO3RHfBLHZbDl5Z8KYHzDgE0Jc9XYpA90RI5yKnY6kfWmY7MI2A7AaMTpodo%2F%2BBjgaKSziMLrpGEb9H%2FUNnhQodR8PvWtY57zhnwOt1cJiT0i92UewHJJOLRH9mUjY%2FO0rk07g5rB%2BdfWVUvieWW7Vmon9yDxgvGGOUu4da1eOQalap8sWpyoe9qpEF9AUwlhc79v1h3D1Ji4V41mRqjSbP1er92blZ8m5gGnM3uiGu2g9uD7yR1XMiNU5BV%2Bg2W%2Ft9IKU0bwgjGDzDA4DIHaKoDaoHsMZIh%2B%2BD1AYIHuYjzDuVbHbo1XioSP541dgfDgt1hTsrLmBYRjnQfXXGQy%2F97eS9FQPSRsjHw2%2F468FmVoVKdWhdYz%2F9x%2FcyMs9MICIrMYGOpoBSpPwC5%2Fk%2FZbTmfpm34dzo8KIIxAD1dPPSvB%2FMRzg146icCW%2B1wSyhA%2Fans8Yo5PCj%2BkssNzcNsN5B1opYn4oiYL5pLCQwU%2B66pbLpfdNcDy4xIFlPNG0vZ8DNyzMLGldnaUeWZctmLSBbt3%2Fwd65E2fqdWpKjrAWO5bLnwXX8NWaqLh67LwlOytGABPlmsyhWQEj99HTmDOrNQ%3D%3D&amp;Expires=1758137046</a:t>
            </a:r>
            <a:endParaRPr lang="en-US" dirty="0"/>
          </a:p>
          <a:p>
            <a:r>
              <a:rPr lang="en-US" dirty="0">
                <a:hlinkClick r:id="rId10"/>
              </a:rPr>
              <a:t>https://stackoverflow.com/questions/45898438/understanding-cmp-instruction</a:t>
            </a:r>
            <a:endParaRPr lang="en-US" dirty="0"/>
          </a:p>
          <a:p>
            <a:r>
              <a:rPr lang="en-US" dirty="0">
                <a:hlinkClick r:id="rId11"/>
              </a:rPr>
              <a:t>https://www.dmulholl.com/notes/arm-condition-flags.html</a:t>
            </a:r>
            <a:endParaRPr lang="en-US" dirty="0"/>
          </a:p>
          <a:p>
            <a:r>
              <a:rPr lang="en-US" dirty="0">
                <a:hlinkClick r:id="rId12"/>
              </a:rPr>
              <a:t>https://www.cs.princeton.edu/courses/archive/spr19/cos217/lectures/14_Assembly2.pdf</a:t>
            </a:r>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25</a:t>
            </a:fld>
            <a:endParaRPr lang="en-US"/>
          </a:p>
        </p:txBody>
      </p:sp>
    </p:spTree>
    <p:extLst>
      <p:ext uri="{BB962C8B-B14F-4D97-AF65-F5344CB8AC3E}">
        <p14:creationId xmlns:p14="http://schemas.microsoft.com/office/powerpoint/2010/main" val="1187839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RSBLT r1, r1, #0 is a conditional execution of the RSB (Reverse Subtract) instruction with the condition code LT.</a:t>
            </a:r>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27</a:t>
            </a:fld>
            <a:endParaRPr lang="en-US"/>
          </a:p>
        </p:txBody>
      </p:sp>
    </p:spTree>
    <p:extLst>
      <p:ext uri="{BB962C8B-B14F-4D97-AF65-F5344CB8AC3E}">
        <p14:creationId xmlns:p14="http://schemas.microsoft.com/office/powerpoint/2010/main" val="3756380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latin typeface="Consolas" panose="020B0609020204030204" pitchFamily="49" charset="0"/>
                <a:cs typeface="Consolas" panose="020B0609020204030204" pitchFamily="49" charset="0"/>
              </a:rPr>
              <a:t> 	MOV r0, #0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latin typeface="Consolas" panose="020B0609020204030204" pitchFamily="49" charset="0"/>
                <a:cs typeface="Consolas" panose="020B0609020204030204" pitchFamily="49" charset="0"/>
              </a:rPr>
              <a:t>      	MOV r1, #0  </a:t>
            </a:r>
            <a:r>
              <a:rPr lang="pt-BR" dirty="0">
                <a:solidFill>
                  <a:schemeClr val="bg1">
                    <a:lumMod val="65000"/>
                  </a:schemeClr>
                </a:solidFill>
                <a:latin typeface="Consolas" panose="020B0609020204030204" pitchFamily="49" charset="0"/>
                <a:cs typeface="Consolas" panose="020B0609020204030204" pitchFamily="49" charset="0"/>
              </a:rPr>
              <a:t>; sum</a:t>
            </a:r>
          </a:p>
          <a:p>
            <a:endParaRPr lang="pt-BR" dirty="0">
              <a:latin typeface="Consolas" panose="020B0609020204030204" pitchFamily="49" charset="0"/>
              <a:cs typeface="Consolas" panose="020B0609020204030204" pitchFamily="49" charset="0"/>
            </a:endParaRPr>
          </a:p>
          <a:p>
            <a:r>
              <a:rPr lang="pt-BR" dirty="0">
                <a:solidFill>
                  <a:srgbClr val="FF0000"/>
                </a:solidFill>
                <a:latin typeface="Consolas" panose="020B0609020204030204" pitchFamily="49" charset="0"/>
                <a:cs typeface="Consolas" panose="020B0609020204030204" pitchFamily="49" charset="0"/>
              </a:rPr>
              <a:t>loop</a:t>
            </a:r>
            <a:r>
              <a:rPr lang="pt-BR" dirty="0">
                <a:latin typeface="Consolas" panose="020B0609020204030204" pitchFamily="49" charset="0"/>
                <a:cs typeface="Consolas" panose="020B0609020204030204" pitchFamily="49" charset="0"/>
              </a:rPr>
              <a:t>  	CMP r0, #10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check whether i &lt; 10</a:t>
            </a:r>
          </a:p>
          <a:p>
            <a:r>
              <a:rPr lang="pt-BR" dirty="0">
                <a:solidFill>
                  <a:srgbClr val="FF0000"/>
                </a:solidFill>
                <a:latin typeface="Consolas" panose="020B0609020204030204" pitchFamily="49" charset="0"/>
                <a:cs typeface="Consolas" panose="020B0609020204030204" pitchFamily="49" charset="0"/>
              </a:rPr>
              <a:t>      	BGE endloop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skip if ≥</a:t>
            </a:r>
          </a:p>
          <a:p>
            <a:r>
              <a:rPr lang="pt-BR" dirty="0">
                <a:latin typeface="Consolas" panose="020B0609020204030204" pitchFamily="49" charset="0"/>
                <a:cs typeface="Consolas" panose="020B0609020204030204" pitchFamily="49" charset="0"/>
              </a:rPr>
              <a:t>      	ADD r1, r1, r0  </a:t>
            </a:r>
            <a:r>
              <a:rPr lang="pt-BR" dirty="0">
                <a:solidFill>
                  <a:schemeClr val="bg1">
                    <a:lumMod val="65000"/>
                  </a:schemeClr>
                </a:solidFill>
                <a:latin typeface="Consolas" panose="020B0609020204030204" pitchFamily="49" charset="0"/>
                <a:cs typeface="Consolas" panose="020B0609020204030204" pitchFamily="49" charset="0"/>
              </a:rPr>
              <a:t>; sum += i</a:t>
            </a:r>
          </a:p>
          <a:p>
            <a:r>
              <a:rPr lang="pt-BR" dirty="0">
                <a:latin typeface="Consolas" panose="020B0609020204030204" pitchFamily="49" charset="0"/>
                <a:cs typeface="Consolas" panose="020B0609020204030204" pitchFamily="49" charset="0"/>
              </a:rPr>
              <a:t>      	ADD r0, r0, #1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solidFill>
                  <a:srgbClr val="FF0000"/>
                </a:solidFill>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endloop</a:t>
            </a:r>
            <a:endParaRPr lang="en-US" dirty="0">
              <a:latin typeface="Consolas" panose="020B0609020204030204" pitchFamily="49" charset="0"/>
              <a:cs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30</a:t>
            </a:fld>
            <a:endParaRPr lang="en-US"/>
          </a:p>
        </p:txBody>
      </p:sp>
    </p:spTree>
    <p:extLst>
      <p:ext uri="{BB962C8B-B14F-4D97-AF65-F5344CB8AC3E}">
        <p14:creationId xmlns:p14="http://schemas.microsoft.com/office/powerpoint/2010/main" val="316173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p:spPr>
        <p:txBody>
          <a:bodyPr/>
          <a:lstStyle/>
          <a:p>
            <a:pPr>
              <a:lnSpc>
                <a:spcPct val="90000"/>
              </a:lnSpc>
            </a:pPr>
            <a:r>
              <a:rPr lang="en-US" dirty="0">
                <a:solidFill>
                  <a:srgbClr val="000000"/>
                </a:solidFill>
              </a:rPr>
              <a:t>The Q flag is sticky in that, when set to 1 by an instruction, it remains set until explicitly</a:t>
            </a:r>
            <a:r>
              <a:rPr lang="en-US" baseline="0" dirty="0">
                <a:solidFill>
                  <a:srgbClr val="000000"/>
                </a:solidFill>
              </a:rPr>
              <a:t> </a:t>
            </a:r>
            <a:r>
              <a:rPr lang="en-US" dirty="0">
                <a:solidFill>
                  <a:srgbClr val="000000"/>
                </a:solidFill>
              </a:rPr>
              <a:t>cleared to 0 by an MSR instruction writing to the CPSR. Instructions cannot execute</a:t>
            </a:r>
            <a:r>
              <a:rPr lang="en-US" baseline="0" dirty="0">
                <a:solidFill>
                  <a:srgbClr val="000000"/>
                </a:solidFill>
              </a:rPr>
              <a:t> </a:t>
            </a:r>
            <a:r>
              <a:rPr lang="en-US" dirty="0">
                <a:solidFill>
                  <a:srgbClr val="000000"/>
                </a:solidFill>
              </a:rPr>
              <a:t>conditionally on the status of the Q flag.</a:t>
            </a:r>
          </a:p>
          <a:p>
            <a:pPr>
              <a:lnSpc>
                <a:spcPct val="90000"/>
              </a:lnSpc>
            </a:pPr>
            <a:endParaRPr lang="en-US" dirty="0">
              <a:solidFill>
                <a:srgbClr val="000000"/>
              </a:solidFill>
            </a:endParaRPr>
          </a:p>
          <a:p>
            <a:r>
              <a:rPr lang="en-US" b="1" dirty="0"/>
              <a:t>Saturation arithmetic</a:t>
            </a:r>
            <a:r>
              <a:rPr lang="en-US" dirty="0"/>
              <a:t> is a version of </a:t>
            </a:r>
            <a:r>
              <a:rPr lang="en-US" dirty="0">
                <a:hlinkClick r:id="rId3" tooltip="Arithmetic"/>
              </a:rPr>
              <a:t>arithmetic</a:t>
            </a:r>
            <a:r>
              <a:rPr lang="en-US" dirty="0"/>
              <a:t> in which all operations such as addition and multiplication are limited to a fixed range between a minimum and maximum value. If the result of an operation is greater than the maximum it is set ("clamped") to the maximum, while if it is below the minimum it is clamped to the minimum. The name comes from how the value becomes "saturated" once it reaches the extreme values; further additions to a maximum or subtractions from a minimum will not change the result.</a:t>
            </a:r>
          </a:p>
          <a:p>
            <a:r>
              <a:rPr lang="en-US" dirty="0"/>
              <a:t>For example, if the valid range of values is from -100 to 100, the following operations produce the following values:</a:t>
            </a:r>
          </a:p>
          <a:p>
            <a:r>
              <a:rPr lang="en-US" dirty="0"/>
              <a:t>60 + 43 = 100</a:t>
            </a:r>
          </a:p>
          <a:p>
            <a:r>
              <a:rPr lang="en-US" dirty="0"/>
              <a:t>(60 + 43) − 150 = −50</a:t>
            </a:r>
          </a:p>
          <a:p>
            <a:r>
              <a:rPr lang="en-US" dirty="0"/>
              <a:t>43 − 150 = −100</a:t>
            </a:r>
          </a:p>
          <a:p>
            <a:r>
              <a:rPr lang="en-US" dirty="0"/>
              <a:t>60 + (43 − 150) = −40</a:t>
            </a:r>
          </a:p>
          <a:p>
            <a:r>
              <a:rPr lang="en-US" dirty="0"/>
              <a:t>10 × 11 = 100</a:t>
            </a:r>
          </a:p>
          <a:p>
            <a:r>
              <a:rPr lang="en-US" dirty="0"/>
              <a:t>99 × 99 = 100</a:t>
            </a:r>
          </a:p>
          <a:p>
            <a:r>
              <a:rPr lang="en-US" dirty="0"/>
              <a:t>30 × (5 − 1) = 100</a:t>
            </a:r>
          </a:p>
          <a:p>
            <a:r>
              <a:rPr lang="en-US" dirty="0"/>
              <a:t>30×5 − 30×1 = 70</a:t>
            </a:r>
          </a:p>
          <a:p>
            <a:pPr>
              <a:lnSpc>
                <a:spcPct val="90000"/>
              </a:lnSpc>
            </a:pPr>
            <a:endParaRPr lang="en-US" dirty="0">
              <a:solidFill>
                <a:srgbClr val="000000"/>
              </a:solidFill>
            </a:endParaRPr>
          </a:p>
          <a:p>
            <a:pPr>
              <a:lnSpc>
                <a:spcPct val="90000"/>
              </a:lnSpc>
            </a:pPr>
            <a:endParaRPr lang="en-US" dirty="0">
              <a:solidFill>
                <a:srgbClr val="000000"/>
              </a:solidFill>
            </a:endParaRPr>
          </a:p>
          <a:p>
            <a:pPr>
              <a:lnSpc>
                <a:spcPct val="90000"/>
              </a:lnSpc>
            </a:pPr>
            <a:r>
              <a:rPr lang="en-US" dirty="0">
                <a:solidFill>
                  <a:srgbClr val="000000"/>
                </a:solidFill>
              </a:rPr>
              <a:t>Green </a:t>
            </a:r>
            <a:r>
              <a:rPr lang="en-US" dirty="0" err="1">
                <a:solidFill>
                  <a:srgbClr val="000000"/>
                </a:solidFill>
              </a:rPr>
              <a:t>psr</a:t>
            </a:r>
            <a:r>
              <a:rPr lang="en-US" dirty="0">
                <a:solidFill>
                  <a:srgbClr val="000000"/>
                </a:solidFill>
              </a:rPr>
              <a:t> bits are only in certain versions of the ARM architecture</a:t>
            </a:r>
          </a:p>
          <a:p>
            <a:pPr>
              <a:lnSpc>
                <a:spcPct val="90000"/>
              </a:lnSpc>
            </a:pPr>
            <a:r>
              <a:rPr lang="en-US" dirty="0">
                <a:solidFill>
                  <a:srgbClr val="000000"/>
                </a:solidFill>
              </a:rPr>
              <a:t>ALU status flags (set if "S" bit set, implied in Thumb state).</a:t>
            </a:r>
            <a:endParaRPr lang="en-US" dirty="0"/>
          </a:p>
          <a:p>
            <a:r>
              <a:rPr lang="en-US" dirty="0"/>
              <a:t>Sticky overflow flag (Q flag) is set either when </a:t>
            </a:r>
          </a:p>
          <a:p>
            <a:pPr lvl="1"/>
            <a:r>
              <a:rPr lang="en-US" dirty="0"/>
              <a:t>saturation occurs during QADD, QDADD, QSUB or QDSUB, or </a:t>
            </a:r>
          </a:p>
          <a:p>
            <a:pPr lvl="1"/>
            <a:r>
              <a:rPr lang="en-US" dirty="0"/>
              <a:t>the result of </a:t>
            </a:r>
            <a:r>
              <a:rPr lang="en-US" dirty="0" err="1"/>
              <a:t>SMLAxy</a:t>
            </a:r>
            <a:r>
              <a:rPr lang="en-US" dirty="0"/>
              <a:t> or </a:t>
            </a:r>
            <a:r>
              <a:rPr lang="en-US" dirty="0" err="1"/>
              <a:t>SMLAWx</a:t>
            </a:r>
            <a:r>
              <a:rPr lang="en-US" dirty="0"/>
              <a:t> overflows 32-bits</a:t>
            </a:r>
          </a:p>
          <a:p>
            <a:r>
              <a:rPr lang="en-US" dirty="0"/>
              <a:t>Once flag has been set can not be modified by one of the above instructions and must write to CPSR using MSR instruction to cleared</a:t>
            </a:r>
          </a:p>
          <a:p>
            <a:r>
              <a:rPr lang="en-US" dirty="0"/>
              <a:t>PSRs split into four 8-bit fields that can be individually written: </a:t>
            </a:r>
          </a:p>
          <a:p>
            <a:r>
              <a:rPr lang="en-US" dirty="0"/>
              <a:t>Control	(c)	bits 0-7    </a:t>
            </a:r>
          </a:p>
          <a:p>
            <a:r>
              <a:rPr lang="en-US" dirty="0"/>
              <a:t>Extension	(x)	bits 8-15	Reserved for future use</a:t>
            </a:r>
          </a:p>
          <a:p>
            <a:r>
              <a:rPr lang="en-US" dirty="0"/>
              <a:t>Status	(s)	bits 16-23	Reserved for future use</a:t>
            </a:r>
          </a:p>
          <a:p>
            <a:r>
              <a:rPr lang="en-US" dirty="0"/>
              <a:t>Flags	(f)	bits 24-31</a:t>
            </a:r>
          </a:p>
          <a:p>
            <a:r>
              <a:rPr lang="en-US" dirty="0"/>
              <a:t>Bits that are reserved for future use should not be modified by current software. Typically, a read-modify-write strategy should be used to update the value of a status register to ensure future compatibility. Note that the T/J bits in the CPSR should never be changed directly by writing to the PSR (use the BX/BXJ instruction to change state instead).</a:t>
            </a:r>
          </a:p>
          <a:p>
            <a:r>
              <a:rPr lang="en-US" dirty="0"/>
              <a:t>However, in cases where the processor state is known in advance (e.g. on reset, following an interrupt, or some other exception), an immediate value may be written directly into the status registers, to change only specific bits (e.g. to change mode).</a:t>
            </a:r>
          </a:p>
          <a:p>
            <a:r>
              <a:rPr lang="en-US" dirty="0"/>
              <a:t>New ARM V6 bits now shown.</a:t>
            </a:r>
          </a:p>
        </p:txBody>
      </p:sp>
    </p:spTree>
    <p:extLst>
      <p:ext uri="{BB962C8B-B14F-4D97-AF65-F5344CB8AC3E}">
        <p14:creationId xmlns:p14="http://schemas.microsoft.com/office/powerpoint/2010/main" val="2806559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r>
              <a:rPr lang="en-US" dirty="0"/>
              <a:t>Sequence of conditional instructions:</a:t>
            </a:r>
          </a:p>
          <a:p>
            <a:r>
              <a:rPr lang="en-US" dirty="0"/>
              <a:t>	- no instruction must reset </a:t>
            </a:r>
            <a:r>
              <a:rPr lang="en-US" dirty="0" err="1"/>
              <a:t>cond</a:t>
            </a:r>
            <a:r>
              <a:rPr lang="en-US" dirty="0"/>
              <a:t> code flags</a:t>
            </a:r>
          </a:p>
          <a:p>
            <a:r>
              <a:rPr lang="en-US" dirty="0"/>
              <a:t>	- BL corrupts flags so must be last</a:t>
            </a:r>
          </a:p>
          <a:p>
            <a:r>
              <a:rPr lang="en-US" dirty="0"/>
              <a:t>	- limit sequence to max 3 or so </a:t>
            </a:r>
            <a:r>
              <a:rPr lang="en-US" dirty="0" err="1"/>
              <a:t>instrs</a:t>
            </a:r>
            <a:endParaRPr lang="en-US" dirty="0"/>
          </a:p>
          <a:p>
            <a:r>
              <a:rPr lang="en-US" dirty="0"/>
              <a:t>Can use different condition codes.  Give if then else example.  Note GCD practical coming later.</a:t>
            </a:r>
          </a:p>
          <a:p>
            <a:r>
              <a:rPr lang="en-US" dirty="0"/>
              <a:t>Conditional compare</a:t>
            </a:r>
          </a:p>
          <a:p>
            <a:r>
              <a:rPr lang="en-US" dirty="0"/>
              <a:t>	- resets condition code when executed</a:t>
            </a:r>
          </a:p>
          <a:p>
            <a:r>
              <a:rPr lang="en-US" dirty="0"/>
              <a:t>	- compiler will make use of this</a:t>
            </a:r>
          </a:p>
          <a:p>
            <a:r>
              <a:rPr lang="en-US" dirty="0"/>
              <a:t>	- can be difficult for a human to understand!</a:t>
            </a:r>
          </a:p>
          <a:p>
            <a:r>
              <a:rPr lang="en-US" dirty="0"/>
              <a:t>Not just for compare, using data processing with condition code and S bit is useful in some circumstances.</a:t>
            </a:r>
          </a:p>
          <a:p>
            <a:r>
              <a:rPr lang="en-US" dirty="0"/>
              <a:t>LDM/LDR instruction cannot set flags due to </a:t>
            </a:r>
            <a:r>
              <a:rPr lang="en-US" dirty="0" err="1"/>
              <a:t>datapath</a:t>
            </a:r>
            <a:r>
              <a:rPr lang="en-US" dirty="0"/>
              <a:t> issues (data comes back only at the very end of the cycle, so there is no opportunity to perform a comparison and set the status flags).</a:t>
            </a:r>
          </a:p>
          <a:p>
            <a:endParaRPr lang="en-US" dirty="0"/>
          </a:p>
        </p:txBody>
      </p:sp>
      <p:sp>
        <p:nvSpPr>
          <p:cNvPr id="46083" name="Rectangle 3"/>
          <p:cNvSpPr>
            <a:spLocks noGrp="1" noRot="1" noChangeAspect="1" noChangeArrowheads="1" noTextEdit="1"/>
          </p:cNvSpPr>
          <p:nvPr>
            <p:ph type="sldImg"/>
          </p:nvPr>
        </p:nvSpPr>
        <p:spPr>
          <a:xfrm>
            <a:off x="1279525" y="863600"/>
            <a:ext cx="4403725" cy="3303588"/>
          </a:xfrm>
          <a:ln/>
        </p:spPr>
      </p:sp>
    </p:spTree>
    <p:extLst>
      <p:ext uri="{BB962C8B-B14F-4D97-AF65-F5344CB8AC3E}">
        <p14:creationId xmlns:p14="http://schemas.microsoft.com/office/powerpoint/2010/main" val="7765360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r>
              <a:rPr lang="en-US" dirty="0">
                <a:solidFill>
                  <a:srgbClr val="FF0000"/>
                </a:solidFill>
                <a:latin typeface="Consolas" panose="020B0609020204030204" pitchFamily="49" charset="0"/>
              </a:rPr>
              <a:t>NE</a:t>
            </a:r>
            <a:r>
              <a:rPr lang="en-US" dirty="0"/>
              <a:t>: Not Equal</a:t>
            </a:r>
          </a:p>
          <a:p>
            <a:r>
              <a:rPr lang="en-US" dirty="0">
                <a:solidFill>
                  <a:srgbClr val="FF0000"/>
                </a:solidFill>
                <a:latin typeface="Consolas" panose="020B0609020204030204" pitchFamily="49" charset="0"/>
              </a:rPr>
              <a:t>EQ</a:t>
            </a:r>
            <a:r>
              <a:rPr lang="en-US" dirty="0"/>
              <a:t>: Equal</a:t>
            </a:r>
          </a:p>
          <a:p>
            <a:endParaRPr lang="en-US" dirty="0"/>
          </a:p>
          <a:p>
            <a:r>
              <a:rPr lang="en-US" dirty="0"/>
              <a:t>Sequence of conditional instructions:</a:t>
            </a:r>
          </a:p>
          <a:p>
            <a:r>
              <a:rPr lang="en-US" dirty="0"/>
              <a:t>	- no instruction must reset </a:t>
            </a:r>
            <a:r>
              <a:rPr lang="en-US" dirty="0" err="1"/>
              <a:t>cond</a:t>
            </a:r>
            <a:r>
              <a:rPr lang="en-US" dirty="0"/>
              <a:t> code flags</a:t>
            </a:r>
          </a:p>
          <a:p>
            <a:r>
              <a:rPr lang="en-US" dirty="0"/>
              <a:t>	- BL corrupts flags so must be last</a:t>
            </a:r>
          </a:p>
          <a:p>
            <a:r>
              <a:rPr lang="en-US" dirty="0"/>
              <a:t>	- limit sequence to max 3 or so </a:t>
            </a:r>
            <a:r>
              <a:rPr lang="en-US" dirty="0" err="1"/>
              <a:t>instrs</a:t>
            </a:r>
            <a:endParaRPr lang="en-US" dirty="0"/>
          </a:p>
          <a:p>
            <a:r>
              <a:rPr lang="en-US" dirty="0"/>
              <a:t>Can use different condition codes.  Give if then else example.  Note GCD practical coming later.</a:t>
            </a:r>
          </a:p>
          <a:p>
            <a:r>
              <a:rPr lang="en-US" dirty="0"/>
              <a:t>Conditional compare</a:t>
            </a:r>
          </a:p>
          <a:p>
            <a:r>
              <a:rPr lang="en-US" dirty="0"/>
              <a:t>	- resets condition code when executed</a:t>
            </a:r>
          </a:p>
          <a:p>
            <a:r>
              <a:rPr lang="en-US" dirty="0"/>
              <a:t>	- compiler will make use of this</a:t>
            </a:r>
          </a:p>
          <a:p>
            <a:r>
              <a:rPr lang="en-US" dirty="0"/>
              <a:t>	- can be difficult for a human to understand!</a:t>
            </a:r>
          </a:p>
          <a:p>
            <a:r>
              <a:rPr lang="en-US" dirty="0"/>
              <a:t>Not just for compare, using data processing with condition code and S bit is useful in some circumstances.</a:t>
            </a:r>
          </a:p>
          <a:p>
            <a:r>
              <a:rPr lang="en-US" dirty="0"/>
              <a:t>LDM/LDR instruction cannot set flags due to </a:t>
            </a:r>
            <a:r>
              <a:rPr lang="en-US" dirty="0" err="1"/>
              <a:t>datapath</a:t>
            </a:r>
            <a:r>
              <a:rPr lang="en-US" dirty="0"/>
              <a:t> issues (data comes back only at the very end of the cycle, so there is no opportunity to perform a comparison and set the status flags).</a:t>
            </a:r>
          </a:p>
          <a:p>
            <a:endParaRPr lang="en-US" dirty="0"/>
          </a:p>
        </p:txBody>
      </p:sp>
      <p:sp>
        <p:nvSpPr>
          <p:cNvPr id="46083" name="Rectangle 3"/>
          <p:cNvSpPr>
            <a:spLocks noGrp="1" noRot="1" noChangeAspect="1" noChangeArrowheads="1" noTextEdit="1"/>
          </p:cNvSpPr>
          <p:nvPr>
            <p:ph type="sldImg"/>
          </p:nvPr>
        </p:nvSpPr>
        <p:spPr>
          <a:xfrm>
            <a:off x="1279525" y="863600"/>
            <a:ext cx="4403725" cy="3303588"/>
          </a:xfrm>
          <a:ln/>
        </p:spPr>
      </p:sp>
    </p:spTree>
    <p:extLst>
      <p:ext uri="{BB962C8B-B14F-4D97-AF65-F5344CB8AC3E}">
        <p14:creationId xmlns:p14="http://schemas.microsoft.com/office/powerpoint/2010/main" val="17335698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t" latinLnBrk="0" hangingPunct="1"/>
            <a:r>
              <a:rPr lang="en-US" sz="1200" b="1" i="0" u="none" strike="noStrike" kern="1200" dirty="0">
                <a:solidFill>
                  <a:schemeClr val="tx1"/>
                </a:solidFill>
                <a:effectLst/>
                <a:latin typeface="+mn-lt"/>
                <a:ea typeface="+mn-ea"/>
                <a:cs typeface="+mn-cs"/>
              </a:rPr>
              <a:t>BPL </a:t>
            </a:r>
            <a:r>
              <a:rPr lang="en-US" sz="1200" b="1" i="1" u="none" strike="noStrike" kern="1200" dirty="0">
                <a:solidFill>
                  <a:schemeClr val="tx1"/>
                </a:solidFill>
                <a:effectLst/>
                <a:latin typeface="+mn-lt"/>
                <a:ea typeface="+mn-ea"/>
                <a:cs typeface="+mn-cs"/>
              </a:rPr>
              <a:t>label</a:t>
            </a:r>
            <a:endParaRPr lang="en-US" sz="1200" b="0" i="0" u="none" strike="noStrike" kern="1200" dirty="0">
              <a:solidFill>
                <a:schemeClr val="tx1"/>
              </a:solidFill>
              <a:effectLst/>
              <a:latin typeface="+mn-lt"/>
              <a:ea typeface="+mn-ea"/>
              <a:cs typeface="+mn-cs"/>
            </a:endParaRPr>
          </a:p>
          <a:p>
            <a:pPr rtl="0" eaLnBrk="1" fontAlgn="t" latinLnBrk="0" hangingPunct="1"/>
            <a:r>
              <a:rPr lang="en-US" sz="1200" b="1" i="0" u="none" strike="noStrike" kern="1200" dirty="0">
                <a:solidFill>
                  <a:schemeClr val="tx1"/>
                </a:solidFill>
                <a:effectLst/>
                <a:latin typeface="+mn-lt"/>
                <a:ea typeface="+mn-ea"/>
                <a:cs typeface="+mn-cs"/>
              </a:rPr>
              <a:t>Branch if </a:t>
            </a:r>
            <a:r>
              <a:rPr lang="en-US" sz="1200" b="1" i="0" u="none" strike="noStrike" kern="1200" dirty="0" err="1">
                <a:solidFill>
                  <a:schemeClr val="tx1"/>
                </a:solidFill>
                <a:effectLst/>
                <a:latin typeface="+mn-lt"/>
                <a:ea typeface="+mn-ea"/>
                <a:cs typeface="+mn-cs"/>
              </a:rPr>
              <a:t>PLus</a:t>
            </a:r>
            <a:r>
              <a:rPr lang="en-US" sz="1200" b="1" i="0" u="none" strike="noStrike" kern="1200" dirty="0">
                <a:solidFill>
                  <a:schemeClr val="tx1"/>
                </a:solidFill>
                <a:effectLst/>
                <a:latin typeface="+mn-lt"/>
                <a:ea typeface="+mn-ea"/>
                <a:cs typeface="+mn-cs"/>
              </a:rPr>
              <a:t> (Positive or Zero)</a:t>
            </a:r>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40</a:t>
            </a:fld>
            <a:endParaRPr lang="en-US"/>
          </a:p>
        </p:txBody>
      </p:sp>
    </p:spTree>
    <p:extLst>
      <p:ext uri="{BB962C8B-B14F-4D97-AF65-F5344CB8AC3E}">
        <p14:creationId xmlns:p14="http://schemas.microsoft.com/office/powerpoint/2010/main" val="3152124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2E26774B-6488-4259-9342-6CBDB2BFD4E4}" type="datetime1">
              <a:rPr lang="en-US" smtClean="0"/>
              <a:pPr eaLnBrk="1" latinLnBrk="0" hangingPunct="1"/>
              <a:t>9/28/2025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0F52420-10F8-488E-969A-A9BE388BE9C4}" type="datetime1">
              <a:rPr lang="en-US" smtClean="0"/>
              <a:pPr eaLnBrk="1" latinLnBrk="0" hangingPunct="1"/>
              <a:t>9/28/2025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96E96F24-58CF-47DA-907C-A9CD6353E425}" type="datetime1">
              <a:rPr lang="en-US" smtClean="0"/>
              <a:pPr eaLnBrk="1" latinLnBrk="0" hangingPunct="1"/>
              <a:t>9/28/2025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53AE4463-726A-4A35-9F46-98893432A3F9}" type="datetime1">
              <a:rPr lang="en-US" smtClean="0"/>
              <a:pPr eaLnBrk="1" latinLnBrk="0" hangingPunct="1"/>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DF404D0-E306-4E90-90E3-E44D26246FFC}" type="datetime1">
              <a:rPr lang="en-US" smtClean="0"/>
              <a:pPr eaLnBrk="1" latinLnBrk="0" hangingPunct="1"/>
              <a:t>9/28/2025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1485DA14-76F0-4D93-83FB-7878C79A1986}" type="datetime1">
              <a:rPr lang="en-US" smtClean="0"/>
              <a:pPr eaLnBrk="1" latinLnBrk="0" hangingPunct="1"/>
              <a:t>9/28/2025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A15E552D-49E1-496B-B79C-E100986B8B5F}" type="datetime1">
              <a:rPr lang="en-US" smtClean="0"/>
              <a:pPr eaLnBrk="1" latinLnBrk="0" hangingPunct="1"/>
              <a:t>9/28/2025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EC72505-1551-4A98-97CD-F520B07184AD}" type="datetime1">
              <a:rPr lang="en-US" smtClean="0"/>
              <a:pPr eaLnBrk="1" latinLnBrk="0" hangingPunct="1"/>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218F47B-BA16-4F20-B5BA-73F598D94B51}" type="datetime1">
              <a:rPr lang="en-US" smtClean="0"/>
              <a:pPr eaLnBrk="1" latinLnBrk="0" hangingPunct="1"/>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B2E7711-0BE3-4AFC-959B-CB5C31A7AE48}" type="datetime1">
              <a:rPr lang="en-US" smtClean="0"/>
              <a:pPr eaLnBrk="1" latinLnBrk="0" hangingPunct="1"/>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25AAB62-A572-4E37-B772-B4A75ADE0B18}" type="datetime1">
              <a:rPr lang="en-US" smtClean="0"/>
              <a:pPr eaLnBrk="1" latinLnBrk="0" hangingPunct="1"/>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fld id="{F4EA606C-8FDC-48DF-B809-A9223E8539C3}" type="datetime1">
              <a:rPr lang="en-US" smtClean="0"/>
              <a:pPr>
                <a:defRPr/>
              </a:pPr>
              <a:t>9/28/2025</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1858514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F3CB514-9CA6-4E48-9463-A430D31CFDE3}" type="datetime1">
              <a:rPr lang="en-US" smtClean="0"/>
              <a:pPr eaLnBrk="1" latinLnBrk="0" hangingPunct="1"/>
              <a:t>9/28/2025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eb.eece.maine.edu/~zhu/boo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youtube.com/watch?v=9hlxG8L5-G4&amp;list=PLRJhV4hUhIymmp5CCeIFPyxbknsdcXCc8&amp;index=28" TargetMode="External"/><Relationship Id="rId2" Type="http://schemas.openxmlformats.org/officeDocument/2006/relationships/hyperlink" Target="https://www.youtube.com/watch?v=_QKD7f1cmRI&amp;list=PLRJhV4hUhIymmp5CCeIFPyxbknsdcXCc8&amp;index=2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2025</a:t>
            </a:r>
          </a:p>
        </p:txBody>
      </p:sp>
      <p:sp>
        <p:nvSpPr>
          <p:cNvPr id="5" name="TextBox 4"/>
          <p:cNvSpPr txBox="1"/>
          <p:nvPr/>
        </p:nvSpPr>
        <p:spPr>
          <a:xfrm>
            <a:off x="1828800" y="337547"/>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4413083" y="1828800"/>
            <a:ext cx="3856312" cy="830997"/>
          </a:xfrm>
          <a:prstGeom prst="rect">
            <a:avLst/>
          </a:prstGeom>
          <a:noFill/>
        </p:spPr>
        <p:txBody>
          <a:bodyPr wrap="none" rtlCol="0">
            <a:spAutoFit/>
          </a:bodyPr>
          <a:lstStyle/>
          <a:p>
            <a:pPr algn="r"/>
            <a:r>
              <a:rPr lang="en-US" sz="2400" b="1" dirty="0">
                <a:solidFill>
                  <a:srgbClr val="C00000"/>
                </a:solidFill>
              </a:rPr>
              <a:t>Chapter 6</a:t>
            </a:r>
          </a:p>
          <a:p>
            <a:pPr algn="r"/>
            <a:r>
              <a:rPr lang="en-US" sz="2400" b="1" dirty="0">
                <a:solidFill>
                  <a:srgbClr val="C00000"/>
                </a:solidFill>
              </a:rPr>
              <a:t>Flow Control in Assembly</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
        <p:nvSpPr>
          <p:cNvPr id="7" name="TextBox 6">
            <a:extLst>
              <a:ext uri="{FF2B5EF4-FFF2-40B4-BE49-F238E27FC236}">
                <a16:creationId xmlns:a16="http://schemas.microsoft.com/office/drawing/2014/main" id="{CDF938EB-593A-3F78-8471-70DE26383963}"/>
              </a:ext>
            </a:extLst>
          </p:cNvPr>
          <p:cNvSpPr txBox="1"/>
          <p:nvPr/>
        </p:nvSpPr>
        <p:spPr>
          <a:xfrm>
            <a:off x="709138" y="6307127"/>
            <a:ext cx="7725724" cy="461665"/>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solidFill>
                  <a:schemeClr val="tx1"/>
                </a:solidFill>
                <a:latin typeface="Gill Sans Light"/>
              </a:rPr>
              <a:t>Acknowledgement: Lecture slides based on Embedded Systems with ARM Cortex-M Microcontrollers in Assembly Language and C, University of Maine </a:t>
            </a:r>
            <a:r>
              <a:rPr lang="en-US" altLang="zh-CN" sz="1200" dirty="0">
                <a:solidFill>
                  <a:schemeClr val="tx1"/>
                </a:solidFill>
                <a:latin typeface="Gill Sans Light"/>
                <a:hlinkClick r:id="rId2"/>
              </a:rPr>
              <a:t>https://web.eece.maine.edu/~zhu/book/</a:t>
            </a:r>
            <a:r>
              <a:rPr lang="en-US" altLang="zh-CN" sz="1200" dirty="0">
                <a:solidFill>
                  <a:schemeClr val="tx1"/>
                </a:solidFill>
                <a:latin typeface="Gill Sans Light"/>
              </a:rPr>
              <a:t> </a:t>
            </a:r>
            <a:endParaRPr lang="en-SE" sz="1200" dirty="0">
              <a:solidFill>
                <a:schemeClr val="tx1"/>
              </a:solidFill>
              <a:latin typeface="Gill Sans Light"/>
            </a:endParaRPr>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Control Structures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a:xfrm>
            <a:off x="457200" y="1219200"/>
            <a:ext cx="3886200" cy="4937760"/>
          </a:xfrm>
        </p:spPr>
        <p:txBody>
          <a:bodyPr/>
          <a:lstStyle/>
          <a:p>
            <a:r>
              <a:rPr lang="en-US" dirty="0"/>
              <a:t>Sequence Structure</a:t>
            </a:r>
          </a:p>
          <a:p>
            <a:pPr lvl="1"/>
            <a:r>
              <a:rPr lang="en-US" dirty="0"/>
              <a:t>Computer executes statements (instructions), one after another, in the order listed in the program</a:t>
            </a: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9800" y="1676400"/>
            <a:ext cx="1600200" cy="2669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5768535" y="4397412"/>
            <a:ext cx="2209800" cy="369332"/>
          </a:xfrm>
          <a:prstGeom prst="rect">
            <a:avLst/>
          </a:prstGeom>
          <a:noFill/>
        </p:spPr>
        <p:txBody>
          <a:bodyPr wrap="square" rtlCol="0">
            <a:spAutoFit/>
          </a:bodyPr>
          <a:lstStyle/>
          <a:p>
            <a:pPr algn="ctr"/>
            <a:r>
              <a:rPr lang="en-US" dirty="0">
                <a:solidFill>
                  <a:srgbClr val="C00000"/>
                </a:solidFill>
              </a:rPr>
              <a:t>Sequence Structure</a:t>
            </a:r>
          </a:p>
        </p:txBody>
      </p:sp>
    </p:spTree>
    <p:extLst>
      <p:ext uri="{BB962C8B-B14F-4D97-AF65-F5344CB8AC3E}">
        <p14:creationId xmlns:p14="http://schemas.microsoft.com/office/powerpoint/2010/main" val="3183429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70F042E-8630-4D89-B007-79A5D5D66790}" type="slidenum">
              <a:rPr lang="en-US" altLang="zh-TW"/>
              <a:pPr/>
              <a:t>3</a:t>
            </a:fld>
            <a:endParaRPr lang="en-US" altLang="zh-TW"/>
          </a:p>
        </p:txBody>
      </p:sp>
      <p:sp>
        <p:nvSpPr>
          <p:cNvPr id="787458" name="Rectangle 2"/>
          <p:cNvSpPr>
            <a:spLocks noGrp="1" noChangeArrowheads="1"/>
          </p:cNvSpPr>
          <p:nvPr>
            <p:ph type="title"/>
          </p:nvPr>
        </p:nvSpPr>
        <p:spPr/>
        <p:txBody>
          <a:bodyPr/>
          <a:lstStyle/>
          <a:p>
            <a:r>
              <a:rPr lang="en-US" dirty="0"/>
              <a:t>Three Control Structures</a:t>
            </a:r>
            <a:endParaRPr lang="zh-TW" altLang="en-US" dirty="0"/>
          </a:p>
        </p:txBody>
      </p:sp>
      <p:sp>
        <p:nvSpPr>
          <p:cNvPr id="787459" name="Rectangle 3"/>
          <p:cNvSpPr>
            <a:spLocks noGrp="1" noChangeArrowheads="1"/>
          </p:cNvSpPr>
          <p:nvPr>
            <p:ph type="body" idx="1"/>
          </p:nvPr>
        </p:nvSpPr>
        <p:spPr/>
        <p:txBody>
          <a:bodyPr>
            <a:normAutofit/>
          </a:bodyPr>
          <a:lstStyle/>
          <a:p>
            <a:pPr>
              <a:lnSpc>
                <a:spcPct val="90000"/>
              </a:lnSpc>
            </a:pPr>
            <a:r>
              <a:rPr lang="en-US" altLang="zh-TW" sz="1800" b="1" dirty="0">
                <a:latin typeface="Courier New"/>
                <a:cs typeface="Courier New"/>
              </a:rPr>
              <a:t>Selection Structure</a:t>
            </a:r>
          </a:p>
          <a:p>
            <a:pPr lvl="1">
              <a:lnSpc>
                <a:spcPct val="90000"/>
              </a:lnSpc>
            </a:pPr>
            <a:r>
              <a:rPr lang="en-US" altLang="zh-TW" sz="1800" b="1" dirty="0">
                <a:latin typeface="Courier New"/>
                <a:cs typeface="Courier New"/>
              </a:rPr>
              <a:t>If-then-else</a:t>
            </a:r>
          </a:p>
          <a:p>
            <a:pPr>
              <a:lnSpc>
                <a:spcPct val="90000"/>
              </a:lnSpc>
            </a:pPr>
            <a:r>
              <a:rPr lang="en-US" altLang="zh-TW" sz="1800" b="1" dirty="0">
                <a:latin typeface="Courier New" pitchFamily="49" charset="0"/>
              </a:rPr>
              <a:t>Loop Structure</a:t>
            </a:r>
          </a:p>
          <a:p>
            <a:pPr lvl="1">
              <a:lnSpc>
                <a:spcPct val="90000"/>
              </a:lnSpc>
            </a:pPr>
            <a:r>
              <a:rPr lang="en-US" altLang="zh-TW" sz="1800" b="1" dirty="0">
                <a:latin typeface="Courier New" pitchFamily="49" charset="0"/>
              </a:rPr>
              <a:t>while loop</a:t>
            </a:r>
          </a:p>
          <a:p>
            <a:pPr lvl="1">
              <a:lnSpc>
                <a:spcPct val="90000"/>
              </a:lnSpc>
            </a:pPr>
            <a:r>
              <a:rPr lang="en-US" altLang="zh-TW" sz="1800" b="1" dirty="0">
                <a:latin typeface="Courier New" pitchFamily="49" charset="0"/>
              </a:rPr>
              <a:t>for loop</a:t>
            </a:r>
            <a:endParaRPr lang="en-US" altLang="zh-TW" sz="1800" dirty="0"/>
          </a:p>
        </p:txBody>
      </p:sp>
      <p:pic>
        <p:nvPicPr>
          <p:cNvPr id="11"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1261" y="3017518"/>
            <a:ext cx="1600200" cy="2669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729996" y="5738530"/>
            <a:ext cx="2209800" cy="369332"/>
          </a:xfrm>
          <a:prstGeom prst="rect">
            <a:avLst/>
          </a:prstGeom>
          <a:noFill/>
        </p:spPr>
        <p:txBody>
          <a:bodyPr wrap="square" rtlCol="0">
            <a:spAutoFit/>
          </a:bodyPr>
          <a:lstStyle/>
          <a:p>
            <a:pPr algn="ctr"/>
            <a:r>
              <a:rPr lang="en-US" dirty="0">
                <a:solidFill>
                  <a:srgbClr val="C00000"/>
                </a:solidFill>
              </a:rPr>
              <a:t>Sequence Structure</a:t>
            </a:r>
          </a:p>
        </p:txBody>
      </p:sp>
      <p:grpSp>
        <p:nvGrpSpPr>
          <p:cNvPr id="13" name="Group 12">
            <a:extLst>
              <a:ext uri="{FF2B5EF4-FFF2-40B4-BE49-F238E27FC236}">
                <a16:creationId xmlns:a16="http://schemas.microsoft.com/office/drawing/2014/main" id="{B362000C-983C-524D-87C2-3EDCAF4543B1}"/>
              </a:ext>
            </a:extLst>
          </p:cNvPr>
          <p:cNvGrpSpPr/>
          <p:nvPr/>
        </p:nvGrpSpPr>
        <p:grpSpPr>
          <a:xfrm>
            <a:off x="2593848" y="3104312"/>
            <a:ext cx="3657600" cy="2941475"/>
            <a:chOff x="2362200" y="1752600"/>
            <a:chExt cx="4132390" cy="3628202"/>
          </a:xfrm>
        </p:grpSpPr>
        <p:pic>
          <p:nvPicPr>
            <p:cNvPr id="1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752600"/>
              <a:ext cx="413239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3439086" y="5011470"/>
              <a:ext cx="1978619" cy="369332"/>
            </a:xfrm>
            <a:prstGeom prst="rect">
              <a:avLst/>
            </a:prstGeom>
            <a:noFill/>
          </p:spPr>
          <p:txBody>
            <a:bodyPr wrap="none" rtlCol="0">
              <a:spAutoFit/>
            </a:bodyPr>
            <a:lstStyle/>
            <a:p>
              <a:r>
                <a:rPr lang="en-US" dirty="0">
                  <a:solidFill>
                    <a:srgbClr val="C00000"/>
                  </a:solidFill>
                </a:rPr>
                <a:t>Selection Structure</a:t>
              </a:r>
            </a:p>
          </p:txBody>
        </p:sp>
      </p:grpSp>
      <p:grpSp>
        <p:nvGrpSpPr>
          <p:cNvPr id="16" name="Group 15">
            <a:extLst>
              <a:ext uri="{FF2B5EF4-FFF2-40B4-BE49-F238E27FC236}">
                <a16:creationId xmlns:a16="http://schemas.microsoft.com/office/drawing/2014/main" id="{B2548B9B-63B4-EE41-BB16-A644D9AF1BF9}"/>
              </a:ext>
            </a:extLst>
          </p:cNvPr>
          <p:cNvGrpSpPr/>
          <p:nvPr/>
        </p:nvGrpSpPr>
        <p:grpSpPr>
          <a:xfrm>
            <a:off x="6403848" y="2744652"/>
            <a:ext cx="2133600" cy="3321267"/>
            <a:chOff x="6400800" y="1447800"/>
            <a:chExt cx="2517213" cy="3939954"/>
          </a:xfrm>
        </p:grpSpPr>
        <p:pic>
          <p:nvPicPr>
            <p:cNvPr id="17"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1447800"/>
              <a:ext cx="2517213" cy="2981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6853640" y="5018422"/>
              <a:ext cx="1611531" cy="369332"/>
            </a:xfrm>
            <a:prstGeom prst="rect">
              <a:avLst/>
            </a:prstGeom>
            <a:noFill/>
          </p:spPr>
          <p:txBody>
            <a:bodyPr wrap="none" rtlCol="0">
              <a:spAutoFit/>
            </a:bodyPr>
            <a:lstStyle/>
            <a:p>
              <a:r>
                <a:rPr lang="en-US" dirty="0">
                  <a:solidFill>
                    <a:srgbClr val="C00000"/>
                  </a:solidFill>
                </a:rPr>
                <a:t>Loop Structure</a:t>
              </a:r>
            </a:p>
          </p:txBody>
        </p:sp>
      </p:grpSp>
    </p:spTree>
    <p:extLst>
      <p:ext uri="{BB962C8B-B14F-4D97-AF65-F5344CB8AC3E}">
        <p14:creationId xmlns:p14="http://schemas.microsoft.com/office/powerpoint/2010/main" val="16680061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p:cNvSpPr>
            <a:spLocks noGrp="1"/>
          </p:cNvSpPr>
          <p:nvPr>
            <p:ph sz="quarter" idx="1"/>
          </p:nvPr>
        </p:nvSpPr>
        <p:spPr>
          <a:xfrm>
            <a:off x="575153" y="2318931"/>
            <a:ext cx="8229600" cy="3718560"/>
          </a:xfrm>
        </p:spPr>
        <p:txBody>
          <a:bodyPr>
            <a:noAutofit/>
          </a:bodyPr>
          <a:lstStyle/>
          <a:p>
            <a:r>
              <a:rPr lang="en-US" sz="1600" b="1" dirty="0"/>
              <a:t>Negative</a:t>
            </a:r>
            <a:r>
              <a:rPr lang="en-US" sz="1600" dirty="0"/>
              <a:t> bit</a:t>
            </a:r>
          </a:p>
          <a:p>
            <a:pPr lvl="1"/>
            <a:r>
              <a:rPr lang="en-US" sz="1600" dirty="0">
                <a:latin typeface="Consolas" panose="020B0609020204030204" pitchFamily="49" charset="0"/>
                <a:cs typeface="Consolas" panose="020B0609020204030204" pitchFamily="49" charset="0"/>
              </a:rPr>
              <a:t>N = 1 </a:t>
            </a:r>
            <a:r>
              <a:rPr lang="en-US" sz="1600" dirty="0"/>
              <a:t>if most significant bit of result is </a:t>
            </a:r>
            <a:r>
              <a:rPr lang="en-US" sz="1600" dirty="0">
                <a:latin typeface="Consolas" panose="020B0609020204030204" pitchFamily="49" charset="0"/>
                <a:cs typeface="Consolas" panose="020B0609020204030204" pitchFamily="49" charset="0"/>
              </a:rPr>
              <a:t>1</a:t>
            </a:r>
          </a:p>
          <a:p>
            <a:r>
              <a:rPr lang="en-US" sz="1600" b="1" dirty="0"/>
              <a:t>Zero</a:t>
            </a:r>
            <a:r>
              <a:rPr lang="en-US" sz="1600" dirty="0"/>
              <a:t> bit</a:t>
            </a:r>
          </a:p>
          <a:p>
            <a:pPr lvl="1"/>
            <a:r>
              <a:rPr lang="en-US" sz="1600" dirty="0">
                <a:latin typeface="Consolas" panose="020B0609020204030204" pitchFamily="49" charset="0"/>
                <a:cs typeface="Consolas" panose="020B0609020204030204" pitchFamily="49" charset="0"/>
              </a:rPr>
              <a:t>Z = 1 </a:t>
            </a:r>
            <a:r>
              <a:rPr lang="en-US" sz="1600" dirty="0"/>
              <a:t>if all bits of result are </a:t>
            </a:r>
            <a:r>
              <a:rPr lang="en-US" sz="1600" dirty="0">
                <a:latin typeface="Consolas" panose="020B0609020204030204" pitchFamily="49" charset="0"/>
                <a:cs typeface="Consolas" panose="020B0609020204030204" pitchFamily="49" charset="0"/>
              </a:rPr>
              <a:t>0</a:t>
            </a:r>
          </a:p>
          <a:p>
            <a:r>
              <a:rPr lang="en-US" sz="1600" b="1" dirty="0"/>
              <a:t>Carry</a:t>
            </a:r>
            <a:r>
              <a:rPr lang="en-US" sz="1600" dirty="0"/>
              <a:t> bit</a:t>
            </a:r>
          </a:p>
          <a:p>
            <a:pPr lvl="1"/>
            <a:r>
              <a:rPr lang="en-US" sz="1600" dirty="0"/>
              <a:t>For unsigned addition, </a:t>
            </a:r>
            <a:r>
              <a:rPr lang="en-US" sz="1600" dirty="0">
                <a:latin typeface="Consolas" panose="020B0609020204030204" pitchFamily="49" charset="0"/>
                <a:cs typeface="Consolas" panose="020B0609020204030204" pitchFamily="49" charset="0"/>
              </a:rPr>
              <a:t>C = 1 </a:t>
            </a:r>
            <a:r>
              <a:rPr lang="en-US" sz="1600" dirty="0"/>
              <a:t>if carry takes place</a:t>
            </a:r>
          </a:p>
          <a:p>
            <a:pPr lvl="1"/>
            <a:r>
              <a:rPr lang="en-US" sz="1600" dirty="0"/>
              <a:t>For unsigned subtraction, </a:t>
            </a:r>
            <a:r>
              <a:rPr lang="en-US" sz="1600" dirty="0">
                <a:latin typeface="Consolas" panose="020B0609020204030204" pitchFamily="49" charset="0"/>
                <a:cs typeface="Consolas" panose="020B0609020204030204" pitchFamily="49" charset="0"/>
              </a:rPr>
              <a:t>C = 0 </a:t>
            </a:r>
            <a:r>
              <a:rPr lang="en-US" sz="1600" dirty="0"/>
              <a:t>(carry = not borrow) if borrow takes place</a:t>
            </a:r>
          </a:p>
          <a:p>
            <a:pPr lvl="1"/>
            <a:r>
              <a:rPr lang="en-US" sz="1600" dirty="0"/>
              <a:t>For shift/rotation, C = last bit shifted out</a:t>
            </a:r>
          </a:p>
          <a:p>
            <a:r>
              <a:rPr lang="en-US" sz="1600" b="1" dirty="0" err="1"/>
              <a:t>oVerflow</a:t>
            </a:r>
            <a:r>
              <a:rPr lang="en-US" sz="1600" dirty="0"/>
              <a:t> bit</a:t>
            </a:r>
          </a:p>
          <a:p>
            <a:pPr lvl="1"/>
            <a:r>
              <a:rPr lang="en-US" sz="1600" dirty="0">
                <a:latin typeface="Consolas" panose="020B0609020204030204" pitchFamily="49" charset="0"/>
                <a:cs typeface="Consolas" panose="020B0609020204030204" pitchFamily="49" charset="0"/>
              </a:rPr>
              <a:t>V = 1 </a:t>
            </a:r>
            <a:r>
              <a:rPr lang="en-US" sz="1600" dirty="0"/>
              <a:t>if adding 2 same-signed numbers produces a result with the opposite sign</a:t>
            </a:r>
          </a:p>
          <a:p>
            <a:pPr lvl="2"/>
            <a:r>
              <a:rPr lang="en-US" sz="1400" dirty="0"/>
              <a:t>Positive + Positive = Negative, or </a:t>
            </a:r>
          </a:p>
          <a:p>
            <a:pPr lvl="2"/>
            <a:r>
              <a:rPr lang="en-US" sz="1400" dirty="0"/>
              <a:t>Negative + negative = Positive</a:t>
            </a:r>
          </a:p>
          <a:p>
            <a:pPr lvl="1"/>
            <a:r>
              <a:rPr lang="en-US" sz="1600" dirty="0"/>
              <a:t>Non-arithmetic operations does not touch V bit, such as </a:t>
            </a:r>
            <a:r>
              <a:rPr lang="en-US" sz="1600" dirty="0">
                <a:latin typeface="Consolas" panose="020B0609020204030204" pitchFamily="49" charset="0"/>
                <a:cs typeface="Consolas" panose="020B0609020204030204" pitchFamily="49" charset="0"/>
              </a:rPr>
              <a:t>MOV,AND,LSL,MUL</a:t>
            </a:r>
          </a:p>
        </p:txBody>
      </p:sp>
      <p:grpSp>
        <p:nvGrpSpPr>
          <p:cNvPr id="44" name="Group 43">
            <a:extLst>
              <a:ext uri="{FF2B5EF4-FFF2-40B4-BE49-F238E27FC236}">
                <a16:creationId xmlns:a16="http://schemas.microsoft.com/office/drawing/2014/main" id="{E23C336C-72F6-5E4D-AEBB-F4AB2D4C384F}"/>
              </a:ext>
            </a:extLst>
          </p:cNvPr>
          <p:cNvGrpSpPr/>
          <p:nvPr/>
        </p:nvGrpSpPr>
        <p:grpSpPr>
          <a:xfrm>
            <a:off x="768953" y="1372809"/>
            <a:ext cx="7606093" cy="611257"/>
            <a:chOff x="974370" y="1348540"/>
            <a:chExt cx="7606093" cy="611257"/>
          </a:xfrm>
        </p:grpSpPr>
        <p:sp>
          <p:nvSpPr>
            <p:cNvPr id="5" name="Rectangle 4">
              <a:extLst>
                <a:ext uri="{FF2B5EF4-FFF2-40B4-BE49-F238E27FC236}">
                  <a16:creationId xmlns:a16="http://schemas.microsoft.com/office/drawing/2014/main" id="{3865754D-DE16-4F39-B1B0-DA5943946BF1}"/>
                </a:ext>
              </a:extLst>
            </p:cNvPr>
            <p:cNvSpPr/>
            <p:nvPr/>
          </p:nvSpPr>
          <p:spPr bwMode="auto">
            <a:xfrm>
              <a:off x="2874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 name="Rectangle 5">
              <a:extLst>
                <a:ext uri="{FF2B5EF4-FFF2-40B4-BE49-F238E27FC236}">
                  <a16:creationId xmlns:a16="http://schemas.microsoft.com/office/drawing/2014/main" id="{6E93E8F1-45C8-45CC-B373-7F5661A4CDAC}"/>
                </a:ext>
              </a:extLst>
            </p:cNvPr>
            <p:cNvSpPr/>
            <p:nvPr/>
          </p:nvSpPr>
          <p:spPr bwMode="auto">
            <a:xfrm>
              <a:off x="3114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 name="Rectangle 6">
              <a:extLst>
                <a:ext uri="{FF2B5EF4-FFF2-40B4-BE49-F238E27FC236}">
                  <a16:creationId xmlns:a16="http://schemas.microsoft.com/office/drawing/2014/main" id="{4AFCC2AB-1DE5-4E46-A408-A603476BC0DC}"/>
                </a:ext>
              </a:extLst>
            </p:cNvPr>
            <p:cNvSpPr/>
            <p:nvPr/>
          </p:nvSpPr>
          <p:spPr bwMode="auto">
            <a:xfrm>
              <a:off x="3348658"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8" name="Rectangle 7">
              <a:extLst>
                <a:ext uri="{FF2B5EF4-FFF2-40B4-BE49-F238E27FC236}">
                  <a16:creationId xmlns:a16="http://schemas.microsoft.com/office/drawing/2014/main" id="{4D1D7D1A-5E84-4709-8248-A578919960E8}"/>
                </a:ext>
              </a:extLst>
            </p:cNvPr>
            <p:cNvSpPr/>
            <p:nvPr/>
          </p:nvSpPr>
          <p:spPr bwMode="auto">
            <a:xfrm>
              <a:off x="358837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 name="Rectangle 8">
              <a:extLst>
                <a:ext uri="{FF2B5EF4-FFF2-40B4-BE49-F238E27FC236}">
                  <a16:creationId xmlns:a16="http://schemas.microsoft.com/office/drawing/2014/main" id="{5D012AA1-6463-46CA-9447-F46147A08F0D}"/>
                </a:ext>
              </a:extLst>
            </p:cNvPr>
            <p:cNvSpPr/>
            <p:nvPr/>
          </p:nvSpPr>
          <p:spPr bwMode="auto">
            <a:xfrm>
              <a:off x="3828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 name="Rectangle 9">
              <a:extLst>
                <a:ext uri="{FF2B5EF4-FFF2-40B4-BE49-F238E27FC236}">
                  <a16:creationId xmlns:a16="http://schemas.microsoft.com/office/drawing/2014/main" id="{C70CD862-50B5-4C82-A42C-3DCF77853209}"/>
                </a:ext>
              </a:extLst>
            </p:cNvPr>
            <p:cNvSpPr/>
            <p:nvPr/>
          </p:nvSpPr>
          <p:spPr bwMode="auto">
            <a:xfrm>
              <a:off x="406779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 name="Rectangle 10">
              <a:extLst>
                <a:ext uri="{FF2B5EF4-FFF2-40B4-BE49-F238E27FC236}">
                  <a16:creationId xmlns:a16="http://schemas.microsoft.com/office/drawing/2014/main" id="{A04B20A9-0070-459B-AD5B-2686AAB485F3}"/>
                </a:ext>
              </a:extLst>
            </p:cNvPr>
            <p:cNvSpPr/>
            <p:nvPr/>
          </p:nvSpPr>
          <p:spPr bwMode="auto">
            <a:xfrm>
              <a:off x="4301797"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 name="Rectangle 11">
              <a:extLst>
                <a:ext uri="{FF2B5EF4-FFF2-40B4-BE49-F238E27FC236}">
                  <a16:creationId xmlns:a16="http://schemas.microsoft.com/office/drawing/2014/main" id="{D566CDDF-BF45-403E-87AF-598F6C2E43FE}"/>
                </a:ext>
              </a:extLst>
            </p:cNvPr>
            <p:cNvSpPr/>
            <p:nvPr/>
          </p:nvSpPr>
          <p:spPr bwMode="auto">
            <a:xfrm>
              <a:off x="4541509"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 name="Rectangle 12">
              <a:extLst>
                <a:ext uri="{FF2B5EF4-FFF2-40B4-BE49-F238E27FC236}">
                  <a16:creationId xmlns:a16="http://schemas.microsoft.com/office/drawing/2014/main" id="{5E4A65F3-34EF-471D-9C2E-7512DF187876}"/>
                </a:ext>
              </a:extLst>
            </p:cNvPr>
            <p:cNvSpPr/>
            <p:nvPr/>
          </p:nvSpPr>
          <p:spPr bwMode="auto">
            <a:xfrm>
              <a:off x="477551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 name="Rectangle 13">
              <a:extLst>
                <a:ext uri="{FF2B5EF4-FFF2-40B4-BE49-F238E27FC236}">
                  <a16:creationId xmlns:a16="http://schemas.microsoft.com/office/drawing/2014/main" id="{64DB2790-A34C-4D7B-ADEA-5F46A4AB8753}"/>
                </a:ext>
              </a:extLst>
            </p:cNvPr>
            <p:cNvSpPr/>
            <p:nvPr/>
          </p:nvSpPr>
          <p:spPr bwMode="auto">
            <a:xfrm>
              <a:off x="5015226"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5" name="Rectangle 14">
              <a:extLst>
                <a:ext uri="{FF2B5EF4-FFF2-40B4-BE49-F238E27FC236}">
                  <a16:creationId xmlns:a16="http://schemas.microsoft.com/office/drawing/2014/main" id="{3EC4CDFA-F92B-4AC6-A958-80818AFD4FD0}"/>
                </a:ext>
              </a:extLst>
            </p:cNvPr>
            <p:cNvSpPr/>
            <p:nvPr/>
          </p:nvSpPr>
          <p:spPr bwMode="auto">
            <a:xfrm>
              <a:off x="524923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6" name="Rectangle 15">
              <a:extLst>
                <a:ext uri="{FF2B5EF4-FFF2-40B4-BE49-F238E27FC236}">
                  <a16:creationId xmlns:a16="http://schemas.microsoft.com/office/drawing/2014/main" id="{031CE36A-EF5F-4EE4-A95B-86B9DB4AF71C}"/>
                </a:ext>
              </a:extLst>
            </p:cNvPr>
            <p:cNvSpPr/>
            <p:nvPr/>
          </p:nvSpPr>
          <p:spPr bwMode="auto">
            <a:xfrm>
              <a:off x="5488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7" name="Rectangle 16">
              <a:extLst>
                <a:ext uri="{FF2B5EF4-FFF2-40B4-BE49-F238E27FC236}">
                  <a16:creationId xmlns:a16="http://schemas.microsoft.com/office/drawing/2014/main" id="{7E111690-1753-4E03-B833-C0D763FC959F}"/>
                </a:ext>
              </a:extLst>
            </p:cNvPr>
            <p:cNvSpPr/>
            <p:nvPr/>
          </p:nvSpPr>
          <p:spPr bwMode="auto">
            <a:xfrm>
              <a:off x="5728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8" name="Rectangle 17">
              <a:extLst>
                <a:ext uri="{FF2B5EF4-FFF2-40B4-BE49-F238E27FC236}">
                  <a16:creationId xmlns:a16="http://schemas.microsoft.com/office/drawing/2014/main" id="{3F6BF773-7EBF-46BA-8C7B-D1E8AC322732}"/>
                </a:ext>
              </a:extLst>
            </p:cNvPr>
            <p:cNvSpPr/>
            <p:nvPr/>
          </p:nvSpPr>
          <p:spPr bwMode="auto">
            <a:xfrm>
              <a:off x="5968365"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9" name="Rectangle 18">
              <a:extLst>
                <a:ext uri="{FF2B5EF4-FFF2-40B4-BE49-F238E27FC236}">
                  <a16:creationId xmlns:a16="http://schemas.microsoft.com/office/drawing/2014/main" id="{528641D4-6BE4-42F0-9DEF-5328BBB089B2}"/>
                </a:ext>
              </a:extLst>
            </p:cNvPr>
            <p:cNvSpPr/>
            <p:nvPr/>
          </p:nvSpPr>
          <p:spPr bwMode="auto">
            <a:xfrm>
              <a:off x="6202370"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0" name="Rectangle 19">
              <a:extLst>
                <a:ext uri="{FF2B5EF4-FFF2-40B4-BE49-F238E27FC236}">
                  <a16:creationId xmlns:a16="http://schemas.microsoft.com/office/drawing/2014/main" id="{A360E56F-D602-4907-BE12-BC4495F32E15}"/>
                </a:ext>
              </a:extLst>
            </p:cNvPr>
            <p:cNvSpPr/>
            <p:nvPr/>
          </p:nvSpPr>
          <p:spPr bwMode="auto">
            <a:xfrm>
              <a:off x="6442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1" name="Rectangle 20">
              <a:extLst>
                <a:ext uri="{FF2B5EF4-FFF2-40B4-BE49-F238E27FC236}">
                  <a16:creationId xmlns:a16="http://schemas.microsoft.com/office/drawing/2014/main" id="{C49516BC-AC41-4F00-AD9D-4D90FA55F70D}"/>
                </a:ext>
              </a:extLst>
            </p:cNvPr>
            <p:cNvSpPr/>
            <p:nvPr/>
          </p:nvSpPr>
          <p:spPr bwMode="auto">
            <a:xfrm>
              <a:off x="6676086" y="1652020"/>
              <a:ext cx="239712" cy="264071"/>
            </a:xfrm>
            <a:prstGeom prst="rect">
              <a:avLst/>
            </a:prstGeom>
            <a:solidFill>
              <a:schemeClr val="accent1">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2" name="Rectangle 21">
              <a:extLst>
                <a:ext uri="{FF2B5EF4-FFF2-40B4-BE49-F238E27FC236}">
                  <a16:creationId xmlns:a16="http://schemas.microsoft.com/office/drawing/2014/main" id="{24E1D1CC-70EC-4CA7-8615-4B382AA3D3C2}"/>
                </a:ext>
              </a:extLst>
            </p:cNvPr>
            <p:cNvSpPr/>
            <p:nvPr/>
          </p:nvSpPr>
          <p:spPr bwMode="auto">
            <a:xfrm>
              <a:off x="6915797" y="1652020"/>
              <a:ext cx="237810" cy="264071"/>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3"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4914394" y="1652020"/>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24" name="Rectangle 23">
              <a:extLst>
                <a:ext uri="{FF2B5EF4-FFF2-40B4-BE49-F238E27FC236}">
                  <a16:creationId xmlns:a16="http://schemas.microsoft.com/office/drawing/2014/main" id="{EE525114-3B9F-40BF-8378-90F023342A73}"/>
                </a:ext>
              </a:extLst>
            </p:cNvPr>
            <p:cNvSpPr/>
            <p:nvPr/>
          </p:nvSpPr>
          <p:spPr bwMode="auto">
            <a:xfrm>
              <a:off x="714789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5" name="Rectangle 24">
              <a:extLst>
                <a:ext uri="{FF2B5EF4-FFF2-40B4-BE49-F238E27FC236}">
                  <a16:creationId xmlns:a16="http://schemas.microsoft.com/office/drawing/2014/main" id="{B226853F-3ADD-4E19-B18E-B805DC1E278B}"/>
                </a:ext>
              </a:extLst>
            </p:cNvPr>
            <p:cNvSpPr/>
            <p:nvPr/>
          </p:nvSpPr>
          <p:spPr bwMode="auto">
            <a:xfrm>
              <a:off x="738761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6" name="Rectangle 25">
              <a:extLst>
                <a:ext uri="{FF2B5EF4-FFF2-40B4-BE49-F238E27FC236}">
                  <a16:creationId xmlns:a16="http://schemas.microsoft.com/office/drawing/2014/main" id="{BD55D5F5-D625-4899-A7C0-8BE44198F5DC}"/>
                </a:ext>
              </a:extLst>
            </p:cNvPr>
            <p:cNvSpPr/>
            <p:nvPr/>
          </p:nvSpPr>
          <p:spPr bwMode="auto">
            <a:xfrm>
              <a:off x="7627323"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7" name="Rectangle 26">
              <a:extLst>
                <a:ext uri="{FF2B5EF4-FFF2-40B4-BE49-F238E27FC236}">
                  <a16:creationId xmlns:a16="http://schemas.microsoft.com/office/drawing/2014/main" id="{F3A3B9F4-3E85-41FC-A10B-E5971133B270}"/>
                </a:ext>
              </a:extLst>
            </p:cNvPr>
            <p:cNvSpPr/>
            <p:nvPr/>
          </p:nvSpPr>
          <p:spPr bwMode="auto">
            <a:xfrm>
              <a:off x="7867034"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8" name="Rectangle 27">
              <a:extLst>
                <a:ext uri="{FF2B5EF4-FFF2-40B4-BE49-F238E27FC236}">
                  <a16:creationId xmlns:a16="http://schemas.microsoft.com/office/drawing/2014/main" id="{AB4E03AC-784F-4130-8827-18D68D5F6E44}"/>
                </a:ext>
              </a:extLst>
            </p:cNvPr>
            <p:cNvSpPr/>
            <p:nvPr/>
          </p:nvSpPr>
          <p:spPr bwMode="auto">
            <a:xfrm>
              <a:off x="810103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9" name="Rectangle 28">
              <a:extLst>
                <a:ext uri="{FF2B5EF4-FFF2-40B4-BE49-F238E27FC236}">
                  <a16:creationId xmlns:a16="http://schemas.microsoft.com/office/drawing/2014/main" id="{B6447CF9-AD34-4EFD-99F1-FF7212AF0999}"/>
                </a:ext>
              </a:extLst>
            </p:cNvPr>
            <p:cNvSpPr/>
            <p:nvPr/>
          </p:nvSpPr>
          <p:spPr bwMode="auto">
            <a:xfrm>
              <a:off x="834075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0"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6974774" y="1646311"/>
              <a:ext cx="1457295" cy="276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ISR number</a:t>
              </a:r>
            </a:p>
          </p:txBody>
        </p:sp>
        <p:sp>
          <p:nvSpPr>
            <p:cNvPr id="31" name="Rectangle 30">
              <a:extLst>
                <a:ext uri="{FF2B5EF4-FFF2-40B4-BE49-F238E27FC236}">
                  <a16:creationId xmlns:a16="http://schemas.microsoft.com/office/drawing/2014/main" id="{B01593D0-75BC-44AC-8888-D7FEEBDDA23B}"/>
                </a:ext>
              </a:extLst>
            </p:cNvPr>
            <p:cNvSpPr/>
            <p:nvPr/>
          </p:nvSpPr>
          <p:spPr bwMode="auto">
            <a:xfrm>
              <a:off x="974370" y="1652020"/>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2"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2996663" y="1348540"/>
              <a:ext cx="3325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b="0" dirty="0"/>
                <a:t>Program Status Register (PSR)</a:t>
              </a:r>
            </a:p>
          </p:txBody>
        </p:sp>
        <p:sp>
          <p:nvSpPr>
            <p:cNvPr id="33" name="Rectangle 32">
              <a:extLst>
                <a:ext uri="{FF2B5EF4-FFF2-40B4-BE49-F238E27FC236}">
                  <a16:creationId xmlns:a16="http://schemas.microsoft.com/office/drawing/2014/main" id="{16A4B8D1-4535-44B8-B29B-C02808A256A9}"/>
                </a:ext>
              </a:extLst>
            </p:cNvPr>
            <p:cNvSpPr/>
            <p:nvPr/>
          </p:nvSpPr>
          <p:spPr bwMode="auto">
            <a:xfrm>
              <a:off x="2169125" y="1650165"/>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b="0" dirty="0">
                  <a:cs typeface="Arial" charset="0"/>
                </a:rPr>
                <a:t>ICI/IT</a:t>
              </a:r>
            </a:p>
          </p:txBody>
        </p:sp>
        <p:sp>
          <p:nvSpPr>
            <p:cNvPr id="34" name="Rectangle 33">
              <a:extLst>
                <a:ext uri="{FF2B5EF4-FFF2-40B4-BE49-F238E27FC236}">
                  <a16:creationId xmlns:a16="http://schemas.microsoft.com/office/drawing/2014/main" id="{05AD78AE-C3D6-45BC-8E10-E7B863D9686E}"/>
                </a:ext>
              </a:extLst>
            </p:cNvPr>
            <p:cNvSpPr/>
            <p:nvPr/>
          </p:nvSpPr>
          <p:spPr bwMode="auto">
            <a:xfrm>
              <a:off x="2642839" y="1650165"/>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T</a:t>
              </a:r>
            </a:p>
          </p:txBody>
        </p:sp>
        <p:sp>
          <p:nvSpPr>
            <p:cNvPr id="35" name="Rectangle 34">
              <a:extLst>
                <a:ext uri="{FF2B5EF4-FFF2-40B4-BE49-F238E27FC236}">
                  <a16:creationId xmlns:a16="http://schemas.microsoft.com/office/drawing/2014/main" id="{E025A097-4EBD-4C13-895B-09051144B7A4}"/>
                </a:ext>
              </a:extLst>
            </p:cNvPr>
            <p:cNvSpPr/>
            <p:nvPr/>
          </p:nvSpPr>
          <p:spPr bwMode="auto">
            <a:xfrm>
              <a:off x="974370" y="1650594"/>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N</a:t>
              </a:r>
            </a:p>
          </p:txBody>
        </p:sp>
        <p:sp>
          <p:nvSpPr>
            <p:cNvPr id="36" name="Rectangle 35">
              <a:extLst>
                <a:ext uri="{FF2B5EF4-FFF2-40B4-BE49-F238E27FC236}">
                  <a16:creationId xmlns:a16="http://schemas.microsoft.com/office/drawing/2014/main" id="{0DEF319D-969E-486D-84A8-E35102197EDB}"/>
                </a:ext>
              </a:extLst>
            </p:cNvPr>
            <p:cNvSpPr/>
            <p:nvPr/>
          </p:nvSpPr>
          <p:spPr bwMode="auto">
            <a:xfrm>
              <a:off x="1212179"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Z</a:t>
              </a:r>
            </a:p>
          </p:txBody>
        </p:sp>
        <p:sp>
          <p:nvSpPr>
            <p:cNvPr id="37" name="Rectangle 36">
              <a:extLst>
                <a:ext uri="{FF2B5EF4-FFF2-40B4-BE49-F238E27FC236}">
                  <a16:creationId xmlns:a16="http://schemas.microsoft.com/office/drawing/2014/main" id="{01265415-19E5-4060-87AA-110FFDA83F85}"/>
                </a:ext>
              </a:extLst>
            </p:cNvPr>
            <p:cNvSpPr/>
            <p:nvPr/>
          </p:nvSpPr>
          <p:spPr bwMode="auto">
            <a:xfrm>
              <a:off x="1446184"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C</a:t>
              </a:r>
            </a:p>
          </p:txBody>
        </p:sp>
        <p:sp>
          <p:nvSpPr>
            <p:cNvPr id="38" name="Rectangle 37">
              <a:extLst>
                <a:ext uri="{FF2B5EF4-FFF2-40B4-BE49-F238E27FC236}">
                  <a16:creationId xmlns:a16="http://schemas.microsoft.com/office/drawing/2014/main" id="{F9678C94-2C85-403A-B830-B0E8C5460086}"/>
                </a:ext>
              </a:extLst>
            </p:cNvPr>
            <p:cNvSpPr/>
            <p:nvPr/>
          </p:nvSpPr>
          <p:spPr bwMode="auto">
            <a:xfrm>
              <a:off x="1685895"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V</a:t>
              </a:r>
            </a:p>
          </p:txBody>
        </p:sp>
        <p:sp>
          <p:nvSpPr>
            <p:cNvPr id="39" name="Rectangle 38">
              <a:extLst>
                <a:ext uri="{FF2B5EF4-FFF2-40B4-BE49-F238E27FC236}">
                  <a16:creationId xmlns:a16="http://schemas.microsoft.com/office/drawing/2014/main" id="{1B9FC768-1AC3-4342-9A16-035324535CA0}"/>
                </a:ext>
              </a:extLst>
            </p:cNvPr>
            <p:cNvSpPr/>
            <p:nvPr/>
          </p:nvSpPr>
          <p:spPr bwMode="auto">
            <a:xfrm>
              <a:off x="1925607"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40" name="Rectangle 39">
              <a:extLst>
                <a:ext uri="{FF2B5EF4-FFF2-40B4-BE49-F238E27FC236}">
                  <a16:creationId xmlns:a16="http://schemas.microsoft.com/office/drawing/2014/main" id="{4D4E244D-1ECE-4A09-A40F-FBFBC680BB13}"/>
                </a:ext>
              </a:extLst>
            </p:cNvPr>
            <p:cNvSpPr/>
            <p:nvPr/>
          </p:nvSpPr>
          <p:spPr bwMode="auto">
            <a:xfrm>
              <a:off x="5971219" y="1652223"/>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b="0" dirty="0">
                  <a:cs typeface="Arial" charset="0"/>
                </a:rPr>
                <a:t>ICI/IT</a:t>
              </a:r>
            </a:p>
          </p:txBody>
        </p:sp>
        <p:sp>
          <p:nvSpPr>
            <p:cNvPr id="41" name="Rectangle 40">
              <a:extLst>
                <a:ext uri="{FF2B5EF4-FFF2-40B4-BE49-F238E27FC236}">
                  <a16:creationId xmlns:a16="http://schemas.microsoft.com/office/drawing/2014/main" id="{385393E0-B838-4933-8333-EA5CC9833BCE}"/>
                </a:ext>
              </a:extLst>
            </p:cNvPr>
            <p:cNvSpPr/>
            <p:nvPr/>
          </p:nvSpPr>
          <p:spPr bwMode="auto">
            <a:xfrm>
              <a:off x="3835474" y="1649210"/>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GE</a:t>
              </a:r>
            </a:p>
          </p:txBody>
        </p:sp>
        <p:sp>
          <p:nvSpPr>
            <p:cNvPr id="4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2871690" y="1621602"/>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grpSp>
    </p:spTree>
    <p:extLst>
      <p:ext uri="{BB962C8B-B14F-4D97-AF65-F5344CB8AC3E}">
        <p14:creationId xmlns:p14="http://schemas.microsoft.com/office/powerpoint/2010/main" val="119720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p:cNvSpPr>
            <a:spLocks noGrp="1"/>
          </p:cNvSpPr>
          <p:nvPr>
            <p:ph sz="quarter" idx="1"/>
          </p:nvPr>
        </p:nvSpPr>
        <p:spPr/>
        <p:txBody>
          <a:bodyPr/>
          <a:lstStyle/>
          <a:p>
            <a:r>
              <a:rPr lang="en-US" dirty="0"/>
              <a:t>Method </a:t>
            </a:r>
            <a:r>
              <a:rPr lang="en-US" dirty="0">
                <a:latin typeface="Consolas" panose="020B0609020204030204" pitchFamily="49" charset="0"/>
              </a:rPr>
              <a:t>1</a:t>
            </a:r>
            <a:r>
              <a:rPr lang="en-US" dirty="0"/>
              <a:t>:  append with “</a:t>
            </a:r>
            <a:r>
              <a:rPr lang="en-US" b="1" dirty="0">
                <a:solidFill>
                  <a:srgbClr val="FF0000"/>
                </a:solidFill>
                <a:latin typeface="Consolas" panose="020B0609020204030204" pitchFamily="49" charset="0"/>
              </a:rPr>
              <a:t>S</a:t>
            </a:r>
            <a:r>
              <a:rPr lang="en-US" dirty="0"/>
              <a:t>”</a:t>
            </a:r>
          </a:p>
          <a:p>
            <a:pPr lvl="1"/>
            <a:r>
              <a:rPr lang="en-US" dirty="0">
                <a:latin typeface="Consolas" panose="020B0609020204030204" pitchFamily="49" charset="0"/>
              </a:rPr>
              <a:t>ADD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ADD</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ea typeface="Arial Unicode MS" panose="020B0604020202020204" pitchFamily="34" charset="-128"/>
                <a:cs typeface="Arial Unicode MS" panose="020B0604020202020204" pitchFamily="34" charset="-128"/>
              </a:rPr>
              <a:t> r0,r1,r2</a:t>
            </a:r>
            <a:r>
              <a:rPr lang="en-US" dirty="0"/>
              <a:t> </a:t>
            </a:r>
          </a:p>
          <a:p>
            <a:pPr lvl="1"/>
            <a:r>
              <a:rPr lang="en-US" dirty="0">
                <a:latin typeface="Consolas" panose="020B0609020204030204" pitchFamily="49" charset="0"/>
              </a:rPr>
              <a:t>SUB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SUB</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rPr>
              <a:t> r0, r1, r2</a:t>
            </a:r>
          </a:p>
          <a:p>
            <a:pPr marL="274320" lvl="1" indent="0">
              <a:buNone/>
            </a:pPr>
            <a:endParaRPr lang="en-US" dirty="0">
              <a:latin typeface="Consolas" panose="020B0609020204030204" pitchFamily="49" charset="0"/>
              <a:ea typeface="Arial Unicode MS" panose="020B0604020202020204" pitchFamily="34" charset="-128"/>
              <a:cs typeface="Arial Unicode MS" panose="020B0604020202020204" pitchFamily="34" charset="-128"/>
            </a:endParaRPr>
          </a:p>
          <a:p>
            <a:r>
              <a:rPr lang="en-US" dirty="0"/>
              <a:t>Method </a:t>
            </a:r>
            <a:r>
              <a:rPr lang="en-US" dirty="0">
                <a:latin typeface="Consolas" panose="020B0609020204030204" pitchFamily="49" charset="0"/>
              </a:rPr>
              <a:t>2</a:t>
            </a:r>
            <a:r>
              <a:rPr lang="en-US" dirty="0"/>
              <a:t>:  using compare instructions</a:t>
            </a:r>
          </a:p>
          <a:p>
            <a:endParaRPr lang="en-US" dirty="0">
              <a:latin typeface="Consolas" panose="020B0609020204030204" pitchFamily="49"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514799231"/>
              </p:ext>
            </p:extLst>
          </p:nvPr>
        </p:nvGraphicFramePr>
        <p:xfrm>
          <a:off x="2327867" y="3673873"/>
          <a:ext cx="4488265"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TEQ</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8055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228599" y="3399790"/>
                <a:ext cx="8534400" cy="3229610"/>
              </a:xfrm>
            </p:spPr>
            <p:txBody>
              <a:bodyPr>
                <a:normAutofit fontScale="62500" lnSpcReduction="20000"/>
              </a:bodyPr>
              <a:lstStyle/>
              <a:p>
                <a:r>
                  <a:rPr lang="en-US" dirty="0"/>
                  <a:t>SUBS Rd, Rn, Op2: performs subtraction </a:t>
                </a:r>
                <a14:m>
                  <m:oMath xmlns:m="http://schemas.openxmlformats.org/officeDocument/2006/math">
                    <m:r>
                      <a:rPr lang="en-US" i="1">
                        <a:latin typeface="Cambria Math" panose="02040503050406030204" pitchFamily="18" charset="0"/>
                      </a:rPr>
                      <m:t>𝑅𝑛</m:t>
                    </m:r>
                    <m:r>
                      <a:rPr lang="en-US" b="0" i="0" smtClean="0">
                        <a:latin typeface="Cambria Math" panose="02040503050406030204" pitchFamily="18" charset="0"/>
                      </a:rPr>
                      <m:t> − </m:t>
                    </m:r>
                    <m:r>
                      <a:rPr lang="en-US" i="1">
                        <a:latin typeface="Cambria Math" panose="02040503050406030204" pitchFamily="18" charset="0"/>
                      </a:rPr>
                      <m:t>𝑂𝑝</m:t>
                    </m:r>
                    <m:r>
                      <a:rPr lang="en-US">
                        <a:latin typeface="Cambria Math" panose="02040503050406030204" pitchFamily="18" charset="0"/>
                      </a:rPr>
                      <m:t>2</m:t>
                    </m:r>
                  </m:oMath>
                </a14:m>
                <a:r>
                  <a:rPr lang="en-US" dirty="0"/>
                  <a:t>, writes the result into Rd, and also updates NZCV flags; it both computes and compares in one step.</a:t>
                </a:r>
              </a:p>
              <a:p>
                <a:r>
                  <a:rPr lang="en-US" dirty="0"/>
                  <a:t>CMP/CMN/TEQ/TST: performs operations to update NZCV flags, but the computation result is not saved and discarded; it’s a “compare-only” operation for branching or predication. </a:t>
                </a:r>
              </a:p>
              <a:p>
                <a:pPr>
                  <a:lnSpc>
                    <a:spcPct val="90000"/>
                  </a:lnSpc>
                  <a:buFont typeface="Wingdings" pitchFamily="2" charset="2"/>
                  <a:buChar char="Ø"/>
                </a:pPr>
                <a:r>
                  <a:rPr lang="en-US" altLang="zh-TW" dirty="0"/>
                  <a:t>Update the status flags</a:t>
                </a:r>
                <a:endParaRPr lang="en-US" altLang="zh-TW" i="1" dirty="0"/>
              </a:p>
              <a:p>
                <a:pPr marL="800100" lvl="1" indent="-342900">
                  <a:lnSpc>
                    <a:spcPct val="90000"/>
                  </a:lnSpc>
                  <a:buFont typeface="Arial" pitchFamily="34" charset="0"/>
                  <a:buChar char="•"/>
                </a:pPr>
                <a:r>
                  <a:rPr lang="en-US" altLang="zh-TW" sz="1900" dirty="0"/>
                  <a:t>No need to add S bit. No need to specify destination register.</a:t>
                </a:r>
              </a:p>
              <a:p>
                <a:pPr>
                  <a:lnSpc>
                    <a:spcPct val="90000"/>
                  </a:lnSpc>
                  <a:buFont typeface="Wingdings" pitchFamily="2" charset="2"/>
                  <a:buChar char="Ø"/>
                </a:pPr>
                <a:r>
                  <a:rPr lang="en-US" altLang="zh-TW" dirty="0"/>
                  <a:t>Operations are:</a:t>
                </a:r>
              </a:p>
              <a:p>
                <a:pPr marL="800100" lvl="1" indent="-342900">
                  <a:lnSpc>
                    <a:spcPct val="90000"/>
                  </a:lnSpc>
                  <a:buClr>
                    <a:schemeClr val="tx1"/>
                  </a:buClr>
                  <a:buFont typeface="Arial" pitchFamily="34" charset="0"/>
                  <a:buChar char="•"/>
                </a:pPr>
                <a:r>
                  <a:rPr lang="en-US" altLang="zh-TW" sz="1900" b="1" dirty="0">
                    <a:solidFill>
                      <a:srgbClr val="FF0000"/>
                    </a:solidFill>
                    <a:latin typeface="Consolas" panose="020B0609020204030204" pitchFamily="49" charset="0"/>
                    <a:cs typeface="Consolas" panose="020B0609020204030204" pitchFamily="49" charset="0"/>
                  </a:rPr>
                  <a:t>CMP  </a:t>
                </a:r>
                <a:r>
                  <a:rPr lang="en-US" altLang="zh-TW" sz="1900" dirty="0">
                    <a:latin typeface="Consolas" panose="020B0609020204030204" pitchFamily="49" charset="0"/>
                    <a:cs typeface="Consolas" panose="020B0609020204030204" pitchFamily="49" charset="0"/>
                  </a:rPr>
                  <a:t>operand1 - operand2</a:t>
                </a:r>
                <a:r>
                  <a:rPr lang="en-US" altLang="zh-TW" sz="1900" dirty="0"/>
                  <a:t>,</a:t>
                </a:r>
                <a:r>
                  <a:rPr lang="en-US" altLang="zh-TW" sz="1900" dirty="0">
                    <a:latin typeface="Consolas" panose="020B0609020204030204" pitchFamily="49" charset="0"/>
                    <a:cs typeface="Consolas" panose="020B0609020204030204" pitchFamily="49" charset="0"/>
                  </a:rPr>
                  <a:t> </a:t>
                </a:r>
                <a:r>
                  <a:rPr lang="en-US" altLang="zh-TW" sz="1900" dirty="0"/>
                  <a:t>but result not written</a:t>
                </a:r>
              </a:p>
              <a:p>
                <a:pPr marL="800100" lvl="1" indent="-342900">
                  <a:lnSpc>
                    <a:spcPct val="90000"/>
                  </a:lnSpc>
                  <a:buClr>
                    <a:schemeClr val="tx1"/>
                  </a:buClr>
                  <a:buFont typeface="Arial" pitchFamily="34" charset="0"/>
                  <a:buChar char="•"/>
                </a:pPr>
                <a:r>
                  <a:rPr lang="en-US" altLang="zh-TW" sz="1900" b="1" dirty="0">
                    <a:solidFill>
                      <a:srgbClr val="FF0000"/>
                    </a:solidFill>
                    <a:latin typeface="Consolas" panose="020B0609020204030204" pitchFamily="49" charset="0"/>
                    <a:cs typeface="Consolas" panose="020B0609020204030204" pitchFamily="49" charset="0"/>
                  </a:rPr>
                  <a:t>CMN  </a:t>
                </a:r>
                <a:r>
                  <a:rPr lang="en-US" altLang="zh-TW" sz="1900" dirty="0">
                    <a:latin typeface="Consolas" panose="020B0609020204030204" pitchFamily="49" charset="0"/>
                    <a:cs typeface="Consolas" panose="020B0609020204030204" pitchFamily="49" charset="0"/>
                  </a:rPr>
                  <a:t>operand1 + operand2</a:t>
                </a:r>
                <a:r>
                  <a:rPr lang="en-US" altLang="zh-TW" sz="1900" dirty="0"/>
                  <a:t>,</a:t>
                </a:r>
                <a:r>
                  <a:rPr lang="en-US" altLang="zh-TW" sz="1900" dirty="0">
                    <a:latin typeface="Consolas" panose="020B0609020204030204" pitchFamily="49" charset="0"/>
                    <a:cs typeface="Consolas" panose="020B0609020204030204" pitchFamily="49" charset="0"/>
                  </a:rPr>
                  <a:t> </a:t>
                </a:r>
                <a:r>
                  <a:rPr lang="en-US" altLang="zh-TW" sz="1900" dirty="0"/>
                  <a:t>but result not written</a:t>
                </a:r>
              </a:p>
              <a:p>
                <a:pPr marL="800100" lvl="1" indent="-342900">
                  <a:lnSpc>
                    <a:spcPct val="90000"/>
                  </a:lnSpc>
                  <a:buClr>
                    <a:schemeClr val="tx1"/>
                  </a:buClr>
                  <a:buFont typeface="Arial" pitchFamily="34" charset="0"/>
                  <a:buChar char="•"/>
                </a:pPr>
                <a:r>
                  <a:rPr lang="en-US" altLang="zh-TW" sz="1900" b="1" dirty="0">
                    <a:solidFill>
                      <a:srgbClr val="FF0000"/>
                    </a:solidFill>
                    <a:latin typeface="Consolas" panose="020B0609020204030204" pitchFamily="49" charset="0"/>
                    <a:cs typeface="Consolas" panose="020B0609020204030204" pitchFamily="49" charset="0"/>
                  </a:rPr>
                  <a:t>TST  </a:t>
                </a:r>
                <a:r>
                  <a:rPr lang="en-US" altLang="zh-TW" sz="1900" dirty="0">
                    <a:latin typeface="Consolas" panose="020B0609020204030204" pitchFamily="49" charset="0"/>
                    <a:cs typeface="Consolas" panose="020B0609020204030204" pitchFamily="49" charset="0"/>
                  </a:rPr>
                  <a:t>operand1 &amp; operand2</a:t>
                </a:r>
                <a:r>
                  <a:rPr lang="en-US" altLang="zh-TW" sz="1900" dirty="0"/>
                  <a:t>,  but result not written</a:t>
                </a:r>
              </a:p>
              <a:p>
                <a:pPr marL="800100" lvl="1" indent="-342900">
                  <a:lnSpc>
                    <a:spcPct val="90000"/>
                  </a:lnSpc>
                  <a:buClr>
                    <a:schemeClr val="tx1"/>
                  </a:buClr>
                  <a:buFont typeface="Arial" pitchFamily="34" charset="0"/>
                  <a:buChar char="•"/>
                </a:pPr>
                <a:r>
                  <a:rPr lang="en-US" altLang="zh-TW" sz="1900" b="1" dirty="0">
                    <a:solidFill>
                      <a:srgbClr val="FF0000"/>
                    </a:solidFill>
                    <a:latin typeface="Consolas" panose="020B0609020204030204" pitchFamily="49" charset="0"/>
                    <a:cs typeface="Consolas" panose="020B0609020204030204" pitchFamily="49" charset="0"/>
                  </a:rPr>
                  <a:t>TEQ  </a:t>
                </a:r>
                <a:r>
                  <a:rPr lang="en-US" altLang="zh-TW" sz="1900" dirty="0">
                    <a:latin typeface="Consolas" panose="020B0609020204030204" pitchFamily="49" charset="0"/>
                    <a:cs typeface="Consolas" panose="020B0609020204030204" pitchFamily="49" charset="0"/>
                  </a:rPr>
                  <a:t>operand1 ^ operand2</a:t>
                </a:r>
                <a:r>
                  <a:rPr lang="en-US" altLang="zh-TW" sz="1900" dirty="0"/>
                  <a:t>,  but result not written</a:t>
                </a:r>
              </a:p>
              <a:p>
                <a:pPr>
                  <a:lnSpc>
                    <a:spcPct val="90000"/>
                  </a:lnSpc>
                  <a:buFont typeface="Wingdings" pitchFamily="2" charset="2"/>
                  <a:buChar char="Ø"/>
                </a:pPr>
                <a:r>
                  <a:rPr lang="en-US" altLang="zh-TW" dirty="0"/>
                  <a:t>Examples:</a:t>
                </a:r>
                <a:endParaRPr lang="en-US" altLang="zh-TW" b="1" dirty="0">
                  <a:latin typeface="Courier New" pitchFamily="49" charset="0"/>
                </a:endParaRPr>
              </a:p>
              <a:p>
                <a:pPr marL="800100" lvl="1" indent="-342900">
                  <a:lnSpc>
                    <a:spcPct val="90000"/>
                  </a:lnSpc>
                  <a:buFont typeface="Arial" pitchFamily="34" charset="0"/>
                  <a:buChar char="•"/>
                </a:pPr>
                <a:r>
                  <a:rPr lang="en-US" altLang="zh-TW" sz="1900" b="1" dirty="0">
                    <a:latin typeface="Courier New" pitchFamily="49" charset="0"/>
                  </a:rPr>
                  <a:t>CMP  r0, r1</a:t>
                </a:r>
              </a:p>
              <a:p>
                <a:pPr marL="800100" lvl="1" indent="-342900">
                  <a:lnSpc>
                    <a:spcPct val="90000"/>
                  </a:lnSpc>
                  <a:buFont typeface="Arial" pitchFamily="34" charset="0"/>
                  <a:buChar char="•"/>
                </a:pPr>
                <a:r>
                  <a:rPr lang="en-US" altLang="zh-TW" sz="1900" b="1" dirty="0">
                    <a:latin typeface="Courier New" pitchFamily="49" charset="0"/>
                  </a:rPr>
                  <a:t>TST  r2, #5</a:t>
                </a:r>
                <a:endParaRPr lang="zh-TW" altLang="en-US" sz="1900" b="1" dirty="0">
                  <a:latin typeface="Courier New" pitchFamily="49" charset="0"/>
                </a:endParaRP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228599" y="3399790"/>
                <a:ext cx="8534400" cy="3229610"/>
              </a:xfrm>
              <a:blipFill>
                <a:blip r:embed="rId2"/>
                <a:stretch>
                  <a:fillRect t="-2075"/>
                </a:stretch>
              </a:blipFill>
            </p:spPr>
            <p:txBody>
              <a:bodyPr/>
              <a:lstStyle/>
              <a:p>
                <a:r>
                  <a:rPr lang="en-US">
                    <a:noFill/>
                  </a:rPr>
                  <a:t> </a:t>
                </a:r>
              </a:p>
            </p:txBody>
          </p:sp>
        </mc:Fallback>
      </mc:AlternateContent>
      <p:graphicFrame>
        <p:nvGraphicFramePr>
          <p:cNvPr id="3" name="Table 2"/>
          <p:cNvGraphicFramePr>
            <a:graphicFrameLocks noGrp="1"/>
          </p:cNvGraphicFramePr>
          <p:nvPr>
            <p:extLst>
              <p:ext uri="{D42A27DB-BD31-4B8C-83A1-F6EECF244321}">
                <p14:modId xmlns:p14="http://schemas.microsoft.com/office/powerpoint/2010/main" val="1029720561"/>
              </p:ext>
            </p:extLst>
          </p:nvPr>
        </p:nvGraphicFramePr>
        <p:xfrm>
          <a:off x="1447799" y="1242566"/>
          <a:ext cx="6096001"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1607736">
                  <a:extLst>
                    <a:ext uri="{9D8B030D-6E8A-4147-A177-3AD203B41FA5}">
                      <a16:colId xmlns:a16="http://schemas.microsoft.com/office/drawing/2014/main" val="20001"/>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Brief description</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TEQ</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Rn</a:t>
                      </a:r>
                      <a:r>
                        <a:rPr lang="en-US" sz="1800" dirty="0">
                          <a:effectLst/>
                          <a:latin typeface="Consolas" panose="020B0609020204030204" pitchFamily="49" charset="0"/>
                        </a:rPr>
                        <a:t>, Op2</a:t>
                      </a:r>
                      <a:endParaRPr lang="en-US" sz="1800" dirty="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a:t>
            </a:fld>
            <a:endParaRPr kumimoji="0" lang="en-US" dirty="0"/>
          </a:p>
        </p:txBody>
      </p:sp>
    </p:spTree>
    <p:extLst>
      <p:ext uri="{BB962C8B-B14F-4D97-AF65-F5344CB8AC3E}">
        <p14:creationId xmlns:p14="http://schemas.microsoft.com/office/powerpoint/2010/main" val="2502343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Updating Condition Flags:</a:t>
            </a:r>
            <a:br>
              <a:rPr lang="en-US" dirty="0"/>
            </a:br>
            <a:r>
              <a:rPr lang="en-US" dirty="0"/>
              <a:t>CMP and CMN</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a:p>
        </p:txBody>
      </p:sp>
      <p:sp>
        <p:nvSpPr>
          <p:cNvPr id="4" name="Content Placeholder 3"/>
          <p:cNvSpPr>
            <a:spLocks noGrp="1"/>
          </p:cNvSpPr>
          <p:nvPr>
            <p:ph sz="quarter" idx="1"/>
          </p:nvPr>
        </p:nvSpPr>
        <p:spPr>
          <a:xfrm>
            <a:off x="457200" y="1600200"/>
            <a:ext cx="8229600" cy="4556760"/>
          </a:xfrm>
        </p:spPr>
        <p:txBody>
          <a:bodyPr>
            <a:normAutofit/>
          </a:bodyPr>
          <a:lstStyle/>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Rn, Operand2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Rn, Operand2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Operand2 from Rn.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Operand2 to Rn.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p:txBody>
      </p:sp>
    </p:spTree>
    <p:extLst>
      <p:ext uri="{BB962C8B-B14F-4D97-AF65-F5344CB8AC3E}">
        <p14:creationId xmlns:p14="http://schemas.microsoft.com/office/powerpoint/2010/main" val="3146583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CMP</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p:sp>
        <p:nvSpPr>
          <p:cNvPr id="5" name="Rectangle 4"/>
          <p:cNvSpPr/>
          <p:nvPr/>
        </p:nvSpPr>
        <p:spPr>
          <a:xfrm>
            <a:off x="1295400" y="2286000"/>
            <a:ext cx="6324600" cy="34163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Area absolute, CODE, </a:t>
            </a:r>
            <a:r>
              <a:rPr lang="en-US" dirty="0" err="1">
                <a:latin typeface="Consolas" panose="020B0609020204030204" pitchFamily="49" charset="0"/>
                <a:cs typeface="Consolas" panose="020B0609020204030204" pitchFamily="49" charset="0"/>
              </a:rPr>
              <a:t>READONLY</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EXPORT __main  </a:t>
            </a:r>
          </a:p>
          <a:p>
            <a:r>
              <a:rPr lang="en-US" dirty="0">
                <a:latin typeface="Consolas" panose="020B0609020204030204" pitchFamily="49" charset="0"/>
                <a:cs typeface="Consolas" panose="020B0609020204030204" pitchFamily="49" charset="0"/>
              </a:rPr>
              <a:t>       ENTRY</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__main </a:t>
            </a:r>
            <a:r>
              <a:rPr lang="en-US" dirty="0" err="1">
                <a:latin typeface="Consolas" panose="020B0609020204030204" pitchFamily="49" charset="0"/>
                <a:cs typeface="Consolas" panose="020B0609020204030204" pitchFamily="49" charset="0"/>
              </a:rPr>
              <a:t>PROC</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b="1" dirty="0" err="1">
                <a:solidFill>
                  <a:srgbClr val="FF0000"/>
                </a:solidFill>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r1, #0</a:t>
            </a:r>
          </a:p>
          <a:p>
            <a:r>
              <a:rPr lang="en-US" dirty="0">
                <a:latin typeface="Consolas" panose="020B0609020204030204" pitchFamily="49" charset="0"/>
                <a:cs typeface="Consolas" panose="020B0609020204030204" pitchFamily="49" charset="0"/>
              </a:rPr>
              <a:t>       RSB</a:t>
            </a:r>
            <a:r>
              <a:rPr lang="en-US" b="1" dirty="0">
                <a:solidFill>
                  <a:srgbClr val="FF0000"/>
                </a:solidFill>
                <a:latin typeface="Consolas" panose="020B0609020204030204" pitchFamily="49" charset="0"/>
                <a:cs typeface="Consolas" panose="020B0609020204030204" pitchFamily="49" charset="0"/>
              </a:rPr>
              <a:t>LT</a:t>
            </a:r>
            <a:r>
              <a:rPr lang="en-US" dirty="0">
                <a:latin typeface="Consolas" panose="020B0609020204030204" pitchFamily="49" charset="0"/>
                <a:cs typeface="Consolas" panose="020B0609020204030204" pitchFamily="49" charset="0"/>
              </a:rPr>
              <a:t>  r1, r1, #0 </a:t>
            </a:r>
            <a:r>
              <a:rPr lang="en-US" dirty="0">
                <a:solidFill>
                  <a:schemeClr val="bg1">
                    <a:lumMod val="50000"/>
                  </a:schemeClr>
                </a:solidFill>
                <a:latin typeface="Consolas" panose="020B0609020204030204" pitchFamily="49" charset="0"/>
                <a:cs typeface="Consolas" panose="020B0609020204030204" pitchFamily="49" charset="0"/>
              </a:rPr>
              <a:t>; r1 = -r1 if r1 &lt; 0</a:t>
            </a:r>
            <a:endParaRPr lang="en-US" dirty="0">
              <a:latin typeface="Consolas" panose="020B0609020204030204" pitchFamily="49" charset="0"/>
              <a:cs typeface="Consolas" panose="020B0609020204030204" pitchFamily="49" charset="0"/>
            </a:endParaRP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done   B done     </a:t>
            </a:r>
            <a:r>
              <a:rPr lang="en-US" dirty="0">
                <a:solidFill>
                  <a:schemeClr val="bg1">
                    <a:lumMod val="50000"/>
                  </a:schemeClr>
                </a:solidFill>
                <a:latin typeface="Consolas" panose="020B0609020204030204" pitchFamily="49" charset="0"/>
                <a:cs typeface="Consolas" panose="020B0609020204030204" pitchFamily="49" charset="0"/>
              </a:rPr>
              <a:t>; </a:t>
            </a:r>
            <a:r>
              <a:rPr lang="en-US" dirty="0" err="1">
                <a:solidFill>
                  <a:schemeClr val="bg1">
                    <a:lumMod val="50000"/>
                  </a:schemeClr>
                </a:solidFill>
                <a:latin typeface="Consolas" panose="020B0609020204030204" pitchFamily="49" charset="0"/>
                <a:cs typeface="Consolas" panose="020B0609020204030204" pitchFamily="49" charset="0"/>
              </a:rPr>
              <a:t>deadloop</a:t>
            </a:r>
            <a:endParaRPr lang="en-US" dirty="0">
              <a:solidFill>
                <a:schemeClr val="bg1">
                  <a:lumMod val="50000"/>
                </a:schemeClr>
              </a:solidFill>
              <a:latin typeface="Consolas" panose="020B0609020204030204" pitchFamily="49" charset="0"/>
              <a:cs typeface="Consolas" panose="020B0609020204030204" pitchFamily="49" charset="0"/>
            </a:endParaRP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ENDP</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END</a:t>
            </a:r>
          </a:p>
        </p:txBody>
      </p:sp>
      <mc:AlternateContent xmlns:mc="http://schemas.openxmlformats.org/markup-compatibility/2006" xmlns:a14="http://schemas.microsoft.com/office/drawing/2010/main">
        <mc:Choice Requires="a14">
          <p:sp>
            <p:nvSpPr>
              <p:cNvPr id="6" name="TextBox 5"/>
              <p:cNvSpPr txBox="1"/>
              <p:nvPr/>
            </p:nvSpPr>
            <p:spPr>
              <a:xfrm>
                <a:off x="3581400" y="1524000"/>
                <a:ext cx="20574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a:rPr>
                        <m:t>𝑓</m:t>
                      </m:r>
                      <m:d>
                        <m:dPr>
                          <m:ctrlPr>
                            <a:rPr lang="en-US" sz="2800" i="1" smtClean="0">
                              <a:latin typeface="Cambria Math" panose="02040503050406030204" pitchFamily="18" charset="0"/>
                            </a:rPr>
                          </m:ctrlPr>
                        </m:dPr>
                        <m:e>
                          <m:r>
                            <a:rPr lang="en-US" sz="2800" b="0" i="1" smtClean="0">
                              <a:latin typeface="Cambria Math"/>
                            </a:rPr>
                            <m:t>𝑥</m:t>
                          </m:r>
                        </m:e>
                      </m:d>
                      <m:r>
                        <a:rPr lang="en-US" sz="2800" b="0" i="1" smtClean="0">
                          <a:latin typeface="Cambria Math"/>
                        </a:rPr>
                        <m:t>=|</m:t>
                      </m:r>
                      <m:r>
                        <a:rPr lang="en-US" sz="2800" b="0" i="1" smtClean="0">
                          <a:latin typeface="Cambria Math"/>
                        </a:rPr>
                        <m:t>𝑥</m:t>
                      </m:r>
                      <m:r>
                        <a:rPr lang="en-US" sz="2800" b="0" i="1" smtClean="0">
                          <a:latin typeface="Cambria Math"/>
                        </a:rPr>
                        <m:t>|</m:t>
                      </m:r>
                    </m:oMath>
                  </m:oMathPara>
                </a14:m>
                <a:endParaRPr lang="en-US" sz="2800" dirty="0"/>
              </a:p>
            </p:txBody>
          </p:sp>
        </mc:Choice>
        <mc:Fallback xmlns:mv="urn:schemas-microsoft-com:mac:vml" xmlns="">
          <p:sp>
            <p:nvSpPr>
              <p:cNvPr id="6" name="TextBox 5"/>
              <p:cNvSpPr txBox="1">
                <a:spLocks noRot="1" noChangeAspect="1" noMove="1" noResize="1" noEditPoints="1" noAdjustHandles="1" noChangeArrowheads="1" noChangeShapeType="1" noTextEdit="1"/>
              </p:cNvSpPr>
              <p:nvPr/>
            </p:nvSpPr>
            <p:spPr>
              <a:xfrm>
                <a:off x="3581400" y="1524000"/>
                <a:ext cx="2057400" cy="523220"/>
              </a:xfrm>
              <a:prstGeom prst="rect">
                <a:avLst/>
              </a:prstGeom>
              <a:blipFill rotWithShape="1">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7EF10046-E302-DEDA-6CC6-83E8B3B03478}"/>
              </a:ext>
            </a:extLst>
          </p:cNvPr>
          <p:cNvSpPr txBox="1"/>
          <p:nvPr/>
        </p:nvSpPr>
        <p:spPr>
          <a:xfrm>
            <a:off x="952500" y="5827465"/>
            <a:ext cx="7239000"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solidFill>
              </a:rPr>
              <a:t>RSBLT r1, r1, #0:: conditional execution of the RSB instruction with the condition code LT. If the condition LT (less than) is true, then set r1=0−r1</a:t>
            </a:r>
            <a:endParaRPr lang="en-US" dirty="0"/>
          </a:p>
        </p:txBody>
      </p:sp>
    </p:spTree>
    <p:extLst>
      <p:ext uri="{BB962C8B-B14F-4D97-AF65-F5344CB8AC3E}">
        <p14:creationId xmlns:p14="http://schemas.microsoft.com/office/powerpoint/2010/main" val="341057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Updating Condition Flags:</a:t>
            </a:r>
            <a:br>
              <a:rPr lang="en-US" dirty="0"/>
            </a:br>
            <a:r>
              <a:rPr lang="en-US" dirty="0"/>
              <a:t>TST and TEQ</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447800"/>
                <a:ext cx="6629400" cy="4709160"/>
              </a:xfrm>
            </p:spPr>
            <p:txBody>
              <a:bodyPr>
                <a:normAutofit fontScale="92500" lnSpcReduction="20000"/>
              </a:bodyPr>
              <a:lstStyle/>
              <a:p>
                <a:pPr marL="0" indent="0">
                  <a:buNone/>
                </a:pPr>
                <a:r>
                  <a:rPr lang="en-US" sz="2400" b="1" dirty="0">
                    <a:solidFill>
                      <a:srgbClr val="FF0000"/>
                    </a:solidFill>
                    <a:latin typeface="Consolas" panose="020B0609020204030204" pitchFamily="49" charset="0"/>
                  </a:rPr>
                  <a:t>   TST</a:t>
                </a:r>
                <a:r>
                  <a:rPr lang="en-US" sz="2400" b="1" dirty="0">
                    <a:latin typeface="Consolas" panose="020B0609020204030204" pitchFamily="49" charset="0"/>
                  </a:rPr>
                  <a:t> Rn, Operand2  </a:t>
                </a:r>
                <a:r>
                  <a:rPr lang="en-US" sz="2400" b="1" dirty="0">
                    <a:solidFill>
                      <a:schemeClr val="bg1">
                        <a:lumMod val="50000"/>
                      </a:schemeClr>
                    </a:solidFill>
                    <a:latin typeface="Consolas" panose="020B0609020204030204" pitchFamily="49" charset="0"/>
                  </a:rPr>
                  <a:t>; Bitwise AND</a:t>
                </a:r>
              </a:p>
              <a:p>
                <a:pPr marL="0" indent="0">
                  <a:buNone/>
                </a:pPr>
                <a:r>
                  <a:rPr lang="en-US" sz="2400" b="1" dirty="0">
                    <a:solidFill>
                      <a:srgbClr val="FF0000"/>
                    </a:solidFill>
                    <a:latin typeface="Consolas" panose="020B0609020204030204" pitchFamily="49" charset="0"/>
                  </a:rPr>
                  <a:t>   TEQ</a:t>
                </a:r>
                <a:r>
                  <a:rPr lang="en-US" sz="2400" b="1" dirty="0">
                    <a:latin typeface="Consolas" panose="020B0609020204030204" pitchFamily="49" charset="0"/>
                  </a:rPr>
                  <a:t> Rn, Operand2  </a:t>
                </a:r>
                <a:r>
                  <a:rPr lang="en-US" sz="2400" b="1" dirty="0">
                    <a:solidFill>
                      <a:schemeClr val="bg1">
                        <a:lumMod val="50000"/>
                      </a:schemeClr>
                    </a:solidFill>
                    <a:latin typeface="Consolas" panose="020B0609020204030204" pitchFamily="49" charset="0"/>
                  </a:rPr>
                  <a:t>; Bitwise Exclusive OR</a:t>
                </a:r>
              </a:p>
              <a:p>
                <a:pPr marL="0" indent="0" algn="ctr">
                  <a:buNone/>
                </a:pPr>
                <a:endParaRPr lang="en-US" sz="1400" dirty="0"/>
              </a:p>
              <a:p>
                <a:r>
                  <a:rPr lang="en-US" sz="2000" dirty="0">
                    <a:solidFill>
                      <a:srgbClr val="FF0000"/>
                    </a:solidFill>
                  </a:rPr>
                  <a:t>Update N and Z </a:t>
                </a:r>
                <a:r>
                  <a:rPr lang="en-US" sz="2000" dirty="0"/>
                  <a:t>according to the result</a:t>
                </a:r>
              </a:p>
              <a:p>
                <a:r>
                  <a:rPr lang="en-US" sz="2000" dirty="0"/>
                  <a:t>Can update C during the calculation of Operand2 </a:t>
                </a:r>
              </a:p>
              <a:p>
                <a:r>
                  <a:rPr lang="en-US" sz="2000" dirty="0"/>
                  <a:t>Do not affect V</a:t>
                </a:r>
              </a:p>
              <a:p>
                <a:r>
                  <a:rPr lang="en-US" sz="2000" dirty="0"/>
                  <a:t>TST performs </a:t>
                </a:r>
                <a:r>
                  <a:rPr lang="en-US" sz="2000" dirty="0">
                    <a:solidFill>
                      <a:srgbClr val="FF0000"/>
                    </a:solidFill>
                  </a:rPr>
                  <a:t>bitwise AND </a:t>
                </a:r>
                <a:r>
                  <a:rPr lang="en-US" sz="2000" dirty="0"/>
                  <a:t>on Rn and Operand2. </a:t>
                </a:r>
              </a:p>
              <a:p>
                <a:pPr lvl="1"/>
                <a:r>
                  <a:rPr lang="en-US" sz="1800" dirty="0"/>
                  <a:t>Same as </a:t>
                </a:r>
                <a:r>
                  <a:rPr lang="en-US" sz="1800" dirty="0">
                    <a:latin typeface="Consolas" panose="020B0609020204030204" pitchFamily="49" charset="0"/>
                  </a:rPr>
                  <a:t>ANDS</a:t>
                </a:r>
                <a:r>
                  <a:rPr lang="en-US" sz="1800" dirty="0"/>
                  <a:t>, except result is discarded.</a:t>
                </a:r>
              </a:p>
              <a:p>
                <a:pPr lvl="1"/>
                <a:r>
                  <a:rPr lang="en-US" sz="1800" dirty="0"/>
                  <a:t>Use Operand2 as a mask; Z=0 implies “some masked bit(s) are set, so result is non-zero” Z=1 implies “none of the masked bit(s) are set, so result is zero.” For a single-bit mask, Z=0 means “that bit in Rn is 1,” and Z=1 means “that bit is 0.”</a:t>
                </a:r>
              </a:p>
              <a:p>
                <a:r>
                  <a:rPr lang="en-US" sz="2000" dirty="0"/>
                  <a:t> TEQ performs </a:t>
                </a:r>
                <a:r>
                  <a:rPr lang="en-US" sz="2000" dirty="0">
                    <a:solidFill>
                      <a:srgbClr val="FF0000"/>
                    </a:solidFill>
                  </a:rPr>
                  <a:t>bitwise Exclusive OR </a:t>
                </a:r>
                <a:r>
                  <a:rPr lang="en-US" sz="2000" dirty="0"/>
                  <a:t>on Rn and Operand2.</a:t>
                </a:r>
              </a:p>
              <a:p>
                <a:pPr lvl="1"/>
                <a:r>
                  <a:rPr lang="en-US" sz="1800" dirty="0"/>
                  <a:t>Same as </a:t>
                </a:r>
                <a:r>
                  <a:rPr lang="en-US" sz="1800" dirty="0">
                    <a:latin typeface="Consolas" panose="020B0609020204030204" pitchFamily="49" charset="0"/>
                  </a:rPr>
                  <a:t>EORS</a:t>
                </a:r>
                <a:r>
                  <a:rPr lang="en-US" sz="1800" dirty="0"/>
                  <a:t>, except result is discarded.</a:t>
                </a:r>
              </a:p>
              <a:p>
                <a:pPr lvl="1"/>
                <a:r>
                  <a:rPr lang="en-US" sz="1800" dirty="0"/>
                  <a:t>If Rn and Operand2 are equal, then </a:t>
                </a:r>
                <a14:m>
                  <m:oMath xmlns:m="http://schemas.openxmlformats.org/officeDocument/2006/math">
                    <m:r>
                      <a:rPr lang="en-US" sz="1800">
                        <a:latin typeface="Cambria Math" panose="02040503050406030204" pitchFamily="18" charset="0"/>
                      </a:rPr>
                      <m:t>𝑅𝑛</m:t>
                    </m:r>
                    <m:r>
                      <a:rPr lang="en-US" sz="1800">
                        <a:latin typeface="Cambria Math" panose="02040503050406030204" pitchFamily="18" charset="0"/>
                      </a:rPr>
                      <m:t>⊕</m:t>
                    </m:r>
                    <m:r>
                      <a:rPr lang="en-US" sz="1800">
                        <a:latin typeface="Cambria Math" panose="02040503050406030204" pitchFamily="18" charset="0"/>
                      </a:rPr>
                      <m:t>𝑂𝑝𝑒𝑟𝑎𝑛𝑑</m:t>
                    </m:r>
                    <m:r>
                      <a:rPr lang="en-US" sz="1800">
                        <a:latin typeface="Cambria Math" panose="02040503050406030204" pitchFamily="18" charset="0"/>
                      </a:rPr>
                      <m:t>2</m:t>
                    </m:r>
                  </m:oMath>
                </a14:m>
                <a:r>
                  <a:rPr lang="en-US" sz="1800" dirty="0"/>
                  <a:t> is zero, and Z is set to 1; otherwise Z is cleared.</a:t>
                </a:r>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447800"/>
                <a:ext cx="6629400" cy="4709160"/>
              </a:xfrm>
              <a:blipFill>
                <a:blip r:embed="rId3"/>
                <a:stretch>
                  <a:fillRect l="-1195" t="-2202" r="-92" b="-648"/>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8DCF8158-0829-196C-D9FE-1C770A94B4C4}"/>
              </a:ext>
            </a:extLst>
          </p:cNvPr>
          <p:cNvGraphicFramePr>
            <a:graphicFrameLocks noGrp="1"/>
          </p:cNvGraphicFramePr>
          <p:nvPr>
            <p:extLst>
              <p:ext uri="{D42A27DB-BD31-4B8C-83A1-F6EECF244321}">
                <p14:modId xmlns:p14="http://schemas.microsoft.com/office/powerpoint/2010/main" val="573572067"/>
              </p:ext>
            </p:extLst>
          </p:nvPr>
        </p:nvGraphicFramePr>
        <p:xfrm>
          <a:off x="7086600" y="2362200"/>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AND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2771978248"/>
                  </a:ext>
                </a:extLst>
              </a:tr>
            </a:tbl>
          </a:graphicData>
        </a:graphic>
      </p:graphicFrame>
      <p:graphicFrame>
        <p:nvGraphicFramePr>
          <p:cNvPr id="6" name="Table 5">
            <a:extLst>
              <a:ext uri="{FF2B5EF4-FFF2-40B4-BE49-F238E27FC236}">
                <a16:creationId xmlns:a16="http://schemas.microsoft.com/office/drawing/2014/main" id="{03FCCA32-130C-6803-E182-E05ADA9ECB49}"/>
              </a:ext>
            </a:extLst>
          </p:cNvPr>
          <p:cNvGraphicFramePr>
            <a:graphicFrameLocks noGrp="1"/>
          </p:cNvGraphicFramePr>
          <p:nvPr>
            <p:extLst>
              <p:ext uri="{D42A27DB-BD31-4B8C-83A1-F6EECF244321}">
                <p14:modId xmlns:p14="http://schemas.microsoft.com/office/powerpoint/2010/main" val="4008147150"/>
              </p:ext>
            </p:extLst>
          </p:nvPr>
        </p:nvGraphicFramePr>
        <p:xfrm>
          <a:off x="7086600" y="4482891"/>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XOR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771978248"/>
                  </a:ext>
                </a:extLst>
              </a:tr>
            </a:tbl>
          </a:graphicData>
        </a:graphic>
      </p:graphicFrame>
    </p:spTree>
    <p:extLst>
      <p:ext uri="{BB962C8B-B14F-4D97-AF65-F5344CB8AC3E}">
        <p14:creationId xmlns:p14="http://schemas.microsoft.com/office/powerpoint/2010/main" val="3856419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27C1-1F30-01B4-EDA5-AA372A7564E3}"/>
              </a:ext>
            </a:extLst>
          </p:cNvPr>
          <p:cNvSpPr>
            <a:spLocks noGrp="1"/>
          </p:cNvSpPr>
          <p:nvPr>
            <p:ph type="title"/>
          </p:nvPr>
        </p:nvSpPr>
        <p:spPr/>
        <p:txBody>
          <a:bodyPr/>
          <a:lstStyle/>
          <a:p>
            <a:r>
              <a:rPr lang="en-US" dirty="0"/>
              <a:t>Example of TEQ</a:t>
            </a:r>
          </a:p>
        </p:txBody>
      </p:sp>
      <p:sp>
        <p:nvSpPr>
          <p:cNvPr id="3" name="Slide Number Placeholder 2">
            <a:extLst>
              <a:ext uri="{FF2B5EF4-FFF2-40B4-BE49-F238E27FC236}">
                <a16:creationId xmlns:a16="http://schemas.microsoft.com/office/drawing/2014/main" id="{45F24D4A-7641-EB87-BBFE-58459B1F105F}"/>
              </a:ext>
            </a:extLst>
          </p:cNvPr>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a:extLst>
              <a:ext uri="{FF2B5EF4-FFF2-40B4-BE49-F238E27FC236}">
                <a16:creationId xmlns:a16="http://schemas.microsoft.com/office/drawing/2014/main" id="{0994813A-6090-94C3-BB20-0506E22F6AC2}"/>
              </a:ext>
            </a:extLst>
          </p:cNvPr>
          <p:cNvSpPr>
            <a:spLocks noGrp="1"/>
          </p:cNvSpPr>
          <p:nvPr>
            <p:ph sz="quarter" idx="1"/>
          </p:nvPr>
        </p:nvSpPr>
        <p:spPr>
          <a:xfrm>
            <a:off x="457200" y="1219200"/>
            <a:ext cx="8229600" cy="990600"/>
          </a:xfrm>
        </p:spPr>
        <p:txBody>
          <a:bodyPr/>
          <a:lstStyle/>
          <a:p>
            <a:r>
              <a:rPr lang="pt-BR" dirty="0"/>
              <a:t>Translate C code into assembly:</a:t>
            </a:r>
          </a:p>
          <a:p>
            <a:pPr lvl="1"/>
            <a:r>
              <a:rPr lang="pt-BR" dirty="0"/>
              <a:t>if (char == ‘!’ || char == ‘?’) found++; </a:t>
            </a:r>
          </a:p>
        </p:txBody>
      </p:sp>
      <p:sp>
        <p:nvSpPr>
          <p:cNvPr id="5" name="Rectangle 4">
            <a:extLst>
              <a:ext uri="{FF2B5EF4-FFF2-40B4-BE49-F238E27FC236}">
                <a16:creationId xmlns:a16="http://schemas.microsoft.com/office/drawing/2014/main" id="{35FA7799-1206-B233-B834-C4D6CB77EC59}"/>
              </a:ext>
            </a:extLst>
          </p:cNvPr>
          <p:cNvSpPr/>
          <p:nvPr/>
        </p:nvSpPr>
        <p:spPr>
          <a:xfrm>
            <a:off x="2971800" y="2133600"/>
            <a:ext cx="2362200" cy="101566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sz="2000" dirty="0"/>
              <a:t>TEQ r0, #‘!’ </a:t>
            </a:r>
          </a:p>
          <a:p>
            <a:r>
              <a:rPr lang="pt-BR" sz="2000" dirty="0"/>
              <a:t>TEQNE r0, #‘?’</a:t>
            </a:r>
          </a:p>
          <a:p>
            <a:r>
              <a:rPr lang="pt-BR" sz="2000" dirty="0"/>
              <a:t>ADDEQ r1, r1, #1</a:t>
            </a:r>
          </a:p>
        </p:txBody>
      </p:sp>
      <mc:AlternateContent xmlns:mc="http://schemas.openxmlformats.org/markup-compatibility/2006" xmlns:a14="http://schemas.microsoft.com/office/drawing/2010/main">
        <mc:Choice Requires="a14">
          <p:sp>
            <p:nvSpPr>
              <p:cNvPr id="6" name="Content Placeholder 3">
                <a:extLst>
                  <a:ext uri="{FF2B5EF4-FFF2-40B4-BE49-F238E27FC236}">
                    <a16:creationId xmlns:a16="http://schemas.microsoft.com/office/drawing/2014/main" id="{E5FFFCF9-37E2-4F46-BF73-3BA72A325AB2}"/>
                  </a:ext>
                </a:extLst>
              </p:cNvPr>
              <p:cNvSpPr txBox="1">
                <a:spLocks/>
              </p:cNvSpPr>
              <p:nvPr/>
            </p:nvSpPr>
            <p:spPr>
              <a:xfrm>
                <a:off x="612648" y="3200400"/>
                <a:ext cx="8229600" cy="328164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dirty="0"/>
                  <a:t>TEQ r0, #‘!’ performs a test-equal by computing </a:t>
                </a:r>
                <a14:m>
                  <m:oMath xmlns:m="http://schemas.openxmlformats.org/officeDocument/2006/math">
                    <m:r>
                      <a:rPr lang="en-US" i="1">
                        <a:latin typeface="Cambria Math" panose="02040503050406030204" pitchFamily="18" charset="0"/>
                      </a:rPr>
                      <m:t>𝑟</m:t>
                    </m:r>
                    <m:r>
                      <a:rPr lang="en-US">
                        <a:latin typeface="Cambria Math" panose="02040503050406030204" pitchFamily="18" charset="0"/>
                      </a:rPr>
                      <m:t>0</m:t>
                    </m:r>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m:t>
                        </m:r>
                      </m:sup>
                    </m:sSup>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m:t>
                        </m:r>
                      </m:sup>
                    </m:sSup>
                  </m:oMath>
                </a14:m>
                <a:r>
                  <a:rPr lang="ar-AE" dirty="0"/>
                  <a:t> </a:t>
                </a:r>
                <a:r>
                  <a:rPr lang="en-US" dirty="0"/>
                  <a:t>and setting condition flags; Z=1 when r0 equals ‘!’. </a:t>
                </a:r>
              </a:p>
              <a:p>
                <a:r>
                  <a:rPr lang="en-US" dirty="0"/>
                  <a:t>TEQNE r0, #‘?’ executes only if the previous Z=0 (i.e., char was not ‘!’); it tests r0 against ‘?’ and sets Z accordingly. This achieves the logical OR without branches by conditionally running the second test only when needed.</a:t>
                </a:r>
              </a:p>
              <a:p>
                <a:r>
                  <a:rPr lang="en-US" dirty="0"/>
                  <a:t>ADDEQ r1, r1, #1 executes only if Z=1 after the tests, meaning char matched either ‘!’ or ‘?’, so it increments found in r1</a:t>
                </a:r>
              </a:p>
              <a:p>
                <a:endParaRPr lang="en-US" dirty="0"/>
              </a:p>
            </p:txBody>
          </p:sp>
        </mc:Choice>
        <mc:Fallback xmlns="">
          <p:sp>
            <p:nvSpPr>
              <p:cNvPr id="6" name="Content Placeholder 3">
                <a:extLst>
                  <a:ext uri="{FF2B5EF4-FFF2-40B4-BE49-F238E27FC236}">
                    <a16:creationId xmlns:a16="http://schemas.microsoft.com/office/drawing/2014/main" id="{E5FFFCF9-37E2-4F46-BF73-3BA72A325AB2}"/>
                  </a:ext>
                </a:extLst>
              </p:cNvPr>
              <p:cNvSpPr txBox="1">
                <a:spLocks noRot="1" noChangeAspect="1" noMove="1" noResize="1" noEditPoints="1" noAdjustHandles="1" noChangeArrowheads="1" noChangeShapeType="1" noTextEdit="1"/>
              </p:cNvSpPr>
              <p:nvPr/>
            </p:nvSpPr>
            <p:spPr>
              <a:xfrm>
                <a:off x="612648" y="3200400"/>
                <a:ext cx="8229600" cy="3281640"/>
              </a:xfrm>
              <a:prstGeom prst="rect">
                <a:avLst/>
              </a:prstGeom>
              <a:blipFill>
                <a:blip r:embed="rId2"/>
                <a:stretch>
                  <a:fillRect l="-519" t="-2045" r="-1481" b="-2416"/>
                </a:stretch>
              </a:blipFill>
            </p:spPr>
            <p:txBody>
              <a:bodyPr/>
              <a:lstStyle/>
              <a:p>
                <a:r>
                  <a:rPr lang="en-US">
                    <a:noFill/>
                  </a:rPr>
                  <a:t> </a:t>
                </a:r>
              </a:p>
            </p:txBody>
          </p:sp>
        </mc:Fallback>
      </mc:AlternateContent>
    </p:spTree>
    <p:extLst>
      <p:ext uri="{BB962C8B-B14F-4D97-AF65-F5344CB8AC3E}">
        <p14:creationId xmlns:p14="http://schemas.microsoft.com/office/powerpoint/2010/main" val="2974562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Unconditional Branch Instructions</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11</a:t>
            </a:fld>
            <a:endParaRPr kumimoji="0" lang="en-US" dirty="0"/>
          </a:p>
        </p:txBody>
      </p:sp>
      <p:sp>
        <p:nvSpPr>
          <p:cNvPr id="5" name="Content Placeholder 4"/>
          <p:cNvSpPr>
            <a:spLocks noGrp="1"/>
          </p:cNvSpPr>
          <p:nvPr>
            <p:ph sz="quarter" idx="1"/>
          </p:nvPr>
        </p:nvSpPr>
        <p:spPr>
          <a:xfrm>
            <a:off x="1028700" y="3441119"/>
            <a:ext cx="7086600" cy="2880360"/>
          </a:xfrm>
        </p:spPr>
        <p:txBody>
          <a:bodyPr>
            <a:normAutofit fontScale="92500" lnSpcReduction="20000"/>
          </a:bodyPr>
          <a:lstStyle/>
          <a:p>
            <a:r>
              <a:rPr lang="en-US" sz="2000" i="1" dirty="0">
                <a:solidFill>
                  <a:srgbClr val="FF0000"/>
                </a:solidFill>
              </a:rPr>
              <a:t>B label</a:t>
            </a:r>
            <a:r>
              <a:rPr lang="en-US" sz="2000" dirty="0"/>
              <a:t> </a:t>
            </a:r>
          </a:p>
          <a:p>
            <a:pPr lvl="1"/>
            <a:r>
              <a:rPr lang="en-US" sz="1700" dirty="0"/>
              <a:t>cause a branch to label.</a:t>
            </a:r>
          </a:p>
          <a:p>
            <a:r>
              <a:rPr lang="en-US" sz="2000" i="1" dirty="0">
                <a:solidFill>
                  <a:srgbClr val="FF0000"/>
                </a:solidFill>
              </a:rPr>
              <a:t>BL label</a:t>
            </a:r>
            <a:endParaRPr lang="en-US" sz="2000" dirty="0"/>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cause a branch to label.</a:t>
            </a:r>
          </a:p>
          <a:p>
            <a:r>
              <a:rPr lang="en-US" sz="2000" i="1" dirty="0">
                <a:solidFill>
                  <a:srgbClr val="FF0000"/>
                </a:solidFill>
              </a:rPr>
              <a:t>BX Rm</a:t>
            </a:r>
            <a:endParaRPr lang="en-US" sz="2000" dirty="0"/>
          </a:p>
          <a:p>
            <a:pPr lvl="1"/>
            <a:r>
              <a:rPr lang="en-US" sz="1700" dirty="0"/>
              <a:t>branch to the address held in Rm</a:t>
            </a:r>
          </a:p>
          <a:p>
            <a:r>
              <a:rPr lang="en-US" sz="2000" i="1" dirty="0">
                <a:solidFill>
                  <a:srgbClr val="FF0000"/>
                </a:solidFill>
              </a:rPr>
              <a:t>BLX Rm</a:t>
            </a:r>
            <a:r>
              <a:rPr lang="en-US" sz="2000" dirty="0"/>
              <a:t>: </a:t>
            </a:r>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branch to the address held in Rm</a:t>
            </a:r>
          </a:p>
        </p:txBody>
      </p:sp>
      <p:graphicFrame>
        <p:nvGraphicFramePr>
          <p:cNvPr id="3" name="Table 2"/>
          <p:cNvGraphicFramePr>
            <a:graphicFrameLocks noGrp="1"/>
          </p:cNvGraphicFramePr>
          <p:nvPr>
            <p:extLst>
              <p:ext uri="{D42A27DB-BD31-4B8C-83A1-F6EECF244321}">
                <p14:modId xmlns:p14="http://schemas.microsoft.com/office/powerpoint/2010/main" val="2406667574"/>
              </p:ext>
            </p:extLst>
          </p:nvPr>
        </p:nvGraphicFramePr>
        <p:xfrm>
          <a:off x="1828800" y="1503389"/>
          <a:ext cx="5791199" cy="1478280"/>
        </p:xfrm>
        <a:graphic>
          <a:graphicData uri="http://schemas.openxmlformats.org/drawingml/2006/table">
            <a:tbl>
              <a:tblPr firstRow="1" firstCol="1" bandRow="1">
                <a:tableStyleId>{B301B821-A1FF-4177-AEE7-76D212191A09}</a:tableStyleId>
              </a:tblPr>
              <a:tblGrid>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104057392"/>
                    </a:ext>
                  </a:extLst>
                </a:gridCol>
                <a:gridCol w="3047999">
                  <a:extLst>
                    <a:ext uri="{9D8B030D-6E8A-4147-A177-3AD203B41FA5}">
                      <a16:colId xmlns:a16="http://schemas.microsoft.com/office/drawing/2014/main" val="20002"/>
                    </a:ext>
                  </a:extLst>
                </a:gridCol>
              </a:tblGrid>
              <a:tr h="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nchorCtr="1">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Consolas" panose="020B0609020204030204" pitchFamily="49" charset="0"/>
                        </a:rPr>
                        <a:t>label</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effectLst/>
                          <a:latin typeface="Consolas" panose="020B0609020204030204" pitchFamily="49" charset="0"/>
                        </a:rPr>
                        <a:t>label</a:t>
                      </a:r>
                      <a:endParaRPr lang="en-US" sz="180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BLX</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BX</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86055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Unconditional Branch Instructions:</a:t>
            </a:r>
            <a:br>
              <a:rPr lang="en-US" dirty="0"/>
            </a:br>
            <a:r>
              <a:rPr lang="en-US" dirty="0"/>
              <a:t>A Simple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Content Placeholder 3"/>
          <p:cNvSpPr>
            <a:spLocks noGrp="1"/>
          </p:cNvSpPr>
          <p:nvPr>
            <p:ph sz="quarter" idx="1"/>
          </p:nvPr>
        </p:nvSpPr>
        <p:spPr>
          <a:xfrm>
            <a:off x="612648" y="4253396"/>
            <a:ext cx="8229600" cy="1280160"/>
          </a:xfrm>
        </p:spPr>
        <p:txBody>
          <a:bodyPr>
            <a:normAutofit fontScale="77500" lnSpcReduction="20000"/>
          </a:bodyPr>
          <a:lstStyle/>
          <a:p>
            <a:r>
              <a:rPr lang="en-US" dirty="0"/>
              <a:t>A </a:t>
            </a:r>
            <a:r>
              <a:rPr lang="en-US" dirty="0">
                <a:solidFill>
                  <a:srgbClr val="FF0000"/>
                </a:solidFill>
              </a:rPr>
              <a:t>label</a:t>
            </a:r>
            <a:r>
              <a:rPr lang="en-US" dirty="0"/>
              <a:t> marks the location of an instruction</a:t>
            </a:r>
          </a:p>
          <a:p>
            <a:r>
              <a:rPr lang="en-US" dirty="0"/>
              <a:t>Labels helps human to read the code</a:t>
            </a:r>
          </a:p>
          <a:p>
            <a:r>
              <a:rPr lang="en-US" dirty="0"/>
              <a:t>In machine program, labels are converted to numeric offsets by assembler </a:t>
            </a:r>
          </a:p>
        </p:txBody>
      </p:sp>
      <p:sp>
        <p:nvSpPr>
          <p:cNvPr id="5" name="TextBox 4"/>
          <p:cNvSpPr txBox="1"/>
          <p:nvPr/>
        </p:nvSpPr>
        <p:spPr>
          <a:xfrm>
            <a:off x="1954894" y="1729343"/>
            <a:ext cx="5545108" cy="193899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a:latin typeface="Consolas" panose="020B0609020204030204" pitchFamily="49" charset="0"/>
              </a:rPr>
              <a:t>       MOVS r1, #1</a:t>
            </a:r>
          </a:p>
          <a:p>
            <a:r>
              <a:rPr lang="en-US" sz="2000" dirty="0">
                <a:latin typeface="Consolas" panose="020B0609020204030204" pitchFamily="49" charset="0"/>
              </a:rPr>
              <a:t>       </a:t>
            </a:r>
            <a:r>
              <a:rPr lang="en-US" sz="2000" b="1" dirty="0">
                <a:solidFill>
                  <a:srgbClr val="FF0000"/>
                </a:solidFill>
                <a:latin typeface="Consolas" panose="020B0609020204030204" pitchFamily="49" charset="0"/>
              </a:rPr>
              <a:t>B    target  </a:t>
            </a:r>
            <a:r>
              <a:rPr lang="en-US" sz="2000" dirty="0">
                <a:solidFill>
                  <a:schemeClr val="bg1">
                    <a:lumMod val="50000"/>
                  </a:schemeClr>
                </a:solidFill>
                <a:latin typeface="Consolas" panose="020B0609020204030204" pitchFamily="49" charset="0"/>
              </a:rPr>
              <a:t>; Branch to target</a:t>
            </a:r>
            <a:endParaRPr lang="en-US" sz="2000" b="1" dirty="0">
              <a:solidFill>
                <a:srgbClr val="FF0000"/>
              </a:solidFill>
              <a:latin typeface="Consolas" panose="020B0609020204030204" pitchFamily="49" charset="0"/>
            </a:endParaRPr>
          </a:p>
          <a:p>
            <a:r>
              <a:rPr lang="en-US" sz="2000" dirty="0">
                <a:latin typeface="Consolas" panose="020B0609020204030204" pitchFamily="49" charset="0"/>
              </a:rPr>
              <a:t>       MOVS r2, #2  </a:t>
            </a:r>
            <a:r>
              <a:rPr lang="en-US" sz="2000" dirty="0">
                <a:solidFill>
                  <a:schemeClr val="bg1">
                    <a:lumMod val="50000"/>
                  </a:schemeClr>
                </a:solidFill>
                <a:latin typeface="Consolas" panose="020B0609020204030204" pitchFamily="49" charset="0"/>
              </a:rPr>
              <a:t>; Not executed</a:t>
            </a:r>
            <a:endParaRPr lang="en-US" sz="2000" dirty="0">
              <a:latin typeface="Consolas" panose="020B0609020204030204" pitchFamily="49" charset="0"/>
            </a:endParaRPr>
          </a:p>
          <a:p>
            <a:r>
              <a:rPr lang="en-US" sz="2000" dirty="0">
                <a:latin typeface="Consolas" panose="020B0609020204030204" pitchFamily="49" charset="0"/>
              </a:rPr>
              <a:t>       MOVS r3, #3  </a:t>
            </a:r>
            <a:r>
              <a:rPr lang="en-US" sz="2000" dirty="0">
                <a:solidFill>
                  <a:schemeClr val="bg1">
                    <a:lumMod val="50000"/>
                  </a:schemeClr>
                </a:solidFill>
                <a:latin typeface="Consolas" panose="020B0609020204030204" pitchFamily="49" charset="0"/>
              </a:rPr>
              <a:t>; Not executed</a:t>
            </a:r>
          </a:p>
          <a:p>
            <a:r>
              <a:rPr lang="en-US" sz="2000" dirty="0">
                <a:latin typeface="Consolas" panose="020B0609020204030204" pitchFamily="49" charset="0"/>
              </a:rPr>
              <a:t>       MOVS r4, #4  </a:t>
            </a:r>
            <a:r>
              <a:rPr lang="en-US" sz="2000" dirty="0">
                <a:solidFill>
                  <a:schemeClr val="bg1">
                    <a:lumMod val="50000"/>
                  </a:schemeClr>
                </a:solidFill>
                <a:latin typeface="Consolas" panose="020B0609020204030204" pitchFamily="49" charset="0"/>
              </a:rPr>
              <a:t>; Not executed</a:t>
            </a:r>
          </a:p>
          <a:p>
            <a:r>
              <a:rPr lang="en-US" sz="2000" b="1" dirty="0">
                <a:solidFill>
                  <a:srgbClr val="FF0000"/>
                </a:solidFill>
                <a:latin typeface="Consolas" panose="020B0609020204030204" pitchFamily="49" charset="0"/>
              </a:rPr>
              <a:t>target</a:t>
            </a:r>
            <a:r>
              <a:rPr lang="en-US" sz="2000" dirty="0">
                <a:latin typeface="Consolas" panose="020B0609020204030204" pitchFamily="49" charset="0"/>
              </a:rPr>
              <a:t> MOVS r5, #5</a:t>
            </a:r>
          </a:p>
        </p:txBody>
      </p:sp>
      <p:sp>
        <p:nvSpPr>
          <p:cNvPr id="6" name="Arrow: Curved Right 5">
            <a:extLst>
              <a:ext uri="{FF2B5EF4-FFF2-40B4-BE49-F238E27FC236}">
                <a16:creationId xmlns:a16="http://schemas.microsoft.com/office/drawing/2014/main" id="{47A27E32-4EC5-7D79-232B-8867AE1F9B49}"/>
              </a:ext>
            </a:extLst>
          </p:cNvPr>
          <p:cNvSpPr/>
          <p:nvPr/>
        </p:nvSpPr>
        <p:spPr>
          <a:xfrm>
            <a:off x="1467896" y="2174915"/>
            <a:ext cx="455643" cy="1406486"/>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62368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3A519-DBC1-4403-2E8B-B6BADD69B0EA}"/>
              </a:ext>
            </a:extLst>
          </p:cNvPr>
          <p:cNvSpPr>
            <a:spLocks noGrp="1"/>
          </p:cNvSpPr>
          <p:nvPr>
            <p:ph type="title"/>
          </p:nvPr>
        </p:nvSpPr>
        <p:spPr/>
        <p:txBody>
          <a:bodyPr/>
          <a:lstStyle/>
          <a:p>
            <a:r>
              <a:rPr lang="en-US" dirty="0"/>
              <a:t>NZCV Flags in </a:t>
            </a:r>
            <a:r>
              <a:rPr lang="en-US" dirty="0" err="1"/>
              <a:t>xPSR</a:t>
            </a:r>
            <a:endParaRPr lang="en-US" dirty="0"/>
          </a:p>
        </p:txBody>
      </p:sp>
      <p:sp>
        <p:nvSpPr>
          <p:cNvPr id="3" name="Slide Number Placeholder 2">
            <a:extLst>
              <a:ext uri="{FF2B5EF4-FFF2-40B4-BE49-F238E27FC236}">
                <a16:creationId xmlns:a16="http://schemas.microsoft.com/office/drawing/2014/main" id="{9062D03D-6F8E-1055-AD43-53C02477180E}"/>
              </a:ext>
            </a:extLst>
          </p:cNvPr>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4" name="Content Placeholder 3">
            <a:extLst>
              <a:ext uri="{FF2B5EF4-FFF2-40B4-BE49-F238E27FC236}">
                <a16:creationId xmlns:a16="http://schemas.microsoft.com/office/drawing/2014/main" id="{4C571F98-40C3-8109-24BE-24A75ED061CF}"/>
              </a:ext>
            </a:extLst>
          </p:cNvPr>
          <p:cNvSpPr>
            <a:spLocks noGrp="1"/>
          </p:cNvSpPr>
          <p:nvPr>
            <p:ph sz="quarter" idx="1"/>
          </p:nvPr>
        </p:nvSpPr>
        <p:spPr>
          <a:xfrm>
            <a:off x="457200" y="1219200"/>
            <a:ext cx="8229600" cy="2910806"/>
          </a:xfrm>
        </p:spPr>
        <p:txBody>
          <a:bodyPr>
            <a:normAutofit fontScale="77500" lnSpcReduction="20000"/>
          </a:bodyPr>
          <a:lstStyle/>
          <a:p>
            <a:r>
              <a:rPr lang="en-US" sz="2800" b="1" dirty="0"/>
              <a:t>N</a:t>
            </a:r>
            <a:r>
              <a:rPr lang="en-US" sz="2800" dirty="0"/>
              <a:t> (negative) – set (1) when a signed result is negative, otherwise cleared (0).</a:t>
            </a:r>
          </a:p>
          <a:p>
            <a:r>
              <a:rPr lang="en-US" sz="2800" b="1" dirty="0"/>
              <a:t>Z</a:t>
            </a:r>
            <a:r>
              <a:rPr lang="en-US" sz="2800" dirty="0"/>
              <a:t> (zero) – set (1) when a result is 0, otherwise cleared (0).</a:t>
            </a:r>
          </a:p>
          <a:p>
            <a:r>
              <a:rPr lang="en-US" sz="2800" b="1" dirty="0"/>
              <a:t>C</a:t>
            </a:r>
            <a:r>
              <a:rPr lang="en-US" sz="2800" dirty="0"/>
              <a:t> (carry) – set (1) when an add-based operation produces an overflow, when a subtract-based operation doesn’t require a borrow; when shifting, holds the last bit that’s been shifted out; otherwise cleared (0).</a:t>
            </a:r>
          </a:p>
          <a:p>
            <a:r>
              <a:rPr lang="en-US" sz="2800" b="1" dirty="0"/>
              <a:t>V</a:t>
            </a:r>
            <a:r>
              <a:rPr lang="en-US" sz="2800" dirty="0"/>
              <a:t> (overflow) – set (1) when an add- or subtract-based operation generates a signed overflow, otherwise cleared (0).</a:t>
            </a:r>
          </a:p>
          <a:p>
            <a:endParaRPr lang="en-US" dirty="0"/>
          </a:p>
        </p:txBody>
      </p:sp>
      <p:pic>
        <p:nvPicPr>
          <p:cNvPr id="6" name="Picture 5">
            <a:extLst>
              <a:ext uri="{FF2B5EF4-FFF2-40B4-BE49-F238E27FC236}">
                <a16:creationId xmlns:a16="http://schemas.microsoft.com/office/drawing/2014/main" id="{80168489-8B57-7C2E-A280-C2FCA5EA7443}"/>
              </a:ext>
            </a:extLst>
          </p:cNvPr>
          <p:cNvPicPr>
            <a:picLocks noChangeAspect="1"/>
          </p:cNvPicPr>
          <p:nvPr/>
        </p:nvPicPr>
        <p:blipFill>
          <a:blip r:embed="rId3"/>
          <a:stretch>
            <a:fillRect/>
          </a:stretch>
        </p:blipFill>
        <p:spPr>
          <a:xfrm>
            <a:off x="1447800" y="4016795"/>
            <a:ext cx="5940553" cy="2409224"/>
          </a:xfrm>
          <a:prstGeom prst="rect">
            <a:avLst/>
          </a:prstGeom>
        </p:spPr>
      </p:pic>
      <p:sp>
        <p:nvSpPr>
          <p:cNvPr id="5" name="Horizontal Scroll 15">
            <a:extLst>
              <a:ext uri="{FF2B5EF4-FFF2-40B4-BE49-F238E27FC236}">
                <a16:creationId xmlns:a16="http://schemas.microsoft.com/office/drawing/2014/main" id="{785D1948-1665-EC1C-519D-DEF2FD52EF22}"/>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2452138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ln>
            <a:miter lim="800000"/>
            <a:headEnd/>
            <a:tailEnd/>
          </a:ln>
        </p:spPr>
        <p:txBody>
          <a:bodyPr/>
          <a:lstStyle/>
          <a:p>
            <a:r>
              <a:rPr lang="en-US" dirty="0"/>
              <a:t>Summary of Carry and Overflow Flags</a:t>
            </a:r>
          </a:p>
        </p:txBody>
      </p:sp>
      <p:sp>
        <p:nvSpPr>
          <p:cNvPr id="8" name="Slide Number Placeholder 3"/>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D56C4D0-D1DD-434F-9E39-17578F101405}" type="slidenum">
              <a:rPr kumimoji="0" lang="en-US" sz="1400" b="0" i="0" u="none" strike="noStrike" kern="1200" cap="none" spc="0" normalizeH="0" baseline="0" noProof="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sp>
        <p:nvSpPr>
          <p:cNvPr id="323586" name="Date Placeholder 3"/>
          <p:cNvSpPr txBox="1">
            <a:spLocks noGrp="1"/>
          </p:cNvSpPr>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EEECE1"/>
              </a:solidFill>
              <a:effectLst/>
              <a:uLnTx/>
              <a:uFillTx/>
              <a:latin typeface="Arial" pitchFamily="34" charset="0"/>
              <a:ea typeface="+mn-ea"/>
              <a:cs typeface="+mn-cs"/>
            </a:endParaRPr>
          </a:p>
        </p:txBody>
      </p:sp>
      <p:sp>
        <p:nvSpPr>
          <p:cNvPr id="323587" name="Slide Number Placeholder 5"/>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33D14BE-FE52-4332-969F-3696FB65ED39}" type="slidenum">
              <a:rPr kumimoji="0" lang="en-US" sz="1400" b="0" i="0" u="none" strike="noStrike" kern="1200" cap="none" spc="0" normalizeH="0" baseline="0" noProof="0">
                <a:ln>
                  <a:noFill/>
                </a:ln>
                <a:solidFill>
                  <a:srgbClr val="EEECE1"/>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EEECE1"/>
              </a:solidFill>
              <a:effectLst/>
              <a:uLnTx/>
              <a:uFillTx/>
              <a:latin typeface="Arial" pitchFamily="34" charset="0"/>
              <a:ea typeface="+mn-ea"/>
              <a:cs typeface="+mn-cs"/>
            </a:endParaRPr>
          </a:p>
        </p:txBody>
      </p:sp>
      <p:sp>
        <p:nvSpPr>
          <p:cNvPr id="38917" name="Rectangle 5"/>
          <p:cNvSpPr>
            <a:spLocks noChangeArrowheads="1"/>
          </p:cNvSpPr>
          <p:nvPr/>
        </p:nvSpPr>
        <p:spPr bwMode="auto">
          <a:xfrm>
            <a:off x="609600" y="1186370"/>
            <a:ext cx="8083550" cy="2354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Gill Sans MT"/>
              <a:ea typeface="+mn-ea"/>
              <a:cs typeface="+mn-cs"/>
            </a:endParaRPr>
          </a:p>
          <a:p>
            <a:pPr lvl="0" fontAlgn="auto">
              <a:spcBef>
                <a:spcPts val="0"/>
              </a:spcBef>
              <a:spcAft>
                <a:spcPts val="0"/>
              </a:spcAft>
              <a:defRPr/>
            </a:pP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Carry flag C = 1 </a:t>
            </a:r>
            <a:r>
              <a:rPr lang="en-US" b="0" dirty="0">
                <a:solidFill>
                  <a:prstClr val="black"/>
                </a:solidFill>
                <a:latin typeface="Gill Sans MT"/>
              </a:rPr>
              <a:t>(Borrow flag = 0) </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upon an </a:t>
            </a:r>
            <a:r>
              <a:rPr kumimoji="0" lang="en-US" b="1" i="0" u="sng" strike="noStrike" kern="1200" cap="none" spc="0" normalizeH="0" baseline="0" noProof="0" dirty="0">
                <a:ln>
                  <a:noFill/>
                </a:ln>
                <a:solidFill>
                  <a:srgbClr val="800000"/>
                </a:solidFill>
                <a:effectLst/>
                <a:uLnTx/>
                <a:uFillTx/>
                <a:latin typeface="Gill Sans MT"/>
                <a:cs typeface="Times New Roman" pitchFamily="18" charset="0"/>
              </a:rPr>
              <a:t>unsigned</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 addition if the answer is wrong (true result &gt; 2</a:t>
            </a:r>
            <a:r>
              <a:rPr kumimoji="0" lang="en-US" b="0" i="0" u="none" strike="noStrike" kern="1200" cap="none" spc="0" normalizeH="0" baseline="30000" noProof="0" dirty="0">
                <a:ln>
                  <a:noFill/>
                </a:ln>
                <a:solidFill>
                  <a:prstClr val="black"/>
                </a:solidFill>
                <a:effectLst/>
                <a:uLnTx/>
                <a:uFillTx/>
                <a:latin typeface="Gill Sans MT"/>
                <a:cs typeface="Times New Roman" pitchFamily="18" charset="0"/>
              </a:rPr>
              <a:t>n</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-1)</a:t>
            </a:r>
          </a:p>
          <a:p>
            <a:pPr lvl="0" fontAlgn="auto">
              <a:spcBef>
                <a:spcPts val="0"/>
              </a:spcBef>
              <a:spcAft>
                <a:spcPts val="0"/>
              </a:spcAft>
            </a:pPr>
            <a:r>
              <a:rPr lang="en-US" b="0" dirty="0">
                <a:solidFill>
                  <a:prstClr val="black"/>
                </a:solidFill>
                <a:latin typeface="Gill Sans MT"/>
                <a:cs typeface="Times New Roman" pitchFamily="18" charset="0"/>
              </a:rPr>
              <a:t>Carry flag </a:t>
            </a:r>
            <a:r>
              <a:rPr lang="en-US" b="0" dirty="0">
                <a:solidFill>
                  <a:prstClr val="black"/>
                </a:solidFill>
                <a:latin typeface="Gill Sans MT"/>
              </a:rPr>
              <a:t>C = 0 (Borrow flag = 1) </a:t>
            </a:r>
            <a:r>
              <a:rPr lang="en-US" b="0" dirty="0">
                <a:solidFill>
                  <a:prstClr val="black"/>
                </a:solidFill>
                <a:latin typeface="Gill Sans MT"/>
                <a:cs typeface="Times New Roman" pitchFamily="18" charset="0"/>
              </a:rPr>
              <a:t>upon </a:t>
            </a:r>
            <a:r>
              <a:rPr lang="en-US" b="0" dirty="0">
                <a:solidFill>
                  <a:prstClr val="black"/>
                </a:solidFill>
                <a:latin typeface="Gill Sans MT"/>
              </a:rPr>
              <a:t>an </a:t>
            </a:r>
            <a:r>
              <a:rPr lang="en-US" u="sng" dirty="0">
                <a:solidFill>
                  <a:srgbClr val="800000"/>
                </a:solidFill>
                <a:latin typeface="Gill Sans MT"/>
              </a:rPr>
              <a:t>unsigned</a:t>
            </a:r>
            <a:r>
              <a:rPr lang="en-US" b="0" dirty="0">
                <a:solidFill>
                  <a:prstClr val="black"/>
                </a:solidFill>
                <a:latin typeface="Gill Sans MT"/>
              </a:rPr>
              <a:t> subtraction </a:t>
            </a:r>
            <a:r>
              <a:rPr lang="en-US" b="0" dirty="0">
                <a:solidFill>
                  <a:prstClr val="black"/>
                </a:solidFill>
                <a:latin typeface="Gill Sans MT"/>
                <a:cs typeface="Times New Roman" pitchFamily="18" charset="0"/>
              </a:rPr>
              <a:t>if the answer is wrong </a:t>
            </a:r>
            <a:r>
              <a:rPr lang="en-US" b="0" dirty="0">
                <a:solidFill>
                  <a:prstClr val="black"/>
                </a:solidFill>
                <a:latin typeface="Gill Sans MT"/>
              </a:rPr>
              <a:t> (</a:t>
            </a:r>
            <a:r>
              <a:rPr lang="en-US" b="0" dirty="0">
                <a:solidFill>
                  <a:prstClr val="black"/>
                </a:solidFill>
                <a:latin typeface="Gill Sans MT"/>
                <a:cs typeface="Times New Roman" pitchFamily="18" charset="0"/>
              </a:rPr>
              <a:t>true result &lt; 0)</a:t>
            </a:r>
            <a:endParaRPr lang="en-US" sz="700" b="0" dirty="0">
              <a:solidFill>
                <a:prstClr val="black"/>
              </a:solidFill>
              <a:latin typeface="Gill Sans MT"/>
            </a:endParaRPr>
          </a:p>
          <a:p>
            <a:pPr lvl="0" fontAlgn="auto">
              <a:spcBef>
                <a:spcPts val="0"/>
              </a:spcBef>
              <a:spcAft>
                <a:spcPts val="0"/>
              </a:spcAft>
              <a:defRPr/>
            </a:pP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Overflow</a:t>
            </a:r>
            <a:r>
              <a:rPr kumimoji="0" lang="en-US" b="0" i="0" u="none" strike="noStrike" kern="1200" cap="none" spc="0" normalizeH="0" noProof="0" dirty="0">
                <a:ln>
                  <a:noFill/>
                </a:ln>
                <a:solidFill>
                  <a:prstClr val="black"/>
                </a:solidFill>
                <a:effectLst/>
                <a:uLnTx/>
                <a:uFillTx/>
                <a:latin typeface="Gill Sans MT"/>
                <a:cs typeface="Times New Roman" pitchFamily="18" charset="0"/>
              </a:rPr>
              <a:t> flag </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V =1 upon a </a:t>
            </a:r>
            <a:r>
              <a:rPr kumimoji="0" lang="en-US" b="1" i="0" u="sng" strike="noStrike" kern="1200" cap="none" spc="0" normalizeH="0" baseline="0" noProof="0" dirty="0">
                <a:ln>
                  <a:noFill/>
                </a:ln>
                <a:solidFill>
                  <a:srgbClr val="800000"/>
                </a:solidFill>
                <a:effectLst/>
                <a:uLnTx/>
                <a:uFillTx/>
                <a:latin typeface="Gill Sans MT"/>
                <a:cs typeface="Times New Roman" pitchFamily="18" charset="0"/>
              </a:rPr>
              <a:t>signed</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 addition or subtraction</a:t>
            </a:r>
            <a:r>
              <a:rPr kumimoji="0" lang="en-US" b="0" i="0" u="none" strike="noStrike" kern="1200" cap="none" spc="0" normalizeH="0" noProof="0" dirty="0">
                <a:ln>
                  <a:noFill/>
                </a:ln>
                <a:solidFill>
                  <a:prstClr val="black"/>
                </a:solidFill>
                <a:effectLst/>
                <a:uLnTx/>
                <a:uFillTx/>
                <a:latin typeface="Gill Sans MT"/>
                <a:cs typeface="Times New Roman" pitchFamily="18" charset="0"/>
              </a:rPr>
              <a:t> </a:t>
            </a:r>
            <a:r>
              <a:rPr lang="en-US" b="0" dirty="0">
                <a:solidFill>
                  <a:prstClr val="black"/>
                </a:solidFill>
                <a:latin typeface="Gill Sans MT"/>
                <a:cs typeface="Times New Roman" pitchFamily="18" charset="0"/>
              </a:rPr>
              <a:t>if the answer is wrong (true result &gt; 2</a:t>
            </a:r>
            <a:r>
              <a:rPr lang="en-US" b="0" baseline="30000" dirty="0">
                <a:solidFill>
                  <a:prstClr val="black"/>
                </a:solidFill>
                <a:latin typeface="Gill Sans MT"/>
                <a:cs typeface="Times New Roman" pitchFamily="18" charset="0"/>
              </a:rPr>
              <a:t>n</a:t>
            </a:r>
            <a:r>
              <a:rPr lang="en-US" altLang="zh-CN" b="0" baseline="30000" dirty="0">
                <a:solidFill>
                  <a:prstClr val="black"/>
                </a:solidFill>
                <a:latin typeface="Gill Sans MT"/>
                <a:cs typeface="Times New Roman" pitchFamily="18" charset="0"/>
              </a:rPr>
              <a:t>-1</a:t>
            </a:r>
            <a:r>
              <a:rPr lang="en-US" b="0" dirty="0">
                <a:solidFill>
                  <a:prstClr val="black"/>
                </a:solidFill>
                <a:latin typeface="Gill Sans MT"/>
                <a:cs typeface="Times New Roman" pitchFamily="18" charset="0"/>
              </a:rPr>
              <a:t>-1 </a:t>
            </a:r>
            <a:r>
              <a:rPr lang="en-US" altLang="zh-CN" b="0" dirty="0">
                <a:solidFill>
                  <a:prstClr val="black"/>
                </a:solidFill>
                <a:latin typeface="Gill Sans MT"/>
                <a:cs typeface="Times New Roman" pitchFamily="18" charset="0"/>
              </a:rPr>
              <a:t>or true result &lt; -</a:t>
            </a:r>
            <a:r>
              <a:rPr lang="en-US" b="0" dirty="0">
                <a:solidFill>
                  <a:prstClr val="black"/>
                </a:solidFill>
                <a:latin typeface="Gill Sans MT"/>
                <a:cs typeface="Times New Roman" pitchFamily="18" charset="0"/>
              </a:rPr>
              <a:t>2</a:t>
            </a:r>
            <a:r>
              <a:rPr lang="en-US" b="0" baseline="30000" dirty="0">
                <a:solidFill>
                  <a:prstClr val="black"/>
                </a:solidFill>
                <a:latin typeface="Gill Sans MT"/>
                <a:cs typeface="Times New Roman" pitchFamily="18" charset="0"/>
              </a:rPr>
              <a:t>n</a:t>
            </a:r>
            <a:r>
              <a:rPr lang="en-US" altLang="zh-CN" b="0" baseline="30000" dirty="0">
                <a:solidFill>
                  <a:prstClr val="black"/>
                </a:solidFill>
                <a:latin typeface="Gill Sans MT"/>
                <a:cs typeface="Times New Roman" pitchFamily="18" charset="0"/>
              </a:rPr>
              <a:t>-1</a:t>
            </a:r>
            <a:r>
              <a:rPr lang="en-US" altLang="zh-CN" b="0" dirty="0">
                <a:solidFill>
                  <a:prstClr val="black"/>
                </a:solidFill>
                <a:latin typeface="Gill Sans MT"/>
                <a:cs typeface="Times New Roman" pitchFamily="18" charset="0"/>
              </a:rPr>
              <a:t>)</a:t>
            </a:r>
            <a:endParaRPr kumimoji="0" lang="en-US" b="0" i="0" u="none" strike="noStrike" kern="1200" cap="none" spc="0" normalizeH="0" noProof="0" dirty="0">
              <a:ln>
                <a:noFill/>
              </a:ln>
              <a:solidFill>
                <a:prstClr val="black"/>
              </a:solidFill>
              <a:effectLst/>
              <a:uLnTx/>
              <a:uFillTx/>
              <a:latin typeface="Gill Sans MT"/>
              <a:cs typeface="Times New Roman"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prstClr val="black"/>
              </a:solidFill>
              <a:effectLst/>
              <a:uLnTx/>
              <a:uFillTx/>
              <a:latin typeface="Gill Sans MT"/>
              <a:cs typeface="Times New Roman" pitchFamily="18" charset="0"/>
            </a:endParaRPr>
          </a:p>
        </p:txBody>
      </p:sp>
      <p:graphicFrame>
        <p:nvGraphicFramePr>
          <p:cNvPr id="2" name="Table 1"/>
          <p:cNvGraphicFramePr>
            <a:graphicFrameLocks noGrp="1"/>
          </p:cNvGraphicFramePr>
          <p:nvPr/>
        </p:nvGraphicFramePr>
        <p:xfrm>
          <a:off x="722600" y="3651985"/>
          <a:ext cx="7337502" cy="2531738"/>
        </p:xfrm>
        <a:graphic>
          <a:graphicData uri="http://schemas.openxmlformats.org/drawingml/2006/table">
            <a:tbl>
              <a:tblPr firstRow="1" firstCol="1" bandRow="1">
                <a:tableStyleId>{5C22544A-7EE6-4342-B048-85BDC9FD1C3A}</a:tableStyleId>
              </a:tblPr>
              <a:tblGrid>
                <a:gridCol w="1592393">
                  <a:extLst>
                    <a:ext uri="{9D8B030D-6E8A-4147-A177-3AD203B41FA5}">
                      <a16:colId xmlns:a16="http://schemas.microsoft.com/office/drawing/2014/main" val="3449689791"/>
                    </a:ext>
                  </a:extLst>
                </a:gridCol>
                <a:gridCol w="1909089">
                  <a:extLst>
                    <a:ext uri="{9D8B030D-6E8A-4147-A177-3AD203B41FA5}">
                      <a16:colId xmlns:a16="http://schemas.microsoft.com/office/drawing/2014/main" val="2443800576"/>
                    </a:ext>
                  </a:extLst>
                </a:gridCol>
                <a:gridCol w="1806499">
                  <a:extLst>
                    <a:ext uri="{9D8B030D-6E8A-4147-A177-3AD203B41FA5}">
                      <a16:colId xmlns:a16="http://schemas.microsoft.com/office/drawing/2014/main" val="1711257944"/>
                    </a:ext>
                  </a:extLst>
                </a:gridCol>
                <a:gridCol w="2029521">
                  <a:extLst>
                    <a:ext uri="{9D8B030D-6E8A-4147-A177-3AD203B41FA5}">
                      <a16:colId xmlns:a16="http://schemas.microsoft.com/office/drawing/2014/main" val="3663234745"/>
                    </a:ext>
                  </a:extLst>
                </a:gridCol>
              </a:tblGrid>
              <a:tr h="581018">
                <a:tc>
                  <a:txBody>
                    <a:bodyPr/>
                    <a:lstStyle/>
                    <a:p>
                      <a:pPr marL="0" marR="0">
                        <a:spcBef>
                          <a:spcPts val="0"/>
                        </a:spcBef>
                        <a:spcAft>
                          <a:spcPts val="0"/>
                        </a:spcAft>
                      </a:pPr>
                      <a:r>
                        <a:rPr lang="en-US" sz="1600" b="0" dirty="0">
                          <a:effectLst/>
                        </a:rPr>
                        <a:t> </a:t>
                      </a:r>
                      <a:endParaRPr lang="en-US" sz="16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effectLst/>
                        </a:rPr>
                        <a:t>Unsigned Addition</a:t>
                      </a:r>
                      <a:endParaRPr lang="en-US" sz="16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effectLst/>
                        </a:rPr>
                        <a:t>Unsigned Subtraction</a:t>
                      </a:r>
                      <a:endParaRPr lang="en-US" sz="16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effectLst/>
                        </a:rPr>
                        <a:t>Signed Addition or Subtraction</a:t>
                      </a:r>
                      <a:endParaRPr lang="en-US" sz="1600" b="0" dirty="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840512487"/>
                  </a:ext>
                </a:extLst>
              </a:tr>
              <a:tr h="693247">
                <a:tc>
                  <a:txBody>
                    <a:bodyPr/>
                    <a:lstStyle/>
                    <a:p>
                      <a:pPr marL="0" marR="0">
                        <a:spcBef>
                          <a:spcPts val="0"/>
                        </a:spcBef>
                        <a:spcAft>
                          <a:spcPts val="0"/>
                        </a:spcAft>
                      </a:pPr>
                      <a:r>
                        <a:rPr lang="en-US" sz="1600" b="0" dirty="0">
                          <a:effectLst/>
                        </a:rPr>
                        <a:t>Carry flag</a:t>
                      </a:r>
                      <a:endParaRPr lang="en-US" sz="16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solidFill>
                            <a:schemeClr val="tx1"/>
                          </a:solidFill>
                          <a:effectLst/>
                        </a:rPr>
                        <a:t>true result &gt; 2</a:t>
                      </a:r>
                      <a:r>
                        <a:rPr lang="en-US" sz="1600" b="0" baseline="30000" dirty="0">
                          <a:solidFill>
                            <a:schemeClr val="tx1"/>
                          </a:solidFill>
                          <a:effectLst/>
                        </a:rPr>
                        <a:t>n</a:t>
                      </a:r>
                      <a:r>
                        <a:rPr lang="en-US" sz="1600" b="0" dirty="0">
                          <a:solidFill>
                            <a:schemeClr val="tx1"/>
                          </a:solidFill>
                          <a:effectLst/>
                        </a:rPr>
                        <a:t>-1 </a:t>
                      </a:r>
                      <a:r>
                        <a:rPr lang="en-US" sz="1600" b="0" dirty="0">
                          <a:solidFill>
                            <a:schemeClr val="tx1"/>
                          </a:solidFill>
                          <a:effectLst/>
                          <a:sym typeface="Wingdings" panose="05000000000000000000" pitchFamily="2" charset="2"/>
                        </a:rPr>
                        <a:t></a:t>
                      </a:r>
                      <a:r>
                        <a:rPr lang="en-US" sz="1600" b="0" dirty="0">
                          <a:solidFill>
                            <a:schemeClr val="tx1"/>
                          </a:solidFill>
                          <a:effectLst/>
                        </a:rPr>
                        <a:t> Carry flag=1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rPr>
                        <a:t>Borrow flag=0</a:t>
                      </a:r>
                    </a:p>
                    <a:p>
                      <a:pPr marL="0" marR="0">
                        <a:spcBef>
                          <a:spcPts val="0"/>
                        </a:spcBef>
                        <a:spcAft>
                          <a:spcPts val="0"/>
                        </a:spcAft>
                      </a:pPr>
                      <a:r>
                        <a:rPr lang="en-US" sz="1600" b="0" dirty="0">
                          <a:solidFill>
                            <a:schemeClr val="tx1"/>
                          </a:solidFill>
                          <a:effectLst/>
                          <a:latin typeface="Times New Roman" panose="02020603050405020304" pitchFamily="18" charset="0"/>
                          <a:ea typeface="SimSun" panose="02010600030101010101" pitchFamily="2" charset="-122"/>
                        </a:rPr>
                        <a:t>(Result incorrect)</a:t>
                      </a:r>
                    </a:p>
                  </a:txBody>
                  <a:tcPr marL="68580" marR="68580" marT="0" marB="0"/>
                </a:tc>
                <a:tc>
                  <a:txBody>
                    <a:bodyPr/>
                    <a:lstStyle/>
                    <a:p>
                      <a:pPr marL="0" marR="0">
                        <a:spcBef>
                          <a:spcPts val="0"/>
                        </a:spcBef>
                        <a:spcAft>
                          <a:spcPts val="0"/>
                        </a:spcAft>
                      </a:pPr>
                      <a:r>
                        <a:rPr lang="en-US" sz="1600" b="0" dirty="0">
                          <a:solidFill>
                            <a:schemeClr val="tx1"/>
                          </a:solidFill>
                          <a:effectLst/>
                        </a:rPr>
                        <a:t>true result &lt; 0 </a:t>
                      </a:r>
                      <a:r>
                        <a:rPr lang="en-US" sz="1600" b="0" dirty="0">
                          <a:solidFill>
                            <a:schemeClr val="tx1"/>
                          </a:solidFill>
                          <a:effectLst/>
                          <a:sym typeface="Wingdings" panose="05000000000000000000" pitchFamily="2" charset="2"/>
                        </a:rPr>
                        <a:t></a:t>
                      </a:r>
                      <a:r>
                        <a:rPr lang="en-US" sz="1600" b="0" dirty="0">
                          <a:solidFill>
                            <a:schemeClr val="tx1"/>
                          </a:solidFill>
                          <a:effectLst/>
                        </a:rPr>
                        <a:t> Carry flag=0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effectLst/>
                        </a:rPr>
                        <a:t>Borrow flag=1</a:t>
                      </a:r>
                    </a:p>
                    <a:p>
                      <a:pPr marL="0" marR="0">
                        <a:spcBef>
                          <a:spcPts val="0"/>
                        </a:spcBef>
                        <a:spcAft>
                          <a:spcPts val="0"/>
                        </a:spcAft>
                      </a:pPr>
                      <a:r>
                        <a:rPr lang="en-US" sz="1600" b="0" dirty="0">
                          <a:solidFill>
                            <a:schemeClr val="tx1"/>
                          </a:solidFill>
                          <a:effectLst/>
                          <a:latin typeface="Times New Roman" panose="02020603050405020304" pitchFamily="18" charset="0"/>
                          <a:ea typeface="SimSun" panose="02010600030101010101" pitchFamily="2" charset="-122"/>
                        </a:rPr>
                        <a:t>(Result incorrect)</a:t>
                      </a:r>
                    </a:p>
                  </a:txBody>
                  <a:tcPr marL="68580" marR="68580" marT="0" marB="0"/>
                </a:tc>
                <a:tc>
                  <a:txBody>
                    <a:bodyPr/>
                    <a:lstStyle/>
                    <a:p>
                      <a:pPr marL="0" marR="0">
                        <a:spcBef>
                          <a:spcPts val="0"/>
                        </a:spcBef>
                        <a:spcAft>
                          <a:spcPts val="0"/>
                        </a:spcAft>
                      </a:pPr>
                      <a:r>
                        <a:rPr lang="en-US" sz="1600" b="0">
                          <a:effectLst/>
                        </a:rPr>
                        <a:t>N/A</a:t>
                      </a:r>
                      <a:endParaRPr lang="en-US" sz="1600" b="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963854241"/>
                  </a:ext>
                </a:extLst>
              </a:tr>
              <a:tr h="693247">
                <a:tc>
                  <a:txBody>
                    <a:bodyPr/>
                    <a:lstStyle/>
                    <a:p>
                      <a:pPr marL="0" marR="0">
                        <a:spcBef>
                          <a:spcPts val="0"/>
                        </a:spcBef>
                        <a:spcAft>
                          <a:spcPts val="0"/>
                        </a:spcAft>
                      </a:pPr>
                      <a:r>
                        <a:rPr lang="en-US" sz="1600" b="0">
                          <a:effectLst/>
                        </a:rPr>
                        <a:t>Overflow flag</a:t>
                      </a:r>
                      <a:endParaRPr lang="en-US" sz="16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a:effectLst/>
                        </a:rPr>
                        <a:t>N/A</a:t>
                      </a:r>
                      <a:endParaRPr lang="en-US" sz="16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a:effectLst/>
                        </a:rPr>
                        <a:t>N/A</a:t>
                      </a:r>
                      <a:endParaRPr lang="en-US" sz="16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600" b="0" dirty="0">
                          <a:effectLst/>
                        </a:rPr>
                        <a:t>true result &gt; 2</a:t>
                      </a:r>
                      <a:r>
                        <a:rPr lang="en-US" sz="1600" b="0" baseline="30000" dirty="0">
                          <a:effectLst/>
                        </a:rPr>
                        <a:t>n-1</a:t>
                      </a:r>
                      <a:r>
                        <a:rPr lang="en-US" sz="1600" b="0" dirty="0">
                          <a:effectLst/>
                        </a:rPr>
                        <a:t>-1 or true result &lt; -2</a:t>
                      </a:r>
                      <a:r>
                        <a:rPr lang="en-US" sz="1600" b="0" baseline="30000" dirty="0">
                          <a:effectLst/>
                        </a:rPr>
                        <a:t>n-1</a:t>
                      </a:r>
                    </a:p>
                    <a:p>
                      <a:pPr marL="285750" marR="0" indent="-285750">
                        <a:spcBef>
                          <a:spcPts val="0"/>
                        </a:spcBef>
                        <a:spcAft>
                          <a:spcPts val="0"/>
                        </a:spcAft>
                        <a:buFont typeface="Wingdings" panose="05000000000000000000" pitchFamily="2" charset="2"/>
                        <a:buChar char="è"/>
                      </a:pPr>
                      <a:r>
                        <a:rPr lang="en-US" sz="1600" b="0" dirty="0">
                          <a:effectLst/>
                        </a:rPr>
                        <a:t>Overflow flag=1</a:t>
                      </a:r>
                    </a:p>
                    <a:p>
                      <a:pPr marL="0" marR="0" indent="0">
                        <a:spcBef>
                          <a:spcPts val="0"/>
                        </a:spcBef>
                        <a:spcAft>
                          <a:spcPts val="0"/>
                        </a:spcAft>
                        <a:buFont typeface="Wingdings" panose="05000000000000000000" pitchFamily="2" charset="2"/>
                        <a:buNone/>
                      </a:pPr>
                      <a:r>
                        <a:rPr lang="en-US" sz="1600" b="0" dirty="0">
                          <a:effectLst/>
                          <a:latin typeface="Times New Roman" panose="02020603050405020304" pitchFamily="18" charset="0"/>
                          <a:ea typeface="SimSun" panose="02010600030101010101" pitchFamily="2" charset="-122"/>
                        </a:rPr>
                        <a:t>(Result incorrect)</a:t>
                      </a:r>
                    </a:p>
                  </a:txBody>
                  <a:tcPr marL="68580" marR="68580" marT="0" marB="0"/>
                </a:tc>
                <a:extLst>
                  <a:ext uri="{0D108BD9-81ED-4DB2-BD59-A6C34878D82A}">
                    <a16:rowId xmlns:a16="http://schemas.microsoft.com/office/drawing/2014/main" val="1206363004"/>
                  </a:ext>
                </a:extLst>
              </a:tr>
            </a:tbl>
          </a:graphicData>
        </a:graphic>
      </p:graphicFrame>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2ACC35D-CF95-407F-B222-DF5A1F69BA9F}"/>
                  </a:ext>
                </a:extLst>
              </p14:cNvPr>
              <p14:cNvContentPartPr/>
              <p14:nvPr/>
            </p14:nvContentPartPr>
            <p14:xfrm>
              <a:off x="3067459" y="4660181"/>
              <a:ext cx="360" cy="360"/>
            </p14:xfrm>
          </p:contentPart>
        </mc:Choice>
        <mc:Fallback xmlns="">
          <p:pic>
            <p:nvPicPr>
              <p:cNvPr id="5" name="Ink 4">
                <a:extLst>
                  <a:ext uri="{FF2B5EF4-FFF2-40B4-BE49-F238E27FC236}">
                    <a16:creationId xmlns:a16="http://schemas.microsoft.com/office/drawing/2014/main" id="{E2ACC35D-CF95-407F-B222-DF5A1F69BA9F}"/>
                  </a:ext>
                </a:extLst>
              </p:cNvPr>
              <p:cNvPicPr/>
              <p:nvPr/>
            </p:nvPicPr>
            <p:blipFill>
              <a:blip r:embed="rId4"/>
              <a:stretch>
                <a:fillRect/>
              </a:stretch>
            </p:blipFill>
            <p:spPr>
              <a:xfrm>
                <a:off x="3058459" y="465154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641399B7-0992-4159-AA56-A61464B0489C}"/>
                  </a:ext>
                </a:extLst>
              </p14:cNvPr>
              <p14:cNvContentPartPr/>
              <p14:nvPr/>
            </p14:nvContentPartPr>
            <p14:xfrm>
              <a:off x="3627979" y="4660181"/>
              <a:ext cx="360" cy="360"/>
            </p14:xfrm>
          </p:contentPart>
        </mc:Choice>
        <mc:Fallback xmlns="">
          <p:pic>
            <p:nvPicPr>
              <p:cNvPr id="6" name="Ink 5">
                <a:extLst>
                  <a:ext uri="{FF2B5EF4-FFF2-40B4-BE49-F238E27FC236}">
                    <a16:creationId xmlns:a16="http://schemas.microsoft.com/office/drawing/2014/main" id="{641399B7-0992-4159-AA56-A61464B0489C}"/>
                  </a:ext>
                </a:extLst>
              </p:cNvPr>
              <p:cNvPicPr/>
              <p:nvPr/>
            </p:nvPicPr>
            <p:blipFill>
              <a:blip r:embed="rId4"/>
              <a:stretch>
                <a:fillRect/>
              </a:stretch>
            </p:blipFill>
            <p:spPr>
              <a:xfrm>
                <a:off x="3618979" y="4651541"/>
                <a:ext cx="18000" cy="18000"/>
              </a:xfrm>
              <a:prstGeom prst="rect">
                <a:avLst/>
              </a:prstGeom>
            </p:spPr>
          </p:pic>
        </mc:Fallback>
      </mc:AlternateContent>
      <p:sp>
        <p:nvSpPr>
          <p:cNvPr id="3" name="Horizontal Scroll 15">
            <a:extLst>
              <a:ext uri="{FF2B5EF4-FFF2-40B4-BE49-F238E27FC236}">
                <a16:creationId xmlns:a16="http://schemas.microsoft.com/office/drawing/2014/main" id="{4DF73044-40F3-F2D2-4520-3537F47168BE}"/>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2022653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p:txBody>
          <a:bodyPr>
            <a:normAutofit fontScale="90000"/>
          </a:bodyPr>
          <a:lstStyle/>
          <a:p>
            <a:r>
              <a:rPr lang="en-US" dirty="0"/>
              <a:t>Summary:</a:t>
            </a:r>
            <a:br>
              <a:rPr lang="en-US" dirty="0"/>
            </a:br>
            <a:r>
              <a:rPr lang="en-US" dirty="0"/>
              <a:t>Condition Codes </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15</a:t>
            </a:fld>
            <a:endParaRPr lang="en-US"/>
          </a:p>
        </p:txBody>
      </p:sp>
      <p:sp>
        <p:nvSpPr>
          <p:cNvPr id="2" name="Rectangle 1"/>
          <p:cNvSpPr/>
          <p:nvPr/>
        </p:nvSpPr>
        <p:spPr>
          <a:xfrm>
            <a:off x="1390649" y="5765380"/>
            <a:ext cx="6358825"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4" name="Group 3"/>
          <p:cNvGrpSpPr/>
          <p:nvPr/>
        </p:nvGrpSpPr>
        <p:grpSpPr>
          <a:xfrm>
            <a:off x="1390650" y="1412356"/>
            <a:ext cx="6362700" cy="4241801"/>
            <a:chOff x="1423974" y="1779588"/>
            <a:chExt cx="6362700" cy="4241801"/>
          </a:xfrm>
        </p:grpSpPr>
        <p:sp>
          <p:nvSpPr>
            <p:cNvPr id="14342" name="Rectangle 5"/>
            <p:cNvSpPr>
              <a:spLocks noChangeArrowheads="1"/>
            </p:cNvSpPr>
            <p:nvPr/>
          </p:nvSpPr>
          <p:spPr bwMode="auto">
            <a:xfrm>
              <a:off x="2696971" y="2309813"/>
              <a:ext cx="3435035" cy="265113"/>
            </a:xfrm>
            <a:prstGeom prst="rect">
              <a:avLst/>
            </a:prstGeom>
            <a:noFill/>
            <a:ln w="12700">
              <a:solidFill>
                <a:schemeClr val="tx1"/>
              </a:solidFill>
              <a:miter lim="800000"/>
              <a:headEnd/>
              <a:tailEnd/>
            </a:ln>
          </p:spPr>
          <p:txBody>
            <a:bodyPr wrap="none" anchor="ctr"/>
            <a:lstStyle/>
            <a:p>
              <a:r>
                <a:rPr lang="en-US" sz="1800" b="1" dirty="0">
                  <a:solidFill>
                    <a:srgbClr val="FF0000"/>
                  </a:solidFill>
                  <a:latin typeface="Consolas" panose="020B0609020204030204" pitchFamily="49" charset="0"/>
                  <a:cs typeface="Consolas" panose="020B0609020204030204" pitchFamily="49" charset="0"/>
                </a:rPr>
                <a:t>N</a:t>
              </a:r>
              <a:r>
                <a:rPr lang="en-US" sz="1800" b="0" dirty="0">
                  <a:latin typeface="Consolas" panose="020B0609020204030204" pitchFamily="49" charset="0"/>
                  <a:cs typeface="Consolas" panose="020B0609020204030204" pitchFamily="49" charset="0"/>
                </a:rPr>
                <a:t>ot </a:t>
              </a:r>
              <a:r>
                <a:rPr lang="en-US" sz="1800" b="1" dirty="0">
                  <a:solidFill>
                    <a:srgbClr val="FF0000"/>
                  </a:solidFill>
                  <a:latin typeface="Consolas" panose="020B0609020204030204" pitchFamily="49" charset="0"/>
                  <a:cs typeface="Consolas" panose="020B0609020204030204" pitchFamily="49" charset="0"/>
                </a:rPr>
                <a:t>E</a:t>
              </a:r>
              <a:r>
                <a:rPr lang="en-US" sz="1800" b="0" dirty="0">
                  <a:latin typeface="Consolas" panose="020B0609020204030204" pitchFamily="49" charset="0"/>
                  <a:cs typeface="Consolas" panose="020B0609020204030204" pitchFamily="49" charset="0"/>
                </a:rPr>
                <a:t>qual</a:t>
              </a:r>
            </a:p>
          </p:txBody>
        </p:sp>
        <p:sp>
          <p:nvSpPr>
            <p:cNvPr id="14343" name="Rectangle 6"/>
            <p:cNvSpPr>
              <a:spLocks noChangeArrowheads="1"/>
            </p:cNvSpPr>
            <p:nvPr/>
          </p:nvSpPr>
          <p:spPr bwMode="auto">
            <a:xfrm>
              <a:off x="2696971" y="2574926"/>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Unsigned </a:t>
              </a:r>
              <a:r>
                <a:rPr lang="en-US" sz="1800" b="1" dirty="0">
                  <a:solidFill>
                    <a:srgbClr val="FF0000"/>
                  </a:solidFill>
                  <a:latin typeface="Consolas" panose="020B0609020204030204" pitchFamily="49" charset="0"/>
                  <a:cs typeface="Consolas" panose="020B0609020204030204" pitchFamily="49" charset="0"/>
                </a:rPr>
                <a:t>H</a:t>
              </a:r>
              <a:r>
                <a:rPr lang="en-US" sz="1800" b="0" dirty="0">
                  <a:latin typeface="Consolas" panose="020B0609020204030204" pitchFamily="49" charset="0"/>
                  <a:cs typeface="Consolas" panose="020B0609020204030204" pitchFamily="49" charset="0"/>
                </a:rPr>
                <a:t>igher or </a:t>
              </a:r>
              <a:r>
                <a:rPr lang="en-US" sz="1800" b="1" dirty="0">
                  <a:solidFill>
                    <a:srgbClr val="FF0000"/>
                  </a:solidFill>
                  <a:latin typeface="Consolas" panose="020B0609020204030204" pitchFamily="49" charset="0"/>
                  <a:cs typeface="Consolas" panose="020B0609020204030204" pitchFamily="49" charset="0"/>
                </a:rPr>
                <a:t>S</a:t>
              </a:r>
              <a:r>
                <a:rPr lang="en-US" sz="1800" b="0" dirty="0">
                  <a:latin typeface="Consolas" panose="020B0609020204030204" pitchFamily="49" charset="0"/>
                  <a:cs typeface="Consolas" panose="020B0609020204030204" pitchFamily="49" charset="0"/>
                </a:rPr>
                <a:t>ame</a:t>
              </a:r>
            </a:p>
          </p:txBody>
        </p:sp>
        <p:sp>
          <p:nvSpPr>
            <p:cNvPr id="14344" name="Rectangle 7"/>
            <p:cNvSpPr>
              <a:spLocks noChangeArrowheads="1"/>
            </p:cNvSpPr>
            <p:nvPr/>
          </p:nvSpPr>
          <p:spPr bwMode="auto">
            <a:xfrm>
              <a:off x="2696971" y="2840038"/>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Unsigned </a:t>
              </a:r>
              <a:r>
                <a:rPr lang="en-US" sz="1800" b="1" dirty="0" err="1">
                  <a:solidFill>
                    <a:srgbClr val="FF0000"/>
                  </a:solidFill>
                  <a:latin typeface="Consolas" panose="020B0609020204030204" pitchFamily="49" charset="0"/>
                  <a:cs typeface="Consolas" panose="020B0609020204030204" pitchFamily="49" charset="0"/>
                </a:rPr>
                <a:t>LO</a:t>
              </a:r>
              <a:r>
                <a:rPr lang="en-US" sz="1800" b="0" dirty="0" err="1">
                  <a:latin typeface="Consolas" panose="020B0609020204030204" pitchFamily="49" charset="0"/>
                  <a:cs typeface="Consolas" panose="020B0609020204030204" pitchFamily="49" charset="0"/>
                </a:rPr>
                <a:t>wer</a:t>
              </a:r>
              <a:endParaRPr lang="en-US" sz="1800" b="0" dirty="0">
                <a:latin typeface="Consolas" panose="020B0609020204030204" pitchFamily="49" charset="0"/>
                <a:cs typeface="Consolas" panose="020B0609020204030204" pitchFamily="49" charset="0"/>
              </a:endParaRPr>
            </a:p>
          </p:txBody>
        </p:sp>
        <p:sp>
          <p:nvSpPr>
            <p:cNvPr id="14345" name="Rectangle 8"/>
            <p:cNvSpPr>
              <a:spLocks noChangeArrowheads="1"/>
            </p:cNvSpPr>
            <p:nvPr/>
          </p:nvSpPr>
          <p:spPr bwMode="auto">
            <a:xfrm>
              <a:off x="2696971" y="3105151"/>
              <a:ext cx="3435035" cy="265113"/>
            </a:xfrm>
            <a:prstGeom prst="rect">
              <a:avLst/>
            </a:prstGeom>
            <a:noFill/>
            <a:ln w="12700">
              <a:solidFill>
                <a:schemeClr val="tx1"/>
              </a:solidFill>
              <a:miter lim="800000"/>
              <a:headEnd/>
              <a:tailEnd/>
            </a:ln>
          </p:spPr>
          <p:txBody>
            <a:bodyPr wrap="none" anchor="ctr"/>
            <a:lstStyle/>
            <a:p>
              <a:r>
                <a:rPr lang="en-US" sz="1800" b="1" dirty="0" err="1">
                  <a:solidFill>
                    <a:srgbClr val="FF0000"/>
                  </a:solidFill>
                  <a:latin typeface="Consolas" panose="020B0609020204030204" pitchFamily="49" charset="0"/>
                  <a:cs typeface="Consolas" panose="020B0609020204030204" pitchFamily="49" charset="0"/>
                </a:rPr>
                <a:t>MI</a:t>
              </a:r>
              <a:r>
                <a:rPr lang="en-US" sz="1800" b="0" dirty="0" err="1">
                  <a:latin typeface="Consolas" panose="020B0609020204030204" pitchFamily="49" charset="0"/>
                  <a:cs typeface="Consolas" panose="020B0609020204030204" pitchFamily="49" charset="0"/>
                </a:rPr>
                <a:t>nus</a:t>
              </a:r>
              <a:r>
                <a:rPr lang="en-US" sz="1800" b="0" dirty="0">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a:t>
              </a:r>
              <a:r>
                <a:rPr lang="en-US" sz="1800" b="0" dirty="0">
                  <a:latin typeface="Consolas" panose="020B0609020204030204" pitchFamily="49" charset="0"/>
                  <a:cs typeface="Consolas" panose="020B0609020204030204" pitchFamily="49" charset="0"/>
                </a:rPr>
                <a:t>Negative)</a:t>
              </a:r>
            </a:p>
          </p:txBody>
        </p:sp>
        <p:sp>
          <p:nvSpPr>
            <p:cNvPr id="14346" name="Rectangle 9"/>
            <p:cNvSpPr>
              <a:spLocks noChangeArrowheads="1"/>
            </p:cNvSpPr>
            <p:nvPr/>
          </p:nvSpPr>
          <p:spPr bwMode="auto">
            <a:xfrm>
              <a:off x="2696971" y="2044701"/>
              <a:ext cx="3435035" cy="265113"/>
            </a:xfrm>
            <a:prstGeom prst="rect">
              <a:avLst/>
            </a:prstGeom>
            <a:noFill/>
            <a:ln w="12700">
              <a:solidFill>
                <a:schemeClr val="tx1"/>
              </a:solidFill>
              <a:miter lim="800000"/>
              <a:headEnd/>
              <a:tailEnd/>
            </a:ln>
          </p:spPr>
          <p:txBody>
            <a:bodyPr wrap="none" anchor="ctr"/>
            <a:lstStyle/>
            <a:p>
              <a:r>
                <a:rPr lang="en-US" sz="1800" b="1" dirty="0" err="1">
                  <a:solidFill>
                    <a:srgbClr val="FF0000"/>
                  </a:solidFill>
                  <a:latin typeface="Consolas" panose="020B0609020204030204" pitchFamily="49" charset="0"/>
                  <a:cs typeface="Consolas" panose="020B0609020204030204" pitchFamily="49" charset="0"/>
                </a:rPr>
                <a:t>EQ</a:t>
              </a:r>
              <a:r>
                <a:rPr lang="en-US" sz="1800" b="0" dirty="0" err="1">
                  <a:latin typeface="Consolas" panose="020B0609020204030204" pitchFamily="49" charset="0"/>
                  <a:cs typeface="Consolas" panose="020B0609020204030204" pitchFamily="49" charset="0"/>
                </a:rPr>
                <a:t>ual</a:t>
              </a:r>
              <a:endParaRPr lang="en-US" sz="1800" b="0" dirty="0">
                <a:latin typeface="Consolas" panose="020B0609020204030204" pitchFamily="49" charset="0"/>
                <a:cs typeface="Consolas" panose="020B0609020204030204" pitchFamily="49" charset="0"/>
              </a:endParaRPr>
            </a:p>
          </p:txBody>
        </p:sp>
        <p:sp>
          <p:nvSpPr>
            <p:cNvPr id="14347" name="Rectangle 10"/>
            <p:cNvSpPr>
              <a:spLocks noChangeArrowheads="1"/>
            </p:cNvSpPr>
            <p:nvPr/>
          </p:nvSpPr>
          <p:spPr bwMode="auto">
            <a:xfrm>
              <a:off x="2696971" y="3635376"/>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sz="1800" b="1" dirty="0" err="1">
                  <a:solidFill>
                    <a:srgbClr val="FF0000"/>
                  </a:solidFill>
                  <a:latin typeface="Consolas" panose="020B0609020204030204" pitchFamily="49" charset="0"/>
                  <a:cs typeface="Consolas" panose="020B0609020204030204" pitchFamily="49" charset="0"/>
                </a:rPr>
                <a:t>V</a:t>
              </a:r>
              <a:r>
                <a:rPr lang="en-US" sz="1800" b="0" dirty="0" err="1">
                  <a:latin typeface="Consolas" panose="020B0609020204030204" pitchFamily="49" charset="0"/>
                  <a:cs typeface="Consolas" panose="020B0609020204030204" pitchFamily="49" charset="0"/>
                </a:rPr>
                <a:t>erflow</a:t>
              </a:r>
              <a:r>
                <a:rPr lang="en-US" sz="1800" b="0"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S</a:t>
              </a:r>
              <a:r>
                <a:rPr lang="en-US" sz="1800" b="0" dirty="0">
                  <a:latin typeface="Consolas" panose="020B0609020204030204" pitchFamily="49" charset="0"/>
                  <a:cs typeface="Consolas" panose="020B0609020204030204" pitchFamily="49" charset="0"/>
                </a:rPr>
                <a:t>et</a:t>
              </a:r>
            </a:p>
          </p:txBody>
        </p:sp>
        <p:sp>
          <p:nvSpPr>
            <p:cNvPr id="14348" name="Rectangle 11"/>
            <p:cNvSpPr>
              <a:spLocks noChangeArrowheads="1"/>
            </p:cNvSpPr>
            <p:nvPr/>
          </p:nvSpPr>
          <p:spPr bwMode="auto">
            <a:xfrm>
              <a:off x="2696971" y="3900488"/>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C</a:t>
              </a:r>
              <a:r>
                <a:rPr lang="en-US" dirty="0">
                  <a:latin typeface="Consolas" panose="020B0609020204030204" pitchFamily="49" charset="0"/>
                  <a:cs typeface="Consolas" panose="020B0609020204030204" pitchFamily="49" charset="0"/>
                </a:rPr>
                <a:t>leared</a:t>
              </a:r>
            </a:p>
          </p:txBody>
        </p:sp>
        <p:sp>
          <p:nvSpPr>
            <p:cNvPr id="14349" name="Rectangle 12"/>
            <p:cNvSpPr>
              <a:spLocks noChangeArrowheads="1"/>
            </p:cNvSpPr>
            <p:nvPr/>
          </p:nvSpPr>
          <p:spPr bwMode="auto">
            <a:xfrm>
              <a:off x="2696971" y="4165601"/>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Unsigned </a:t>
              </a:r>
              <a:r>
                <a:rPr lang="en-US" sz="1800" b="1" dirty="0" err="1">
                  <a:solidFill>
                    <a:srgbClr val="FF0000"/>
                  </a:solidFill>
                  <a:latin typeface="Consolas" panose="020B0609020204030204" pitchFamily="49" charset="0"/>
                  <a:cs typeface="Consolas" panose="020B0609020204030204" pitchFamily="49" charset="0"/>
                </a:rPr>
                <a:t>HI</a:t>
              </a:r>
              <a:r>
                <a:rPr lang="en-US" sz="1800" b="0" dirty="0" err="1">
                  <a:latin typeface="Consolas" panose="020B0609020204030204" pitchFamily="49" charset="0"/>
                  <a:cs typeface="Consolas" panose="020B0609020204030204" pitchFamily="49" charset="0"/>
                </a:rPr>
                <a:t>gher</a:t>
              </a:r>
              <a:endParaRPr lang="en-US" sz="1800" b="0" dirty="0">
                <a:latin typeface="Consolas" panose="020B0609020204030204" pitchFamily="49" charset="0"/>
                <a:cs typeface="Consolas" panose="020B0609020204030204" pitchFamily="49" charset="0"/>
              </a:endParaRPr>
            </a:p>
          </p:txBody>
        </p:sp>
        <p:sp>
          <p:nvSpPr>
            <p:cNvPr id="14350" name="Rectangle 13"/>
            <p:cNvSpPr>
              <a:spLocks noChangeArrowheads="1"/>
            </p:cNvSpPr>
            <p:nvPr/>
          </p:nvSpPr>
          <p:spPr bwMode="auto">
            <a:xfrm>
              <a:off x="2696971" y="4430713"/>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Unsigned </a:t>
              </a:r>
              <a:r>
                <a:rPr lang="en-US" sz="1800" b="1" dirty="0">
                  <a:solidFill>
                    <a:srgbClr val="FF0000"/>
                  </a:solidFill>
                  <a:latin typeface="Consolas" panose="020B0609020204030204" pitchFamily="49" charset="0"/>
                  <a:cs typeface="Consolas" panose="020B0609020204030204" pitchFamily="49" charset="0"/>
                </a:rPr>
                <a:t>L</a:t>
              </a:r>
              <a:r>
                <a:rPr lang="en-US" sz="1800" b="0" dirty="0">
                  <a:latin typeface="Consolas" panose="020B0609020204030204" pitchFamily="49" charset="0"/>
                  <a:cs typeface="Consolas" panose="020B0609020204030204" pitchFamily="49" charset="0"/>
                </a:rPr>
                <a:t>ower or </a:t>
              </a:r>
              <a:r>
                <a:rPr lang="en-US" sz="1800" b="1" dirty="0">
                  <a:solidFill>
                    <a:srgbClr val="FF0000"/>
                  </a:solidFill>
                  <a:latin typeface="Consolas" panose="020B0609020204030204" pitchFamily="49" charset="0"/>
                  <a:cs typeface="Consolas" panose="020B0609020204030204" pitchFamily="49" charset="0"/>
                </a:rPr>
                <a:t>S</a:t>
              </a:r>
              <a:r>
                <a:rPr lang="en-US" sz="1800" b="0" dirty="0">
                  <a:latin typeface="Consolas" panose="020B0609020204030204" pitchFamily="49" charset="0"/>
                  <a:cs typeface="Consolas" panose="020B0609020204030204" pitchFamily="49" charset="0"/>
                </a:rPr>
                <a:t>ame</a:t>
              </a:r>
            </a:p>
          </p:txBody>
        </p:sp>
        <p:sp>
          <p:nvSpPr>
            <p:cNvPr id="14351" name="Rectangle 14"/>
            <p:cNvSpPr>
              <a:spLocks noChangeArrowheads="1"/>
            </p:cNvSpPr>
            <p:nvPr/>
          </p:nvSpPr>
          <p:spPr bwMode="auto">
            <a:xfrm>
              <a:off x="2696971" y="3370263"/>
              <a:ext cx="3435035" cy="265113"/>
            </a:xfrm>
            <a:prstGeom prst="rect">
              <a:avLst/>
            </a:prstGeom>
            <a:noFill/>
            <a:ln w="12700">
              <a:solidFill>
                <a:schemeClr val="tx1"/>
              </a:solidFill>
              <a:miter lim="800000"/>
              <a:headEnd/>
              <a:tailEnd/>
            </a:ln>
          </p:spPr>
          <p:txBody>
            <a:bodyPr wrap="none" anchor="ctr"/>
            <a:lstStyle/>
            <a:p>
              <a:r>
                <a:rPr lang="en-US" sz="1800" b="1" dirty="0" err="1">
                  <a:solidFill>
                    <a:srgbClr val="FF0000"/>
                  </a:solidFill>
                  <a:latin typeface="Consolas" panose="020B0609020204030204" pitchFamily="49" charset="0"/>
                  <a:cs typeface="Consolas" panose="020B0609020204030204" pitchFamily="49" charset="0"/>
                </a:rPr>
                <a:t>PL</a:t>
              </a:r>
              <a:r>
                <a:rPr lang="en-US" sz="1800" b="0" dirty="0" err="1">
                  <a:latin typeface="Consolas" panose="020B0609020204030204" pitchFamily="49" charset="0"/>
                  <a:cs typeface="Consolas" panose="020B0609020204030204" pitchFamily="49" charset="0"/>
                </a:rPr>
                <a:t>us</a:t>
              </a:r>
              <a:r>
                <a:rPr lang="en-US" sz="1800" b="0" dirty="0">
                  <a:latin typeface="Consolas" panose="020B0609020204030204" pitchFamily="49" charset="0"/>
                  <a:cs typeface="Consolas" panose="020B0609020204030204" pitchFamily="49" charset="0"/>
                </a:rPr>
                <a:t> (Positive or Zero)</a:t>
              </a:r>
            </a:p>
          </p:txBody>
        </p:sp>
        <p:sp>
          <p:nvSpPr>
            <p:cNvPr id="14352" name="Rectangle 15"/>
            <p:cNvSpPr>
              <a:spLocks noChangeArrowheads="1"/>
            </p:cNvSpPr>
            <p:nvPr/>
          </p:nvSpPr>
          <p:spPr bwMode="auto">
            <a:xfrm>
              <a:off x="2696971" y="4960938"/>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Signed </a:t>
              </a:r>
              <a:r>
                <a:rPr lang="en-US" sz="1800" b="1" dirty="0">
                  <a:solidFill>
                    <a:srgbClr val="FF0000"/>
                  </a:solidFill>
                  <a:latin typeface="Consolas" panose="020B0609020204030204" pitchFamily="49" charset="0"/>
                  <a:cs typeface="Consolas" panose="020B0609020204030204" pitchFamily="49" charset="0"/>
                </a:rPr>
                <a:t>L</a:t>
              </a:r>
              <a:r>
                <a:rPr lang="en-US" sz="1800" b="0" dirty="0">
                  <a:latin typeface="Consolas" panose="020B0609020204030204" pitchFamily="49" charset="0"/>
                  <a:cs typeface="Consolas" panose="020B0609020204030204" pitchFamily="49" charset="0"/>
                </a:rPr>
                <a:t>ess </a:t>
              </a:r>
              <a:r>
                <a:rPr lang="en-US" sz="1800" b="1" dirty="0">
                  <a:solidFill>
                    <a:srgbClr val="FF0000"/>
                  </a:solidFill>
                  <a:latin typeface="Consolas" panose="020B0609020204030204" pitchFamily="49" charset="0"/>
                  <a:cs typeface="Consolas" panose="020B0609020204030204" pitchFamily="49" charset="0"/>
                </a:rPr>
                <a:t>T</a:t>
              </a:r>
              <a:r>
                <a:rPr lang="en-US" sz="1800" b="0" dirty="0">
                  <a:latin typeface="Consolas" panose="020B0609020204030204" pitchFamily="49" charset="0"/>
                  <a:cs typeface="Consolas" panose="020B0609020204030204" pitchFamily="49" charset="0"/>
                </a:rPr>
                <a:t>han</a:t>
              </a:r>
            </a:p>
          </p:txBody>
        </p:sp>
        <p:sp>
          <p:nvSpPr>
            <p:cNvPr id="14353" name="Rectangle 16"/>
            <p:cNvSpPr>
              <a:spLocks noChangeArrowheads="1"/>
            </p:cNvSpPr>
            <p:nvPr/>
          </p:nvSpPr>
          <p:spPr bwMode="auto">
            <a:xfrm>
              <a:off x="2696971" y="522605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sz="1800" b="1" dirty="0">
                  <a:solidFill>
                    <a:srgbClr val="FF0000"/>
                  </a:solidFill>
                  <a:latin typeface="Consolas" panose="020B0609020204030204" pitchFamily="49" charset="0"/>
                  <a:cs typeface="Consolas" panose="020B0609020204030204" pitchFamily="49" charset="0"/>
                </a:rPr>
                <a:t>G</a:t>
              </a:r>
              <a:r>
                <a:rPr lang="en-US" sz="1800" b="0" dirty="0">
                  <a:latin typeface="Consolas" panose="020B0609020204030204" pitchFamily="49" charset="0"/>
                  <a:cs typeface="Consolas" panose="020B0609020204030204" pitchFamily="49" charset="0"/>
                </a:rPr>
                <a:t>reater </a:t>
              </a:r>
              <a:r>
                <a:rPr lang="en-US" sz="1800" b="1" dirty="0">
                  <a:solidFill>
                    <a:srgbClr val="FF0000"/>
                  </a:solidFill>
                  <a:latin typeface="Consolas" panose="020B0609020204030204" pitchFamily="49" charset="0"/>
                  <a:cs typeface="Consolas" panose="020B0609020204030204" pitchFamily="49" charset="0"/>
                </a:rPr>
                <a:t>T</a:t>
              </a:r>
              <a:r>
                <a:rPr lang="en-US" sz="1800" b="0" dirty="0">
                  <a:latin typeface="Consolas" panose="020B0609020204030204" pitchFamily="49" charset="0"/>
                  <a:cs typeface="Consolas" panose="020B0609020204030204" pitchFamily="49" charset="0"/>
                </a:rPr>
                <a:t>han</a:t>
              </a:r>
            </a:p>
          </p:txBody>
        </p:sp>
        <p:sp>
          <p:nvSpPr>
            <p:cNvPr id="14354" name="Rectangle 17"/>
            <p:cNvSpPr>
              <a:spLocks noChangeArrowheads="1"/>
            </p:cNvSpPr>
            <p:nvPr/>
          </p:nvSpPr>
          <p:spPr bwMode="auto">
            <a:xfrm>
              <a:off x="2696971" y="5491163"/>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Signed </a:t>
              </a:r>
              <a:r>
                <a:rPr lang="en-US" sz="1800" b="1" dirty="0">
                  <a:solidFill>
                    <a:srgbClr val="FF0000"/>
                  </a:solidFill>
                  <a:latin typeface="Consolas" panose="020B0609020204030204" pitchFamily="49" charset="0"/>
                  <a:cs typeface="Consolas" panose="020B0609020204030204" pitchFamily="49" charset="0"/>
                </a:rPr>
                <a:t>L</a:t>
              </a:r>
              <a:r>
                <a:rPr lang="en-US" sz="1800" b="0" dirty="0">
                  <a:latin typeface="Consolas" panose="020B0609020204030204" pitchFamily="49" charset="0"/>
                  <a:cs typeface="Consolas" panose="020B0609020204030204" pitchFamily="49" charset="0"/>
                </a:rPr>
                <a:t>ess than or </a:t>
              </a:r>
              <a:r>
                <a:rPr lang="en-US" sz="1800" b="1" dirty="0">
                  <a:solidFill>
                    <a:srgbClr val="FF0000"/>
                  </a:solidFill>
                  <a:latin typeface="Consolas" panose="020B0609020204030204" pitchFamily="49" charset="0"/>
                  <a:cs typeface="Consolas" panose="020B0609020204030204" pitchFamily="49" charset="0"/>
                </a:rPr>
                <a:t>E</a:t>
              </a:r>
              <a:r>
                <a:rPr lang="en-US" sz="1800" b="0" dirty="0">
                  <a:latin typeface="Consolas" panose="020B0609020204030204" pitchFamily="49" charset="0"/>
                  <a:cs typeface="Consolas" panose="020B0609020204030204" pitchFamily="49" charset="0"/>
                </a:rPr>
                <a:t>qual</a:t>
              </a:r>
            </a:p>
          </p:txBody>
        </p:sp>
        <p:sp>
          <p:nvSpPr>
            <p:cNvPr id="14355" name="Rectangle 18"/>
            <p:cNvSpPr>
              <a:spLocks noChangeArrowheads="1"/>
            </p:cNvSpPr>
            <p:nvPr/>
          </p:nvSpPr>
          <p:spPr bwMode="auto">
            <a:xfrm>
              <a:off x="2696971" y="5756276"/>
              <a:ext cx="3435035" cy="265113"/>
            </a:xfrm>
            <a:prstGeom prst="rect">
              <a:avLst/>
            </a:prstGeom>
            <a:noFill/>
            <a:ln w="12700">
              <a:solidFill>
                <a:schemeClr val="tx1"/>
              </a:solidFill>
              <a:miter lim="800000"/>
              <a:headEnd/>
              <a:tailEnd/>
            </a:ln>
          </p:spPr>
          <p:txBody>
            <a:bodyPr wrap="none" anchor="ctr"/>
            <a:lstStyle/>
            <a:p>
              <a:r>
                <a:rPr lang="en-US" sz="1800" b="1" dirty="0" err="1">
                  <a:solidFill>
                    <a:srgbClr val="FF0000"/>
                  </a:solidFill>
                  <a:latin typeface="Consolas" panose="020B0609020204030204" pitchFamily="49" charset="0"/>
                  <a:cs typeface="Consolas" panose="020B0609020204030204" pitchFamily="49" charset="0"/>
                </a:rPr>
                <a:t>AL</a:t>
              </a:r>
              <a:r>
                <a:rPr lang="en-US" sz="1800" b="0" dirty="0" err="1">
                  <a:latin typeface="Consolas" panose="020B0609020204030204" pitchFamily="49" charset="0"/>
                  <a:cs typeface="Consolas" panose="020B0609020204030204" pitchFamily="49" charset="0"/>
                </a:rPr>
                <a:t>ways</a:t>
              </a:r>
              <a:endParaRPr lang="en-US" sz="1800" b="0" dirty="0">
                <a:latin typeface="Consolas" panose="020B0609020204030204" pitchFamily="49" charset="0"/>
                <a:cs typeface="Consolas" panose="020B0609020204030204" pitchFamily="49" charset="0"/>
              </a:endParaRPr>
            </a:p>
          </p:txBody>
        </p:sp>
        <p:sp>
          <p:nvSpPr>
            <p:cNvPr id="14356" name="Rectangle 19"/>
            <p:cNvSpPr>
              <a:spLocks noChangeArrowheads="1"/>
            </p:cNvSpPr>
            <p:nvPr/>
          </p:nvSpPr>
          <p:spPr bwMode="auto">
            <a:xfrm>
              <a:off x="2696971" y="4695826"/>
              <a:ext cx="3435035" cy="265113"/>
            </a:xfrm>
            <a:prstGeom prst="rect">
              <a:avLst/>
            </a:prstGeom>
            <a:noFill/>
            <a:ln w="12700">
              <a:solidFill>
                <a:schemeClr val="tx1"/>
              </a:solidFill>
              <a:miter lim="800000"/>
              <a:headEnd/>
              <a:tailEnd/>
            </a:ln>
          </p:spPr>
          <p:txBody>
            <a:bodyPr wrap="none" anchor="ctr"/>
            <a:lstStyle/>
            <a:p>
              <a:r>
                <a:rPr lang="en-US" sz="1800" b="0" dirty="0">
                  <a:latin typeface="Consolas" panose="020B0609020204030204" pitchFamily="49" charset="0"/>
                  <a:cs typeface="Consolas" panose="020B0609020204030204" pitchFamily="49" charset="0"/>
                </a:rPr>
                <a:t>Signed </a:t>
              </a:r>
              <a:r>
                <a:rPr lang="en-US" sz="1800" b="1" dirty="0">
                  <a:solidFill>
                    <a:srgbClr val="FF0000"/>
                  </a:solidFill>
                  <a:latin typeface="Consolas" panose="020B0609020204030204" pitchFamily="49" charset="0"/>
                  <a:cs typeface="Consolas" panose="020B0609020204030204" pitchFamily="49" charset="0"/>
                </a:rPr>
                <a:t>G</a:t>
              </a:r>
              <a:r>
                <a:rPr lang="en-US" sz="1800" b="0" dirty="0">
                  <a:latin typeface="Consolas" panose="020B0609020204030204" pitchFamily="49" charset="0"/>
                  <a:cs typeface="Consolas" panose="020B0609020204030204" pitchFamily="49" charset="0"/>
                </a:rPr>
                <a:t>reater or </a:t>
              </a:r>
              <a:r>
                <a:rPr lang="en-US" sz="1800" b="1" dirty="0">
                  <a:solidFill>
                    <a:srgbClr val="FF0000"/>
                  </a:solidFill>
                  <a:latin typeface="Consolas" panose="020B0609020204030204" pitchFamily="49" charset="0"/>
                  <a:cs typeface="Consolas" panose="020B0609020204030204" pitchFamily="49" charset="0"/>
                </a:rPr>
                <a:t>E</a:t>
              </a:r>
              <a:r>
                <a:rPr lang="en-US" sz="1800" b="0" dirty="0">
                  <a:latin typeface="Consolas" panose="020B0609020204030204" pitchFamily="49" charset="0"/>
                  <a:cs typeface="Consolas" panose="020B0609020204030204" pitchFamily="49" charset="0"/>
                </a:rPr>
                <a:t>qual</a:t>
              </a:r>
            </a:p>
          </p:txBody>
        </p:sp>
        <p:sp>
          <p:nvSpPr>
            <p:cNvPr id="14357" name="Rectangle 20"/>
            <p:cNvSpPr>
              <a:spLocks noChangeArrowheads="1"/>
            </p:cNvSpPr>
            <p:nvPr/>
          </p:nvSpPr>
          <p:spPr bwMode="auto">
            <a:xfrm>
              <a:off x="1423974" y="20447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23974" y="23098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23974" y="25749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23974" y="28400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23974" y="33702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23974" y="36353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23974" y="41656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23974" y="44307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23974" y="46958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23974" y="49609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23974" y="52260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23974" y="54911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23974" y="57562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23974" y="31051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23974" y="390048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23974" y="1779588"/>
              <a:ext cx="1272997" cy="265113"/>
            </a:xfrm>
            <a:prstGeom prst="rect">
              <a:avLst/>
            </a:prstGeom>
            <a:solidFill>
              <a:schemeClr val="accent1"/>
            </a:solidFill>
            <a:ln w="12700">
              <a:solidFill>
                <a:schemeClr val="tx1"/>
              </a:solidFill>
              <a:miter lim="800000"/>
              <a:headEnd/>
              <a:tailEnd/>
            </a:ln>
          </p:spPr>
          <p:txBody>
            <a:bodyPr wrap="none" anchor="ctr"/>
            <a:lstStyle/>
            <a:p>
              <a:pPr algn="ctr"/>
              <a:r>
                <a:rPr lang="en-US" sz="1800"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696971" y="1779588"/>
              <a:ext cx="3435035" cy="265113"/>
            </a:xfrm>
            <a:prstGeom prst="rect">
              <a:avLst/>
            </a:prstGeom>
            <a:solidFill>
              <a:schemeClr val="accent1"/>
            </a:solidFill>
            <a:ln w="12700">
              <a:solidFill>
                <a:schemeClr val="tx1"/>
              </a:solidFill>
              <a:miter lim="800000"/>
              <a:headEnd/>
              <a:tailEnd/>
            </a:ln>
          </p:spPr>
          <p:txBody>
            <a:bodyPr wrap="none" anchor="ctr"/>
            <a:lstStyle/>
            <a:p>
              <a:r>
                <a:rPr lang="en-US" sz="1800"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6132006" y="2309813"/>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6132006" y="2574926"/>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6132006" y="2840038"/>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6132006" y="2044701"/>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6132006" y="1779588"/>
              <a:ext cx="1654668" cy="265113"/>
            </a:xfrm>
            <a:prstGeom prst="rect">
              <a:avLst/>
            </a:prstGeom>
            <a:solidFill>
              <a:schemeClr val="accent1"/>
            </a:solidFill>
            <a:ln w="12700">
              <a:solidFill>
                <a:schemeClr val="tx1"/>
              </a:solidFill>
              <a:miter lim="800000"/>
              <a:headEnd/>
              <a:tailEnd/>
            </a:ln>
          </p:spPr>
          <p:txBody>
            <a:bodyPr wrap="none" anchor="ctr"/>
            <a:lstStyle/>
            <a:p>
              <a:r>
                <a:rPr lang="en-US" sz="1800"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6132006" y="3105151"/>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6132006" y="3370263"/>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6132006" y="3635376"/>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6132006" y="3900488"/>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6132006" y="4165601"/>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6132006" y="4430713"/>
              <a:ext cx="1654668" cy="265113"/>
            </a:xfrm>
            <a:prstGeom prst="rect">
              <a:avLst/>
            </a:prstGeom>
            <a:noFill/>
            <a:ln w="12700">
              <a:solidFill>
                <a:schemeClr val="tx1"/>
              </a:solidFill>
              <a:miter lim="800000"/>
              <a:headEnd/>
              <a:tailEnd/>
            </a:ln>
          </p:spPr>
          <p:txBody>
            <a:bodyPr wrap="none" anchor="ctr"/>
            <a:lstStyle/>
            <a:p>
              <a:r>
                <a:rPr lang="en-US" sz="1800" b="1">
                  <a:solidFill>
                    <a:srgbClr val="0000FF"/>
                  </a:solidFill>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6132006" y="4695826"/>
              <a:ext cx="1654668" cy="265113"/>
            </a:xfrm>
            <a:prstGeom prst="rect">
              <a:avLst/>
            </a:prstGeom>
            <a:noFill/>
            <a:ln w="12700">
              <a:solidFill>
                <a:schemeClr val="tx1"/>
              </a:solidFill>
              <a:miter lim="800000"/>
              <a:headEnd/>
              <a:tailEnd/>
            </a:ln>
          </p:spPr>
          <p:txBody>
            <a:bodyPr wrap="none" anchor="ctr"/>
            <a:lstStyle/>
            <a:p>
              <a:r>
                <a:rPr lang="en-US" sz="1800" b="1">
                  <a:solidFill>
                    <a:srgbClr val="0000FF"/>
                  </a:solidFill>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6132006" y="4960938"/>
              <a:ext cx="1654668" cy="265113"/>
            </a:xfrm>
            <a:prstGeom prst="rect">
              <a:avLst/>
            </a:prstGeom>
            <a:noFill/>
            <a:ln w="12700">
              <a:solidFill>
                <a:schemeClr val="tx1"/>
              </a:solidFill>
              <a:miter lim="800000"/>
              <a:headEnd/>
              <a:tailEnd/>
            </a:ln>
          </p:spPr>
          <p:txBody>
            <a:bodyPr wrap="none" anchor="ctr"/>
            <a:lstStyle/>
            <a:p>
              <a:r>
                <a:rPr lang="en-US" sz="1800" b="1">
                  <a:solidFill>
                    <a:srgbClr val="0000FF"/>
                  </a:solidFill>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6132006" y="5226051"/>
              <a:ext cx="1654668" cy="265113"/>
            </a:xfrm>
            <a:prstGeom prst="rect">
              <a:avLst/>
            </a:prstGeom>
            <a:noFill/>
            <a:ln w="12700">
              <a:solidFill>
                <a:schemeClr val="tx1"/>
              </a:solidFill>
              <a:miter lim="800000"/>
              <a:headEnd/>
              <a:tailEnd/>
            </a:ln>
          </p:spPr>
          <p:txBody>
            <a:bodyPr wrap="none" anchor="ctr"/>
            <a:lstStyle/>
            <a:p>
              <a:r>
                <a:rPr lang="en-US" sz="1800" b="1">
                  <a:solidFill>
                    <a:srgbClr val="0000FF"/>
                  </a:solidFill>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6132006" y="5491163"/>
              <a:ext cx="1654668" cy="265113"/>
            </a:xfrm>
            <a:prstGeom prst="rect">
              <a:avLst/>
            </a:prstGeom>
            <a:noFill/>
            <a:ln w="12700">
              <a:solidFill>
                <a:schemeClr val="tx1"/>
              </a:solidFill>
              <a:miter lim="800000"/>
              <a:headEnd/>
              <a:tailEnd/>
            </a:ln>
          </p:spPr>
          <p:txBody>
            <a:bodyPr wrap="none" anchor="ctr"/>
            <a:lstStyle/>
            <a:p>
              <a:r>
                <a:rPr lang="en-US" sz="1800" b="1" dirty="0">
                  <a:solidFill>
                    <a:srgbClr val="0000FF"/>
                  </a:solidFill>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6132006" y="5756276"/>
              <a:ext cx="1654668" cy="265113"/>
            </a:xfrm>
            <a:prstGeom prst="rect">
              <a:avLst/>
            </a:prstGeom>
            <a:noFill/>
            <a:ln w="12700">
              <a:solidFill>
                <a:schemeClr val="tx1"/>
              </a:solidFill>
              <a:miter lim="800000"/>
              <a:headEnd/>
              <a:tailEnd/>
            </a:ln>
          </p:spPr>
          <p:txBody>
            <a:bodyPr wrap="none" anchor="ctr"/>
            <a:lstStyle/>
            <a:p>
              <a:endParaRPr lang="en-GB" sz="1800" b="1">
                <a:solidFill>
                  <a:srgbClr val="0000FF"/>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208349427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EB266-2500-E048-2146-236F3D176B69}"/>
              </a:ext>
            </a:extLst>
          </p:cNvPr>
          <p:cNvSpPr>
            <a:spLocks noGrp="1"/>
          </p:cNvSpPr>
          <p:nvPr>
            <p:ph type="title"/>
          </p:nvPr>
        </p:nvSpPr>
        <p:spPr/>
        <p:txBody>
          <a:bodyPr/>
          <a:lstStyle/>
          <a:p>
            <a:r>
              <a:rPr lang="en-US" dirty="0"/>
              <a:t>Unsigned and Signed Compares</a:t>
            </a:r>
          </a:p>
        </p:txBody>
      </p:sp>
      <p:sp>
        <p:nvSpPr>
          <p:cNvPr id="3" name="Slide Number Placeholder 2">
            <a:extLst>
              <a:ext uri="{FF2B5EF4-FFF2-40B4-BE49-F238E27FC236}">
                <a16:creationId xmlns:a16="http://schemas.microsoft.com/office/drawing/2014/main" id="{7AF22305-B408-E751-8150-138A525AD7A4}"/>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a:extLst>
              <a:ext uri="{FF2B5EF4-FFF2-40B4-BE49-F238E27FC236}">
                <a16:creationId xmlns:a16="http://schemas.microsoft.com/office/drawing/2014/main" id="{5422A2C6-7F24-FA4F-9F2C-00B81D4ABBD8}"/>
              </a:ext>
            </a:extLst>
          </p:cNvPr>
          <p:cNvSpPr>
            <a:spLocks noGrp="1"/>
          </p:cNvSpPr>
          <p:nvPr>
            <p:ph sz="quarter" idx="1"/>
          </p:nvPr>
        </p:nvSpPr>
        <p:spPr>
          <a:xfrm>
            <a:off x="457200" y="1219200"/>
            <a:ext cx="8229600" cy="5257800"/>
          </a:xfrm>
        </p:spPr>
        <p:txBody>
          <a:bodyPr>
            <a:normAutofit fontScale="77500" lnSpcReduction="20000"/>
          </a:bodyPr>
          <a:lstStyle/>
          <a:p>
            <a:r>
              <a:rPr lang="en-US" dirty="0"/>
              <a:t>CMP a, b computes a - b and sets flags without keeping the result. For unsigned subtraction, borrow happens when a &lt; b.  ARM encodes “no borrow” (a ≥ b) as C=1, and “borrow” (a &lt; b) as C=0, while Z distinguishes equality. </a:t>
            </a:r>
          </a:p>
          <a:p>
            <a:pPr lvl="1"/>
            <a:r>
              <a:rPr lang="en-US" dirty="0"/>
              <a:t>HI (unsigned higher &gt;): the subtraction needs no borrow, so C=1, and it’s not equal, so Z=0. </a:t>
            </a:r>
          </a:p>
          <a:p>
            <a:pPr lvl="1"/>
            <a:r>
              <a:rPr lang="en-US" dirty="0"/>
              <a:t>HS/CS (higher or same/carry set ≥) : no borrow → C=1; equality allowed.</a:t>
            </a:r>
          </a:p>
          <a:p>
            <a:pPr lvl="1"/>
            <a:r>
              <a:rPr lang="en-US" dirty="0"/>
              <a:t>LO/CC (unsigned lower/carry clear &lt;): subtraction borrows → C=0. </a:t>
            </a:r>
          </a:p>
          <a:p>
            <a:pPr lvl="1"/>
            <a:r>
              <a:rPr lang="en-US" dirty="0"/>
              <a:t>LS (unsigned lower or same ≤): “lower or same” means either borrowed or equal → C=0 or Z=1. </a:t>
            </a:r>
          </a:p>
          <a:p>
            <a:r>
              <a:rPr lang="en-US" dirty="0"/>
              <a:t>For signed subtraction a - b, the sign bit N is correct if a ≥ b (no overflow, V = 0); the sign bit N is incorrect if a &lt; b (overflow, V = 1). </a:t>
            </a:r>
          </a:p>
          <a:p>
            <a:pPr lvl="1"/>
            <a:r>
              <a:rPr lang="en-US" dirty="0"/>
              <a:t>GE (signed greater or equal ≥): N == V. If there’s no overflow (V=0), non‑negative (N=0) means ≥; if there is overflow (V=1), N=1 (incorrect) also indicates the ≥ relation.</a:t>
            </a:r>
          </a:p>
          <a:p>
            <a:pPr lvl="1"/>
            <a:r>
              <a:rPr lang="en-US" dirty="0"/>
              <a:t>LT (signed less than &lt;): N != V. If there’s no overflow (V=0), negative (N=1) means &lt;; if there is overflow (V=1), N=0 (incorrect) also indicates the &lt; relation.</a:t>
            </a:r>
          </a:p>
          <a:p>
            <a:pPr lvl="1"/>
            <a:r>
              <a:rPr lang="en-US" dirty="0"/>
              <a:t>GT (signed greater than &gt;): N==V and Z=0. Strictly greater excludes equality, so combine GE with not equal.</a:t>
            </a:r>
          </a:p>
          <a:p>
            <a:pPr lvl="1"/>
            <a:r>
              <a:rPr lang="en-US" dirty="0"/>
              <a:t>LE (signed less or equal ≤): N != V or Z=1. Either strictly less, or equal.</a:t>
            </a:r>
          </a:p>
        </p:txBody>
      </p:sp>
    </p:spTree>
    <p:extLst>
      <p:ext uri="{BB962C8B-B14F-4D97-AF65-F5344CB8AC3E}">
        <p14:creationId xmlns:p14="http://schemas.microsoft.com/office/powerpoint/2010/main" val="4245009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Summary: </a:t>
            </a:r>
            <a:br>
              <a:rPr lang="en-US" dirty="0"/>
            </a:br>
            <a:r>
              <a:rPr lang="en-US" dirty="0"/>
              <a:t>Branch Instructions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17</a:t>
            </a:fld>
            <a:endParaRPr kumimoji="0" lang="en-US" dirty="0"/>
          </a:p>
        </p:txBody>
      </p:sp>
      <p:graphicFrame>
        <p:nvGraphicFramePr>
          <p:cNvPr id="5" name="Table 4"/>
          <p:cNvGraphicFramePr>
            <a:graphicFrameLocks noGrp="1"/>
          </p:cNvGraphicFramePr>
          <p:nvPr/>
        </p:nvGraphicFramePr>
        <p:xfrm>
          <a:off x="457200" y="1251567"/>
          <a:ext cx="8382000" cy="4996215"/>
        </p:xfrm>
        <a:graphic>
          <a:graphicData uri="http://schemas.openxmlformats.org/drawingml/2006/table">
            <a:tbl>
              <a:tblPr firstRow="1" firstCol="1" bandRow="1">
                <a:tableStyleId>{5C22544A-7EE6-4342-B048-85BDC9FD1C3A}</a:tableStyleId>
              </a:tblPr>
              <a:tblGrid>
                <a:gridCol w="1504463">
                  <a:extLst>
                    <a:ext uri="{9D8B030D-6E8A-4147-A177-3AD203B41FA5}">
                      <a16:colId xmlns:a16="http://schemas.microsoft.com/office/drawing/2014/main" val="20000"/>
                    </a:ext>
                  </a:extLst>
                </a:gridCol>
                <a:gridCol w="1732151">
                  <a:extLst>
                    <a:ext uri="{9D8B030D-6E8A-4147-A177-3AD203B41FA5}">
                      <a16:colId xmlns:a16="http://schemas.microsoft.com/office/drawing/2014/main" val="20001"/>
                    </a:ext>
                  </a:extLst>
                </a:gridCol>
                <a:gridCol w="3240386">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93895">
                <a:tc>
                  <a:txBody>
                    <a:bodyPr/>
                    <a:lstStyle/>
                    <a:p>
                      <a:pPr marL="0" marR="0" algn="just">
                        <a:spcBef>
                          <a:spcPts val="0"/>
                        </a:spcBef>
                        <a:spcAft>
                          <a:spcPts val="0"/>
                        </a:spcAft>
                      </a:pPr>
                      <a:r>
                        <a:rPr lang="en-US" sz="1600" dirty="0">
                          <a:effectLst/>
                        </a:rPr>
                        <a:t>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rPr>
                        <a:t>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Description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Flags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587790">
                <a:tc>
                  <a:txBody>
                    <a:bodyPr/>
                    <a:lstStyle/>
                    <a:p>
                      <a:pPr marL="0" marR="0" algn="just">
                        <a:spcBef>
                          <a:spcPts val="0"/>
                        </a:spcBef>
                        <a:spcAft>
                          <a:spcPts val="0"/>
                        </a:spcAft>
                      </a:pPr>
                      <a:r>
                        <a:rPr lang="en-US" sz="1600" dirty="0">
                          <a:effectLst/>
                        </a:rPr>
                        <a:t>Unconditional Branch</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to label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rPr>
                        <a:t> </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293895">
                <a:tc rowSpan="14">
                  <a:txBody>
                    <a:bodyPr/>
                    <a:lstStyle/>
                    <a:p>
                      <a:pPr marL="0" marR="0" algn="just">
                        <a:spcBef>
                          <a:spcPts val="0"/>
                        </a:spcBef>
                        <a:spcAft>
                          <a:spcPts val="0"/>
                        </a:spcAft>
                      </a:pPr>
                      <a:r>
                        <a:rPr lang="en-US" sz="1600" dirty="0">
                          <a:effectLst/>
                        </a:rPr>
                        <a:t>Conditional Branch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BEQ</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EQ</a:t>
                      </a:r>
                      <a:r>
                        <a:rPr lang="en-US" sz="1600" dirty="0" err="1">
                          <a:effectLst/>
                        </a:rPr>
                        <a:t>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BNE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a:solidFill>
                            <a:srgbClr val="FF0000"/>
                          </a:solidFill>
                          <a:effectLst/>
                        </a:rPr>
                        <a:t>N</a:t>
                      </a:r>
                      <a:r>
                        <a:rPr lang="en-US" sz="1600" dirty="0">
                          <a:effectLst/>
                        </a:rPr>
                        <a:t>ot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BCS</a:t>
                      </a:r>
                      <a:r>
                        <a:rPr lang="en-US" sz="1600" dirty="0">
                          <a:effectLst/>
                          <a:latin typeface="Consolas" panose="020B0609020204030204" pitchFamily="49" charset="0"/>
                        </a:rPr>
                        <a:t>/</a:t>
                      </a:r>
                      <a:r>
                        <a:rPr lang="en-US" sz="1600" b="1" dirty="0">
                          <a:solidFill>
                            <a:srgbClr val="FF0000"/>
                          </a:solidFill>
                          <a:effectLst/>
                          <a:latin typeface="Consolas" panose="020B0609020204030204" pitchFamily="49" charset="0"/>
                        </a:rPr>
                        <a:t>BHS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H</a:t>
                      </a:r>
                      <a:r>
                        <a:rPr lang="en-US" sz="1600" dirty="0">
                          <a:effectLst/>
                        </a:rPr>
                        <a:t>igher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BCC</a:t>
                      </a:r>
                      <a:r>
                        <a:rPr lang="en-US" sz="1600" dirty="0">
                          <a:effectLst/>
                          <a:latin typeface="Consolas" panose="020B0609020204030204" pitchFamily="49" charset="0"/>
                        </a:rPr>
                        <a:t>/</a:t>
                      </a:r>
                      <a:r>
                        <a:rPr lang="en-US" sz="1600" b="1" dirty="0" err="1">
                          <a:solidFill>
                            <a:srgbClr val="FF0000"/>
                          </a:solidFill>
                          <a:effectLst/>
                          <a:latin typeface="Consolas" panose="020B0609020204030204" pitchFamily="49" charset="0"/>
                        </a:rPr>
                        <a:t>BLO</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LO</a:t>
                      </a:r>
                      <a:r>
                        <a:rPr lang="en-US" sz="1600" dirty="0" err="1">
                          <a:effectLst/>
                        </a:rPr>
                        <a:t>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BMI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b="0" i="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MI</a:t>
                      </a:r>
                      <a:r>
                        <a:rPr lang="en-US" sz="1600" dirty="0" err="1">
                          <a:effectLst/>
                        </a:rPr>
                        <a:t>nus</a:t>
                      </a:r>
                      <a:r>
                        <a:rPr lang="en-US" sz="1600" dirty="0">
                          <a:effectLst/>
                        </a:rPr>
                        <a:t> (Negative)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BPL</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PL</a:t>
                      </a:r>
                      <a:r>
                        <a:rPr lang="en-US" sz="1600" dirty="0" err="1">
                          <a:effectLst/>
                        </a:rPr>
                        <a:t>us</a:t>
                      </a:r>
                      <a:r>
                        <a:rPr lang="en-US" sz="1600" dirty="0">
                          <a:effectLst/>
                        </a:rPr>
                        <a:t> (Positive or Zero)</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S</a:t>
                      </a:r>
                      <a:r>
                        <a:rPr lang="en-US" sz="1600" dirty="0">
                          <a:effectLst/>
                        </a:rPr>
                        <a:t>et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BVC</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C</a:t>
                      </a:r>
                      <a:r>
                        <a:rPr lang="en-US" sz="1600" dirty="0">
                          <a:effectLst/>
                        </a:rPr>
                        <a:t>lear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BHI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HI</a:t>
                      </a:r>
                      <a:r>
                        <a:rPr lang="en-US" sz="1600" dirty="0" err="1">
                          <a:effectLst/>
                        </a:rPr>
                        <a:t>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 &amp; 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L</a:t>
                      </a:r>
                      <a:r>
                        <a:rPr lang="en-US" sz="1600" dirty="0">
                          <a:effectLst/>
                        </a:rPr>
                        <a:t>ower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 or 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tabLst>
                          <a:tab pos="1265555" algn="l"/>
                        </a:tabLst>
                      </a:pPr>
                      <a:r>
                        <a:rPr lang="en-US" sz="1600" dirty="0">
                          <a:effectLst/>
                        </a:rPr>
                        <a:t>Branch if signed </a:t>
                      </a:r>
                      <a:r>
                        <a:rPr lang="en-US" sz="1600" b="1" dirty="0">
                          <a:solidFill>
                            <a:srgbClr val="FF0000"/>
                          </a:solidFill>
                          <a:effectLst/>
                        </a:rPr>
                        <a:t>G</a:t>
                      </a:r>
                      <a:r>
                        <a:rPr lang="en-US" sz="1600" dirty="0">
                          <a:effectLst/>
                        </a:rPr>
                        <a:t>reater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BLT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G</a:t>
                      </a:r>
                      <a:r>
                        <a:rPr lang="en-US" sz="1600" dirty="0">
                          <a:effectLst/>
                        </a:rPr>
                        <a:t>reater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 &amp; 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BLE</a:t>
                      </a:r>
                      <a:r>
                        <a:rPr lang="en-US" sz="1600" b="1" dirty="0">
                          <a:solidFill>
                            <a:srgbClr val="FF0000"/>
                          </a:solidFill>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than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0000FF"/>
                          </a:solidFill>
                          <a:effectLst/>
                          <a:latin typeface="Consolas" panose="020B0609020204030204" pitchFamily="49" charset="0"/>
                          <a:cs typeface="Consolas" panose="020B0609020204030204" pitchFamily="49" charset="0"/>
                        </a:rPr>
                        <a:t>Z = 1 or N = !V</a:t>
                      </a:r>
                      <a:endParaRPr lang="en-US" sz="1600" b="1"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158482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Summary:</a:t>
            </a:r>
            <a:br>
              <a:rPr lang="en-US" dirty="0"/>
            </a:br>
            <a:r>
              <a:rPr lang="en-US" dirty="0"/>
              <a:t>Conditional Execution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Table 4"/>
          <p:cNvGraphicFramePr>
            <a:graphicFrameLocks noGrp="1"/>
          </p:cNvGraphicFramePr>
          <p:nvPr/>
        </p:nvGraphicFramePr>
        <p:xfrm>
          <a:off x="304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V = 1</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V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C = 1 &amp; Z = 0</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 or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 &amp;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 or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4167967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2067858"/>
              </p:ext>
            </p:extLst>
          </p:nvPr>
        </p:nvGraphicFramePr>
        <p:xfrm>
          <a:off x="152401" y="1865531"/>
          <a:ext cx="8763002" cy="3651349"/>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nchor="ctr" anchorCtr="1"/>
                </a:tc>
                <a:tc>
                  <a:txBody>
                    <a:bodyPr/>
                    <a:lstStyle/>
                    <a:p>
                      <a:pPr algn="ctr"/>
                      <a:r>
                        <a:rPr lang="en-US" dirty="0">
                          <a:latin typeface="Consolas" panose="020B0609020204030204" pitchFamily="49" charset="0"/>
                          <a:cs typeface="Consolas" panose="020B0609020204030204" pitchFamily="49" charset="0"/>
                        </a:rPr>
                        <a:t> N = 0</a:t>
                      </a:r>
                    </a:p>
                  </a:txBody>
                  <a:tcPr anchor="ctr" anchorCtr="1"/>
                </a:tc>
                <a:tc>
                  <a:txBody>
                    <a:bodyPr/>
                    <a:lstStyle/>
                    <a:p>
                      <a:pPr algn="ctr"/>
                      <a:r>
                        <a:rPr lang="en-US" dirty="0">
                          <a:latin typeface="Consolas" panose="020B0609020204030204" pitchFamily="49" charset="0"/>
                          <a:cs typeface="Consolas" panose="020B0609020204030204" pitchFamily="49" charset="0"/>
                        </a:rPr>
                        <a:t> N = 1</a:t>
                      </a:r>
                    </a:p>
                  </a:txBody>
                  <a:tcPr anchor="ctr" anchorCtr="1"/>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285750" indent="-285750">
                        <a:buFont typeface="Arial" pitchFamily="34" charset="0"/>
                        <a:buChar char="•"/>
                      </a:pPr>
                      <a:r>
                        <a:rPr lang="en-US" dirty="0"/>
                        <a:t>No</a:t>
                      </a:r>
                      <a:r>
                        <a:rPr lang="en-US" baseline="0" dirty="0"/>
                        <a:t> overflow, implying the result is correct. </a:t>
                      </a:r>
                    </a:p>
                    <a:p>
                      <a:pPr marL="285750" indent="-285750">
                        <a:buFont typeface="Arial" pitchFamily="34" charset="0"/>
                        <a:buChar char="•"/>
                      </a:pPr>
                      <a:r>
                        <a:rPr lang="en-US" baseline="0" dirty="0"/>
                        <a:t>The result is non-negative, </a:t>
                      </a:r>
                    </a:p>
                    <a:p>
                      <a:pPr marL="285750" indent="-285750">
                        <a:buFont typeface="Arial" pitchFamily="34" charset="0"/>
                        <a:buChar char="•"/>
                      </a:pPr>
                      <a:r>
                        <a:rPr lang="en-US" baseline="0" dirty="0"/>
                        <a:t>Thus </a:t>
                      </a:r>
                      <a:r>
                        <a:rPr lang="en-US" baseline="0" dirty="0">
                          <a:latin typeface="Consolas" panose="020B0609020204030204" pitchFamily="49" charset="0"/>
                        </a:rPr>
                        <a:t>r0 – r1 ≥ 0</a:t>
                      </a:r>
                      <a:r>
                        <a:rPr lang="en-US" baseline="0" dirty="0"/>
                        <a:t>, i.e., </a:t>
                      </a: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tc>
                  <a:txBody>
                    <a:bodyPr/>
                    <a:lstStyle/>
                    <a:p>
                      <a:pPr marL="285750" indent="-285750">
                        <a:buFont typeface="Arial" pitchFamily="34" charset="0"/>
                        <a:buChar char="•"/>
                      </a:pPr>
                      <a:r>
                        <a:rPr lang="en-US" dirty="0"/>
                        <a:t>No overflow, implying the result is correct.</a:t>
                      </a:r>
                    </a:p>
                    <a:p>
                      <a:pPr marL="285750" indent="-285750">
                        <a:buFont typeface="Arial" pitchFamily="34" charset="0"/>
                        <a:buChar char="•"/>
                      </a:pPr>
                      <a:r>
                        <a:rPr lang="en-US" dirty="0"/>
                        <a:t>The</a:t>
                      </a:r>
                      <a:r>
                        <a:rPr lang="en-US" baseline="0" dirty="0"/>
                        <a:t> result is</a:t>
                      </a:r>
                      <a:r>
                        <a:rPr lang="en-US" dirty="0"/>
                        <a:t> negative</a:t>
                      </a:r>
                      <a:r>
                        <a:rPr lang="en-US" baseline="0" dirty="0"/>
                        <a:t>.</a:t>
                      </a:r>
                    </a:p>
                    <a:p>
                      <a:pPr marL="285750" indent="-285750">
                        <a:buFont typeface="Arial" pitchFamily="34" charset="0"/>
                        <a:buChar char="•"/>
                      </a:pPr>
                      <a:r>
                        <a:rPr lang="en-US" baseline="0" dirty="0"/>
                        <a:t>Thus </a:t>
                      </a:r>
                      <a:r>
                        <a:rPr lang="en-US" baseline="0" dirty="0">
                          <a:latin typeface="Consolas" panose="020B0609020204030204" pitchFamily="49" charset="0"/>
                        </a:rPr>
                        <a:t>r0 – r1 &lt; 0</a:t>
                      </a:r>
                      <a:r>
                        <a:rPr lang="en-US" baseline="0" dirty="0"/>
                        <a:t>, i.e., </a:t>
                      </a: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a:t>O</a:t>
                      </a:r>
                      <a:r>
                        <a:rPr lang="en-US" baseline="0" dirty="0"/>
                        <a:t>verflow occurs, implying the result is incorrect.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The result is mistakenly reported as non-negative and in fact it should be negative.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Thus </a:t>
                      </a:r>
                      <a:r>
                        <a:rPr lang="en-US" baseline="0" dirty="0">
                          <a:latin typeface="Consolas" panose="020B0609020204030204" pitchFamily="49" charset="0"/>
                        </a:rPr>
                        <a:t>r0 – r1 &lt; 0 </a:t>
                      </a:r>
                      <a:r>
                        <a:rPr lang="en-US" baseline="0" dirty="0"/>
                        <a:t>in reality, i.e., </a:t>
                      </a: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a:t>O</a:t>
                      </a:r>
                      <a:r>
                        <a:rPr lang="en-US" baseline="0" dirty="0"/>
                        <a:t>verflow occurs, implying the result is incorrect.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The result is mistakenly reported as negative and in fact it should be non-negative.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Thus </a:t>
                      </a:r>
                      <a:r>
                        <a:rPr lang="en-US" baseline="0" dirty="0">
                          <a:latin typeface="Consolas" panose="020B0609020204030204" pitchFamily="49" charset="0"/>
                        </a:rPr>
                        <a:t>r0 – r1 ≥ 0 </a:t>
                      </a:r>
                      <a:r>
                        <a:rPr lang="en-US" baseline="0" dirty="0"/>
                        <a:t>in reality., i.e.  </a:t>
                      </a: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533400" y="1219200"/>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4" name="TextBox 3">
            <a:extLst>
              <a:ext uri="{FF2B5EF4-FFF2-40B4-BE49-F238E27FC236}">
                <a16:creationId xmlns:a16="http://schemas.microsoft.com/office/drawing/2014/main" id="{7A361282-ADE0-8C48-E527-544B0D2A42B8}"/>
              </a:ext>
            </a:extLst>
          </p:cNvPr>
          <p:cNvSpPr txBox="1"/>
          <p:nvPr/>
        </p:nvSpPr>
        <p:spPr>
          <a:xfrm>
            <a:off x="2095500" y="5654636"/>
            <a:ext cx="4953000" cy="584775"/>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203524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AE6B-50BF-EC87-C691-EAFDE1EB1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43FBB-D245-9542-B4DC-8D249EAA2EF8}"/>
              </a:ext>
            </a:extLst>
          </p:cNvPr>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a:extLst>
              <a:ext uri="{FF2B5EF4-FFF2-40B4-BE49-F238E27FC236}">
                <a16:creationId xmlns:a16="http://schemas.microsoft.com/office/drawing/2014/main" id="{ED158967-29A6-2F86-E4C9-0AF69AC0F715}"/>
              </a:ext>
            </a:extLst>
          </p:cNvPr>
          <p:cNvSpPr>
            <a:spLocks noGrp="1"/>
          </p:cNvSpPr>
          <p:nvPr>
            <p:ph type="sldNum" sz="quarter" idx="12"/>
          </p:nvPr>
        </p:nvSpPr>
        <p:spPr/>
        <p:txBody>
          <a:bodyPr/>
          <a:lstStyle/>
          <a:p>
            <a:fld id="{EA7C8D44-3667-46F6-9772-CC52308E2A7F}" type="slidenum">
              <a:rPr kumimoji="0" lang="en-US" smtClean="0"/>
              <a:pPr/>
              <a:t>20</a:t>
            </a:fld>
            <a:endParaRPr kumimoji="0" lang="en-US" dirty="0"/>
          </a:p>
        </p:txBody>
      </p:sp>
      <p:graphicFrame>
        <p:nvGraphicFramePr>
          <p:cNvPr id="5" name="Table 4">
            <a:extLst>
              <a:ext uri="{FF2B5EF4-FFF2-40B4-BE49-F238E27FC236}">
                <a16:creationId xmlns:a16="http://schemas.microsoft.com/office/drawing/2014/main" id="{C7914D5B-2CC7-293C-9379-3C41827285D1}"/>
              </a:ext>
            </a:extLst>
          </p:cNvPr>
          <p:cNvGraphicFramePr>
            <a:graphicFrameLocks noGrp="1"/>
          </p:cNvGraphicFramePr>
          <p:nvPr>
            <p:extLst>
              <p:ext uri="{D42A27DB-BD31-4B8C-83A1-F6EECF244321}">
                <p14:modId xmlns:p14="http://schemas.microsoft.com/office/powerpoint/2010/main" val="1758915825"/>
              </p:ext>
            </p:extLst>
          </p:nvPr>
        </p:nvGraphicFramePr>
        <p:xfrm>
          <a:off x="152401" y="1865531"/>
          <a:ext cx="8763002" cy="4114800"/>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nchor="ctr" anchorCtr="1"/>
                </a:tc>
                <a:tc>
                  <a:txBody>
                    <a:bodyPr/>
                    <a:lstStyle/>
                    <a:p>
                      <a:pPr algn="ctr"/>
                      <a:r>
                        <a:rPr lang="en-US" dirty="0">
                          <a:latin typeface="Consolas" panose="020B0609020204030204" pitchFamily="49" charset="0"/>
                          <a:cs typeface="Consolas" panose="020B0609020204030204" pitchFamily="49" charset="0"/>
                        </a:rPr>
                        <a:t> N = 0</a:t>
                      </a:r>
                    </a:p>
                  </a:txBody>
                  <a:tcPr anchor="ctr" anchorCtr="1"/>
                </a:tc>
                <a:tc>
                  <a:txBody>
                    <a:bodyPr/>
                    <a:lstStyle/>
                    <a:p>
                      <a:pPr algn="ctr"/>
                      <a:r>
                        <a:rPr lang="en-US" dirty="0">
                          <a:latin typeface="Consolas" panose="020B0609020204030204" pitchFamily="49" charset="0"/>
                          <a:cs typeface="Consolas" panose="020B0609020204030204" pitchFamily="49" charset="0"/>
                        </a:rPr>
                        <a:t> N = 1</a:t>
                      </a:r>
                    </a:p>
                  </a:txBody>
                  <a:tcPr anchor="ctr" anchorCtr="1"/>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285750" indent="-285750">
                        <a:buFont typeface="Arial" pitchFamily="34" charset="0"/>
                        <a:buChar char="•"/>
                      </a:pPr>
                      <a:r>
                        <a:rPr lang="en-US" dirty="0"/>
                        <a:t>r0 = +7 (00111)</a:t>
                      </a:r>
                    </a:p>
                    <a:p>
                      <a:pPr marL="285750" indent="-285750">
                        <a:buFont typeface="Arial" pitchFamily="34" charset="0"/>
                        <a:buChar char="•"/>
                      </a:pPr>
                      <a:r>
                        <a:rPr lang="en-US" dirty="0"/>
                        <a:t>r1 = +3 (00011) </a:t>
                      </a:r>
                    </a:p>
                    <a:p>
                      <a:pPr marL="285750" indent="-285750">
                        <a:buFont typeface="Arial" pitchFamily="34" charset="0"/>
                        <a:buChar char="•"/>
                      </a:pPr>
                      <a:r>
                        <a:rPr lang="en-US" dirty="0"/>
                        <a:t>r0 − r1 = +4 (00100); </a:t>
                      </a:r>
                    </a:p>
                    <a:p>
                      <a:pPr marL="285750" indent="-285750">
                        <a:buFont typeface="Arial" pitchFamily="34" charset="0"/>
                        <a:buChar char="•"/>
                      </a:pPr>
                      <a:r>
                        <a:rPr lang="en-US" dirty="0"/>
                        <a:t>result non‑negative and no signed overflow, so N=0, V=0 ⇒ GE holds</a:t>
                      </a:r>
                    </a:p>
                    <a:p>
                      <a:pPr marL="285750" indent="-285750">
                        <a:buFont typeface="Arial" pitchFamily="34" charset="0"/>
                        <a:buChar char="•"/>
                      </a:pPr>
                      <a:endParaRPr lang="en-US" dirty="0">
                        <a:latin typeface="Consolas" panose="020B0609020204030204" pitchFamily="49" charset="0"/>
                        <a:cs typeface="Times New Roman" pitchFamily="18" charset="0"/>
                      </a:endParaRPr>
                    </a:p>
                  </a:txBody>
                  <a:tcPr anchor="ctr" anchorCtr="1"/>
                </a:tc>
                <a:tc>
                  <a:txBody>
                    <a:bodyPr/>
                    <a:lstStyle/>
                    <a:p>
                      <a:pPr marL="285750" indent="-285750">
                        <a:buFont typeface="Arial" pitchFamily="34" charset="0"/>
                        <a:buChar char="•"/>
                      </a:pPr>
                      <a:r>
                        <a:rPr lang="en-US" dirty="0"/>
                        <a:t>r0 = +3 (00011)</a:t>
                      </a:r>
                    </a:p>
                    <a:p>
                      <a:pPr marL="285750" indent="-285750">
                        <a:buFont typeface="Arial" pitchFamily="34" charset="0"/>
                        <a:buChar char="•"/>
                      </a:pPr>
                      <a:r>
                        <a:rPr lang="en-US" dirty="0"/>
                        <a:t>r1 = +7 (00111)</a:t>
                      </a:r>
                    </a:p>
                    <a:p>
                      <a:pPr marL="285750" indent="-285750">
                        <a:buFont typeface="Arial" pitchFamily="34" charset="0"/>
                        <a:buChar char="•"/>
                      </a:pPr>
                      <a:r>
                        <a:rPr lang="en-US" dirty="0"/>
                        <a:t>r0 − r1 = −4 (11100)</a:t>
                      </a:r>
                    </a:p>
                    <a:p>
                      <a:pPr marL="285750" indent="-285750">
                        <a:buFont typeface="Arial" pitchFamily="34" charset="0"/>
                        <a:buChar char="•"/>
                      </a:pPr>
                      <a:r>
                        <a:rPr lang="en-US" dirty="0"/>
                        <a:t>result negative with no overflow, so N=1, V=0 ⇒ LT holds</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r0 = −10 (10110)</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r1 = +7 (00111)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r0 − r1 = −17, outside range  [−16,+15]; result is 00111 (decimal 7), whose sign bit is 0 so N=0, but signed overflow occurs so V=1 </a:t>
                      </a:r>
                      <a:r>
                        <a:rPr lang="en-US" dirty="0"/>
                        <a:t>⇒ LT holds</a:t>
                      </a:r>
                      <a:r>
                        <a:rPr lang="en-US" baseline="0" dirty="0"/>
                        <a:t> </a:t>
                      </a:r>
                      <a:endParaRPr lang="en-US" dirty="0">
                        <a:latin typeface="Consolas" panose="020B0609020204030204" pitchFamily="49" charset="0"/>
                        <a:cs typeface="Times New Roman" pitchFamily="18" charset="0"/>
                      </a:endParaRP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r0 = +10 (01010)</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r1 = −7 (11001)</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r0 − r1 = +17, outside range [−16,+15]; result is 10001 (decimal −15), whose sign bit is 1 so N=1, but signed overflow occurs so V=1 </a:t>
                      </a:r>
                      <a:r>
                        <a:rPr lang="en-US" dirty="0"/>
                        <a:t>⇒ GE holds</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CE638046-5BA3-A3CF-AF2C-C5DE1F3D39B8}"/>
              </a:ext>
            </a:extLst>
          </p:cNvPr>
          <p:cNvSpPr txBox="1"/>
          <p:nvPr/>
        </p:nvSpPr>
        <p:spPr>
          <a:xfrm>
            <a:off x="533400" y="1219200"/>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7" name="TextBox 6">
            <a:extLst>
              <a:ext uri="{FF2B5EF4-FFF2-40B4-BE49-F238E27FC236}">
                <a16:creationId xmlns:a16="http://schemas.microsoft.com/office/drawing/2014/main" id="{F164103F-5493-6E75-917E-11F5943403D8}"/>
              </a:ext>
            </a:extLst>
          </p:cNvPr>
          <p:cNvSpPr txBox="1"/>
          <p:nvPr/>
        </p:nvSpPr>
        <p:spPr>
          <a:xfrm>
            <a:off x="2095500" y="6048377"/>
            <a:ext cx="4953000" cy="584775"/>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1671373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3211735855"/>
              </p:ext>
            </p:extLst>
          </p:nvPr>
        </p:nvGraphicFramePr>
        <p:xfrm>
          <a:off x="152401" y="1865531"/>
          <a:ext cx="8763002" cy="3639226"/>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tc>
                <a:tc>
                  <a:txBody>
                    <a:bodyPr/>
                    <a:lstStyle/>
                    <a:p>
                      <a:pPr algn="ctr"/>
                      <a:r>
                        <a:rPr lang="en-US" dirty="0">
                          <a:latin typeface="Consolas" panose="020B0609020204030204" pitchFamily="49" charset="0"/>
                          <a:cs typeface="Consolas" panose="020B0609020204030204" pitchFamily="49" charset="0"/>
                        </a:rPr>
                        <a:t> N = 0</a:t>
                      </a:r>
                    </a:p>
                  </a:txBody>
                  <a:tcPr/>
                </a:tc>
                <a:tc>
                  <a:txBody>
                    <a:bodyPr/>
                    <a:lstStyle/>
                    <a:p>
                      <a:pPr algn="ctr"/>
                      <a:r>
                        <a:rPr lang="en-US" dirty="0">
                          <a:latin typeface="Consolas" panose="020B0609020204030204" pitchFamily="49" charset="0"/>
                          <a:cs typeface="Consolas" panose="020B0609020204030204" pitchFamily="49" charset="0"/>
                        </a:rPr>
                        <a:t> N = 1</a:t>
                      </a:r>
                    </a:p>
                  </a:txBody>
                  <a:tcPr/>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0" indent="0" algn="ctr">
                        <a:buFont typeface="Arial" pitchFamily="34" charset="0"/>
                        <a:buNone/>
                      </a:pP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tc>
                  <a:txBody>
                    <a:bodyPr/>
                    <a:lstStyle/>
                    <a:p>
                      <a:pPr marL="0" indent="0" algn="ctr">
                        <a:buFont typeface="Arial" pitchFamily="34" charset="0"/>
                        <a:buNone/>
                      </a:pP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533400" y="1219200"/>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4" name="TextBox 3">
            <a:extLst>
              <a:ext uri="{FF2B5EF4-FFF2-40B4-BE49-F238E27FC236}">
                <a16:creationId xmlns:a16="http://schemas.microsoft.com/office/drawing/2014/main" id="{6BB2040F-11C5-55C7-1568-ADBC22FFAA6F}"/>
              </a:ext>
            </a:extLst>
          </p:cNvPr>
          <p:cNvSpPr txBox="1"/>
          <p:nvPr/>
        </p:nvSpPr>
        <p:spPr>
          <a:xfrm>
            <a:off x="2095500" y="5642513"/>
            <a:ext cx="4953000" cy="584775"/>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2051571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421143121"/>
              </p:ext>
            </p:extLst>
          </p:nvPr>
        </p:nvGraphicFramePr>
        <p:xfrm>
          <a:off x="152401" y="1865531"/>
          <a:ext cx="8763002" cy="3639226"/>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tc>
                <a:tc>
                  <a:txBody>
                    <a:bodyPr/>
                    <a:lstStyle/>
                    <a:p>
                      <a:pPr algn="ctr"/>
                      <a:r>
                        <a:rPr lang="en-US" dirty="0">
                          <a:latin typeface="Consolas" panose="020B0609020204030204" pitchFamily="49" charset="0"/>
                          <a:cs typeface="Consolas" panose="020B0609020204030204" pitchFamily="49" charset="0"/>
                        </a:rPr>
                        <a:t> N = 0</a:t>
                      </a:r>
                    </a:p>
                  </a:txBody>
                  <a:tcPr/>
                </a:tc>
                <a:tc>
                  <a:txBody>
                    <a:bodyPr/>
                    <a:lstStyle/>
                    <a:p>
                      <a:pPr algn="ctr"/>
                      <a:r>
                        <a:rPr lang="en-US" dirty="0">
                          <a:latin typeface="Consolas" panose="020B0609020204030204" pitchFamily="49" charset="0"/>
                          <a:cs typeface="Consolas" panose="020B0609020204030204" pitchFamily="49" charset="0"/>
                        </a:rPr>
                        <a:t> N = 1</a:t>
                      </a:r>
                    </a:p>
                  </a:txBody>
                  <a:tcPr/>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0" indent="0" algn="ctr">
                        <a:buFont typeface="Arial" pitchFamily="34" charset="0"/>
                        <a:buNone/>
                      </a:pPr>
                      <a:r>
                        <a:rPr lang="en-US" altLang="zh-CN" baseline="0" dirty="0">
                          <a:latin typeface="Consolas" panose="020B0609020204030204" pitchFamily="49" charset="0"/>
                        </a:rPr>
                        <a:t>1</a:t>
                      </a:r>
                      <a:endParaRPr lang="en-US" dirty="0">
                        <a:latin typeface="Consolas" panose="020B0609020204030204" pitchFamily="49" charset="0"/>
                        <a:cs typeface="Times New Roman" pitchFamily="18" charset="0"/>
                      </a:endParaRPr>
                    </a:p>
                  </a:txBody>
                  <a:tcPr anchor="ctr" anchorCtr="1"/>
                </a:tc>
                <a:tc>
                  <a:txBody>
                    <a:bodyPr/>
                    <a:lstStyle/>
                    <a:p>
                      <a:pPr marL="0" indent="0" algn="ctr">
                        <a:buFont typeface="Arial" pitchFamily="34" charset="0"/>
                        <a:buNone/>
                      </a:pPr>
                      <a:r>
                        <a:rPr lang="en-US" altLang="zh-CN" baseline="0" dirty="0">
                          <a:latin typeface="Consolas" panose="020B0609020204030204" pitchFamily="49" charset="0"/>
                        </a:rPr>
                        <a:t>0</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baseline="0" dirty="0">
                          <a:latin typeface="Consolas" panose="020B0609020204030204" pitchFamily="49" charset="0"/>
                        </a:rPr>
                        <a:t>0</a:t>
                      </a:r>
                      <a:endParaRPr lang="en-US" dirty="0">
                        <a:latin typeface="Consolas" panose="020B0609020204030204" pitchFamily="49" charset="0"/>
                        <a:cs typeface="Times New Roman" pitchFamily="18" charset="0"/>
                      </a:endParaRP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baseline="0" dirty="0">
                          <a:latin typeface="Consolas" panose="020B0609020204030204" pitchFamily="49" charset="0"/>
                        </a:rPr>
                        <a:t>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533400" y="1219200"/>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7" name="TextBox 6"/>
          <p:cNvSpPr txBox="1"/>
          <p:nvPr/>
        </p:nvSpPr>
        <p:spPr>
          <a:xfrm>
            <a:off x="533400" y="5539026"/>
            <a:ext cx="6400800" cy="861774"/>
          </a:xfrm>
          <a:prstGeom prst="rect">
            <a:avLst/>
          </a:prstGeom>
          <a:noFill/>
        </p:spPr>
        <p:txBody>
          <a:bodyPr wrap="square" rtlCol="0">
            <a:spAutoFit/>
          </a:bodyPr>
          <a:lstStyle/>
          <a:p>
            <a:r>
              <a:rPr lang="en-US" sz="1600" dirty="0"/>
              <a:t>Conclusions:</a:t>
            </a:r>
          </a:p>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548132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57200" y="5038"/>
            <a:ext cx="7772400" cy="1143000"/>
          </a:xfrm>
        </p:spPr>
        <p:txBody>
          <a:bodyPr/>
          <a:lstStyle/>
          <a:p>
            <a:r>
              <a:rPr lang="en-US" dirty="0"/>
              <a:t>Signed vs. Unsigned</a:t>
            </a:r>
            <a:r>
              <a:rPr lang="zh-CN" altLang="en-US" dirty="0"/>
              <a:t> </a:t>
            </a:r>
            <a:r>
              <a:rPr lang="en-US" altLang="zh-CN" dirty="0"/>
              <a:t>Comparison</a:t>
            </a:r>
            <a:endParaRPr lang="en-US" dirty="0"/>
          </a:p>
        </p:txBody>
      </p:sp>
      <p:sp>
        <p:nvSpPr>
          <p:cNvPr id="2" name="Slide Number Placeholder 1"/>
          <p:cNvSpPr>
            <a:spLocks noGrp="1"/>
          </p:cNvSpPr>
          <p:nvPr>
            <p:ph type="sldNum" sz="quarter" idx="11"/>
          </p:nvPr>
        </p:nvSpPr>
        <p:spPr/>
        <p:txBody>
          <a:bodyPr/>
          <a:lstStyle/>
          <a:p>
            <a:pPr>
              <a:defRPr/>
            </a:pPr>
            <a:fld id="{7D3083A4-9012-4F92-8AC9-739FC4D3B103}" type="slidenum">
              <a:rPr lang="en-US" smtClean="0"/>
              <a:pPr>
                <a:defRPr/>
              </a:pPr>
              <a:t>23</a:t>
            </a:fld>
            <a:endParaRPr lang="en-US"/>
          </a:p>
        </p:txBody>
      </p:sp>
      <p:sp>
        <p:nvSpPr>
          <p:cNvPr id="3" name="TextBox 2"/>
          <p:cNvSpPr txBox="1"/>
          <p:nvPr/>
        </p:nvSpPr>
        <p:spPr>
          <a:xfrm>
            <a:off x="5273811" y="1241453"/>
            <a:ext cx="3396977" cy="646331"/>
          </a:xfrm>
          <a:prstGeom prst="rect">
            <a:avLst/>
          </a:prstGeom>
          <a:noFill/>
        </p:spPr>
        <p:txBody>
          <a:bodyPr wrap="square" rtlCol="0">
            <a:spAutoFit/>
          </a:bodyPr>
          <a:lstStyle/>
          <a:p>
            <a:pPr algn="ctr"/>
            <a:r>
              <a:rPr lang="en-US" dirty="0"/>
              <a:t>Conditional codes applied to branch instructions</a:t>
            </a:r>
          </a:p>
        </p:txBody>
      </p:sp>
      <p:sp>
        <p:nvSpPr>
          <p:cNvPr id="4" name="Right Arrow 3"/>
          <p:cNvSpPr/>
          <p:nvPr/>
        </p:nvSpPr>
        <p:spPr>
          <a:xfrm>
            <a:off x="4252783" y="3238500"/>
            <a:ext cx="5334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Group 92"/>
          <p:cNvGraphicFramePr>
            <a:graphicFrameLocks/>
          </p:cNvGraphicFramePr>
          <p:nvPr>
            <p:extLst>
              <p:ext uri="{D42A27DB-BD31-4B8C-83A1-F6EECF244321}">
                <p14:modId xmlns:p14="http://schemas.microsoft.com/office/powerpoint/2010/main" val="217241857"/>
              </p:ext>
            </p:extLst>
          </p:nvPr>
        </p:nvGraphicFramePr>
        <p:xfrm>
          <a:off x="5029200" y="1981200"/>
          <a:ext cx="3886201" cy="2743200"/>
        </p:xfrm>
        <a:graphic>
          <a:graphicData uri="http://schemas.openxmlformats.org/drawingml/2006/table">
            <a:tbl>
              <a:tblPr/>
              <a:tblGrid>
                <a:gridCol w="1423903">
                  <a:extLst>
                    <a:ext uri="{9D8B030D-6E8A-4147-A177-3AD203B41FA5}">
                      <a16:colId xmlns:a16="http://schemas.microsoft.com/office/drawing/2014/main" val="20000"/>
                    </a:ext>
                  </a:extLst>
                </a:gridCol>
                <a:gridCol w="1173389">
                  <a:extLst>
                    <a:ext uri="{9D8B030D-6E8A-4147-A177-3AD203B41FA5}">
                      <a16:colId xmlns:a16="http://schemas.microsoft.com/office/drawing/2014/main" val="20001"/>
                    </a:ext>
                  </a:extLst>
                </a:gridCol>
                <a:gridCol w="1288909">
                  <a:extLst>
                    <a:ext uri="{9D8B030D-6E8A-4147-A177-3AD203B41FA5}">
                      <a16:colId xmlns:a16="http://schemas.microsoft.com/office/drawing/2014/main" val="20002"/>
                    </a:ext>
                  </a:extLst>
                </a:gridCol>
              </a:tblGrid>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807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13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4924021"/>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4926228"/>
                  </a:ext>
                </a:extLst>
              </a:tr>
            </a:tbl>
          </a:graphicData>
        </a:graphic>
      </p:graphicFrame>
      <p:graphicFrame>
        <p:nvGraphicFramePr>
          <p:cNvPr id="449628" name="Group 92"/>
          <p:cNvGraphicFramePr>
            <a:graphicFrameLocks noGrp="1"/>
          </p:cNvGraphicFramePr>
          <p:nvPr>
            <p:ph idx="1"/>
            <p:extLst>
              <p:ext uri="{D42A27DB-BD31-4B8C-83A1-F6EECF244321}">
                <p14:modId xmlns:p14="http://schemas.microsoft.com/office/powerpoint/2010/main" val="1554878028"/>
              </p:ext>
            </p:extLst>
          </p:nvPr>
        </p:nvGraphicFramePr>
        <p:xfrm>
          <a:off x="228600" y="1981200"/>
          <a:ext cx="3809998" cy="2743200"/>
        </p:xfrm>
        <a:graphic>
          <a:graphicData uri="http://schemas.openxmlformats.org/drawingml/2006/table">
            <a:tbl>
              <a:tblPr/>
              <a:tblGrid>
                <a:gridCol w="1191059">
                  <a:extLst>
                    <a:ext uri="{9D8B030D-6E8A-4147-A177-3AD203B41FA5}">
                      <a16:colId xmlns:a16="http://schemas.microsoft.com/office/drawing/2014/main" val="20000"/>
                    </a:ext>
                  </a:extLst>
                </a:gridCol>
                <a:gridCol w="1281608">
                  <a:extLst>
                    <a:ext uri="{9D8B030D-6E8A-4147-A177-3AD203B41FA5}">
                      <a16:colId xmlns:a16="http://schemas.microsoft.com/office/drawing/2014/main" val="20001"/>
                    </a:ext>
                  </a:extLst>
                </a:gridCol>
                <a:gridCol w="1337331">
                  <a:extLst>
                    <a:ext uri="{9D8B030D-6E8A-4147-A177-3AD203B41FA5}">
                      <a16:colId xmlns:a16="http://schemas.microsoft.com/office/drawing/2014/main" val="20002"/>
                    </a:ext>
                  </a:extLst>
                </a:gridCol>
              </a:tblGrid>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719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8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49609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42173"/>
                  </a:ext>
                </a:extLst>
              </a:tr>
            </a:tbl>
          </a:graphicData>
        </a:graphic>
      </p:graphicFrame>
    </p:spTree>
    <p:extLst>
      <p:ext uri="{BB962C8B-B14F-4D97-AF65-F5344CB8AC3E}">
        <p14:creationId xmlns:p14="http://schemas.microsoft.com/office/powerpoint/2010/main" val="20960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normAutofit/>
          </a:bodyPr>
          <a:lstStyle/>
          <a:p>
            <a:r>
              <a:rPr lang="en-US" dirty="0"/>
              <a:t>Number Interpretation</a:t>
            </a:r>
            <a:endParaRPr lang="en-US" dirty="0">
              <a:solidFill>
                <a:schemeClr val="tx1"/>
              </a:solidFill>
              <a:latin typeface="Tahoma" pitchFamily="34" charset="0"/>
              <a:cs typeface="Times New Roman" pitchFamily="18" charset="0"/>
            </a:endParaRP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24</a:t>
            </a:fld>
            <a:endParaRPr kumimoji="0" lang="en-US" dirty="0"/>
          </a:p>
        </p:txBody>
      </p:sp>
      <p:sp>
        <p:nvSpPr>
          <p:cNvPr id="6" name="Content Placeholder 5"/>
          <p:cNvSpPr>
            <a:spLocks noGrp="1"/>
          </p:cNvSpPr>
          <p:nvPr>
            <p:ph sz="quarter" idx="1"/>
          </p:nvPr>
        </p:nvSpPr>
        <p:spPr>
          <a:xfrm>
            <a:off x="914400" y="2895600"/>
            <a:ext cx="7543800" cy="2575560"/>
          </a:xfrm>
        </p:spPr>
        <p:txBody>
          <a:bodyPr>
            <a:normAutofit/>
          </a:bodyPr>
          <a:lstStyle/>
          <a:p>
            <a:r>
              <a:rPr lang="en-US" sz="2400" dirty="0"/>
              <a:t>If they represent signed numbers, the latter is greater </a:t>
            </a:r>
          </a:p>
          <a:p>
            <a:pPr marL="0" indent="0">
              <a:buNone/>
            </a:pPr>
            <a:r>
              <a:rPr lang="en-US" sz="2400" dirty="0"/>
              <a:t>   (</a:t>
            </a:r>
            <a:r>
              <a:rPr lang="en-US" sz="2400" b="1" dirty="0">
                <a:latin typeface="Consolas" panose="020B0609020204030204" pitchFamily="49" charset="0"/>
                <a:cs typeface="Consolas" panose="020B0609020204030204" pitchFamily="49" charset="0"/>
              </a:rPr>
              <a:t>1 &gt; -1</a:t>
            </a:r>
            <a:r>
              <a:rPr lang="en-US" sz="2400" dirty="0"/>
              <a:t>).</a:t>
            </a:r>
          </a:p>
          <a:p>
            <a:pPr marL="0" indent="0">
              <a:buNone/>
            </a:pPr>
            <a:endParaRPr lang="en-US" sz="2400" dirty="0"/>
          </a:p>
          <a:p>
            <a:r>
              <a:rPr lang="en-US" sz="2400" dirty="0"/>
              <a:t>If they represent unsigned numbers, the former is greater</a:t>
            </a:r>
          </a:p>
          <a:p>
            <a:pPr marL="0" indent="0">
              <a:buNone/>
            </a:pPr>
            <a:r>
              <a:rPr lang="en-US" sz="2400" dirty="0"/>
              <a:t>   (</a:t>
            </a:r>
            <a:r>
              <a:rPr lang="en-US" sz="2400" b="1" dirty="0">
                <a:latin typeface="Consolas" panose="020B0609020204030204" pitchFamily="49" charset="0"/>
                <a:cs typeface="Consolas" panose="020B0609020204030204" pitchFamily="49" charset="0"/>
              </a:rPr>
              <a:t>4294967295 &gt; 1</a:t>
            </a:r>
            <a:r>
              <a:rPr lang="en-US" sz="2400" dirty="0"/>
              <a:t>).</a:t>
            </a:r>
          </a:p>
          <a:p>
            <a:endParaRPr lang="en-US" sz="2400" dirty="0"/>
          </a:p>
        </p:txBody>
      </p:sp>
      <p:sp>
        <p:nvSpPr>
          <p:cNvPr id="2" name="Rectangle 1"/>
          <p:cNvSpPr/>
          <p:nvPr/>
        </p:nvSpPr>
        <p:spPr>
          <a:xfrm>
            <a:off x="457200" y="1295400"/>
            <a:ext cx="7772400" cy="1061829"/>
          </a:xfrm>
          <a:prstGeom prst="rect">
            <a:avLst/>
          </a:prstGeom>
        </p:spPr>
        <p:txBody>
          <a:bodyPr wrap="square">
            <a:spAutoFit/>
          </a:bodyPr>
          <a:lstStyle/>
          <a:p>
            <a:r>
              <a:rPr lang="en-US" sz="2800" dirty="0"/>
              <a:t>Which is greater?</a:t>
            </a:r>
          </a:p>
          <a:p>
            <a:endParaRPr lang="en-US" sz="1100" dirty="0"/>
          </a:p>
          <a:p>
            <a:r>
              <a:rPr lang="en-US" sz="2400" dirty="0">
                <a:latin typeface="Consolas" panose="020B0609020204030204" pitchFamily="49" charset="0"/>
                <a:cs typeface="Consolas" panose="020B0609020204030204" pitchFamily="49" charset="0"/>
              </a:rPr>
              <a:t>	</a:t>
            </a:r>
            <a:r>
              <a:rPr lang="en-US" sz="2400" b="1" dirty="0" err="1">
                <a:solidFill>
                  <a:srgbClr val="FF0000"/>
                </a:solidFill>
                <a:latin typeface="Consolas" panose="020B0609020204030204" pitchFamily="49" charset="0"/>
                <a:cs typeface="Consolas" panose="020B0609020204030204" pitchFamily="49" charset="0"/>
              </a:rPr>
              <a:t>0xFFFFFFFF</a:t>
            </a:r>
            <a:r>
              <a:rPr lang="en-US" sz="2400" dirty="0">
                <a:latin typeface="Tahoma" pitchFamily="34" charset="0"/>
                <a:cs typeface="Times New Roman" pitchFamily="18" charset="0"/>
              </a:rPr>
              <a:t> or </a:t>
            </a:r>
            <a:r>
              <a:rPr lang="en-US" sz="2400" b="1" dirty="0" err="1">
                <a:solidFill>
                  <a:srgbClr val="FF0000"/>
                </a:solidFill>
                <a:latin typeface="Consolas" panose="020B0609020204030204" pitchFamily="49" charset="0"/>
                <a:cs typeface="Consolas" panose="020B0609020204030204" pitchFamily="49" charset="0"/>
              </a:rPr>
              <a:t>0x00000001</a:t>
            </a:r>
            <a:endParaRPr lang="en-US" sz="2400" b="1" dirty="0">
              <a:solidFill>
                <a:srgbClr val="FF0000"/>
              </a:solidFill>
              <a:latin typeface="Tahoma" pitchFamily="34" charset="0"/>
              <a:cs typeface="Times New Roman" pitchFamily="18" charset="0"/>
            </a:endParaRPr>
          </a:p>
        </p:txBody>
      </p:sp>
    </p:spTree>
    <p:extLst>
      <p:ext uri="{BB962C8B-B14F-4D97-AF65-F5344CB8AC3E}">
        <p14:creationId xmlns:p14="http://schemas.microsoft.com/office/powerpoint/2010/main" val="2319237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165254" y="152400"/>
            <a:ext cx="8686800" cy="990600"/>
          </a:xfrm>
        </p:spPr>
        <p:txBody>
          <a:bodyPr>
            <a:normAutofit fontScale="90000"/>
          </a:bodyPr>
          <a:lstStyle/>
          <a:p>
            <a:r>
              <a:rPr lang="en-US" dirty="0"/>
              <a:t>Which is Greater: </a:t>
            </a:r>
            <a:r>
              <a:rPr lang="en-US" dirty="0">
                <a:solidFill>
                  <a:schemeClr val="tx1"/>
                </a:solidFill>
                <a:latin typeface="Consolas" panose="020B0609020204030204" pitchFamily="49" charset="0"/>
                <a:cs typeface="Consolas" panose="020B0609020204030204" pitchFamily="49" charset="0"/>
              </a:rPr>
              <a:t>0xFFFFFFFF</a:t>
            </a:r>
            <a:r>
              <a:rPr lang="en-US" dirty="0">
                <a:solidFill>
                  <a:schemeClr val="tx1"/>
                </a:solidFill>
                <a:latin typeface="Tahoma" pitchFamily="34" charset="0"/>
                <a:cs typeface="Times New Roman" pitchFamily="18" charset="0"/>
              </a:rPr>
              <a:t> or </a:t>
            </a:r>
            <a:r>
              <a:rPr lang="en-US" dirty="0">
                <a:solidFill>
                  <a:schemeClr val="tx1"/>
                </a:solidFill>
                <a:latin typeface="Consolas" panose="020B0609020204030204" pitchFamily="49" charset="0"/>
                <a:cs typeface="Consolas" panose="020B0609020204030204" pitchFamily="49" charset="0"/>
              </a:rPr>
              <a:t>0x00000001</a:t>
            </a:r>
            <a:r>
              <a:rPr lang="en-US" dirty="0">
                <a:solidFill>
                  <a:schemeClr val="tx1"/>
                </a:solidFill>
                <a:latin typeface="Tahoma" pitchFamily="34" charset="0"/>
                <a:cs typeface="Times New Roman" pitchFamily="18" charset="0"/>
              </a:rPr>
              <a:t>?</a:t>
            </a:r>
          </a:p>
        </p:txBody>
      </p:sp>
      <p:sp>
        <p:nvSpPr>
          <p:cNvPr id="119811" name="Text Box 3"/>
          <p:cNvSpPr txBox="1">
            <a:spLocks noChangeArrowheads="1"/>
          </p:cNvSpPr>
          <p:nvPr/>
        </p:nvSpPr>
        <p:spPr bwMode="auto">
          <a:xfrm>
            <a:off x="974387" y="2331184"/>
            <a:ext cx="298801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dirty="0">
                <a:solidFill>
                  <a:srgbClr val="C00000"/>
                </a:solidFill>
                <a:latin typeface="Consolas" panose="020B0609020204030204" pitchFamily="49" charset="0"/>
                <a:cs typeface="Consolas" panose="020B0609020204030204" pitchFamily="49" charset="0"/>
              </a:rPr>
              <a:t>signed</a:t>
            </a:r>
            <a:r>
              <a:rPr lang="en-US" sz="2000" dirty="0">
                <a:solidFill>
                  <a:schemeClr val="tx1"/>
                </a:solidFill>
                <a:latin typeface="Consolas" panose="020B0609020204030204" pitchFamily="49" charset="0"/>
                <a:cs typeface="Consolas" panose="020B0609020204030204" pitchFamily="49" charset="0"/>
              </a:rPr>
              <a:t> </a:t>
            </a:r>
            <a:r>
              <a:rPr lang="en-US" sz="2000" dirty="0" err="1">
                <a:solidFill>
                  <a:schemeClr val="tx1"/>
                </a:solidFill>
                <a:latin typeface="Consolas" panose="020B0609020204030204" pitchFamily="49" charset="0"/>
                <a:cs typeface="Consolas" panose="020B0609020204030204" pitchFamily="49" charset="0"/>
              </a:rPr>
              <a:t>int</a:t>
            </a:r>
            <a:r>
              <a:rPr lang="en-US" sz="2000" dirty="0">
                <a:solidFill>
                  <a:schemeClr val="tx1"/>
                </a:solidFill>
                <a:latin typeface="Consolas" panose="020B0609020204030204" pitchFamily="49" charset="0"/>
                <a:cs typeface="Consolas" panose="020B0609020204030204" pitchFamily="49" charset="0"/>
              </a:rPr>
              <a:t> x, y ;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x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9812" name="Text Box 4"/>
          <p:cNvSpPr txBox="1">
            <a:spLocks noChangeArrowheads="1"/>
          </p:cNvSpPr>
          <p:nvPr/>
        </p:nvSpPr>
        <p:spPr bwMode="auto">
          <a:xfrm>
            <a:off x="960397" y="4388584"/>
            <a:ext cx="300200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dirty="0">
                <a:solidFill>
                  <a:srgbClr val="C00000"/>
                </a:solidFill>
                <a:latin typeface="Consolas" panose="020B0609020204030204" pitchFamily="49" charset="0"/>
                <a:cs typeface="Consolas" panose="020B0609020204030204" pitchFamily="49" charset="0"/>
              </a:rPr>
              <a:t>unsigned</a:t>
            </a:r>
            <a:r>
              <a:rPr lang="en-US" sz="2000" dirty="0">
                <a:solidFill>
                  <a:schemeClr val="tx1"/>
                </a:solidFill>
                <a:latin typeface="Consolas" panose="020B0609020204030204" pitchFamily="49" charset="0"/>
                <a:cs typeface="Consolas" panose="020B0609020204030204" pitchFamily="49" charset="0"/>
              </a:rPr>
              <a:t> int x, y ;</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x = 4294967295;</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25</a:t>
            </a:fld>
            <a:endParaRPr kumimoji="0" lang="en-US" dirty="0"/>
          </a:p>
        </p:txBody>
      </p:sp>
      <p:sp>
        <p:nvSpPr>
          <p:cNvPr id="2" name="TextBox 1"/>
          <p:cNvSpPr txBox="1"/>
          <p:nvPr/>
        </p:nvSpPr>
        <p:spPr>
          <a:xfrm>
            <a:off x="2590800" y="3974068"/>
            <a:ext cx="4131580" cy="369332"/>
          </a:xfrm>
          <a:prstGeom prst="rect">
            <a:avLst/>
          </a:prstGeom>
          <a:noFill/>
        </p:spPr>
        <p:txBody>
          <a:bodyPr wrap="none" rtlCol="0">
            <a:spAutoFit/>
          </a:bodyPr>
          <a:lstStyle/>
          <a:p>
            <a:r>
              <a:rPr lang="en-US" b="1" dirty="0"/>
              <a:t>BLE</a:t>
            </a:r>
            <a:r>
              <a:rPr lang="en-US" dirty="0"/>
              <a:t>: Branch if less than or equal, signed ≤</a:t>
            </a:r>
          </a:p>
        </p:txBody>
      </p:sp>
      <p:sp>
        <p:nvSpPr>
          <p:cNvPr id="9" name="TextBox 8"/>
          <p:cNvSpPr txBox="1"/>
          <p:nvPr/>
        </p:nvSpPr>
        <p:spPr>
          <a:xfrm>
            <a:off x="2517725" y="6031468"/>
            <a:ext cx="4076437" cy="369332"/>
          </a:xfrm>
          <a:prstGeom prst="rect">
            <a:avLst/>
          </a:prstGeom>
          <a:noFill/>
        </p:spPr>
        <p:txBody>
          <a:bodyPr wrap="none" rtlCol="0">
            <a:spAutoFit/>
          </a:bodyPr>
          <a:lstStyle/>
          <a:p>
            <a:r>
              <a:rPr lang="en-US" b="1" dirty="0"/>
              <a:t>BLS</a:t>
            </a:r>
            <a:r>
              <a:rPr lang="en-US" dirty="0"/>
              <a:t>: Branch if lower or same, unsigned ≤</a:t>
            </a:r>
          </a:p>
        </p:txBody>
      </p:sp>
      <p:sp>
        <p:nvSpPr>
          <p:cNvPr id="4" name="TextBox 3"/>
          <p:cNvSpPr txBox="1"/>
          <p:nvPr/>
        </p:nvSpPr>
        <p:spPr>
          <a:xfrm>
            <a:off x="304800" y="1219200"/>
            <a:ext cx="7473905" cy="1015663"/>
          </a:xfrm>
          <a:prstGeom prst="rect">
            <a:avLst/>
          </a:prstGeom>
          <a:noFill/>
        </p:spPr>
        <p:txBody>
          <a:bodyPr wrap="none" rtlCol="0">
            <a:spAutoFit/>
          </a:bodyPr>
          <a:lstStyle/>
          <a:p>
            <a:r>
              <a:rPr lang="en-US" sz="2000" dirty="0"/>
              <a:t>It’s </a:t>
            </a:r>
            <a:r>
              <a:rPr lang="en-US" sz="2000" b="1" dirty="0">
                <a:solidFill>
                  <a:srgbClr val="0000FF"/>
                </a:solidFill>
              </a:rPr>
              <a:t>software’s responsibility </a:t>
            </a:r>
            <a:r>
              <a:rPr lang="en-US" sz="2000" dirty="0"/>
              <a:t>to tell computer how to interpret data:</a:t>
            </a:r>
          </a:p>
          <a:p>
            <a:pPr marL="285750" indent="-285750">
              <a:buFont typeface="Arial" pitchFamily="34" charset="0"/>
              <a:buChar char="•"/>
            </a:pPr>
            <a:r>
              <a:rPr lang="en-US" sz="2000" dirty="0"/>
              <a:t>If written in C,  declare the signed </a:t>
            </a:r>
            <a:r>
              <a:rPr lang="en-US" sz="2000" i="1" dirty="0"/>
              <a:t>vs</a:t>
            </a:r>
            <a:r>
              <a:rPr lang="en-US" sz="2000" dirty="0"/>
              <a:t> unsigned variable </a:t>
            </a:r>
          </a:p>
          <a:p>
            <a:pPr marL="285750" indent="-285750">
              <a:buFont typeface="Arial" pitchFamily="34" charset="0"/>
              <a:buChar char="•"/>
            </a:pPr>
            <a:r>
              <a:rPr lang="en-US" sz="2000" dirty="0"/>
              <a:t>If written in Assembly, use signed </a:t>
            </a:r>
            <a:r>
              <a:rPr lang="en-US" sz="2000" i="1" dirty="0"/>
              <a:t>vs</a:t>
            </a:r>
            <a:r>
              <a:rPr lang="en-US" sz="2000" dirty="0"/>
              <a:t> unsigned branch instructions</a:t>
            </a:r>
          </a:p>
        </p:txBody>
      </p:sp>
      <p:sp>
        <p:nvSpPr>
          <p:cNvPr id="10" name="Text Box 3"/>
          <p:cNvSpPr txBox="1">
            <a:spLocks noChangeArrowheads="1"/>
          </p:cNvSpPr>
          <p:nvPr/>
        </p:nvSpPr>
        <p:spPr bwMode="auto">
          <a:xfrm>
            <a:off x="4188453" y="2327728"/>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r6,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r5,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BLE</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 name="Text Box 4"/>
          <p:cNvSpPr txBox="1">
            <a:spLocks noChangeArrowheads="1"/>
          </p:cNvSpPr>
          <p:nvPr/>
        </p:nvSpPr>
        <p:spPr bwMode="auto">
          <a:xfrm>
            <a:off x="4191000" y="4369367"/>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r6,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r5,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BLS</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Tree>
    <p:extLst>
      <p:ext uri="{BB962C8B-B14F-4D97-AF65-F5344CB8AC3E}">
        <p14:creationId xmlns:p14="http://schemas.microsoft.com/office/powerpoint/2010/main" val="2121641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 Statement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193184421"/>
              </p:ext>
            </p:extLst>
          </p:nvPr>
        </p:nvGraphicFramePr>
        <p:xfrm>
          <a:off x="1295400" y="2057400"/>
          <a:ext cx="2667000" cy="1280160"/>
        </p:xfrm>
        <a:graphic>
          <a:graphicData uri="http://schemas.openxmlformats.org/drawingml/2006/table">
            <a:tbl>
              <a:tblPr firstRow="1" firstCol="1" bandRow="1">
                <a:tableStyleId>{69012ECD-51FC-41F1-AA8D-1B2483CD663E}</a:tableStyleId>
              </a:tblPr>
              <a:tblGrid>
                <a:gridCol w="2667000">
                  <a:extLst>
                    <a:ext uri="{9D8B030D-6E8A-4147-A177-3AD203B41FA5}">
                      <a16:colId xmlns:a16="http://schemas.microsoft.com/office/drawing/2014/main" val="20000"/>
                    </a:ext>
                  </a:extLst>
                </a:gridCol>
              </a:tblGrid>
              <a:tr h="13589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603250">
                <a:tc>
                  <a:txBody>
                    <a:bodyPr/>
                    <a:lstStyle/>
                    <a:p>
                      <a:pPr marL="0" marR="0" algn="just">
                        <a:spcBef>
                          <a:spcPts val="0"/>
                        </a:spcBef>
                        <a:spcAft>
                          <a:spcPts val="0"/>
                        </a:spcAft>
                      </a:pPr>
                      <a:r>
                        <a:rPr lang="en-US" sz="1400" dirty="0">
                          <a:solidFill>
                            <a:schemeClr val="bg1">
                              <a:lumMod val="65000"/>
                            </a:schemeClr>
                          </a:solidFill>
                          <a:effectLst/>
                          <a:latin typeface="Consolas" panose="020B0609020204030204" pitchFamily="49" charset="0"/>
                          <a:cs typeface="Consolas" panose="020B0609020204030204" pitchFamily="49" charset="0"/>
                        </a:rPr>
                        <a:t>// a</a:t>
                      </a:r>
                      <a:r>
                        <a:rPr lang="en-US" sz="14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4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if (a &lt; 0 ) {</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a = 0 – a;</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x = x + 1;</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331068"/>
            <a:ext cx="2362200" cy="2936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1295400" y="4562475"/>
            <a:ext cx="6553200"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r1 = a (signed integer), r2 = x</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Compare a with 0</a:t>
            </a:r>
          </a:p>
          <a:p>
            <a:r>
              <a:rPr lang="en-US" dirty="0">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BGE</a:t>
            </a:r>
            <a:r>
              <a:rPr lang="en-US" dirty="0">
                <a:solidFill>
                  <a:srgbClr val="C00000"/>
                </a:solidFill>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Go to </a:t>
            </a:r>
            <a:r>
              <a:rPr lang="en-US" dirty="0" err="1">
                <a:solidFill>
                  <a:schemeClr val="bg1">
                    <a:lumMod val="65000"/>
                  </a:schemeClr>
                </a:solidFill>
                <a:latin typeface="Consolas" panose="020B0609020204030204" pitchFamily="49" charset="0"/>
                <a:cs typeface="Consolas" panose="020B0609020204030204" pitchFamily="49" charset="0"/>
              </a:rPr>
              <a:t>endif</a:t>
            </a:r>
            <a:r>
              <a:rPr lang="en-US" dirty="0">
                <a:solidFill>
                  <a:schemeClr val="bg1">
                    <a:lumMod val="65000"/>
                  </a:schemeClr>
                </a:solidFill>
                <a:latin typeface="Consolas" panose="020B0609020204030204" pitchFamily="49" charset="0"/>
                <a:cs typeface="Consolas" panose="020B0609020204030204" pitchFamily="49" charset="0"/>
              </a:rPr>
              <a:t> if a ≥ 0</a:t>
            </a:r>
          </a:p>
          <a:p>
            <a:r>
              <a:rPr lang="en-US" dirty="0">
                <a:latin typeface="Consolas" panose="020B0609020204030204" pitchFamily="49" charset="0"/>
                <a:cs typeface="Consolas" panose="020B0609020204030204" pitchFamily="49" charset="0"/>
              </a:rPr>
              <a:t>then    RSB r1, r1, #0     </a:t>
            </a:r>
            <a:r>
              <a:rPr lang="en-US" dirty="0">
                <a:solidFill>
                  <a:schemeClr val="bg1">
                    <a:lumMod val="65000"/>
                  </a:schemeClr>
                </a:solidFill>
                <a:latin typeface="Consolas" panose="020B0609020204030204" pitchFamily="49" charset="0"/>
                <a:cs typeface="Consolas" panose="020B0609020204030204" pitchFamily="49" charset="0"/>
              </a:rPr>
              <a:t>; a = - a;  </a:t>
            </a:r>
          </a:p>
          <a:p>
            <a:r>
              <a:rPr lang="en-US" dirty="0">
                <a:latin typeface="Consolas" panose="020B0609020204030204" pitchFamily="49" charset="0"/>
                <a:cs typeface="Consolas" panose="020B0609020204030204" pitchFamily="49" charset="0"/>
              </a:rPr>
              <a:t>endif   ADD r2, r2, #1     </a:t>
            </a:r>
            <a:r>
              <a:rPr lang="en-US" dirty="0">
                <a:solidFill>
                  <a:schemeClr val="bg1">
                    <a:lumMod val="65000"/>
                  </a:schemeClr>
                </a:solidFill>
                <a:latin typeface="Consolas" panose="020B0609020204030204" pitchFamily="49" charset="0"/>
                <a:cs typeface="Consolas" panose="020B0609020204030204" pitchFamily="49" charset="0"/>
              </a:rPr>
              <a:t>; x = x + 1</a:t>
            </a:r>
          </a:p>
        </p:txBody>
      </p:sp>
      <p:sp>
        <p:nvSpPr>
          <p:cNvPr id="7" name="TextBox 6"/>
          <p:cNvSpPr txBox="1"/>
          <p:nvPr/>
        </p:nvSpPr>
        <p:spPr>
          <a:xfrm>
            <a:off x="356681" y="4080019"/>
            <a:ext cx="1877437" cy="369332"/>
          </a:xfrm>
          <a:prstGeom prst="rect">
            <a:avLst/>
          </a:prstGeom>
          <a:noFill/>
        </p:spPr>
        <p:txBody>
          <a:bodyPr wrap="none" rtlCol="0">
            <a:spAutoFit/>
          </a:bodyPr>
          <a:lstStyle/>
          <a:p>
            <a:r>
              <a:rPr lang="en-US" dirty="0"/>
              <a:t>Implementation </a:t>
            </a:r>
            <a:r>
              <a:rPr lang="en-US" dirty="0">
                <a:latin typeface="Consolas" panose="020B0609020204030204" pitchFamily="49" charset="0"/>
                <a:cs typeface="Consolas" panose="020B0609020204030204" pitchFamily="49" charset="0"/>
              </a:rPr>
              <a:t>1</a:t>
            </a:r>
            <a:r>
              <a:rPr lang="en-US" dirty="0"/>
              <a:t>:</a:t>
            </a:r>
          </a:p>
        </p:txBody>
      </p:sp>
    </p:spTree>
    <p:extLst>
      <p:ext uri="{BB962C8B-B14F-4D97-AF65-F5344CB8AC3E}">
        <p14:creationId xmlns:p14="http://schemas.microsoft.com/office/powerpoint/2010/main" val="956433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 Statement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pic>
        <p:nvPicPr>
          <p:cNvPr id="102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331068"/>
            <a:ext cx="2362200" cy="2936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1295400" y="4562475"/>
            <a:ext cx="6553200"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a:t>
            </a:r>
            <a:r>
              <a:rPr lang="en-US" dirty="0" err="1">
                <a:solidFill>
                  <a:schemeClr val="bg1">
                    <a:lumMod val="65000"/>
                  </a:schemeClr>
                </a:solidFill>
                <a:latin typeface="Consolas" panose="020B0609020204030204" pitchFamily="49" charset="0"/>
                <a:cs typeface="Consolas" panose="020B0609020204030204" pitchFamily="49" charset="0"/>
              </a:rPr>
              <a:t>r1</a:t>
            </a:r>
            <a:r>
              <a:rPr lang="en-US" dirty="0">
                <a:solidFill>
                  <a:schemeClr val="bg1">
                    <a:lumMod val="65000"/>
                  </a:schemeClr>
                </a:solidFill>
                <a:latin typeface="Consolas" panose="020B0609020204030204" pitchFamily="49" charset="0"/>
                <a:cs typeface="Consolas" panose="020B0609020204030204" pitchFamily="49" charset="0"/>
              </a:rPr>
              <a:t> = a, </a:t>
            </a:r>
            <a:r>
              <a:rPr lang="en-US" dirty="0" err="1">
                <a:solidFill>
                  <a:schemeClr val="bg1">
                    <a:lumMod val="65000"/>
                  </a:schemeClr>
                </a:solidFill>
                <a:latin typeface="Consolas" panose="020B0609020204030204" pitchFamily="49" charset="0"/>
                <a:cs typeface="Consolas" panose="020B0609020204030204" pitchFamily="49" charset="0"/>
              </a:rPr>
              <a:t>r2</a:t>
            </a:r>
            <a:r>
              <a:rPr lang="en-US" dirty="0">
                <a:solidFill>
                  <a:schemeClr val="bg1">
                    <a:lumMod val="65000"/>
                  </a:schemeClr>
                </a:solidFill>
                <a:latin typeface="Consolas" panose="020B0609020204030204" pitchFamily="49" charset="0"/>
                <a:cs typeface="Consolas" panose="020B0609020204030204" pitchFamily="49" charset="0"/>
              </a:rPr>
              <a:t> = x</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Compare a with 0 </a:t>
            </a:r>
          </a:p>
          <a:p>
            <a:r>
              <a:rPr lang="en-US" dirty="0">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RSBLT</a:t>
            </a:r>
            <a:r>
              <a:rPr lang="en-US" dirty="0">
                <a:solidFill>
                  <a:srgbClr val="C00000"/>
                </a:solidFill>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a = 0 - a if a &lt; 0</a:t>
            </a:r>
          </a:p>
          <a:p>
            <a:r>
              <a:rPr lang="en-US" dirty="0">
                <a:latin typeface="Consolas" panose="020B0609020204030204" pitchFamily="49" charset="0"/>
                <a:cs typeface="Consolas" panose="020B0609020204030204" pitchFamily="49" charset="0"/>
              </a:rPr>
              <a:t>        ADD   </a:t>
            </a:r>
            <a:r>
              <a:rPr lang="en-US" dirty="0" err="1">
                <a:latin typeface="Consolas" panose="020B0609020204030204" pitchFamily="49" charset="0"/>
                <a:cs typeface="Consolas" panose="020B0609020204030204" pitchFamily="49" charset="0"/>
              </a:rPr>
              <a:t>r2</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r2</a:t>
            </a:r>
            <a:r>
              <a:rPr lang="en-US" dirty="0">
                <a:latin typeface="Consolas" panose="020B0609020204030204" pitchFamily="49" charset="0"/>
                <a:cs typeface="Consolas" panose="020B0609020204030204" pitchFamily="49" charset="0"/>
              </a:rPr>
              <a:t>, #1   </a:t>
            </a:r>
            <a:r>
              <a:rPr lang="en-US" dirty="0">
                <a:solidFill>
                  <a:schemeClr val="bg1">
                    <a:lumMod val="65000"/>
                  </a:schemeClr>
                </a:solidFill>
                <a:latin typeface="Consolas" panose="020B0609020204030204" pitchFamily="49" charset="0"/>
                <a:cs typeface="Consolas" panose="020B0609020204030204" pitchFamily="49" charset="0"/>
              </a:rPr>
              <a:t>; x = x + 1</a:t>
            </a:r>
          </a:p>
        </p:txBody>
      </p:sp>
      <p:sp>
        <p:nvSpPr>
          <p:cNvPr id="7" name="TextBox 6"/>
          <p:cNvSpPr txBox="1"/>
          <p:nvPr/>
        </p:nvSpPr>
        <p:spPr>
          <a:xfrm>
            <a:off x="356681" y="4080019"/>
            <a:ext cx="1877437" cy="369332"/>
          </a:xfrm>
          <a:prstGeom prst="rect">
            <a:avLst/>
          </a:prstGeom>
          <a:noFill/>
        </p:spPr>
        <p:txBody>
          <a:bodyPr wrap="none" rtlCol="0">
            <a:spAutoFit/>
          </a:bodyPr>
          <a:lstStyle/>
          <a:p>
            <a:r>
              <a:rPr lang="en-US" dirty="0"/>
              <a:t>Implementation </a:t>
            </a:r>
            <a:r>
              <a:rPr lang="en-US" dirty="0">
                <a:latin typeface="Consolas" panose="020B0609020204030204" pitchFamily="49" charset="0"/>
                <a:cs typeface="Consolas" panose="020B0609020204030204" pitchFamily="49" charset="0"/>
              </a:rPr>
              <a:t>2</a:t>
            </a:r>
            <a:r>
              <a:rPr lang="en-US" dirty="0"/>
              <a:t>:</a:t>
            </a:r>
          </a:p>
        </p:txBody>
      </p:sp>
      <p:graphicFrame>
        <p:nvGraphicFramePr>
          <p:cNvPr id="8" name="Table 7"/>
          <p:cNvGraphicFramePr>
            <a:graphicFrameLocks noGrp="1"/>
          </p:cNvGraphicFramePr>
          <p:nvPr>
            <p:extLst>
              <p:ext uri="{D42A27DB-BD31-4B8C-83A1-F6EECF244321}">
                <p14:modId xmlns:p14="http://schemas.microsoft.com/office/powerpoint/2010/main" val="1612063975"/>
              </p:ext>
            </p:extLst>
          </p:nvPr>
        </p:nvGraphicFramePr>
        <p:xfrm>
          <a:off x="1295400" y="2057400"/>
          <a:ext cx="2667000" cy="1280160"/>
        </p:xfrm>
        <a:graphic>
          <a:graphicData uri="http://schemas.openxmlformats.org/drawingml/2006/table">
            <a:tbl>
              <a:tblPr firstRow="1" firstCol="1" bandRow="1">
                <a:tableStyleId>{69012ECD-51FC-41F1-AA8D-1B2483CD663E}</a:tableStyleId>
              </a:tblPr>
              <a:tblGrid>
                <a:gridCol w="2667000">
                  <a:extLst>
                    <a:ext uri="{9D8B030D-6E8A-4147-A177-3AD203B41FA5}">
                      <a16:colId xmlns:a16="http://schemas.microsoft.com/office/drawing/2014/main" val="20000"/>
                    </a:ext>
                  </a:extLst>
                </a:gridCol>
              </a:tblGrid>
              <a:tr h="13589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603250">
                <a:tc>
                  <a:txBody>
                    <a:bodyPr/>
                    <a:lstStyle/>
                    <a:p>
                      <a:pPr marL="0" marR="0" algn="just">
                        <a:spcBef>
                          <a:spcPts val="0"/>
                        </a:spcBef>
                        <a:spcAft>
                          <a:spcPts val="0"/>
                        </a:spcAft>
                      </a:pPr>
                      <a:r>
                        <a:rPr lang="en-US" sz="1400" dirty="0">
                          <a:solidFill>
                            <a:schemeClr val="bg1">
                              <a:lumMod val="65000"/>
                            </a:schemeClr>
                          </a:solidFill>
                          <a:effectLst/>
                          <a:latin typeface="Consolas" panose="020B0609020204030204" pitchFamily="49" charset="0"/>
                          <a:cs typeface="Consolas" panose="020B0609020204030204" pitchFamily="49" charset="0"/>
                        </a:rPr>
                        <a:t>// a</a:t>
                      </a:r>
                      <a:r>
                        <a:rPr lang="en-US" sz="14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4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if (a &lt; 0 ) {</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a = 0 – a;</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x = x + 1;</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083CE6D7-90CB-947F-1B9F-4ABC7D4AF9D5}"/>
              </a:ext>
            </a:extLst>
          </p:cNvPr>
          <p:cNvSpPr txBox="1"/>
          <p:nvPr/>
        </p:nvSpPr>
        <p:spPr>
          <a:xfrm>
            <a:off x="1028700" y="5875928"/>
            <a:ext cx="7239000"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solidFill>
              </a:rPr>
              <a:t>RSBLT r1, r1, #0:: conditional execution of the RSB instruction with the condition code LT. If the condition LT (less than) is true, then set r1=0−r1</a:t>
            </a:r>
            <a:endParaRPr lang="en-US" dirty="0"/>
          </a:p>
        </p:txBody>
      </p:sp>
    </p:spTree>
    <p:extLst>
      <p:ext uri="{BB962C8B-B14F-4D97-AF65-F5344CB8AC3E}">
        <p14:creationId xmlns:p14="http://schemas.microsoft.com/office/powerpoint/2010/main" val="2653589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Compound Boolean Expression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sp>
        <p:nvSpPr>
          <p:cNvPr id="5" name="Rectangle 4"/>
          <p:cNvSpPr/>
          <p:nvPr/>
        </p:nvSpPr>
        <p:spPr>
          <a:xfrm>
            <a:off x="2057400" y="1295400"/>
            <a:ext cx="4572000" cy="923330"/>
          </a:xfrm>
          <a:prstGeom prst="rect">
            <a:avLst/>
          </a:prstGeom>
        </p:spPr>
        <p:txBody>
          <a:bodyPr>
            <a:spAutoFit/>
          </a:bodyPr>
          <a:lstStyle/>
          <a:p>
            <a:pPr algn="ctr"/>
            <a:r>
              <a:rPr lang="en-US" dirty="0">
                <a:latin typeface="Consolas" panose="020B0609020204030204" pitchFamily="49" charset="0"/>
                <a:cs typeface="Consolas" panose="020B0609020204030204" pitchFamily="49" charset="0"/>
              </a:rPr>
              <a:t>x &gt; 20 &amp;&amp; x &lt; 25</a:t>
            </a:r>
          </a:p>
          <a:p>
            <a:pPr algn="ctr"/>
            <a:r>
              <a:rPr lang="en-US" dirty="0">
                <a:latin typeface="Consolas" panose="020B0609020204030204" pitchFamily="49" charset="0"/>
                <a:cs typeface="Consolas" panose="020B0609020204030204" pitchFamily="49" charset="0"/>
              </a:rPr>
              <a:t>x == 20 || x == 25</a:t>
            </a:r>
          </a:p>
          <a:p>
            <a:pPr algn="ctr"/>
            <a:r>
              <a:rPr lang="en-US" dirty="0">
                <a:latin typeface="Consolas" panose="020B0609020204030204" pitchFamily="49" charset="0"/>
                <a:cs typeface="Consolas" panose="020B0609020204030204" pitchFamily="49" charset="0"/>
              </a:rPr>
              <a:t>!(x == 20 || x == 25)</a:t>
            </a:r>
          </a:p>
        </p:txBody>
      </p:sp>
      <p:graphicFrame>
        <p:nvGraphicFramePr>
          <p:cNvPr id="6" name="Table 5"/>
          <p:cNvGraphicFramePr>
            <a:graphicFrameLocks noGrp="1"/>
          </p:cNvGraphicFramePr>
          <p:nvPr>
            <p:extLst>
              <p:ext uri="{D42A27DB-BD31-4B8C-83A1-F6EECF244321}">
                <p14:modId xmlns:p14="http://schemas.microsoft.com/office/powerpoint/2010/main" val="890729184"/>
              </p:ext>
            </p:extLst>
          </p:nvPr>
        </p:nvGraphicFramePr>
        <p:xfrm>
          <a:off x="533400" y="2819400"/>
          <a:ext cx="8229600" cy="2083237"/>
        </p:xfrm>
        <a:graphic>
          <a:graphicData uri="http://schemas.openxmlformats.org/drawingml/2006/table">
            <a:tbl>
              <a:tblPr firstRow="1" firstCol="1" bandRow="1">
                <a:tableStyleId>{5940675A-B579-460E-94D1-54222C63F5DA}</a:tableStyleId>
              </a:tblPr>
              <a:tblGrid>
                <a:gridCol w="2885704">
                  <a:extLst>
                    <a:ext uri="{9D8B030D-6E8A-4147-A177-3AD203B41FA5}">
                      <a16:colId xmlns:a16="http://schemas.microsoft.com/office/drawing/2014/main" val="20000"/>
                    </a:ext>
                  </a:extLst>
                </a:gridCol>
                <a:gridCol w="5343896">
                  <a:extLst>
                    <a:ext uri="{9D8B030D-6E8A-4147-A177-3AD203B41FA5}">
                      <a16:colId xmlns:a16="http://schemas.microsoft.com/office/drawing/2014/main" val="20001"/>
                    </a:ext>
                  </a:extLst>
                </a:gridCol>
              </a:tblGrid>
              <a:tr h="218003">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39397">
                <a:tc>
                  <a:txBody>
                    <a:bodyPr/>
                    <a:lstStyle/>
                    <a:p>
                      <a:pPr marL="0" marR="0" algn="just">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x is a signed integer</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if(x &lt;= 20 || x &gt;= 25){</a:t>
                      </a:r>
                      <a:endParaRPr lang="en-US" sz="20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 = 1</a:t>
                      </a:r>
                      <a:endParaRPr lang="en-US" sz="20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a:t>
                      </a:r>
                      <a:r>
                        <a:rPr lang="en-US" sz="1600" dirty="0" err="1">
                          <a:solidFill>
                            <a:schemeClr val="bg1">
                              <a:lumMod val="65000"/>
                            </a:schemeClr>
                          </a:solidFill>
                          <a:effectLst/>
                          <a:latin typeface="Consolas" panose="020B0609020204030204" pitchFamily="49" charset="0"/>
                          <a:cs typeface="Consolas" panose="020B0609020204030204" pitchFamily="49" charset="0"/>
                        </a:rPr>
                        <a:t>r0</a:t>
                      </a:r>
                      <a:r>
                        <a:rPr lang="en-US" sz="1600" dirty="0">
                          <a:solidFill>
                            <a:schemeClr val="bg1">
                              <a:lumMod val="65000"/>
                            </a:schemeClr>
                          </a:solidFill>
                          <a:effectLst/>
                          <a:latin typeface="Consolas" panose="020B0609020204030204" pitchFamily="49" charset="0"/>
                          <a:cs typeface="Consolas" panose="020B0609020204030204" pitchFamily="49" charset="0"/>
                        </a:rPr>
                        <a:t> = x</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#20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20</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solidFill>
                            <a:srgbClr val="FF0000"/>
                          </a:solidFill>
                          <a:effectLst/>
                          <a:latin typeface="Consolas" panose="020B0609020204030204" pitchFamily="49" charset="0"/>
                          <a:cs typeface="Consolas" panose="020B0609020204030204" pitchFamily="49" charset="0"/>
                        </a:rPr>
                        <a:t>BLE</a:t>
                      </a:r>
                      <a:r>
                        <a:rPr lang="en-US" sz="1600" dirty="0">
                          <a:solidFill>
                            <a:srgbClr val="FF0000"/>
                          </a:solidFill>
                          <a:effectLst/>
                          <a:latin typeface="Consolas" panose="020B0609020204030204" pitchFamily="49" charset="0"/>
                          <a:cs typeface="Consolas" panose="020B0609020204030204" pitchFamily="49" charset="0"/>
                        </a:rPr>
                        <a:t>  then      </a:t>
                      </a:r>
                      <a:r>
                        <a:rPr lang="en-US" sz="1600" dirty="0">
                          <a:solidFill>
                            <a:schemeClr val="bg1">
                              <a:lumMod val="65000"/>
                            </a:schemeClr>
                          </a:solidFill>
                          <a:effectLst/>
                          <a:latin typeface="Consolas" panose="020B0609020204030204" pitchFamily="49" charset="0"/>
                          <a:cs typeface="Consolas" panose="020B0609020204030204" pitchFamily="49" charset="0"/>
                        </a:rPr>
                        <a:t>; go to then if x ≤ 20</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#25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25</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rgbClr val="FF0000"/>
                          </a:solidFill>
                          <a:effectLst/>
                          <a:latin typeface="Consolas" panose="020B0609020204030204" pitchFamily="49" charset="0"/>
                          <a:cs typeface="Consolas" panose="020B0609020204030204" pitchFamily="49" charset="0"/>
                        </a:rPr>
                        <a:t>BLT  </a:t>
                      </a:r>
                      <a:r>
                        <a:rPr lang="en-US" sz="1600" dirty="0" err="1">
                          <a:solidFill>
                            <a:srgbClr val="FF0000"/>
                          </a:solidFill>
                          <a:effectLst/>
                          <a:latin typeface="Consolas" panose="020B0609020204030204" pitchFamily="49" charset="0"/>
                          <a:cs typeface="Consolas" panose="020B0609020204030204" pitchFamily="49" charset="0"/>
                        </a:rPr>
                        <a:t>endif</a:t>
                      </a:r>
                      <a:r>
                        <a:rPr lang="en-US" sz="1600" dirty="0">
                          <a:solidFill>
                            <a:srgbClr val="FF0000"/>
                          </a:solidFill>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go to </a:t>
                      </a:r>
                      <a:r>
                        <a:rPr lang="en-US" sz="1600" dirty="0" err="1">
                          <a:solidFill>
                            <a:schemeClr val="bg1">
                              <a:lumMod val="65000"/>
                            </a:schemeClr>
                          </a:solidFill>
                          <a:effectLst/>
                          <a:latin typeface="Consolas" panose="020B0609020204030204" pitchFamily="49" charset="0"/>
                          <a:cs typeface="Consolas" panose="020B0609020204030204" pitchFamily="49" charset="0"/>
                        </a:rPr>
                        <a:t>endif</a:t>
                      </a:r>
                      <a:r>
                        <a:rPr lang="en-US" sz="1600" dirty="0">
                          <a:solidFill>
                            <a:schemeClr val="bg1">
                              <a:lumMod val="65000"/>
                            </a:schemeClr>
                          </a:solidFill>
                          <a:effectLst/>
                          <a:latin typeface="Consolas" panose="020B0609020204030204" pitchFamily="49" charset="0"/>
                          <a:cs typeface="Consolas" panose="020B0609020204030204" pitchFamily="49" charset="0"/>
                        </a:rPr>
                        <a:t> if x &lt; 25</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then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r>
                        <a:rPr lang="en-US" sz="1600" dirty="0">
                          <a:effectLst/>
                          <a:latin typeface="Consolas" panose="020B0609020204030204" pitchFamily="49" charset="0"/>
                          <a:cs typeface="Consolas" panose="020B0609020204030204" pitchFamily="49" charset="0"/>
                        </a:rPr>
                        <a:t>, #1    </a:t>
                      </a:r>
                      <a:r>
                        <a:rPr lang="en-US" sz="1600" dirty="0">
                          <a:solidFill>
                            <a:schemeClr val="bg1">
                              <a:lumMod val="65000"/>
                            </a:schemeClr>
                          </a:solidFill>
                          <a:effectLst/>
                          <a:latin typeface="Consolas" panose="020B0609020204030204" pitchFamily="49" charset="0"/>
                          <a:cs typeface="Consolas" panose="020B0609020204030204" pitchFamily="49" charset="0"/>
                        </a:rPr>
                        <a:t>; a = 1 </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endif</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4" name="内容占位符 2">
            <a:extLst>
              <a:ext uri="{FF2B5EF4-FFF2-40B4-BE49-F238E27FC236}">
                <a16:creationId xmlns:a16="http://schemas.microsoft.com/office/drawing/2014/main" id="{4319D3C5-59CF-BEEE-5F35-46A7B150BF9F}"/>
              </a:ext>
            </a:extLst>
          </p:cNvPr>
          <p:cNvSpPr txBox="1">
            <a:spLocks/>
          </p:cNvSpPr>
          <p:nvPr/>
        </p:nvSpPr>
        <p:spPr bwMode="auto">
          <a:xfrm>
            <a:off x="914400" y="4948201"/>
            <a:ext cx="7616952" cy="1528800"/>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sz="1800" b="0" kern="0" dirty="0"/>
              <a:t>Logical OR operator (||) employs short-circuit evaluation, meaning it evaluates expressions from left to right and stops as soon as the result of the entire expression is determined. For (cond1||cond2): If cond1 evaluates to true (non-zero), the overall result of the || operation is already known to be true, so cond2 is not evaluated. If cond1 evaluates to false (zero), the evaluation proceeds to the next operand cond2.</a:t>
            </a:r>
          </a:p>
        </p:txBody>
      </p:sp>
    </p:spTree>
    <p:extLst>
      <p:ext uri="{BB962C8B-B14F-4D97-AF65-F5344CB8AC3E}">
        <p14:creationId xmlns:p14="http://schemas.microsoft.com/office/powerpoint/2010/main" val="2667703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If-then-else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79993707"/>
              </p:ext>
            </p:extLst>
          </p:nvPr>
        </p:nvGraphicFramePr>
        <p:xfrm>
          <a:off x="1752600" y="1933098"/>
          <a:ext cx="1447800" cy="1410654"/>
        </p:xfrm>
        <a:graphic>
          <a:graphicData uri="http://schemas.openxmlformats.org/drawingml/2006/table">
            <a:tbl>
              <a:tblPr firstRow="1" firstCol="1" bandRow="1">
                <a:tableStyleId>{69012ECD-51FC-41F1-AA8D-1B2483CD663E}</a:tableStyleId>
              </a:tblPr>
              <a:tblGrid>
                <a:gridCol w="1447800">
                  <a:extLst>
                    <a:ext uri="{9D8B030D-6E8A-4147-A177-3AD203B41FA5}">
                      <a16:colId xmlns:a16="http://schemas.microsoft.com/office/drawing/2014/main" val="20000"/>
                    </a:ext>
                  </a:extLst>
                </a:gridCol>
              </a:tblGrid>
              <a:tr h="233363">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C Program</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1166814">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 (a == 1)</a:t>
                      </a:r>
                    </a:p>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   b = 3;</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else</a:t>
                      </a:r>
                    </a:p>
                    <a:p>
                      <a:pPr marL="0" marR="0" algn="just">
                        <a:spcBef>
                          <a:spcPts val="0"/>
                        </a:spcBef>
                        <a:spcAft>
                          <a:spcPts val="0"/>
                        </a:spcAft>
                      </a:pPr>
                      <a:r>
                        <a:rPr lang="en-US" sz="1600" dirty="0">
                          <a:solidFill>
                            <a:srgbClr val="FF0000"/>
                          </a:solidFill>
                          <a:effectLst/>
                          <a:latin typeface="Consolas" panose="020B0609020204030204" pitchFamily="49" charset="0"/>
                          <a:cs typeface="Consolas" panose="020B0609020204030204" pitchFamily="49" charset="0"/>
                        </a:rPr>
                        <a:t>   b = 4;</a:t>
                      </a:r>
                      <a:endParaRPr lang="en-US" sz="16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pic>
        <p:nvPicPr>
          <p:cNvPr id="51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2286" y="1524000"/>
            <a:ext cx="3409950" cy="2228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1752600" y="3981856"/>
            <a:ext cx="5562600"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a:t>
            </a:r>
            <a:r>
              <a:rPr lang="en-US" dirty="0" err="1">
                <a:solidFill>
                  <a:schemeClr val="bg1">
                    <a:lumMod val="65000"/>
                  </a:schemeClr>
                </a:solidFill>
                <a:latin typeface="Consolas" panose="020B0609020204030204" pitchFamily="49" charset="0"/>
                <a:cs typeface="Consolas" panose="020B0609020204030204" pitchFamily="49" charset="0"/>
              </a:rPr>
              <a:t>r1</a:t>
            </a:r>
            <a:r>
              <a:rPr lang="en-US" dirty="0">
                <a:solidFill>
                  <a:schemeClr val="bg1">
                    <a:lumMod val="65000"/>
                  </a:schemeClr>
                </a:solidFill>
                <a:latin typeface="Consolas" panose="020B0609020204030204" pitchFamily="49" charset="0"/>
                <a:cs typeface="Consolas" panose="020B0609020204030204" pitchFamily="49" charset="0"/>
              </a:rPr>
              <a:t> = a, </a:t>
            </a:r>
            <a:r>
              <a:rPr lang="en-US" dirty="0" err="1">
                <a:solidFill>
                  <a:schemeClr val="bg1">
                    <a:lumMod val="65000"/>
                  </a:schemeClr>
                </a:solidFill>
                <a:latin typeface="Consolas" panose="020B0609020204030204" pitchFamily="49" charset="0"/>
                <a:cs typeface="Consolas" panose="020B0609020204030204" pitchFamily="49" charset="0"/>
              </a:rPr>
              <a:t>r2</a:t>
            </a:r>
            <a:r>
              <a:rPr lang="en-US" dirty="0">
                <a:solidFill>
                  <a:schemeClr val="bg1">
                    <a:lumMod val="65000"/>
                  </a:schemeClr>
                </a:solidFill>
                <a:latin typeface="Consolas" panose="020B0609020204030204" pitchFamily="49" charset="0"/>
                <a:cs typeface="Consolas" panose="020B0609020204030204" pitchFamily="49" charset="0"/>
              </a:rPr>
              <a:t> = b</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#1   </a:t>
            </a:r>
            <a:r>
              <a:rPr lang="en-US" dirty="0">
                <a:solidFill>
                  <a:schemeClr val="bg1">
                    <a:lumMod val="65000"/>
                  </a:schemeClr>
                </a:solidFill>
                <a:latin typeface="Consolas" panose="020B0609020204030204" pitchFamily="49" charset="0"/>
                <a:cs typeface="Consolas" panose="020B0609020204030204" pitchFamily="49" charset="0"/>
              </a:rPr>
              <a:t>; compare a and 1</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BNE</a:t>
            </a:r>
            <a:r>
              <a:rPr lang="en-US" dirty="0">
                <a:latin typeface="Consolas" panose="020B0609020204030204" pitchFamily="49" charset="0"/>
                <a:cs typeface="Consolas" panose="020B0609020204030204" pitchFamily="49" charset="0"/>
              </a:rPr>
              <a:t> else     </a:t>
            </a:r>
            <a:r>
              <a:rPr lang="en-US" dirty="0">
                <a:solidFill>
                  <a:schemeClr val="bg1">
                    <a:lumMod val="65000"/>
                  </a:schemeClr>
                </a:solidFill>
                <a:latin typeface="Consolas" panose="020B0609020204030204" pitchFamily="49" charset="0"/>
                <a:cs typeface="Consolas" panose="020B0609020204030204" pitchFamily="49" charset="0"/>
              </a:rPr>
              <a:t>; go to else if a ≠ 1  </a:t>
            </a:r>
          </a:p>
          <a:p>
            <a:r>
              <a:rPr lang="en-US" dirty="0">
                <a:latin typeface="Consolas" panose="020B0609020204030204" pitchFamily="49" charset="0"/>
                <a:cs typeface="Consolas" panose="020B0609020204030204" pitchFamily="49" charset="0"/>
              </a:rPr>
              <a:t>then   </a:t>
            </a:r>
            <a:r>
              <a:rPr lang="en-US" dirty="0" err="1">
                <a:solidFill>
                  <a:srgbClr val="0000FF"/>
                </a:solidFill>
                <a:latin typeface="Consolas" panose="020B0609020204030204" pitchFamily="49" charset="0"/>
                <a:cs typeface="Consolas" panose="020B0609020204030204" pitchFamily="49" charset="0"/>
              </a:rPr>
              <a:t>MOV</a:t>
            </a:r>
            <a:r>
              <a:rPr lang="en-US" dirty="0">
                <a:solidFill>
                  <a:srgbClr val="0000FF"/>
                </a:solidFill>
                <a:latin typeface="Consolas" panose="020B0609020204030204" pitchFamily="49" charset="0"/>
                <a:cs typeface="Consolas" panose="020B0609020204030204" pitchFamily="49" charset="0"/>
              </a:rPr>
              <a:t> </a:t>
            </a:r>
            <a:r>
              <a:rPr lang="en-US" dirty="0" err="1">
                <a:solidFill>
                  <a:srgbClr val="0000FF"/>
                </a:solidFill>
                <a:latin typeface="Consolas" panose="020B0609020204030204" pitchFamily="49" charset="0"/>
                <a:cs typeface="Consolas" panose="020B0609020204030204" pitchFamily="49" charset="0"/>
              </a:rPr>
              <a:t>r2</a:t>
            </a:r>
            <a:r>
              <a:rPr lang="en-US" dirty="0">
                <a:solidFill>
                  <a:srgbClr val="0000FF"/>
                </a:solidFill>
                <a:latin typeface="Consolas" panose="020B0609020204030204" pitchFamily="49" charset="0"/>
                <a:cs typeface="Consolas" panose="020B0609020204030204" pitchFamily="49" charset="0"/>
              </a:rPr>
              <a:t>, #3   </a:t>
            </a:r>
            <a:r>
              <a:rPr lang="en-US" dirty="0">
                <a:solidFill>
                  <a:schemeClr val="bg1">
                    <a:lumMod val="65000"/>
                  </a:schemeClr>
                </a:solidFill>
                <a:latin typeface="Consolas" panose="020B0609020204030204" pitchFamily="49" charset="0"/>
                <a:cs typeface="Consolas" panose="020B0609020204030204" pitchFamily="49" charset="0"/>
              </a:rPr>
              <a:t>; b = 3 </a:t>
            </a:r>
          </a:p>
          <a:p>
            <a:r>
              <a:rPr lang="en-US" dirty="0">
                <a:latin typeface="Consolas" panose="020B0609020204030204" pitchFamily="49" charset="0"/>
                <a:cs typeface="Consolas" panose="020B0609020204030204" pitchFamily="49" charset="0"/>
              </a:rPr>
              <a:t>       B   </a:t>
            </a:r>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go to </a:t>
            </a:r>
            <a:r>
              <a:rPr lang="en-US" dirty="0" err="1">
                <a:solidFill>
                  <a:schemeClr val="bg1">
                    <a:lumMod val="65000"/>
                  </a:schemeClr>
                </a:solidFill>
                <a:latin typeface="Consolas" panose="020B0609020204030204" pitchFamily="49" charset="0"/>
                <a:cs typeface="Consolas" panose="020B0609020204030204" pitchFamily="49" charset="0"/>
              </a:rPr>
              <a:t>endif</a:t>
            </a:r>
            <a:endParaRPr lang="en-US" dirty="0">
              <a:solidFill>
                <a:schemeClr val="bg1">
                  <a:lumMod val="65000"/>
                </a:schemeClr>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else   </a:t>
            </a:r>
            <a:r>
              <a:rPr lang="en-US" dirty="0" err="1">
                <a:solidFill>
                  <a:srgbClr val="FF0000"/>
                </a:solidFill>
                <a:latin typeface="Consolas" panose="020B0609020204030204" pitchFamily="49" charset="0"/>
                <a:cs typeface="Consolas" panose="020B0609020204030204" pitchFamily="49" charset="0"/>
              </a:rPr>
              <a:t>MOV</a:t>
            </a:r>
            <a:r>
              <a:rPr lang="en-US" dirty="0">
                <a:solidFill>
                  <a:srgbClr val="FF0000"/>
                </a:solidFill>
                <a:latin typeface="Consolas" panose="020B0609020204030204" pitchFamily="49" charset="0"/>
                <a:cs typeface="Consolas" panose="020B0609020204030204" pitchFamily="49" charset="0"/>
              </a:rPr>
              <a:t> </a:t>
            </a:r>
            <a:r>
              <a:rPr lang="en-US" dirty="0" err="1">
                <a:solidFill>
                  <a:srgbClr val="FF0000"/>
                </a:solidFill>
                <a:latin typeface="Consolas" panose="020B0609020204030204" pitchFamily="49" charset="0"/>
                <a:cs typeface="Consolas" panose="020B0609020204030204" pitchFamily="49" charset="0"/>
              </a:rPr>
              <a:t>r2</a:t>
            </a:r>
            <a:r>
              <a:rPr lang="en-US" dirty="0">
                <a:solidFill>
                  <a:srgbClr val="FF0000"/>
                </a:solidFill>
                <a:latin typeface="Consolas" panose="020B0609020204030204" pitchFamily="49" charset="0"/>
                <a:cs typeface="Consolas" panose="020B0609020204030204" pitchFamily="49" charset="0"/>
              </a:rPr>
              <a:t>, #4   </a:t>
            </a:r>
            <a:r>
              <a:rPr lang="en-US" dirty="0">
                <a:solidFill>
                  <a:schemeClr val="bg1">
                    <a:lumMod val="65000"/>
                  </a:schemeClr>
                </a:solidFill>
                <a:latin typeface="Consolas" panose="020B0609020204030204" pitchFamily="49" charset="0"/>
                <a:cs typeface="Consolas" panose="020B0609020204030204" pitchFamily="49" charset="0"/>
              </a:rPr>
              <a:t>; b = 4 </a:t>
            </a:r>
          </a:p>
          <a:p>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p>
        </p:txBody>
      </p:sp>
      <p:sp>
        <p:nvSpPr>
          <p:cNvPr id="4" name="Arrow: Curved Right 3">
            <a:extLst>
              <a:ext uri="{FF2B5EF4-FFF2-40B4-BE49-F238E27FC236}">
                <a16:creationId xmlns:a16="http://schemas.microsoft.com/office/drawing/2014/main" id="{5F947ED3-C75F-5FE0-2C95-D53D3090CA9B}"/>
              </a:ext>
            </a:extLst>
          </p:cNvPr>
          <p:cNvSpPr/>
          <p:nvPr/>
        </p:nvSpPr>
        <p:spPr>
          <a:xfrm>
            <a:off x="1264300" y="4648200"/>
            <a:ext cx="455643" cy="1040486"/>
          </a:xfrm>
          <a:prstGeom prst="curved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Arrow: Curved Right 5">
            <a:extLst>
              <a:ext uri="{FF2B5EF4-FFF2-40B4-BE49-F238E27FC236}">
                <a16:creationId xmlns:a16="http://schemas.microsoft.com/office/drawing/2014/main" id="{12EB0634-FDA5-80ED-B6CD-9DDC482C5548}"/>
              </a:ext>
            </a:extLst>
          </p:cNvPr>
          <p:cNvSpPr/>
          <p:nvPr/>
        </p:nvSpPr>
        <p:spPr>
          <a:xfrm>
            <a:off x="1264300" y="5201100"/>
            <a:ext cx="455643" cy="742500"/>
          </a:xfrm>
          <a:prstGeom prst="curved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31627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95422949"/>
              </p:ext>
            </p:extLst>
          </p:nvPr>
        </p:nvGraphicFramePr>
        <p:xfrm>
          <a:off x="1600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1638300" y="3976132"/>
            <a:ext cx="58674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 i = 0</a:t>
            </a:r>
          </a:p>
          <a:p>
            <a:r>
              <a:rPr lang="pt-BR" dirty="0">
                <a:latin typeface="Consolas" panose="020B0609020204030204" pitchFamily="49" charset="0"/>
                <a:cs typeface="Consolas" panose="020B0609020204030204" pitchFamily="49" charset="0"/>
              </a:rPr>
              <a:t>loop:</a:t>
            </a:r>
          </a:p>
          <a:p>
            <a:r>
              <a:rPr lang="pt-BR" dirty="0">
                <a:latin typeface="Consolas" panose="020B0609020204030204" pitchFamily="49" charset="0"/>
                <a:cs typeface="Consolas" panose="020B0609020204030204" pitchFamily="49" charset="0"/>
              </a:rPr>
              <a:t>    CMP     r1, #10         @ i &lt; 10 ?</a:t>
            </a:r>
          </a:p>
          <a:p>
            <a:r>
              <a:rPr lang="pt-BR" dirty="0">
                <a:latin typeface="Consolas" panose="020B0609020204030204" pitchFamily="49" charset="0"/>
                <a:cs typeface="Consolas" panose="020B0609020204030204" pitchFamily="49" charset="0"/>
              </a:rPr>
              <a:t>    BGE     done            @ exit if i &gt;= 10</a:t>
            </a:r>
          </a:p>
          <a:p>
            <a:r>
              <a:rPr lang="pt-BR" dirty="0">
                <a:latin typeface="Consolas" panose="020B0609020204030204" pitchFamily="49" charset="0"/>
                <a:cs typeface="Consolas" panose="020B0609020204030204" pitchFamily="49" charset="0"/>
              </a:rPr>
              <a:t>    ADD     r0, r0, r1      @ sum += i</a:t>
            </a:r>
          </a:p>
          <a:p>
            <a:r>
              <a:rPr lang="pt-BR" dirty="0">
                <a:latin typeface="Consolas" panose="020B0609020204030204" pitchFamily="49" charset="0"/>
                <a:cs typeface="Consolas" panose="020B0609020204030204" pitchFamily="49" charset="0"/>
              </a:rPr>
              <a:t>    ADD     r1, r1, #1      @ i++</a:t>
            </a:r>
          </a:p>
          <a:p>
            <a:r>
              <a:rPr lang="pt-BR" dirty="0">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done:           @ : is optional after a label</a:t>
            </a:r>
            <a:endParaRPr lang="en-US" dirty="0">
              <a:latin typeface="Consolas" panose="020B0609020204030204" pitchFamily="49" charset="0"/>
              <a:cs typeface="Consolas" panose="020B0609020204030204" pitchFamily="49" charset="0"/>
            </a:endParaRPr>
          </a:p>
        </p:txBody>
      </p:sp>
      <p:sp>
        <p:nvSpPr>
          <p:cNvPr id="9" name="TextBox 8"/>
          <p:cNvSpPr txBox="1"/>
          <p:nvPr/>
        </p:nvSpPr>
        <p:spPr>
          <a:xfrm>
            <a:off x="457200" y="3581400"/>
            <a:ext cx="4730975" cy="369332"/>
          </a:xfrm>
          <a:prstGeom prst="rect">
            <a:avLst/>
          </a:prstGeom>
          <a:noFill/>
        </p:spPr>
        <p:txBody>
          <a:bodyPr wrap="none" rtlCol="0">
            <a:spAutoFit/>
          </a:bodyPr>
          <a:lstStyle/>
          <a:p>
            <a:r>
              <a:rPr lang="en-US" dirty="0"/>
              <a:t>Implementation 1 (Classic compare-and-branch):</a:t>
            </a:r>
          </a:p>
        </p:txBody>
      </p:sp>
      <p:graphicFrame>
        <p:nvGraphicFramePr>
          <p:cNvPr id="6" name="Table 5">
            <a:extLst>
              <a:ext uri="{FF2B5EF4-FFF2-40B4-BE49-F238E27FC236}">
                <a16:creationId xmlns:a16="http://schemas.microsoft.com/office/drawing/2014/main" id="{CC22D971-1F5A-1D46-A09B-973DA00758B0}"/>
              </a:ext>
            </a:extLst>
          </p:cNvPr>
          <p:cNvGraphicFramePr>
            <a:graphicFrameLocks noGrp="1"/>
          </p:cNvGraphicFramePr>
          <p:nvPr>
            <p:extLst>
              <p:ext uri="{D42A27DB-BD31-4B8C-83A1-F6EECF244321}">
                <p14:modId xmlns:p14="http://schemas.microsoft.com/office/powerpoint/2010/main" val="2934643134"/>
              </p:ext>
            </p:extLst>
          </p:nvPr>
        </p:nvGraphicFramePr>
        <p:xfrm>
          <a:off x="5181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22116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3890958407"/>
              </p:ext>
            </p:extLst>
          </p:nvPr>
        </p:nvGraphicFramePr>
        <p:xfrm>
          <a:off x="1600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1444810" y="3950732"/>
            <a:ext cx="6400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 i = 0</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B   check</a:t>
            </a:r>
          </a:p>
          <a:p>
            <a:r>
              <a:rPr lang="en-US" dirty="0">
                <a:latin typeface="Consolas" panose="020B0609020204030204" pitchFamily="49" charset="0"/>
                <a:cs typeface="Consolas" panose="020B0609020204030204" pitchFamily="49" charset="0"/>
              </a:rPr>
              <a:t>loop:  </a:t>
            </a:r>
          </a:p>
          <a:p>
            <a:r>
              <a:rPr lang="en-US" dirty="0">
                <a:latin typeface="Consolas" panose="020B0609020204030204" pitchFamily="49" charset="0"/>
                <a:cs typeface="Consolas" panose="020B0609020204030204" pitchFamily="49" charset="0"/>
              </a:rPr>
              <a:t>    ADD r0, r0, r1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r1, r1, #1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Check: CMP r1, #10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check whether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&lt; 10</a:t>
            </a:r>
          </a:p>
          <a:p>
            <a:r>
              <a:rPr lang="en-US" dirty="0">
                <a:latin typeface="Consolas" panose="020B0609020204030204" pitchFamily="49" charset="0"/>
                <a:cs typeface="Consolas" panose="020B0609020204030204" pitchFamily="49" charset="0"/>
              </a:rPr>
              <a:t>    BLT loop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loop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less than 10. </a:t>
            </a:r>
          </a:p>
        </p:txBody>
      </p:sp>
      <p:sp>
        <p:nvSpPr>
          <p:cNvPr id="9" name="TextBox 8"/>
          <p:cNvSpPr txBox="1"/>
          <p:nvPr/>
        </p:nvSpPr>
        <p:spPr>
          <a:xfrm>
            <a:off x="457200" y="3581400"/>
            <a:ext cx="1975221" cy="369332"/>
          </a:xfrm>
          <a:prstGeom prst="rect">
            <a:avLst/>
          </a:prstGeom>
          <a:noFill/>
        </p:spPr>
        <p:txBody>
          <a:bodyPr wrap="none" rtlCol="0">
            <a:spAutoFit/>
          </a:bodyPr>
          <a:lstStyle/>
          <a:p>
            <a:r>
              <a:rPr lang="en-US" dirty="0"/>
              <a:t>Implementation 2a:</a:t>
            </a:r>
          </a:p>
        </p:txBody>
      </p:sp>
      <p:graphicFrame>
        <p:nvGraphicFramePr>
          <p:cNvPr id="4" name="Table 3">
            <a:extLst>
              <a:ext uri="{FF2B5EF4-FFF2-40B4-BE49-F238E27FC236}">
                <a16:creationId xmlns:a16="http://schemas.microsoft.com/office/drawing/2014/main" id="{5A85722B-8C7E-4849-80BC-2DED8CDF9515}"/>
              </a:ext>
            </a:extLst>
          </p:cNvPr>
          <p:cNvGraphicFramePr>
            <a:graphicFrameLocks noGrp="1"/>
          </p:cNvGraphicFramePr>
          <p:nvPr>
            <p:extLst>
              <p:ext uri="{D42A27DB-BD31-4B8C-83A1-F6EECF244321}">
                <p14:modId xmlns:p14="http://schemas.microsoft.com/office/powerpoint/2010/main" val="56135487"/>
              </p:ext>
            </p:extLst>
          </p:nvPr>
        </p:nvGraphicFramePr>
        <p:xfrm>
          <a:off x="5181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93036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3E81B-B755-4FF4-6A27-4703B760C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95A4A-7037-FCD6-A607-5E29CA861A40}"/>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4AB12D37-781E-3EA2-5B9B-0D713E82096F}"/>
              </a:ext>
            </a:extLst>
          </p:cNvPr>
          <p:cNvSpPr>
            <a:spLocks noGrp="1"/>
          </p:cNvSpPr>
          <p:nvPr>
            <p:ph type="sldNum" sz="quarter" idx="12"/>
          </p:nvPr>
        </p:nvSpPr>
        <p:spPr/>
        <p:txBody>
          <a:bodyPr/>
          <a:lstStyle/>
          <a:p>
            <a:fld id="{EA7C8D44-3667-46F6-9772-CC52308E2A7F}" type="slidenum">
              <a:rPr kumimoji="0" lang="en-US" smtClean="0"/>
              <a:pPr/>
              <a:t>32</a:t>
            </a:fld>
            <a:endParaRPr kumimoji="0" lang="en-US" dirty="0"/>
          </a:p>
        </p:txBody>
      </p:sp>
      <p:graphicFrame>
        <p:nvGraphicFramePr>
          <p:cNvPr id="5" name="Table 4">
            <a:extLst>
              <a:ext uri="{FF2B5EF4-FFF2-40B4-BE49-F238E27FC236}">
                <a16:creationId xmlns:a16="http://schemas.microsoft.com/office/drawing/2014/main" id="{0ADA1BDE-EE41-7118-7E7E-B14D424070DB}"/>
              </a:ext>
            </a:extLst>
          </p:cNvPr>
          <p:cNvGraphicFramePr>
            <a:graphicFrameLocks noGrp="1"/>
          </p:cNvGraphicFramePr>
          <p:nvPr/>
        </p:nvGraphicFramePr>
        <p:xfrm>
          <a:off x="1600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A464CC59-3D0C-A490-2CDE-EC4627D26E12}"/>
              </a:ext>
            </a:extLst>
          </p:cNvPr>
          <p:cNvSpPr/>
          <p:nvPr/>
        </p:nvSpPr>
        <p:spPr>
          <a:xfrm>
            <a:off x="1447982" y="3956376"/>
            <a:ext cx="6400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a:t>
            </a:r>
            <a:r>
              <a:rPr lang="pt-BR" b="1" dirty="0">
                <a:latin typeface="Consolas" panose="020B0609020204030204" pitchFamily="49" charset="0"/>
                <a:cs typeface="Consolas" panose="020B0609020204030204" pitchFamily="49" charset="0"/>
              </a:rPr>
              <a:t>@</a:t>
            </a:r>
            <a:r>
              <a:rPr lang="pt-BR" dirty="0">
                <a:latin typeface="Consolas" panose="020B0609020204030204" pitchFamily="49" charset="0"/>
                <a:cs typeface="Consolas" panose="020B0609020204030204" pitchFamily="49" charset="0"/>
              </a:rPr>
              <a:t> i = 0</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%B   check Deleted</a:t>
            </a:r>
          </a:p>
          <a:p>
            <a:r>
              <a:rPr lang="en-US" dirty="0">
                <a:latin typeface="Consolas" panose="020B0609020204030204" pitchFamily="49" charset="0"/>
                <a:cs typeface="Consolas" panose="020B0609020204030204" pitchFamily="49" charset="0"/>
              </a:rPr>
              <a:t>Loop:  </a:t>
            </a:r>
          </a:p>
          <a:p>
            <a:r>
              <a:rPr lang="en-US" dirty="0">
                <a:latin typeface="Consolas" panose="020B0609020204030204" pitchFamily="49" charset="0"/>
                <a:cs typeface="Consolas" panose="020B0609020204030204" pitchFamily="49" charset="0"/>
              </a:rPr>
              <a:t>    ADD r0, r0, r1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r1, r1, #1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CMP r1, #10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check whether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&lt; 10</a:t>
            </a:r>
          </a:p>
          <a:p>
            <a:r>
              <a:rPr lang="en-US" dirty="0">
                <a:latin typeface="Consolas" panose="020B0609020204030204" pitchFamily="49" charset="0"/>
                <a:cs typeface="Consolas" panose="020B0609020204030204" pitchFamily="49" charset="0"/>
              </a:rPr>
              <a:t>    BLT </a:t>
            </a:r>
            <a:r>
              <a:rPr lang="en-US">
                <a:latin typeface="Consolas" panose="020B0609020204030204" pitchFamily="49" charset="0"/>
                <a:cs typeface="Consolas" panose="020B0609020204030204" pitchFamily="49" charset="0"/>
              </a:rPr>
              <a:t>loop        </a:t>
            </a:r>
            <a:r>
              <a:rPr lang="pt-BR">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loop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less than 10. </a:t>
            </a:r>
          </a:p>
        </p:txBody>
      </p:sp>
      <p:sp>
        <p:nvSpPr>
          <p:cNvPr id="9" name="TextBox 8">
            <a:extLst>
              <a:ext uri="{FF2B5EF4-FFF2-40B4-BE49-F238E27FC236}">
                <a16:creationId xmlns:a16="http://schemas.microsoft.com/office/drawing/2014/main" id="{938C6334-8AF3-C245-A043-490C963D00DE}"/>
              </a:ext>
            </a:extLst>
          </p:cNvPr>
          <p:cNvSpPr txBox="1"/>
          <p:nvPr/>
        </p:nvSpPr>
        <p:spPr>
          <a:xfrm>
            <a:off x="457200" y="3581400"/>
            <a:ext cx="1992853" cy="369332"/>
          </a:xfrm>
          <a:prstGeom prst="rect">
            <a:avLst/>
          </a:prstGeom>
          <a:noFill/>
        </p:spPr>
        <p:txBody>
          <a:bodyPr wrap="none" rtlCol="0">
            <a:spAutoFit/>
          </a:bodyPr>
          <a:lstStyle/>
          <a:p>
            <a:r>
              <a:rPr lang="en-US" dirty="0"/>
              <a:t>Implementation 2b:</a:t>
            </a:r>
          </a:p>
        </p:txBody>
      </p:sp>
      <p:graphicFrame>
        <p:nvGraphicFramePr>
          <p:cNvPr id="4" name="Table 3">
            <a:extLst>
              <a:ext uri="{FF2B5EF4-FFF2-40B4-BE49-F238E27FC236}">
                <a16:creationId xmlns:a16="http://schemas.microsoft.com/office/drawing/2014/main" id="{54904106-3185-EC5F-ABA9-B210A8CE4425}"/>
              </a:ext>
            </a:extLst>
          </p:cNvPr>
          <p:cNvGraphicFramePr>
            <a:graphicFrameLocks noGrp="1"/>
          </p:cNvGraphicFramePr>
          <p:nvPr>
            <p:extLst>
              <p:ext uri="{D42A27DB-BD31-4B8C-83A1-F6EECF244321}">
                <p14:modId xmlns:p14="http://schemas.microsoft.com/office/powerpoint/2010/main" val="4154701535"/>
              </p:ext>
            </p:extLst>
          </p:nvPr>
        </p:nvGraphicFramePr>
        <p:xfrm>
          <a:off x="5181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do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while (i &lt; 10);</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9801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579D6-6AC1-DF34-E2A7-F71F04510B18}"/>
              </a:ext>
            </a:extLst>
          </p:cNvPr>
          <p:cNvSpPr>
            <a:spLocks noGrp="1"/>
          </p:cNvSpPr>
          <p:nvPr>
            <p:ph type="title"/>
          </p:nvPr>
        </p:nvSpPr>
        <p:spPr/>
        <p:txBody>
          <a:bodyPr>
            <a:normAutofit/>
          </a:bodyPr>
          <a:lstStyle/>
          <a:p>
            <a:r>
              <a:rPr lang="en-US" dirty="0"/>
              <a:t>Explanations for 2a and 2b </a:t>
            </a:r>
          </a:p>
        </p:txBody>
      </p:sp>
      <p:sp>
        <p:nvSpPr>
          <p:cNvPr id="3" name="Slide Number Placeholder 2">
            <a:extLst>
              <a:ext uri="{FF2B5EF4-FFF2-40B4-BE49-F238E27FC236}">
                <a16:creationId xmlns:a16="http://schemas.microsoft.com/office/drawing/2014/main" id="{C464A668-0AB8-96CF-5C60-2C7C4A7EC054}"/>
              </a:ext>
            </a:extLst>
          </p:cNvPr>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4" name="Content Placeholder 3">
            <a:extLst>
              <a:ext uri="{FF2B5EF4-FFF2-40B4-BE49-F238E27FC236}">
                <a16:creationId xmlns:a16="http://schemas.microsoft.com/office/drawing/2014/main" id="{4DA6FD01-9EBA-97EE-ECB7-E1CEB7C5AA2D}"/>
              </a:ext>
            </a:extLst>
          </p:cNvPr>
          <p:cNvSpPr>
            <a:spLocks noGrp="1"/>
          </p:cNvSpPr>
          <p:nvPr>
            <p:ph sz="quarter" idx="1"/>
          </p:nvPr>
        </p:nvSpPr>
        <p:spPr/>
        <p:txBody>
          <a:bodyPr>
            <a:normAutofit/>
          </a:bodyPr>
          <a:lstStyle/>
          <a:p>
            <a:r>
              <a:rPr lang="en-US" dirty="0"/>
              <a:t>2a and 2b implement two different loop structures:</a:t>
            </a:r>
          </a:p>
          <a:p>
            <a:pPr lvl="1"/>
            <a:r>
              <a:rPr lang="en-US" dirty="0"/>
              <a:t> Version with “B check” is a pre-test loop (while/for): it tests </a:t>
            </a:r>
            <a:r>
              <a:rPr lang="en-US" dirty="0" err="1"/>
              <a:t>i</a:t>
            </a:r>
            <a:r>
              <a:rPr lang="en-US" dirty="0"/>
              <a:t> &lt; 10 before the first iteration, so the body may execute zero times if the condition is false initially</a:t>
            </a:r>
          </a:p>
          <a:p>
            <a:pPr lvl="1"/>
            <a:r>
              <a:rPr lang="en-US" dirty="0"/>
              <a:t>Version without “B check” is a post-test loop (do-while): it executes the body once before testing, then repeats while </a:t>
            </a:r>
            <a:r>
              <a:rPr lang="en-US" dirty="0" err="1"/>
              <a:t>i</a:t>
            </a:r>
            <a:r>
              <a:rPr lang="en-US" dirty="0"/>
              <a:t> &lt; 10</a:t>
            </a:r>
          </a:p>
          <a:p>
            <a:r>
              <a:rPr lang="en-US" dirty="0"/>
              <a:t>Because </a:t>
            </a:r>
            <a:r>
              <a:rPr lang="en-US" dirty="0" err="1"/>
              <a:t>i</a:t>
            </a:r>
            <a:r>
              <a:rPr lang="en-US" dirty="0"/>
              <a:t> starts at 0 and the condition is </a:t>
            </a:r>
            <a:r>
              <a:rPr lang="en-US" dirty="0" err="1"/>
              <a:t>i</a:t>
            </a:r>
            <a:r>
              <a:rPr lang="en-US" dirty="0"/>
              <a:t> &lt; 10, and loop iterates from </a:t>
            </a:r>
            <a:r>
              <a:rPr lang="en-US" dirty="0" err="1"/>
              <a:t>i</a:t>
            </a:r>
            <a:r>
              <a:rPr lang="en-US" dirty="0"/>
              <a:t>=0 to </a:t>
            </a:r>
            <a:r>
              <a:rPr lang="en-US" dirty="0" err="1"/>
              <a:t>i</a:t>
            </a:r>
            <a:r>
              <a:rPr lang="en-US" dirty="0"/>
              <a:t>=9, even though the control-flow order differs. If the initial condition were false, only the pre-test version would skip the loop entirely.</a:t>
            </a:r>
          </a:p>
          <a:p>
            <a:endParaRPr lang="en-US" dirty="0"/>
          </a:p>
        </p:txBody>
      </p:sp>
    </p:spTree>
    <p:extLst>
      <p:ext uri="{BB962C8B-B14F-4D97-AF65-F5344CB8AC3E}">
        <p14:creationId xmlns:p14="http://schemas.microsoft.com/office/powerpoint/2010/main" val="6206001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EDD41-7CDA-3EDD-105C-D68CB078E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CB093-C82E-85F3-F872-714CE2628620}"/>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A7CAB2FA-1FF5-DA47-7741-E08D60D8199E}"/>
              </a:ext>
            </a:extLst>
          </p:cNvPr>
          <p:cNvSpPr>
            <a:spLocks noGrp="1"/>
          </p:cNvSpPr>
          <p:nvPr>
            <p:ph type="sldNum" sz="quarter" idx="12"/>
          </p:nvPr>
        </p:nvSpPr>
        <p:spPr/>
        <p:txBody>
          <a:bodyPr/>
          <a:lstStyle/>
          <a:p>
            <a:fld id="{EA7C8D44-3667-46F6-9772-CC52308E2A7F}" type="slidenum">
              <a:rPr kumimoji="0" lang="en-US" smtClean="0"/>
              <a:pPr/>
              <a:t>34</a:t>
            </a:fld>
            <a:endParaRPr kumimoji="0" lang="en-US" dirty="0"/>
          </a:p>
        </p:txBody>
      </p:sp>
      <p:graphicFrame>
        <p:nvGraphicFramePr>
          <p:cNvPr id="5" name="Table 4">
            <a:extLst>
              <a:ext uri="{FF2B5EF4-FFF2-40B4-BE49-F238E27FC236}">
                <a16:creationId xmlns:a16="http://schemas.microsoft.com/office/drawing/2014/main" id="{6F2D648B-3ED5-0E4F-A7ED-98BE3DF04FA3}"/>
              </a:ext>
            </a:extLst>
          </p:cNvPr>
          <p:cNvGraphicFramePr>
            <a:graphicFrameLocks noGrp="1"/>
          </p:cNvGraphicFramePr>
          <p:nvPr/>
        </p:nvGraphicFramePr>
        <p:xfrm>
          <a:off x="1600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4C1592DD-F03B-6E7A-3471-FB08A36F2965}"/>
              </a:ext>
            </a:extLst>
          </p:cNvPr>
          <p:cNvSpPr/>
          <p:nvPr/>
        </p:nvSpPr>
        <p:spPr>
          <a:xfrm>
            <a:off x="1395918" y="4079466"/>
            <a:ext cx="64008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MOV     r0, #0          @ sum = 0</a:t>
            </a:r>
          </a:p>
          <a:p>
            <a:r>
              <a:rPr lang="en-US" dirty="0">
                <a:latin typeface="Consolas" panose="020B0609020204030204" pitchFamily="49" charset="0"/>
                <a:cs typeface="Consolas" panose="020B0609020204030204" pitchFamily="49" charset="0"/>
              </a:rPr>
              <a:t>    MOV     r1, #10         @ loop count = 10</a:t>
            </a:r>
          </a:p>
          <a:p>
            <a:r>
              <a:rPr lang="en-US" dirty="0">
                <a:latin typeface="Consolas" panose="020B0609020204030204" pitchFamily="49" charset="0"/>
                <a:cs typeface="Consolas" panose="020B0609020204030204" pitchFamily="49" charset="0"/>
              </a:rPr>
              <a:t>    MOV     r2, #0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0</a:t>
            </a:r>
          </a:p>
          <a:p>
            <a:r>
              <a:rPr lang="en-US" dirty="0">
                <a:latin typeface="Consolas" panose="020B0609020204030204" pitchFamily="49" charset="0"/>
                <a:cs typeface="Consolas" panose="020B0609020204030204" pitchFamily="49" charset="0"/>
              </a:rPr>
              <a:t>loop:</a:t>
            </a:r>
          </a:p>
          <a:p>
            <a:r>
              <a:rPr lang="en-US" dirty="0">
                <a:latin typeface="Consolas" panose="020B0609020204030204" pitchFamily="49" charset="0"/>
                <a:cs typeface="Consolas" panose="020B0609020204030204" pitchFamily="49" charset="0"/>
              </a:rPr>
              <a:t>    ADD     r0, r0, r2      @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r2, r2, #1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SUBS    r1, r1, #1      @ --count, set flags</a:t>
            </a:r>
          </a:p>
          <a:p>
            <a:r>
              <a:rPr lang="en-US" dirty="0">
                <a:latin typeface="Consolas" panose="020B0609020204030204" pitchFamily="49" charset="0"/>
                <a:cs typeface="Consolas" panose="020B0609020204030204" pitchFamily="49" charset="0"/>
              </a:rPr>
              <a:t>    BNE     loop            @ repeat until loop count==0</a:t>
            </a:r>
          </a:p>
        </p:txBody>
      </p:sp>
      <p:sp>
        <p:nvSpPr>
          <p:cNvPr id="9" name="TextBox 8">
            <a:extLst>
              <a:ext uri="{FF2B5EF4-FFF2-40B4-BE49-F238E27FC236}">
                <a16:creationId xmlns:a16="http://schemas.microsoft.com/office/drawing/2014/main" id="{A03229C5-4093-D4A1-3845-BC38F36FF253}"/>
              </a:ext>
            </a:extLst>
          </p:cNvPr>
          <p:cNvSpPr txBox="1"/>
          <p:nvPr/>
        </p:nvSpPr>
        <p:spPr>
          <a:xfrm>
            <a:off x="457200" y="3581400"/>
            <a:ext cx="4821513" cy="369332"/>
          </a:xfrm>
          <a:prstGeom prst="rect">
            <a:avLst/>
          </a:prstGeom>
          <a:noFill/>
        </p:spPr>
        <p:txBody>
          <a:bodyPr wrap="none" rtlCol="0">
            <a:spAutoFit/>
          </a:bodyPr>
          <a:lstStyle/>
          <a:p>
            <a:r>
              <a:rPr lang="en-US" dirty="0"/>
              <a:t>Implementation 3 (Count-down with SUBS/BNE):</a:t>
            </a:r>
          </a:p>
        </p:txBody>
      </p:sp>
      <p:graphicFrame>
        <p:nvGraphicFramePr>
          <p:cNvPr id="4" name="Table 3">
            <a:extLst>
              <a:ext uri="{FF2B5EF4-FFF2-40B4-BE49-F238E27FC236}">
                <a16:creationId xmlns:a16="http://schemas.microsoft.com/office/drawing/2014/main" id="{65448C97-B3F4-3495-8E46-D23B540F2A4B}"/>
              </a:ext>
            </a:extLst>
          </p:cNvPr>
          <p:cNvGraphicFramePr>
            <a:graphicFrameLocks noGrp="1"/>
          </p:cNvGraphicFramePr>
          <p:nvPr>
            <p:extLst>
              <p:ext uri="{D42A27DB-BD31-4B8C-83A1-F6EECF244321}">
                <p14:modId xmlns:p14="http://schemas.microsoft.com/office/powerpoint/2010/main" val="1628936499"/>
              </p:ext>
            </p:extLst>
          </p:nvPr>
        </p:nvGraphicFramePr>
        <p:xfrm>
          <a:off x="5181600" y="1436511"/>
          <a:ext cx="2514600" cy="213360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sum = 0;     // r0</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count = 10;   // r1</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 0;        // r2</a:t>
                      </a:r>
                    </a:p>
                    <a:p>
                      <a:pPr marL="0" marR="0" algn="just">
                        <a:spcBef>
                          <a:spcPts val="0"/>
                        </a:spcBef>
                        <a:spcAft>
                          <a:spcPts val="0"/>
                        </a:spcAft>
                        <a:tabLst>
                          <a:tab pos="794385" algn="ctr"/>
                        </a:tabLst>
                      </a:pPr>
                      <a:endParaRPr lang="en-US"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while (count != 0)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sum +=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 1;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count -= 1;</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54840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5C72B-840B-27DC-0543-D529612AD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F9B59-1230-5E38-A012-0C84111218A1}"/>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73E67F8B-FF76-AE26-1B8A-D53FC7913FCD}"/>
              </a:ext>
            </a:extLst>
          </p:cNvPr>
          <p:cNvSpPr>
            <a:spLocks noGrp="1"/>
          </p:cNvSpPr>
          <p:nvPr>
            <p:ph type="sldNum" sz="quarter" idx="12"/>
          </p:nvPr>
        </p:nvSpPr>
        <p:spPr/>
        <p:txBody>
          <a:bodyPr/>
          <a:lstStyle/>
          <a:p>
            <a:fld id="{EA7C8D44-3667-46F6-9772-CC52308E2A7F}" type="slidenum">
              <a:rPr kumimoji="0" lang="en-US" smtClean="0"/>
              <a:pPr/>
              <a:t>35</a:t>
            </a:fld>
            <a:endParaRPr kumimoji="0" lang="en-US" dirty="0"/>
          </a:p>
        </p:txBody>
      </p:sp>
      <p:graphicFrame>
        <p:nvGraphicFramePr>
          <p:cNvPr id="5" name="Table 4">
            <a:extLst>
              <a:ext uri="{FF2B5EF4-FFF2-40B4-BE49-F238E27FC236}">
                <a16:creationId xmlns:a16="http://schemas.microsoft.com/office/drawing/2014/main" id="{268911CB-1A74-0359-3203-6E34F208221E}"/>
              </a:ext>
            </a:extLst>
          </p:cNvPr>
          <p:cNvGraphicFramePr>
            <a:graphicFrameLocks noGrp="1"/>
          </p:cNvGraphicFramePr>
          <p:nvPr/>
        </p:nvGraphicFramePr>
        <p:xfrm>
          <a:off x="1600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EC1EA560-6C16-220F-A31C-F3027A7E493C}"/>
              </a:ext>
            </a:extLst>
          </p:cNvPr>
          <p:cNvSpPr/>
          <p:nvPr/>
        </p:nvSpPr>
        <p:spPr>
          <a:xfrm>
            <a:off x="1395918" y="4079466"/>
            <a:ext cx="6400800"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MOV     r0, #0          @ sum = 0</a:t>
            </a:r>
          </a:p>
          <a:p>
            <a:r>
              <a:rPr lang="en-US" dirty="0">
                <a:latin typeface="Consolas" panose="020B0609020204030204" pitchFamily="49" charset="0"/>
                <a:cs typeface="Consolas" panose="020B0609020204030204" pitchFamily="49" charset="0"/>
              </a:rPr>
              <a:t>    MOV     r1, #0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0</a:t>
            </a:r>
          </a:p>
          <a:p>
            <a:r>
              <a:rPr lang="en-US" dirty="0">
                <a:latin typeface="Consolas" panose="020B0609020204030204" pitchFamily="49" charset="0"/>
                <a:cs typeface="Consolas" panose="020B0609020204030204" pitchFamily="49" charset="0"/>
              </a:rPr>
              <a:t>loop:</a:t>
            </a:r>
          </a:p>
          <a:p>
            <a:r>
              <a:rPr lang="en-US" dirty="0">
                <a:latin typeface="Consolas" panose="020B0609020204030204" pitchFamily="49" charset="0"/>
                <a:cs typeface="Consolas" panose="020B0609020204030204" pitchFamily="49" charset="0"/>
              </a:rPr>
              <a:t>    CMP     r1, #10         @ set flags from i-10</a:t>
            </a:r>
          </a:p>
          <a:p>
            <a:r>
              <a:rPr lang="en-US" dirty="0">
                <a:latin typeface="Consolas" panose="020B0609020204030204" pitchFamily="49" charset="0"/>
                <a:cs typeface="Consolas" panose="020B0609020204030204" pitchFamily="49" charset="0"/>
              </a:rPr>
              <a:t>    ADDLT   r0, r0, r1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ADDLT   r1, r1, #1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BLT     loop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loop</a:t>
            </a:r>
          </a:p>
        </p:txBody>
      </p:sp>
      <p:sp>
        <p:nvSpPr>
          <p:cNvPr id="9" name="TextBox 8">
            <a:extLst>
              <a:ext uri="{FF2B5EF4-FFF2-40B4-BE49-F238E27FC236}">
                <a16:creationId xmlns:a16="http://schemas.microsoft.com/office/drawing/2014/main" id="{915EAF87-721D-2D80-E09F-B26BA59F955F}"/>
              </a:ext>
            </a:extLst>
          </p:cNvPr>
          <p:cNvSpPr txBox="1"/>
          <p:nvPr/>
        </p:nvSpPr>
        <p:spPr>
          <a:xfrm>
            <a:off x="457200" y="3581400"/>
            <a:ext cx="4529958" cy="369332"/>
          </a:xfrm>
          <a:prstGeom prst="rect">
            <a:avLst/>
          </a:prstGeom>
          <a:noFill/>
        </p:spPr>
        <p:txBody>
          <a:bodyPr wrap="none" rtlCol="0">
            <a:spAutoFit/>
          </a:bodyPr>
          <a:lstStyle/>
          <a:p>
            <a:r>
              <a:rPr lang="en-US" dirty="0"/>
              <a:t>Implementation 4 (Use conditional execution):</a:t>
            </a:r>
          </a:p>
        </p:txBody>
      </p:sp>
      <p:graphicFrame>
        <p:nvGraphicFramePr>
          <p:cNvPr id="6" name="Table 5">
            <a:extLst>
              <a:ext uri="{FF2B5EF4-FFF2-40B4-BE49-F238E27FC236}">
                <a16:creationId xmlns:a16="http://schemas.microsoft.com/office/drawing/2014/main" id="{5D964848-CBE2-1E6F-3041-9EF39AC0F02B}"/>
              </a:ext>
            </a:extLst>
          </p:cNvPr>
          <p:cNvGraphicFramePr>
            <a:graphicFrameLocks noGrp="1"/>
          </p:cNvGraphicFramePr>
          <p:nvPr>
            <p:extLst>
              <p:ext uri="{D42A27DB-BD31-4B8C-83A1-F6EECF244321}">
                <p14:modId xmlns:p14="http://schemas.microsoft.com/office/powerpoint/2010/main" val="2934643134"/>
              </p:ext>
            </p:extLst>
          </p:nvPr>
        </p:nvGraphicFramePr>
        <p:xfrm>
          <a:off x="5181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6883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075"/>
          <p:cNvSpPr>
            <a:spLocks noGrp="1" noChangeArrowheads="1"/>
          </p:cNvSpPr>
          <p:nvPr>
            <p:ph type="title"/>
          </p:nvPr>
        </p:nvSpPr>
        <p:spPr/>
        <p:txBody>
          <a:bodyPr>
            <a:normAutofit fontScale="90000"/>
          </a:bodyPr>
          <a:lstStyle/>
          <a:p>
            <a:r>
              <a:rPr lang="en-US" dirty="0"/>
              <a:t>Combined Program Status Registers (</a:t>
            </a:r>
            <a:r>
              <a:rPr lang="en-US" dirty="0" err="1"/>
              <a:t>xPSR</a:t>
            </a:r>
            <a:r>
              <a:rPr lang="en-US" dirty="0"/>
              <a:t>)</a:t>
            </a:r>
          </a:p>
        </p:txBody>
      </p:sp>
      <p:sp>
        <p:nvSpPr>
          <p:cNvPr id="50" name="Slide Number Placeholder 49"/>
          <p:cNvSpPr>
            <a:spLocks noGrp="1"/>
          </p:cNvSpPr>
          <p:nvPr>
            <p:ph type="sldNum" sz="quarter" idx="12"/>
          </p:nvPr>
        </p:nvSpPr>
        <p:spPr/>
        <p:txBody>
          <a:bodyPr/>
          <a:lstStyle/>
          <a:p>
            <a:fld id="{AEE14D4A-FE32-40AF-B06D-E9622816B101}" type="slidenum">
              <a:rPr lang="en-US" smtClean="0"/>
              <a:pPr/>
              <a:t>36</a:t>
            </a:fld>
            <a:endParaRPr lang="en-US"/>
          </a:p>
        </p:txBody>
      </p:sp>
      <p:pic>
        <p:nvPicPr>
          <p:cNvPr id="3" name="Picture 2"/>
          <p:cNvPicPr>
            <a:picLocks noChangeAspect="1"/>
          </p:cNvPicPr>
          <p:nvPr/>
        </p:nvPicPr>
        <p:blipFill>
          <a:blip r:embed="rId3"/>
          <a:stretch>
            <a:fillRect/>
          </a:stretch>
        </p:blipFill>
        <p:spPr>
          <a:xfrm>
            <a:off x="76200" y="1828800"/>
            <a:ext cx="9035457" cy="2590800"/>
          </a:xfrm>
          <a:prstGeom prst="rect">
            <a:avLst/>
          </a:prstGeom>
        </p:spPr>
      </p:pic>
    </p:spTree>
    <p:extLst>
      <p:ext uri="{BB962C8B-B14F-4D97-AF65-F5344CB8AC3E}">
        <p14:creationId xmlns:p14="http://schemas.microsoft.com/office/powerpoint/2010/main" val="173513219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dirty="0"/>
              <a:t>Conditional Execution Example: Signed Int</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AEE14D4A-FE32-40AF-B06D-E9622816B101}" type="slidenum">
              <a:rPr lang="en-US" smtClean="0"/>
              <a:pPr/>
              <a:t>37</a:t>
            </a:fld>
            <a:endParaRPr lang="en-US"/>
          </a:p>
        </p:txBody>
      </p:sp>
      <p:sp>
        <p:nvSpPr>
          <p:cNvPr id="3" name="Rectangle 2"/>
          <p:cNvSpPr/>
          <p:nvPr/>
        </p:nvSpPr>
        <p:spPr>
          <a:xfrm>
            <a:off x="487708" y="1783864"/>
            <a:ext cx="2386121"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int32_t a; </a:t>
            </a:r>
            <a:r>
              <a:rPr lang="en-US" dirty="0">
                <a:solidFill>
                  <a:schemeClr val="bg1">
                    <a:lumMod val="65000"/>
                  </a:schemeClr>
                </a:solidFill>
                <a:latin typeface="Consolas" panose="020B0609020204030204" pitchFamily="49" charset="0"/>
              </a:rPr>
              <a:t>//a is	signed int</a:t>
            </a:r>
          </a:p>
          <a:p>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if (a &lt;= 0)  </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p>
        </p:txBody>
      </p:sp>
      <p:sp>
        <p:nvSpPr>
          <p:cNvPr id="7" name="Rectangle 6"/>
          <p:cNvSpPr/>
          <p:nvPr/>
        </p:nvSpPr>
        <p:spPr>
          <a:xfrm>
            <a:off x="4114800" y="2310225"/>
            <a:ext cx="403860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r0</a:t>
            </a:r>
            <a:r>
              <a:rPr lang="en-US" dirty="0">
                <a:latin typeface="Consolas" panose="020B0609020204030204" pitchFamily="49" charset="0"/>
                <a:cs typeface="Consolas" panose="020B0609020204030204" pitchFamily="49" charset="0"/>
              </a:rPr>
              <a:t>, #0</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LE</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LE</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GT</a:t>
            </a:r>
          </a:p>
        </p:txBody>
      </p:sp>
      <p:sp>
        <p:nvSpPr>
          <p:cNvPr id="5" name="Right Arrow 4"/>
          <p:cNvSpPr/>
          <p:nvPr/>
        </p:nvSpPr>
        <p:spPr>
          <a:xfrm>
            <a:off x="2895600" y="2665188"/>
            <a:ext cx="838200" cy="2115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343400" y="3581400"/>
            <a:ext cx="3065263" cy="646331"/>
          </a:xfrm>
          <a:prstGeom prst="rect">
            <a:avLst/>
          </a:prstGeom>
          <a:noFill/>
        </p:spPr>
        <p:txBody>
          <a:bodyPr wrap="none" rtlCol="0">
            <a:spAutoFit/>
          </a:bodyPr>
          <a:lstStyle/>
          <a:p>
            <a:r>
              <a:rPr lang="en-US" b="1" dirty="0">
                <a:solidFill>
                  <a:srgbClr val="FF0000"/>
                </a:solidFill>
                <a:latin typeface="Consolas" panose="020B0609020204030204" pitchFamily="49" charset="0"/>
                <a:cs typeface="Consolas" panose="020B0609020204030204" pitchFamily="49" charset="0"/>
              </a:rPr>
              <a:t>LE</a:t>
            </a:r>
            <a:r>
              <a:rPr lang="en-US" dirty="0">
                <a:latin typeface="Consolas" panose="020B0609020204030204" pitchFamily="49" charset="0"/>
                <a:cs typeface="Consolas" panose="020B0609020204030204" pitchFamily="49" charset="0"/>
              </a:rPr>
              <a:t>: </a:t>
            </a:r>
            <a:r>
              <a:rPr lang="en-US" dirty="0"/>
              <a:t>Signed Less than or Equal</a:t>
            </a:r>
          </a:p>
          <a:p>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a:t>
            </a:r>
            <a:r>
              <a:rPr lang="en-US" dirty="0"/>
              <a:t>Signed Greater Than</a:t>
            </a:r>
          </a:p>
        </p:txBody>
      </p:sp>
      <p:sp>
        <p:nvSpPr>
          <p:cNvPr id="2" name="TextBox 1"/>
          <p:cNvSpPr txBox="1"/>
          <p:nvPr/>
        </p:nvSpPr>
        <p:spPr>
          <a:xfrm>
            <a:off x="4334359" y="1460699"/>
            <a:ext cx="1090363" cy="646331"/>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a </a:t>
            </a:r>
            <a:r>
              <a:rPr lang="en-US" dirty="0">
                <a:latin typeface="Consolas" panose="020B0609020204030204" pitchFamily="49" charset="0"/>
                <a:ea typeface="Cambria Math"/>
                <a:cs typeface="Consolas" panose="020B0609020204030204" pitchFamily="49" charset="0"/>
              </a:rPr>
              <a:t>⟶ </a:t>
            </a:r>
            <a:r>
              <a:rPr lang="en-US" dirty="0" err="1">
                <a:latin typeface="Consolas" panose="020B0609020204030204" pitchFamily="49" charset="0"/>
                <a:ea typeface="Cambria Math"/>
                <a:cs typeface="Consolas" panose="020B0609020204030204" pitchFamily="49" charset="0"/>
              </a:rPr>
              <a:t>r0</a:t>
            </a:r>
            <a:endParaRPr lang="en-US" dirty="0">
              <a:latin typeface="Consolas" panose="020B0609020204030204" pitchFamily="49" charset="0"/>
              <a:ea typeface="Cambria Math"/>
              <a:cs typeface="Consolas" panose="020B0609020204030204" pitchFamily="49" charset="0"/>
            </a:endParaRPr>
          </a:p>
          <a:p>
            <a:r>
              <a:rPr lang="en-US" dirty="0">
                <a:latin typeface="Consolas" panose="020B0609020204030204" pitchFamily="49" charset="0"/>
                <a:cs typeface="Consolas" panose="020B0609020204030204" pitchFamily="49" charset="0"/>
              </a:rPr>
              <a:t>y</a:t>
            </a:r>
            <a:r>
              <a:rPr lang="en-US" dirty="0">
                <a:latin typeface="Consolas" panose="020B0609020204030204" pitchFamily="49" charset="0"/>
                <a:ea typeface="Cambria Math"/>
                <a:cs typeface="Consolas" panose="020B0609020204030204" pitchFamily="49" charset="0"/>
              </a:rPr>
              <a:t> ⟶ </a:t>
            </a:r>
            <a:r>
              <a:rPr lang="en-US" dirty="0" err="1">
                <a:latin typeface="Consolas" panose="020B0609020204030204" pitchFamily="49" charset="0"/>
                <a:ea typeface="Cambria Math"/>
                <a:cs typeface="Consolas" panose="020B0609020204030204" pitchFamily="49" charset="0"/>
              </a:rPr>
              <a:t>r1</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09086899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dirty="0"/>
              <a:t>Conditional Execution Example: Signed Int</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AEE14D4A-FE32-40AF-B06D-E9622816B101}" type="slidenum">
              <a:rPr lang="en-US" smtClean="0"/>
              <a:pPr/>
              <a:t>38</a:t>
            </a:fld>
            <a:endParaRPr lang="en-US"/>
          </a:p>
        </p:txBody>
      </p:sp>
      <p:sp>
        <p:nvSpPr>
          <p:cNvPr id="3" name="Rectangle 2"/>
          <p:cNvSpPr/>
          <p:nvPr/>
        </p:nvSpPr>
        <p:spPr>
          <a:xfrm>
            <a:off x="188980" y="2033227"/>
            <a:ext cx="3477234" cy="175432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dirty="0">
                <a:latin typeface="Consolas" panose="020B0609020204030204" pitchFamily="49" charset="0"/>
                <a:cs typeface="Consolas" panose="020B0609020204030204" pitchFamily="49" charset="0"/>
              </a:rPr>
              <a:t>int32_t a;</a:t>
            </a:r>
          </a:p>
          <a:p>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if (a==1 || a==7 || a==11)</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p>
        </p:txBody>
      </p:sp>
      <p:sp>
        <p:nvSpPr>
          <p:cNvPr id="7" name="Rectangle 6"/>
          <p:cNvSpPr/>
          <p:nvPr/>
        </p:nvSpPr>
        <p:spPr>
          <a:xfrm>
            <a:off x="4473101" y="2310225"/>
            <a:ext cx="4594699"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r0</a:t>
            </a:r>
            <a:r>
              <a:rPr lang="en-US" dirty="0">
                <a:latin typeface="Consolas" panose="020B0609020204030204" pitchFamily="49" charset="0"/>
                <a:cs typeface="Consolas" panose="020B0609020204030204" pitchFamily="49" charset="0"/>
              </a:rPr>
              <a:t>, #1</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#7  </a:t>
            </a:r>
            <a:r>
              <a:rPr lang="en-US" dirty="0">
                <a:solidFill>
                  <a:schemeClr val="bg1">
                    <a:lumMod val="50000"/>
                  </a:schemeClr>
                </a:solidFill>
                <a:latin typeface="Consolas" panose="020B0609020204030204" pitchFamily="49" charset="0"/>
                <a:cs typeface="Consolas" panose="020B0609020204030204" pitchFamily="49" charset="0"/>
              </a:rPr>
              <a:t>; executed if r0 != 1</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#11 </a:t>
            </a:r>
            <a:r>
              <a:rPr lang="en-US" dirty="0">
                <a:solidFill>
                  <a:schemeClr val="bg1">
                    <a:lumMod val="50000"/>
                  </a:schemeClr>
                </a:solidFill>
                <a:latin typeface="Consolas" panose="020B0609020204030204" pitchFamily="49" charset="0"/>
                <a:cs typeface="Consolas" panose="020B0609020204030204" pitchFamily="49" charset="0"/>
              </a:rPr>
              <a:t>; executed if r0 != 7</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EQ</a:t>
            </a:r>
            <a:r>
              <a:rPr lang="en-US" dirty="0">
                <a:latin typeface="Consolas" panose="020B0609020204030204" pitchFamily="49" charset="0"/>
                <a:cs typeface="Consolas" panose="020B0609020204030204" pitchFamily="49" charset="0"/>
              </a:rPr>
              <a:t> r1, #1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r1, #-1</a:t>
            </a:r>
          </a:p>
        </p:txBody>
      </p:sp>
      <p:sp>
        <p:nvSpPr>
          <p:cNvPr id="5" name="Right Arrow 4"/>
          <p:cNvSpPr/>
          <p:nvPr/>
        </p:nvSpPr>
        <p:spPr>
          <a:xfrm>
            <a:off x="3778993" y="2947435"/>
            <a:ext cx="468549" cy="2115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467935" y="1585654"/>
            <a:ext cx="1090363" cy="646331"/>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a </a:t>
            </a:r>
            <a:r>
              <a:rPr lang="en-US" dirty="0">
                <a:latin typeface="Consolas" panose="020B0609020204030204" pitchFamily="49" charset="0"/>
                <a:ea typeface="Cambria Math"/>
                <a:cs typeface="Consolas" panose="020B0609020204030204" pitchFamily="49" charset="0"/>
              </a:rPr>
              <a:t>⟶ </a:t>
            </a:r>
            <a:r>
              <a:rPr lang="en-US" dirty="0" err="1">
                <a:latin typeface="Consolas" panose="020B0609020204030204" pitchFamily="49" charset="0"/>
                <a:ea typeface="Cambria Math"/>
                <a:cs typeface="Consolas" panose="020B0609020204030204" pitchFamily="49" charset="0"/>
              </a:rPr>
              <a:t>r0</a:t>
            </a:r>
            <a:endParaRPr lang="en-US" dirty="0">
              <a:latin typeface="Consolas" panose="020B0609020204030204" pitchFamily="49" charset="0"/>
              <a:ea typeface="Cambria Math"/>
              <a:cs typeface="Consolas" panose="020B0609020204030204" pitchFamily="49" charset="0"/>
            </a:endParaRPr>
          </a:p>
          <a:p>
            <a:r>
              <a:rPr lang="en-US" dirty="0">
                <a:latin typeface="Consolas" panose="020B0609020204030204" pitchFamily="49" charset="0"/>
                <a:cs typeface="Consolas" panose="020B0609020204030204" pitchFamily="49" charset="0"/>
              </a:rPr>
              <a:t>y</a:t>
            </a:r>
            <a:r>
              <a:rPr lang="en-US" dirty="0">
                <a:latin typeface="Consolas" panose="020B0609020204030204" pitchFamily="49" charset="0"/>
                <a:ea typeface="Cambria Math"/>
                <a:cs typeface="Consolas" panose="020B0609020204030204" pitchFamily="49" charset="0"/>
              </a:rPr>
              <a:t> ⟶ </a:t>
            </a:r>
            <a:r>
              <a:rPr lang="en-US" dirty="0" err="1">
                <a:latin typeface="Consolas" panose="020B0609020204030204" pitchFamily="49" charset="0"/>
                <a:ea typeface="Cambria Math"/>
                <a:cs typeface="Consolas" panose="020B0609020204030204" pitchFamily="49" charset="0"/>
              </a:rPr>
              <a:t>r1</a:t>
            </a:r>
            <a:endParaRPr lang="en-US" dirty="0">
              <a:latin typeface="Consolas" panose="020B0609020204030204" pitchFamily="49" charset="0"/>
              <a:cs typeface="Consolas" panose="020B0609020204030204" pitchFamily="49" charset="0"/>
            </a:endParaRPr>
          </a:p>
        </p:txBody>
      </p:sp>
      <p:sp>
        <p:nvSpPr>
          <p:cNvPr id="2" name="内容占位符 2">
            <a:extLst>
              <a:ext uri="{FF2B5EF4-FFF2-40B4-BE49-F238E27FC236}">
                <a16:creationId xmlns:a16="http://schemas.microsoft.com/office/drawing/2014/main" id="{2FDC17BF-C944-BDA6-3615-D41AC13EB223}"/>
              </a:ext>
            </a:extLst>
          </p:cNvPr>
          <p:cNvSpPr txBox="1">
            <a:spLocks/>
          </p:cNvSpPr>
          <p:nvPr/>
        </p:nvSpPr>
        <p:spPr bwMode="auto">
          <a:xfrm>
            <a:off x="838200" y="3876118"/>
            <a:ext cx="7848600" cy="2614416"/>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b="0" kern="0" dirty="0"/>
              <a:t>CMP r0, #1 compares a with 1 and sets Z=1 if equal, else Z=0.</a:t>
            </a:r>
          </a:p>
          <a:p>
            <a:pPr marL="0" indent="0">
              <a:buNone/>
            </a:pPr>
            <a:r>
              <a:rPr lang="en-US" sz="1800" b="0" kern="0" dirty="0"/>
              <a:t>CMPNE r0, #7 runs only if the previous compare was not equal, and if it runs, it refreshes the flags by comparing a with 7.</a:t>
            </a:r>
          </a:p>
          <a:p>
            <a:pPr marL="0" indent="0">
              <a:buNone/>
            </a:pPr>
            <a:r>
              <a:rPr lang="en-US" sz="1800" b="0" kern="0" dirty="0"/>
              <a:t>CMPNE r0, #11 runs only if a was not 1 and not 7, and if it runs, it compares a with 11 to set Z accordingly.</a:t>
            </a:r>
          </a:p>
          <a:p>
            <a:pPr marL="0" indent="0">
              <a:buNone/>
            </a:pPr>
            <a:r>
              <a:rPr lang="en-US" sz="1800" b="0" kern="0" dirty="0"/>
              <a:t>MOVEQ r1, #1 executes only when Z=1 from any of the comparisons, so y becomes 1 if a matched 1, 7, or 11.</a:t>
            </a:r>
          </a:p>
          <a:p>
            <a:pPr marL="0" indent="0">
              <a:buNone/>
            </a:pPr>
            <a:r>
              <a:rPr lang="en-US" sz="1800" b="0" kern="0" dirty="0"/>
              <a:t>MOVNE r1, #-1 executes only when Z=0 after all relevant compares, so y becomes -1 when none of the values matched.</a:t>
            </a:r>
            <a:r>
              <a:rPr lang="en-GB" sz="1800" b="0" kern="0" dirty="0"/>
              <a:t> </a:t>
            </a:r>
          </a:p>
        </p:txBody>
      </p:sp>
    </p:spTree>
    <p:extLst>
      <p:ext uri="{BB962C8B-B14F-4D97-AF65-F5344CB8AC3E}">
        <p14:creationId xmlns:p14="http://schemas.microsoft.com/office/powerpoint/2010/main" val="180995830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Compound Boolean Expression: Signed Int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1431983010"/>
              </p:ext>
            </p:extLst>
          </p:nvPr>
        </p:nvGraphicFramePr>
        <p:xfrm>
          <a:off x="457200" y="2819400"/>
          <a:ext cx="8382000" cy="2301896"/>
        </p:xfrm>
        <a:graphic>
          <a:graphicData uri="http://schemas.openxmlformats.org/drawingml/2006/table">
            <a:tbl>
              <a:tblPr firstRow="1" firstCol="1" bandRow="1">
                <a:tableStyleId>{5940675A-B579-460E-94D1-54222C63F5DA}</a:tableStyleId>
              </a:tblPr>
              <a:tblGrid>
                <a:gridCol w="2903825">
                  <a:extLst>
                    <a:ext uri="{9D8B030D-6E8A-4147-A177-3AD203B41FA5}">
                      <a16:colId xmlns:a16="http://schemas.microsoft.com/office/drawing/2014/main" val="20000"/>
                    </a:ext>
                  </a:extLst>
                </a:gridCol>
                <a:gridCol w="5478175">
                  <a:extLst>
                    <a:ext uri="{9D8B030D-6E8A-4147-A177-3AD203B41FA5}">
                      <a16:colId xmlns:a16="http://schemas.microsoft.com/office/drawing/2014/main" val="20001"/>
                    </a:ext>
                  </a:extLst>
                </a:gridCol>
              </a:tblGrid>
              <a:tr h="227944">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2058056">
                <a:tc>
                  <a:txBody>
                    <a:bodyPr/>
                    <a:lstStyle/>
                    <a:p>
                      <a:r>
                        <a:rPr lang="en-US" sz="1600" dirty="0">
                          <a:latin typeface="Consolas" panose="020B0609020204030204" pitchFamily="49" charset="0"/>
                          <a:cs typeface="Consolas" panose="020B0609020204030204" pitchFamily="49" charset="0"/>
                        </a:rPr>
                        <a:t>int32_t x;</a:t>
                      </a:r>
                    </a:p>
                    <a:p>
                      <a:r>
                        <a:rPr lang="en-US" sz="1600" dirty="0">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if(x &lt;= 20 || x &gt;= 25){</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 = 1;</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x </a:t>
                      </a:r>
                      <a:r>
                        <a:rPr lang="en-US" sz="1600" dirty="0">
                          <a:latin typeface="Consolas" panose="020B0609020204030204" pitchFamily="49" charset="0"/>
                          <a:ea typeface="Cambria Math"/>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r0, a </a:t>
                      </a:r>
                      <a:r>
                        <a:rPr lang="en-US" sz="1600" dirty="0">
                          <a:latin typeface="Consolas" panose="020B0609020204030204" pitchFamily="49" charset="0"/>
                          <a:ea typeface="Cambria Math"/>
                          <a:cs typeface="Consolas" panose="020B0609020204030204" pitchFamily="49" charset="0"/>
                        </a:rPr>
                        <a:t>⟶</a:t>
                      </a:r>
                      <a:r>
                        <a:rPr lang="en-US" sz="1600" dirty="0">
                          <a:solidFill>
                            <a:schemeClr val="bg1">
                              <a:lumMod val="65000"/>
                            </a:schemeClr>
                          </a:solidFill>
                          <a:effectLst/>
                          <a:latin typeface="Consolas" panose="020B0609020204030204" pitchFamily="49" charset="0"/>
                          <a:cs typeface="Consolas" panose="020B0609020204030204" pitchFamily="49" charset="0"/>
                        </a:rPr>
                        <a:t> r1</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#20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20</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b="1" dirty="0" err="1">
                          <a:solidFill>
                            <a:srgbClr val="C00000"/>
                          </a:solidFill>
                          <a:effectLst/>
                          <a:latin typeface="Consolas" panose="020B0609020204030204" pitchFamily="49" charset="0"/>
                          <a:cs typeface="Consolas" panose="020B0609020204030204" pitchFamily="49" charset="0"/>
                        </a:rPr>
                        <a:t>LE</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r>
                        <a:rPr lang="en-US" sz="1600" dirty="0">
                          <a:effectLst/>
                          <a:latin typeface="Consolas" panose="020B0609020204030204" pitchFamily="49" charset="0"/>
                          <a:cs typeface="Consolas" panose="020B0609020204030204" pitchFamily="49" charset="0"/>
                        </a:rPr>
                        <a:t>, #1   </a:t>
                      </a:r>
                      <a:r>
                        <a:rPr lang="en-US" sz="1600" dirty="0">
                          <a:solidFill>
                            <a:schemeClr val="bg1">
                              <a:lumMod val="65000"/>
                            </a:schemeClr>
                          </a:solidFill>
                          <a:effectLst/>
                          <a:latin typeface="Consolas" panose="020B0609020204030204" pitchFamily="49" charset="0"/>
                          <a:cs typeface="Consolas" panose="020B0609020204030204" pitchFamily="49" charset="0"/>
                        </a:rPr>
                        <a:t>; a=1 if less or equal</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CMP   r0, #25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25</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MOV</a:t>
                      </a:r>
                      <a:r>
                        <a:rPr lang="en-US" sz="1600" b="1" dirty="0">
                          <a:solidFill>
                            <a:srgbClr val="C00000"/>
                          </a:solidFill>
                          <a:effectLst/>
                          <a:latin typeface="Consolas" panose="020B0609020204030204" pitchFamily="49" charset="0"/>
                          <a:cs typeface="Consolas" panose="020B0609020204030204" pitchFamily="49" charset="0"/>
                        </a:rPr>
                        <a:t>GE</a:t>
                      </a:r>
                      <a:r>
                        <a:rPr lang="en-US" sz="1600" dirty="0">
                          <a:effectLst/>
                          <a:latin typeface="Consolas" panose="020B0609020204030204" pitchFamily="49" charset="0"/>
                          <a:cs typeface="Consolas" panose="020B0609020204030204" pitchFamily="49" charset="0"/>
                        </a:rPr>
                        <a:t> r1, #1   </a:t>
                      </a:r>
                      <a:r>
                        <a:rPr lang="en-US" sz="1600" dirty="0">
                          <a:solidFill>
                            <a:schemeClr val="bg1">
                              <a:lumMod val="65000"/>
                            </a:schemeClr>
                          </a:solidFill>
                          <a:effectLst/>
                          <a:latin typeface="Consolas" panose="020B0609020204030204" pitchFamily="49" charset="0"/>
                          <a:cs typeface="Consolas" panose="020B0609020204030204" pitchFamily="49" charset="0"/>
                        </a:rPr>
                        <a:t>; a=1 if greater or equal</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endif</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240453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40</a:t>
            </a:fld>
            <a:endParaRPr kumimoji="0" lang="en-US" dirty="0"/>
          </a:p>
        </p:txBody>
      </p:sp>
      <p:sp>
        <p:nvSpPr>
          <p:cNvPr id="5" name="Rectangle 4"/>
          <p:cNvSpPr/>
          <p:nvPr/>
        </p:nvSpPr>
        <p:spPr>
          <a:xfrm>
            <a:off x="609600" y="1690255"/>
            <a:ext cx="3276600"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foo(</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x,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y) {</a:t>
            </a:r>
          </a:p>
          <a:p>
            <a:r>
              <a:rPr lang="en-US" dirty="0">
                <a:latin typeface="Consolas" panose="020B0609020204030204" pitchFamily="49" charset="0"/>
                <a:cs typeface="Consolas" panose="020B0609020204030204" pitchFamily="49" charset="0"/>
              </a:rPr>
              <a:t>  if ( x + y &lt; 0 )</a:t>
            </a:r>
          </a:p>
          <a:p>
            <a:r>
              <a:rPr lang="en-US" dirty="0">
                <a:latin typeface="Consolas" panose="020B0609020204030204" pitchFamily="49" charset="0"/>
                <a:cs typeface="Consolas" panose="020B0609020204030204" pitchFamily="49" charset="0"/>
              </a:rPr>
              <a:t>    return 0;</a:t>
            </a:r>
          </a:p>
          <a:p>
            <a:r>
              <a:rPr lang="en-US" dirty="0">
                <a:latin typeface="Consolas" panose="020B0609020204030204" pitchFamily="49" charset="0"/>
                <a:cs typeface="Consolas" panose="020B0609020204030204" pitchFamily="49" charset="0"/>
              </a:rPr>
              <a:t>  else</a:t>
            </a:r>
          </a:p>
          <a:p>
            <a:r>
              <a:rPr lang="en-US" dirty="0">
                <a:latin typeface="Consolas" panose="020B0609020204030204" pitchFamily="49" charset="0"/>
                <a:cs typeface="Consolas" panose="020B0609020204030204" pitchFamily="49" charset="0"/>
              </a:rPr>
              <a:t>    return 1;</a:t>
            </a:r>
          </a:p>
          <a:p>
            <a:r>
              <a:rPr lang="en-US" dirty="0">
                <a:latin typeface="Consolas" panose="020B0609020204030204" pitchFamily="49" charset="0"/>
                <a:cs typeface="Consolas" panose="020B0609020204030204" pitchFamily="49" charset="0"/>
              </a:rPr>
              <a:t>}</a:t>
            </a:r>
          </a:p>
        </p:txBody>
      </p:sp>
      <p:sp>
        <p:nvSpPr>
          <p:cNvPr id="6" name="Rectangle 5"/>
          <p:cNvSpPr/>
          <p:nvPr/>
        </p:nvSpPr>
        <p:spPr>
          <a:xfrm>
            <a:off x="4572000" y="1676400"/>
            <a:ext cx="3124200"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foo	ADD</a:t>
            </a:r>
            <a:r>
              <a:rPr lang="en-US" b="1" dirty="0">
                <a:solidFill>
                  <a:srgbClr val="FF0000"/>
                </a:solidFill>
                <a:latin typeface="Consolas" panose="020B0609020204030204" pitchFamily="49" charset="0"/>
                <a:cs typeface="Consolas" panose="020B0609020204030204" pitchFamily="49" charset="0"/>
              </a:rPr>
              <a:t>S </a:t>
            </a:r>
            <a:r>
              <a:rPr lang="en-US" dirty="0">
                <a:latin typeface="Consolas" panose="020B0609020204030204" pitchFamily="49" charset="0"/>
                <a:cs typeface="Consolas" panose="020B0609020204030204" pitchFamily="49" charset="0"/>
              </a:rPr>
              <a:t>r0, r0, r1</a:t>
            </a:r>
          </a:p>
          <a:p>
            <a:r>
              <a:rPr lang="en-US" dirty="0">
                <a:latin typeface="Consolas" panose="020B0609020204030204" pitchFamily="49" charset="0"/>
                <a:cs typeface="Consolas" panose="020B0609020204030204" pitchFamily="49" charset="0"/>
              </a:rPr>
              <a:t>	B</a:t>
            </a:r>
            <a:r>
              <a:rPr lang="en-US" b="1" dirty="0">
                <a:solidFill>
                  <a:srgbClr val="FF0000"/>
                </a:solidFill>
                <a:latin typeface="Consolas" panose="020B0609020204030204" pitchFamily="49" charset="0"/>
                <a:cs typeface="Consolas" panose="020B0609020204030204" pitchFamily="49" charset="0"/>
              </a:rPr>
              <a:t>PL  </a:t>
            </a:r>
            <a:r>
              <a:rPr lang="en-US" dirty="0" err="1">
                <a:latin typeface="Consolas" panose="020B0609020204030204" pitchFamily="49" charset="0"/>
                <a:cs typeface="Consolas" panose="020B0609020204030204" pitchFamily="49" charset="0"/>
              </a:rPr>
              <a:t>PosOrZ</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MOV  r0, #0</a:t>
            </a:r>
          </a:p>
          <a:p>
            <a:r>
              <a:rPr lang="en-US" dirty="0">
                <a:latin typeface="Consolas" panose="020B0609020204030204" pitchFamily="49" charset="0"/>
                <a:cs typeface="Consolas" panose="020B0609020204030204" pitchFamily="49" charset="0"/>
              </a:rPr>
              <a:t>done 	</a:t>
            </a:r>
            <a:r>
              <a:rPr lang="en-US" b="1" dirty="0">
                <a:solidFill>
                  <a:srgbClr val="0000FF"/>
                </a:solidFill>
                <a:latin typeface="Consolas" panose="020B0609020204030204" pitchFamily="49" charset="0"/>
                <a:cs typeface="Consolas" panose="020B0609020204030204" pitchFamily="49" charset="0"/>
              </a:rPr>
              <a:t>MOV  pc, </a:t>
            </a:r>
            <a:r>
              <a:rPr lang="en-US" b="1" dirty="0" err="1">
                <a:solidFill>
                  <a:srgbClr val="0000FF"/>
                </a:solidFill>
                <a:latin typeface="Consolas" panose="020B0609020204030204" pitchFamily="49" charset="0"/>
                <a:cs typeface="Consolas" panose="020B0609020204030204" pitchFamily="49" charset="0"/>
              </a:rPr>
              <a:t>lr</a:t>
            </a:r>
            <a:endParaRPr lang="en-US" b="1" dirty="0">
              <a:solidFill>
                <a:srgbClr val="0000FF"/>
              </a:solidFill>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PosOrZ</a:t>
            </a:r>
            <a:r>
              <a:rPr lang="en-US" dirty="0">
                <a:latin typeface="Consolas" panose="020B0609020204030204" pitchFamily="49" charset="0"/>
                <a:cs typeface="Consolas" panose="020B0609020204030204" pitchFamily="49" charset="0"/>
              </a:rPr>
              <a:t>	MOV  r0, r1</a:t>
            </a:r>
          </a:p>
          <a:p>
            <a:r>
              <a:rPr lang="en-US" dirty="0">
                <a:latin typeface="Consolas" panose="020B0609020204030204" pitchFamily="49" charset="0"/>
                <a:cs typeface="Consolas" panose="020B0609020204030204" pitchFamily="49" charset="0"/>
              </a:rPr>
              <a:t>	B    done</a:t>
            </a:r>
          </a:p>
        </p:txBody>
      </p:sp>
      <p:sp>
        <p:nvSpPr>
          <p:cNvPr id="7" name="Rectangle 6"/>
          <p:cNvSpPr/>
          <p:nvPr/>
        </p:nvSpPr>
        <p:spPr>
          <a:xfrm>
            <a:off x="609600" y="3581400"/>
            <a:ext cx="7602166"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foo	ADD</a:t>
            </a:r>
            <a:r>
              <a:rPr lang="pt-BR" b="1" dirty="0">
                <a:solidFill>
                  <a:srgbClr val="FF0000"/>
                </a:solidFill>
                <a:latin typeface="Consolas" panose="020B0609020204030204" pitchFamily="49" charset="0"/>
                <a:cs typeface="Consolas" panose="020B0609020204030204" pitchFamily="49" charset="0"/>
              </a:rPr>
              <a:t>S</a:t>
            </a:r>
            <a:r>
              <a:rPr lang="pt-BR" dirty="0">
                <a:latin typeface="Consolas" panose="020B0609020204030204" pitchFamily="49" charset="0"/>
                <a:cs typeface="Consolas" panose="020B0609020204030204" pitchFamily="49" charset="0"/>
              </a:rPr>
              <a:t>	r0, r0, r1  </a:t>
            </a:r>
            <a:r>
              <a:rPr lang="pt-BR" dirty="0">
                <a:solidFill>
                  <a:schemeClr val="bg1">
                    <a:lumMod val="65000"/>
                  </a:schemeClr>
                </a:solidFill>
                <a:latin typeface="Consolas" panose="020B0609020204030204" pitchFamily="49" charset="0"/>
                <a:cs typeface="Consolas" panose="020B0609020204030204" pitchFamily="49" charset="0"/>
              </a:rPr>
              <a:t>;  r1 = x + y,  setting CCs</a:t>
            </a:r>
            <a:endParaRPr lang="en-US" dirty="0">
              <a:solidFill>
                <a:schemeClr val="bg1">
                  <a:lumMod val="65000"/>
                </a:schemeClr>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MOV</a:t>
            </a:r>
            <a:r>
              <a:rPr lang="en-US" b="1" dirty="0">
                <a:solidFill>
                  <a:srgbClr val="FF0000"/>
                </a:solidFill>
                <a:latin typeface="Consolas" panose="020B0609020204030204" pitchFamily="49" charset="0"/>
                <a:cs typeface="Consolas" panose="020B0609020204030204" pitchFamily="49" charset="0"/>
              </a:rPr>
              <a:t>PL</a:t>
            </a:r>
            <a:r>
              <a:rPr lang="en-US" dirty="0">
                <a:latin typeface="Consolas" panose="020B0609020204030204" pitchFamily="49" charset="0"/>
                <a:cs typeface="Consolas" panose="020B0609020204030204" pitchFamily="49" charset="0"/>
              </a:rPr>
              <a:t> 	r0, #1	     </a:t>
            </a:r>
            <a:r>
              <a:rPr lang="en-US" dirty="0">
                <a:solidFill>
                  <a:schemeClr val="bg1">
                    <a:lumMod val="65000"/>
                  </a:schemeClr>
                </a:solidFill>
                <a:latin typeface="Consolas" panose="020B0609020204030204" pitchFamily="49" charset="0"/>
                <a:cs typeface="Consolas" panose="020B0609020204030204" pitchFamily="49" charset="0"/>
              </a:rPr>
              <a:t>;  return 1 if n bit = 0</a:t>
            </a:r>
          </a:p>
          <a:p>
            <a:r>
              <a:rPr lang="en-US" dirty="0">
                <a:latin typeface="Consolas" panose="020B0609020204030204" pitchFamily="49" charset="0"/>
                <a:cs typeface="Consolas" panose="020B0609020204030204" pitchFamily="49" charset="0"/>
              </a:rPr>
              <a:t>	MOV</a:t>
            </a:r>
            <a:r>
              <a:rPr lang="en-US" b="1" dirty="0">
                <a:solidFill>
                  <a:srgbClr val="FF0000"/>
                </a:solidFill>
                <a:latin typeface="Consolas" panose="020B0609020204030204" pitchFamily="49" charset="0"/>
                <a:cs typeface="Consolas" panose="020B0609020204030204" pitchFamily="49" charset="0"/>
              </a:rPr>
              <a:t>MI</a:t>
            </a:r>
            <a:r>
              <a:rPr lang="en-US" dirty="0">
                <a:latin typeface="Consolas" panose="020B0609020204030204" pitchFamily="49" charset="0"/>
                <a:cs typeface="Consolas" panose="020B0609020204030204" pitchFamily="49" charset="0"/>
              </a:rPr>
              <a:t> 	r0, #0	     </a:t>
            </a:r>
            <a:r>
              <a:rPr lang="en-US" dirty="0">
                <a:solidFill>
                  <a:schemeClr val="bg1">
                    <a:lumMod val="65000"/>
                  </a:schemeClr>
                </a:solidFill>
                <a:latin typeface="Consolas" panose="020B0609020204030204" pitchFamily="49" charset="0"/>
                <a:cs typeface="Consolas" panose="020B0609020204030204" pitchFamily="49" charset="0"/>
              </a:rPr>
              <a:t>;  return 0 if n bit = 1</a:t>
            </a:r>
          </a:p>
          <a:p>
            <a:r>
              <a:rPr lang="en-US" dirty="0">
                <a:latin typeface="Consolas" panose="020B0609020204030204" pitchFamily="49" charset="0"/>
                <a:cs typeface="Consolas" panose="020B0609020204030204" pitchFamily="49" charset="0"/>
              </a:rPr>
              <a:t>	</a:t>
            </a:r>
            <a:r>
              <a:rPr lang="en-US" b="1" dirty="0">
                <a:solidFill>
                  <a:srgbClr val="0000FF"/>
                </a:solidFill>
                <a:latin typeface="Consolas" panose="020B0609020204030204" pitchFamily="49" charset="0"/>
                <a:cs typeface="Consolas" panose="020B0609020204030204" pitchFamily="49" charset="0"/>
              </a:rPr>
              <a:t>MOV 	pc, </a:t>
            </a:r>
            <a:r>
              <a:rPr lang="en-US" b="1" dirty="0" err="1">
                <a:solidFill>
                  <a:srgbClr val="0000FF"/>
                </a:solidFill>
                <a:latin typeface="Consolas" panose="020B0609020204030204" pitchFamily="49" charset="0"/>
                <a:cs typeface="Consolas" panose="020B0609020204030204" pitchFamily="49" charset="0"/>
              </a:rPr>
              <a:t>lr</a:t>
            </a:r>
            <a:r>
              <a:rPr lang="en-US" b="1" dirty="0">
                <a:solidFill>
                  <a:srgbClr val="0000FF"/>
                </a:solidFill>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exit foo function</a:t>
            </a:r>
          </a:p>
        </p:txBody>
      </p:sp>
      <p:sp>
        <p:nvSpPr>
          <p:cNvPr id="4" name="内容占位符 2">
            <a:extLst>
              <a:ext uri="{FF2B5EF4-FFF2-40B4-BE49-F238E27FC236}">
                <a16:creationId xmlns:a16="http://schemas.microsoft.com/office/drawing/2014/main" id="{A826057E-9F7A-6C62-FBF3-567AFDB15EA9}"/>
              </a:ext>
            </a:extLst>
          </p:cNvPr>
          <p:cNvSpPr txBox="1">
            <a:spLocks/>
          </p:cNvSpPr>
          <p:nvPr/>
        </p:nvSpPr>
        <p:spPr bwMode="auto">
          <a:xfrm>
            <a:off x="609601" y="4918548"/>
            <a:ext cx="7602166" cy="1437802"/>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b="0" kern="0" dirty="0"/>
              <a:t>BPL </a:t>
            </a:r>
            <a:r>
              <a:rPr lang="en-US" sz="1800" b="0" kern="0" dirty="0" err="1"/>
              <a:t>PosOrZ</a:t>
            </a:r>
            <a:r>
              <a:rPr lang="en-US" sz="1800" b="0" kern="0" dirty="0"/>
              <a:t>: Branch </a:t>
            </a:r>
            <a:r>
              <a:rPr lang="en-US" sz="1800" kern="0" dirty="0"/>
              <a:t>to </a:t>
            </a:r>
            <a:r>
              <a:rPr lang="en-US" sz="1800" kern="0" dirty="0" err="1"/>
              <a:t>PosOrZ</a:t>
            </a:r>
            <a:r>
              <a:rPr lang="en-US" sz="1800" kern="0" dirty="0"/>
              <a:t> </a:t>
            </a:r>
            <a:r>
              <a:rPr lang="en-US" sz="1800" b="0" kern="0" dirty="0"/>
              <a:t>if condition PL is true (N == 0 indicating Positive or Zero) for ADDS r0, r0, r1</a:t>
            </a:r>
          </a:p>
          <a:p>
            <a:pPr marL="0" indent="0">
              <a:buNone/>
            </a:pPr>
            <a:r>
              <a:rPr lang="en-US" sz="1800" b="0" kern="0" dirty="0"/>
              <a:t>MOVPL r0, #1: conditional move that executes </a:t>
            </a:r>
            <a:r>
              <a:rPr lang="en-US" sz="1800" kern="0" dirty="0"/>
              <a:t>only when condition PL is true</a:t>
            </a:r>
          </a:p>
          <a:p>
            <a:pPr marL="0" indent="0">
              <a:buNone/>
            </a:pPr>
            <a:r>
              <a:rPr lang="en-US" sz="1800" kern="0" dirty="0"/>
              <a:t>MOVMI r0, #0: conditional move that executes only when condition MI (N == 1 indicating Negative) is true</a:t>
            </a:r>
            <a:endParaRPr lang="en-US" sz="1800" b="0" kern="0" dirty="0"/>
          </a:p>
        </p:txBody>
      </p:sp>
    </p:spTree>
    <p:extLst>
      <p:ext uri="{BB962C8B-B14F-4D97-AF65-F5344CB8AC3E}">
        <p14:creationId xmlns:p14="http://schemas.microsoft.com/office/powerpoint/2010/main" val="15205966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41</a:t>
            </a:fld>
            <a:endParaRPr kumimoji="0" lang="en-US"/>
          </a:p>
        </p:txBody>
      </p:sp>
      <p:sp>
        <p:nvSpPr>
          <p:cNvPr id="5" name="Content Placeholder 4"/>
          <p:cNvSpPr>
            <a:spLocks noGrp="1"/>
          </p:cNvSpPr>
          <p:nvPr>
            <p:ph sz="quarter" idx="1"/>
          </p:nvPr>
        </p:nvSpPr>
        <p:spPr>
          <a:xfrm>
            <a:off x="457200" y="3124200"/>
            <a:ext cx="8229600" cy="3032760"/>
          </a:xfrm>
        </p:spPr>
        <p:txBody>
          <a:bodyPr>
            <a:normAutofit/>
          </a:bodyPr>
          <a:lstStyle/>
          <a:p>
            <a:r>
              <a:rPr lang="en-US" sz="2000" dirty="0"/>
              <a:t>Except that it does not change the status flags, </a:t>
            </a:r>
            <a:r>
              <a:rPr lang="en-US" sz="2000" dirty="0">
                <a:solidFill>
                  <a:srgbClr val="FF0000"/>
                </a:solidFill>
                <a:latin typeface="Consolas" panose="020B0609020204030204" pitchFamily="49" charset="0"/>
              </a:rPr>
              <a:t>CBZ </a:t>
            </a:r>
            <a:r>
              <a:rPr lang="en-US" sz="2000" dirty="0" err="1">
                <a:solidFill>
                  <a:srgbClr val="FF0000"/>
                </a:solidFill>
                <a:latin typeface="Consolas" panose="020B0609020204030204" pitchFamily="49" charset="0"/>
              </a:rPr>
              <a:t>Rn,label</a:t>
            </a:r>
            <a:r>
              <a:rPr lang="en-US" sz="2000" dirty="0">
                <a:latin typeface="Consolas" panose="020B0609020204030204" pitchFamily="49" charset="0"/>
              </a:rPr>
              <a:t> </a:t>
            </a:r>
            <a:r>
              <a:rPr lang="en-US" sz="2000" dirty="0"/>
              <a:t>is equivalent to:</a:t>
            </a:r>
          </a:p>
          <a:p>
            <a:pPr marL="274320" lvl="1" indent="0">
              <a:buNone/>
            </a:pPr>
            <a:r>
              <a:rPr lang="en-US" sz="1800" b="1" dirty="0"/>
              <a:t>    </a:t>
            </a:r>
            <a:r>
              <a:rPr lang="en-US" sz="1800" b="1" dirty="0">
                <a:latin typeface="Consolas" panose="020B0609020204030204" pitchFamily="49" charset="0"/>
                <a:cs typeface="Consolas" panose="020B0609020204030204" pitchFamily="49" charset="0"/>
              </a:rPr>
              <a:t>CMP Rn, #0</a:t>
            </a:r>
          </a:p>
          <a:p>
            <a:pPr marL="274320" lvl="1" indent="0">
              <a:buNone/>
            </a:pPr>
            <a:r>
              <a:rPr lang="en-US" sz="1800" b="1" dirty="0">
                <a:latin typeface="Consolas" panose="020B0609020204030204" pitchFamily="49" charset="0"/>
                <a:cs typeface="Consolas" panose="020B0609020204030204" pitchFamily="49" charset="0"/>
              </a:rPr>
              <a:t>  BEQ label</a:t>
            </a:r>
          </a:p>
          <a:p>
            <a:r>
              <a:rPr lang="en-US" sz="2000" dirty="0"/>
              <a:t>Except that it does not change the status flags, </a:t>
            </a:r>
            <a:r>
              <a:rPr lang="en-US" sz="2000" dirty="0">
                <a:solidFill>
                  <a:srgbClr val="FF0000"/>
                </a:solidFill>
                <a:latin typeface="Consolas" panose="020B0609020204030204" pitchFamily="49" charset="0"/>
              </a:rPr>
              <a:t>CBNZ </a:t>
            </a:r>
            <a:r>
              <a:rPr lang="en-US" sz="2000" dirty="0" err="1">
                <a:solidFill>
                  <a:srgbClr val="FF0000"/>
                </a:solidFill>
                <a:latin typeface="Consolas" panose="020B0609020204030204" pitchFamily="49" charset="0"/>
              </a:rPr>
              <a:t>Rn,label</a:t>
            </a:r>
            <a:r>
              <a:rPr lang="en-US" sz="2000" dirty="0">
                <a:solidFill>
                  <a:srgbClr val="FF0000"/>
                </a:solidFill>
                <a:latin typeface="Consolas" panose="020B0609020204030204" pitchFamily="49" charset="0"/>
              </a:rPr>
              <a:t> </a:t>
            </a:r>
            <a:r>
              <a:rPr lang="en-US" sz="2000" dirty="0"/>
              <a:t>is equivalent to:</a:t>
            </a:r>
          </a:p>
          <a:p>
            <a:pPr marL="274320" lvl="1" indent="0">
              <a:buNone/>
            </a:pPr>
            <a:r>
              <a:rPr lang="en-US" sz="1800" b="1" dirty="0">
                <a:latin typeface="Consolas" panose="020B0609020204030204" pitchFamily="49" charset="0"/>
                <a:cs typeface="Consolas" panose="020B0609020204030204" pitchFamily="49" charset="0"/>
              </a:rPr>
              <a:t>  CMP  Rn, #0</a:t>
            </a:r>
          </a:p>
          <a:p>
            <a:pPr marL="274320" lvl="1" indent="0">
              <a:buNone/>
            </a:pPr>
            <a:r>
              <a:rPr lang="en-US" sz="1800" b="1" dirty="0">
                <a:latin typeface="Consolas" panose="020B0609020204030204" pitchFamily="49" charset="0"/>
                <a:cs typeface="Consolas" panose="020B0609020204030204" pitchFamily="49" charset="0"/>
              </a:rPr>
              <a:t>  BNE  label</a:t>
            </a:r>
          </a:p>
        </p:txBody>
      </p:sp>
      <p:graphicFrame>
        <p:nvGraphicFramePr>
          <p:cNvPr id="3" name="Table 2"/>
          <p:cNvGraphicFramePr>
            <a:graphicFrameLocks noGrp="1"/>
          </p:cNvGraphicFramePr>
          <p:nvPr>
            <p:extLst>
              <p:ext uri="{D42A27DB-BD31-4B8C-83A1-F6EECF244321}">
                <p14:modId xmlns:p14="http://schemas.microsoft.com/office/powerpoint/2010/main" val="2149253322"/>
              </p:ext>
            </p:extLst>
          </p:nvPr>
        </p:nvGraphicFramePr>
        <p:xfrm>
          <a:off x="1366907" y="1342390"/>
          <a:ext cx="6410185" cy="1454733"/>
        </p:xfrm>
        <a:graphic>
          <a:graphicData uri="http://schemas.openxmlformats.org/drawingml/2006/table">
            <a:tbl>
              <a:tblPr firstRow="1" bandRow="1">
                <a:tableStyleId>{5C22544A-7EE6-4342-B048-85BDC9FD1C3A}</a:tableStyleId>
              </a:tblPr>
              <a:tblGrid>
                <a:gridCol w="1331577">
                  <a:extLst>
                    <a:ext uri="{9D8B030D-6E8A-4147-A177-3AD203B41FA5}">
                      <a16:colId xmlns:a16="http://schemas.microsoft.com/office/drawing/2014/main" val="20000"/>
                    </a:ext>
                  </a:extLst>
                </a:gridCol>
                <a:gridCol w="1640223">
                  <a:extLst>
                    <a:ext uri="{9D8B030D-6E8A-4147-A177-3AD203B41FA5}">
                      <a16:colId xmlns:a16="http://schemas.microsoft.com/office/drawing/2014/main" val="20001"/>
                    </a:ext>
                  </a:extLst>
                </a:gridCol>
                <a:gridCol w="3438385">
                  <a:extLst>
                    <a:ext uri="{9D8B030D-6E8A-4147-A177-3AD203B41FA5}">
                      <a16:colId xmlns:a16="http://schemas.microsoft.com/office/drawing/2014/main" val="20002"/>
                    </a:ext>
                  </a:extLst>
                </a:gridCol>
              </a:tblGrid>
              <a:tr h="484911">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Rn, label</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CBNZ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Rn, label</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Non-Zero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844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490201870"/>
              </p:ext>
            </p:extLst>
          </p:nvPr>
        </p:nvGraphicFramePr>
        <p:xfrm>
          <a:off x="430426" y="1895474"/>
          <a:ext cx="8256373" cy="2905125"/>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477555">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break</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continue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910219">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break</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continue</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517351">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024246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575708159"/>
              </p:ext>
            </p:extLst>
          </p:nvPr>
        </p:nvGraphicFramePr>
        <p:xfrm>
          <a:off x="430426" y="1895474"/>
          <a:ext cx="8256373" cy="3302174"/>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477555">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break</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continue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910219">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break</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continue</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517351">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b="0" dirty="0">
                          <a:solidFill>
                            <a:srgbClr val="FF0000"/>
                          </a:solidFill>
                          <a:effectLst/>
                          <a:latin typeface="Consolas" panose="020B0609020204030204" pitchFamily="49" charset="0"/>
                          <a:cs typeface="Consolas" panose="020B0609020204030204" pitchFamily="49" charset="0"/>
                        </a:rPr>
                        <a:t>0, 1</a:t>
                      </a:r>
                    </a:p>
                    <a:p>
                      <a:pPr marL="0" marR="0" algn="just">
                        <a:spcBef>
                          <a:spcPts val="0"/>
                        </a:spcBef>
                        <a:spcAft>
                          <a:spcPts val="0"/>
                        </a:spcAft>
                      </a:pPr>
                      <a:r>
                        <a:rPr kumimoji="0" lang="en-US" sz="2000" kern="1200" dirty="0">
                          <a:solidFill>
                            <a:schemeClr val="tx1"/>
                          </a:solidFill>
                          <a:effectLst/>
                          <a:latin typeface="Consolas" panose="020B0609020204030204" pitchFamily="49" charset="0"/>
                          <a:ea typeface="+mn-ea"/>
                          <a:cs typeface="Consolas" panose="020B0609020204030204" pitchFamily="49" charset="0"/>
                        </a:rPr>
                        <a:t>Break: break out of the loop</a:t>
                      </a: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dirty="0">
                          <a:solidFill>
                            <a:srgbClr val="FF0000"/>
                          </a:solidFill>
                          <a:effectLst/>
                          <a:latin typeface="Consolas" panose="020B0609020204030204" pitchFamily="49" charset="0"/>
                          <a:cs typeface="Consolas" panose="020B0609020204030204" pitchFamily="49" charset="0"/>
                        </a:rPr>
                        <a:t>0, 1, 3, 4</a:t>
                      </a:r>
                    </a:p>
                    <a:p>
                      <a:pPr marL="0" marR="0" algn="just">
                        <a:spcBef>
                          <a:spcPts val="0"/>
                        </a:spcBef>
                        <a:spcAft>
                          <a:spcPts val="0"/>
                        </a:spcAft>
                      </a:pPr>
                      <a:r>
                        <a:rPr kumimoji="0" lang="en-US" sz="2000" kern="1200" dirty="0">
                          <a:solidFill>
                            <a:schemeClr val="tx1"/>
                          </a:solidFill>
                          <a:effectLst/>
                          <a:latin typeface="Consolas" panose="020B0609020204030204" pitchFamily="49" charset="0"/>
                          <a:ea typeface="+mn-ea"/>
                          <a:cs typeface="Consolas" panose="020B0609020204030204" pitchFamily="49" charset="0"/>
                        </a:rPr>
                        <a:t>Continue: skip the current loop iteration</a:t>
                      </a: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379007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44</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625210527"/>
              </p:ext>
            </p:extLst>
          </p:nvPr>
        </p:nvGraphicFramePr>
        <p:xfrm>
          <a:off x="533400" y="1600200"/>
          <a:ext cx="8382000" cy="4395551"/>
        </p:xfrm>
        <a:graphic>
          <a:graphicData uri="http://schemas.openxmlformats.org/drawingml/2006/table">
            <a:tbl>
              <a:tblPr firstRow="1" firstCol="1" bandRow="1">
                <a:tableStyleId>{5940675A-B579-460E-94D1-54222C63F5DA}</a:tableStyleId>
              </a:tblPr>
              <a:tblGrid>
                <a:gridCol w="3418974">
                  <a:extLst>
                    <a:ext uri="{9D8B030D-6E8A-4147-A177-3AD203B41FA5}">
                      <a16:colId xmlns:a16="http://schemas.microsoft.com/office/drawing/2014/main" val="20000"/>
                    </a:ext>
                  </a:extLst>
                </a:gridCol>
                <a:gridCol w="4963026">
                  <a:extLst>
                    <a:ext uri="{9D8B030D-6E8A-4147-A177-3AD203B41FA5}">
                      <a16:colId xmlns:a16="http://schemas.microsoft.com/office/drawing/2014/main" val="20001"/>
                    </a:ext>
                  </a:extLst>
                </a:gridCol>
              </a:tblGrid>
              <a:tr h="457200">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938351">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Find string length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"hello";</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int</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 </a:t>
                      </a:r>
                      <a:r>
                        <a:rPr lang="en-US" sz="1800" dirty="0" err="1">
                          <a:solidFill>
                            <a:schemeClr val="bg1">
                              <a:lumMod val="50000"/>
                            </a:schemeClr>
                          </a:solidFill>
                          <a:effectLst/>
                          <a:latin typeface="Consolas" panose="020B0609020204030204" pitchFamily="49" charset="0"/>
                          <a:cs typeface="Consolas" panose="020B0609020204030204" pitchFamily="49" charset="0"/>
                        </a:rPr>
                        <a:t>r0</a:t>
                      </a:r>
                      <a:r>
                        <a:rPr lang="en-US" sz="1800" dirty="0">
                          <a:solidFill>
                            <a:schemeClr val="bg1">
                              <a:lumMod val="50000"/>
                            </a:schemeClr>
                          </a:solidFill>
                          <a:effectLst/>
                          <a:latin typeface="Consolas" panose="020B0609020204030204" pitchFamily="49" charset="0"/>
                          <a:cs typeface="Consolas" panose="020B0609020204030204" pitchFamily="49" charset="0"/>
                        </a:rPr>
                        <a:t> = string memory address</a:t>
                      </a:r>
                    </a:p>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 </a:t>
                      </a:r>
                      <a:r>
                        <a:rPr lang="en-US" sz="1800" dirty="0" err="1">
                          <a:solidFill>
                            <a:schemeClr val="bg1">
                              <a:lumMod val="50000"/>
                            </a:schemeClr>
                          </a:solidFill>
                          <a:effectLst/>
                          <a:latin typeface="Consolas" panose="020B0609020204030204" pitchFamily="49" charset="0"/>
                          <a:cs typeface="Consolas" panose="020B0609020204030204" pitchFamily="49" charset="0"/>
                        </a:rPr>
                        <a:t>r1</a:t>
                      </a:r>
                      <a:r>
                        <a:rPr lang="en-US" sz="1800" dirty="0">
                          <a:solidFill>
                            <a:schemeClr val="bg1">
                              <a:lumMod val="50000"/>
                            </a:schemeClr>
                          </a:solidFill>
                          <a:effectLst/>
                          <a:latin typeface="Consolas" panose="020B0609020204030204" pitchFamily="49" charset="0"/>
                          <a:cs typeface="Consolas" panose="020B0609020204030204" pitchFamily="49" charset="0"/>
                        </a:rPr>
                        <a:t> = string length</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MOV</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#0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 = 0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a:t>
                      </a:r>
                      <a:r>
                        <a:rPr lang="en-US" sz="1800" dirty="0" err="1">
                          <a:effectLst/>
                          <a:latin typeface="Consolas" panose="020B0609020204030204" pitchFamily="49" charset="0"/>
                          <a:cs typeface="Consolas" panose="020B0609020204030204" pitchFamily="49" charset="0"/>
                        </a:rPr>
                        <a:t>LDRB</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r2</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err="1">
                          <a:solidFill>
                            <a:srgbClr val="FF0000"/>
                          </a:solidFill>
                          <a:effectLst/>
                          <a:latin typeface="Consolas" panose="020B0609020204030204" pitchFamily="49" charset="0"/>
                          <a:cs typeface="Consolas" panose="020B0609020204030204" pitchFamily="49" charset="0"/>
                        </a:rPr>
                        <a:t>CBNZ</a:t>
                      </a:r>
                      <a:r>
                        <a:rPr lang="en-US" sz="1800" dirty="0">
                          <a:solidFill>
                            <a:srgbClr val="FF0000"/>
                          </a:solidFill>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r2</a:t>
                      </a:r>
                      <a:r>
                        <a:rPr lang="en-US" sz="1800" dirty="0">
                          <a:effectLst/>
                          <a:latin typeface="Consolas" panose="020B0609020204030204" pitchFamily="49" charset="0"/>
                          <a:cs typeface="Consolas" panose="020B0609020204030204" pitchFamily="49" charset="0"/>
                        </a:rPr>
                        <a:t>, </a:t>
                      </a:r>
                      <a:r>
                        <a:rPr lang="en-US" sz="1800" b="1" dirty="0" err="1">
                          <a:solidFill>
                            <a:srgbClr val="FF0000"/>
                          </a:solidFill>
                          <a:effectLst/>
                          <a:latin typeface="Consolas" panose="020B0609020204030204" pitchFamily="49" charset="0"/>
                          <a:cs typeface="Consolas" panose="020B0609020204030204" pitchFamily="49" charset="0"/>
                        </a:rPr>
                        <a:t>notZero</a:t>
                      </a:r>
                      <a:endParaRPr lang="en-US" sz="18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a:t>
                      </a: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b="1" dirty="0" err="1">
                          <a:solidFill>
                            <a:srgbClr val="FF0000"/>
                          </a:solidFill>
                          <a:effectLst/>
                          <a:latin typeface="Consolas" panose="020B0609020204030204" pitchFamily="49" charset="0"/>
                          <a:cs typeface="Consolas" panose="020B0609020204030204" pitchFamily="49" charset="0"/>
                        </a:rPr>
                        <a:t>notZero</a:t>
                      </a:r>
                      <a:r>
                        <a:rPr lang="en-US" sz="1800" dirty="0">
                          <a:effectLst/>
                          <a:latin typeface="Consolas" panose="020B0609020204030204" pitchFamily="49" charset="0"/>
                          <a:cs typeface="Consolas" panose="020B0609020204030204" pitchFamily="49" charset="0"/>
                        </a:rPr>
                        <a:t>  ADD  </a:t>
                      </a:r>
                      <a:r>
                        <a:rPr lang="en-US" sz="1800" dirty="0" err="1">
                          <a:effectLst/>
                          <a:latin typeface="Consolas" panose="020B0609020204030204" pitchFamily="49" charset="0"/>
                          <a:cs typeface="Consolas" panose="020B0609020204030204" pitchFamily="49" charset="0"/>
                        </a:rPr>
                        <a:t>r0</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r0</a:t>
                      </a:r>
                      <a:r>
                        <a:rPr lang="en-US" sz="1800" dirty="0">
                          <a:effectLst/>
                          <a:latin typeface="Consolas" panose="020B0609020204030204" pitchFamily="49" charset="0"/>
                          <a:cs typeface="Consolas" panose="020B0609020204030204" pitchFamily="49" charset="0"/>
                        </a:rPr>
                        <a:t>,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str</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918461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F13F-8F1C-88BB-7D61-05FA4732318F}"/>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6B2AFC4D-44AF-E0A3-B543-35579DFF8037}"/>
              </a:ext>
            </a:extLst>
          </p:cNvPr>
          <p:cNvSpPr>
            <a:spLocks noGrp="1"/>
          </p:cNvSpPr>
          <p:nvPr>
            <p:ph type="sldNum" sz="quarter" idx="12"/>
          </p:nvPr>
        </p:nvSpPr>
        <p:spPr/>
        <p:txBody>
          <a:bodyPr/>
          <a:lstStyle/>
          <a:p>
            <a:fld id="{EA7C8D44-3667-46F6-9772-CC52308E2A7F}" type="slidenum">
              <a:rPr kumimoji="0" lang="en-US" smtClean="0"/>
              <a:pPr/>
              <a:t>45</a:t>
            </a:fld>
            <a:endParaRPr kumimoji="0" lang="en-US" dirty="0"/>
          </a:p>
        </p:txBody>
      </p:sp>
      <p:sp>
        <p:nvSpPr>
          <p:cNvPr id="4" name="Content Placeholder 3">
            <a:extLst>
              <a:ext uri="{FF2B5EF4-FFF2-40B4-BE49-F238E27FC236}">
                <a16:creationId xmlns:a16="http://schemas.microsoft.com/office/drawing/2014/main" id="{F996B580-1B0A-CCAB-E1E7-1A9AFA0301A1}"/>
              </a:ext>
            </a:extLst>
          </p:cNvPr>
          <p:cNvSpPr>
            <a:spLocks noGrp="1"/>
          </p:cNvSpPr>
          <p:nvPr>
            <p:ph sz="quarter" idx="1"/>
          </p:nvPr>
        </p:nvSpPr>
        <p:spPr/>
        <p:txBody>
          <a:bodyPr/>
          <a:lstStyle/>
          <a:p>
            <a:r>
              <a:rPr lang="en-US" dirty="0"/>
              <a:t>Lecture 27. Branch instructions</a:t>
            </a:r>
          </a:p>
          <a:p>
            <a:pPr lvl="1"/>
            <a:r>
              <a:rPr lang="en-US" dirty="0">
                <a:hlinkClick r:id="rId2"/>
              </a:rPr>
              <a:t>https://www.youtube.com/watch?v=_QKD7f1cmRI&amp;list=PLRJhV4hUhIymmp5CCeIFPyxbknsdcXCc8&amp;index=27</a:t>
            </a:r>
            <a:endParaRPr lang="en-US" dirty="0"/>
          </a:p>
          <a:p>
            <a:r>
              <a:rPr lang="en-US" dirty="0"/>
              <a:t>Lecture 28. Conditional Execution</a:t>
            </a:r>
          </a:p>
          <a:p>
            <a:pPr lvl="1"/>
            <a:r>
              <a:rPr lang="en-US" dirty="0">
                <a:hlinkClick r:id="rId3"/>
              </a:rPr>
              <a:t>https://www.youtube.com/watch?v=9hlxG8L5-G4&amp;list=PLRJhV4hUhIymmp5CCeIFPyxbknsdcXCc8&amp;index=28</a:t>
            </a:r>
            <a:endParaRPr lang="en-US" dirty="0"/>
          </a:p>
          <a:p>
            <a:endParaRPr lang="en-US" dirty="0"/>
          </a:p>
        </p:txBody>
      </p:sp>
    </p:spTree>
    <p:extLst>
      <p:ext uri="{BB962C8B-B14F-4D97-AF65-F5344CB8AC3E}">
        <p14:creationId xmlns:p14="http://schemas.microsoft.com/office/powerpoint/2010/main" val="37348831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3493</TotalTime>
  <Words>8468</Words>
  <Application>Microsoft Office PowerPoint</Application>
  <PresentationFormat>On-screen Show (4:3)</PresentationFormat>
  <Paragraphs>1062</Paragraphs>
  <Slides>45</Slides>
  <Notes>15</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45</vt:i4>
      </vt:variant>
    </vt:vector>
  </HeadingPairs>
  <TitlesOfParts>
    <vt:vector size="60" baseType="lpstr">
      <vt:lpstr>Arial Unicode MS</vt:lpstr>
      <vt:lpstr>Bookman Old Style (Headings)</vt:lpstr>
      <vt:lpstr>Gill Sans Light</vt:lpstr>
      <vt:lpstr>Arial</vt:lpstr>
      <vt:lpstr>Bookman Old Style</vt:lpstr>
      <vt:lpstr>Calibri</vt:lpstr>
      <vt:lpstr>Cambria Math</vt:lpstr>
      <vt:lpstr>Consolas</vt:lpstr>
      <vt:lpstr>Courier New</vt:lpstr>
      <vt:lpstr>Gill Sans MT</vt:lpstr>
      <vt:lpstr>Tahoma</vt:lpstr>
      <vt:lpstr>Times New Roman</vt:lpstr>
      <vt:lpstr>Wingdings</vt:lpstr>
      <vt:lpstr>Wingdings 3</vt:lpstr>
      <vt:lpstr>Origin</vt:lpstr>
      <vt:lpstr>Z. Gu</vt:lpstr>
      <vt:lpstr>Three Control Structures</vt:lpstr>
      <vt:lpstr>Three Control Structures</vt:lpstr>
      <vt:lpstr>Review: Condition Flags</vt:lpstr>
      <vt:lpstr>Updating Condition Flags</vt:lpstr>
      <vt:lpstr>Updating Condition Flags</vt:lpstr>
      <vt:lpstr>Updating Condition Flags: CMP and CMN</vt:lpstr>
      <vt:lpstr>Example of CMP</vt:lpstr>
      <vt:lpstr>Updating Condition Flags: TST and TEQ</vt:lpstr>
      <vt:lpstr>Example of TEQ</vt:lpstr>
      <vt:lpstr>Unconditional Branch Instructions</vt:lpstr>
      <vt:lpstr>Unconditional Branch Instructions: A Simple Example</vt:lpstr>
      <vt:lpstr>NZCV Flags in xPSR</vt:lpstr>
      <vt:lpstr>Summary of Carry and Overflow Flags</vt:lpstr>
      <vt:lpstr>Summary: Condition Codes </vt:lpstr>
      <vt:lpstr>Unsigned and Signed Compares</vt:lpstr>
      <vt:lpstr>Summary:  Branch Instructions</vt:lpstr>
      <vt:lpstr>Summary: Conditional Execution</vt:lpstr>
      <vt:lpstr>Signed Greater or Equal (N == V)</vt:lpstr>
      <vt:lpstr>Signed Greater or Equal (N == V)</vt:lpstr>
      <vt:lpstr>Signed Greater or Equal (N == V)</vt:lpstr>
      <vt:lpstr>Signed Greater or Equal (N == V)</vt:lpstr>
      <vt:lpstr>Signed vs. Unsigned Comparison</vt:lpstr>
      <vt:lpstr>Number Interpretation</vt:lpstr>
      <vt:lpstr>Which is Greater: 0xFFFFFFFF or 0x00000001?</vt:lpstr>
      <vt:lpstr>If-then Statement</vt:lpstr>
      <vt:lpstr>If-then Statement</vt:lpstr>
      <vt:lpstr>Compound Boolean Expression</vt:lpstr>
      <vt:lpstr>If-then-else</vt:lpstr>
      <vt:lpstr>For Loop</vt:lpstr>
      <vt:lpstr>For Loop</vt:lpstr>
      <vt:lpstr>For Loop</vt:lpstr>
      <vt:lpstr>Explanations for 2a and 2b </vt:lpstr>
      <vt:lpstr>For Loop</vt:lpstr>
      <vt:lpstr>For Loop</vt:lpstr>
      <vt:lpstr>Combined Program Status Registers (xPSR)</vt:lpstr>
      <vt:lpstr>Conditional Execution Example: Signed Int</vt:lpstr>
      <vt:lpstr>Conditional Execution Example: Signed Int</vt:lpstr>
      <vt:lpstr>Compound Boolean Expression: Signed Int</vt:lpstr>
      <vt:lpstr>Example</vt:lpstr>
      <vt:lpstr>Combination</vt:lpstr>
      <vt:lpstr>Break and Continue</vt:lpstr>
      <vt:lpstr>Break and Continue</vt:lpstr>
      <vt:lpstr>Break and Continue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217</cp:revision>
  <cp:lastPrinted>2018-02-28T12:51:32Z</cp:lastPrinted>
  <dcterms:created xsi:type="dcterms:W3CDTF">2014-02-09T17:12:51Z</dcterms:created>
  <dcterms:modified xsi:type="dcterms:W3CDTF">2025-09-28T22:17:27Z</dcterms:modified>
</cp:coreProperties>
</file>