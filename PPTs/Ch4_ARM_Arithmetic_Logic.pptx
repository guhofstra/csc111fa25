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3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41" r:id="rId19"/>
    <p:sldId id="738" r:id="rId20"/>
    <p:sldId id="745" r:id="rId21"/>
    <p:sldId id="284" r:id="rId22"/>
    <p:sldId id="285" r:id="rId23"/>
    <p:sldId id="291" r:id="rId24"/>
    <p:sldId id="750" r:id="rId25"/>
    <p:sldId id="292" r:id="rId26"/>
    <p:sldId id="313" r:id="rId27"/>
    <p:sldId id="312" r:id="rId28"/>
    <p:sldId id="286" r:id="rId29"/>
    <p:sldId id="287" r:id="rId30"/>
    <p:sldId id="288" r:id="rId31"/>
    <p:sldId id="289" r:id="rId32"/>
    <p:sldId id="307" r:id="rId33"/>
    <p:sldId id="293" r:id="rId34"/>
    <p:sldId id="326" r:id="rId35"/>
    <p:sldId id="315" r:id="rId36"/>
    <p:sldId id="316" r:id="rId37"/>
    <p:sldId id="317" r:id="rId38"/>
    <p:sldId id="318" r:id="rId39"/>
    <p:sldId id="320" r:id="rId40"/>
    <p:sldId id="295" r:id="rId41"/>
    <p:sldId id="277" r:id="rId42"/>
    <p:sldId id="330" r:id="rId43"/>
    <p:sldId id="735" r:id="rId44"/>
    <p:sldId id="337" r:id="rId45"/>
    <p:sldId id="279" r:id="rId46"/>
    <p:sldId id="332" r:id="rId47"/>
    <p:sldId id="351" r:id="rId48"/>
    <p:sldId id="348" r:id="rId49"/>
    <p:sldId id="352" r:id="rId50"/>
    <p:sldId id="331" r:id="rId51"/>
    <p:sldId id="746" r:id="rId52"/>
    <p:sldId id="747" r:id="rId53"/>
    <p:sldId id="748" r:id="rId54"/>
    <p:sldId id="749" r:id="rId55"/>
    <p:sldId id="354" r:id="rId56"/>
    <p:sldId id="359" r:id="rId57"/>
    <p:sldId id="358" r:id="rId58"/>
    <p:sldId id="334" r:id="rId59"/>
    <p:sldId id="336" r:id="rId60"/>
    <p:sldId id="341" r:id="rId61"/>
    <p:sldId id="344" r:id="rId62"/>
    <p:sldId id="342" r:id="rId63"/>
    <p:sldId id="345" r:id="rId64"/>
    <p:sldId id="346" r:id="rId65"/>
    <p:sldId id="343" r:id="rId66"/>
    <p:sldId id="751" r:id="rId67"/>
    <p:sldId id="752" r:id="rId68"/>
    <p:sldId id="753" r:id="rId69"/>
    <p:sldId id="754" r:id="rId70"/>
    <p:sldId id="755" r:id="rId71"/>
    <p:sldId id="347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559B8B-B625-4BEC-8066-1A3ABDC8FEDD}" v="85" dt="2025-10-02T23:47:12.9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82876" autoAdjust="0"/>
  </p:normalViewPr>
  <p:slideViewPr>
    <p:cSldViewPr>
      <p:cViewPr varScale="1">
        <p:scale>
          <a:sx n="68" d="100"/>
          <a:sy n="68" d="100"/>
        </p:scale>
        <p:origin x="667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-5292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custSel delSld modSld">
      <pc:chgData name="Zonghua Gu" userId="9a7e1853e1951ef5" providerId="LiveId" clId="{CF1FAA12-072C-4ED5-BA76-0FFFAEFDB88A}" dt="2025-10-02T23:49:24.831" v="285" actId="6549"/>
      <pc:docMkLst>
        <pc:docMk/>
      </pc:docMkLst>
      <pc:sldChg chg="modSp mod">
        <pc:chgData name="Zonghua Gu" userId="9a7e1853e1951ef5" providerId="LiveId" clId="{CF1FAA12-072C-4ED5-BA76-0FFFAEFDB88A}" dt="2025-10-02T23:49:24.831" v="285" actId="6549"/>
        <pc:sldMkLst>
          <pc:docMk/>
          <pc:sldMk cId="1913135421" sldId="334"/>
        </pc:sldMkLst>
        <pc:spChg chg="mod">
          <ac:chgData name="Zonghua Gu" userId="9a7e1853e1951ef5" providerId="LiveId" clId="{CF1FAA12-072C-4ED5-BA76-0FFFAEFDB88A}" dt="2025-10-02T23:31:42.284" v="22" actId="20577"/>
          <ac:spMkLst>
            <pc:docMk/>
            <pc:sldMk cId="1913135421" sldId="334"/>
            <ac:spMk id="9" creationId="{12BA289E-808A-917F-A191-D39BD9F8BFF1}"/>
          </ac:spMkLst>
        </pc:spChg>
        <pc:spChg chg="mod">
          <ac:chgData name="Zonghua Gu" userId="9a7e1853e1951ef5" providerId="LiveId" clId="{CF1FAA12-072C-4ED5-BA76-0FFFAEFDB88A}" dt="2025-10-02T23:49:24.831" v="285" actId="6549"/>
          <ac:spMkLst>
            <pc:docMk/>
            <pc:sldMk cId="1913135421" sldId="334"/>
            <ac:spMk id="11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5-10-02T23:42:09.101" v="225" actId="6549"/>
        <pc:sldMkLst>
          <pc:docMk/>
          <pc:sldMk cId="3398840445" sldId="343"/>
        </pc:sldMkLst>
        <pc:spChg chg="add mod">
          <ac:chgData name="Zonghua Gu" userId="9a7e1853e1951ef5" providerId="LiveId" clId="{CF1FAA12-072C-4ED5-BA76-0FFFAEFDB88A}" dt="2025-10-02T23:41:57.603" v="223" actId="20577"/>
          <ac:spMkLst>
            <pc:docMk/>
            <pc:sldMk cId="3398840445" sldId="343"/>
            <ac:spMk id="4" creationId="{BBA7D860-B129-1899-73C5-E4BCF54515D8}"/>
          </ac:spMkLst>
        </pc:spChg>
        <pc:spChg chg="mod">
          <ac:chgData name="Zonghua Gu" userId="9a7e1853e1951ef5" providerId="LiveId" clId="{CF1FAA12-072C-4ED5-BA76-0FFFAEFDB88A}" dt="2025-10-02T23:42:09.101" v="225" actId="6549"/>
          <ac:spMkLst>
            <pc:docMk/>
            <pc:sldMk cId="3398840445" sldId="343"/>
            <ac:spMk id="16" creationId="{00000000-0000-0000-0000-000000000000}"/>
          </ac:spMkLst>
        </pc:spChg>
      </pc:sldChg>
      <pc:sldChg chg="addSp delSp modSp mod delAnim modAnim">
        <pc:chgData name="Zonghua Gu" userId="9a7e1853e1951ef5" providerId="LiveId" clId="{CF1FAA12-072C-4ED5-BA76-0FFFAEFDB88A}" dt="2025-10-02T23:47:40.771" v="275" actId="478"/>
        <pc:sldMkLst>
          <pc:docMk/>
          <pc:sldMk cId="1330855799" sldId="344"/>
        </pc:sldMkLst>
        <pc:spChg chg="add mod">
          <ac:chgData name="Zonghua Gu" userId="9a7e1853e1951ef5" providerId="LiveId" clId="{CF1FAA12-072C-4ED5-BA76-0FFFAEFDB88A}" dt="2025-10-02T23:42:59.674" v="231"/>
          <ac:spMkLst>
            <pc:docMk/>
            <pc:sldMk cId="1330855799" sldId="344"/>
            <ac:spMk id="4" creationId="{821BFA23-A248-FF95-45EA-D16F2C5A3C6F}"/>
          </ac:spMkLst>
        </pc:spChg>
        <pc:spChg chg="mod">
          <ac:chgData name="Zonghua Gu" userId="9a7e1853e1951ef5" providerId="LiveId" clId="{CF1FAA12-072C-4ED5-BA76-0FFFAEFDB88A}" dt="2025-10-02T23:47:33.489" v="273" actId="1076"/>
          <ac:spMkLst>
            <pc:docMk/>
            <pc:sldMk cId="1330855799" sldId="344"/>
            <ac:spMk id="5" creationId="{00000000-0000-0000-0000-000000000000}"/>
          </ac:spMkLst>
        </pc:spChg>
        <pc:spChg chg="add mod">
          <ac:chgData name="Zonghua Gu" userId="9a7e1853e1951ef5" providerId="LiveId" clId="{CF1FAA12-072C-4ED5-BA76-0FFFAEFDB88A}" dt="2025-10-02T23:42:59.674" v="231"/>
          <ac:spMkLst>
            <pc:docMk/>
            <pc:sldMk cId="1330855799" sldId="344"/>
            <ac:spMk id="6" creationId="{EE810BD8-423A-EA02-8A86-272AA463B3F1}"/>
          </ac:spMkLst>
        </pc:spChg>
        <pc:spChg chg="add mod">
          <ac:chgData name="Zonghua Gu" userId="9a7e1853e1951ef5" providerId="LiveId" clId="{CF1FAA12-072C-4ED5-BA76-0FFFAEFDB88A}" dt="2025-10-02T23:42:59.674" v="231"/>
          <ac:spMkLst>
            <pc:docMk/>
            <pc:sldMk cId="1330855799" sldId="344"/>
            <ac:spMk id="7" creationId="{BA5FB1E7-F3F4-0C03-8185-79025C8E056B}"/>
          </ac:spMkLst>
        </pc:spChg>
        <pc:spChg chg="add mod">
          <ac:chgData name="Zonghua Gu" userId="9a7e1853e1951ef5" providerId="LiveId" clId="{CF1FAA12-072C-4ED5-BA76-0FFFAEFDB88A}" dt="2025-10-02T23:42:59.674" v="231"/>
          <ac:spMkLst>
            <pc:docMk/>
            <pc:sldMk cId="1330855799" sldId="344"/>
            <ac:spMk id="8" creationId="{925E4680-EE55-4D11-E150-8DF25803936E}"/>
          </ac:spMkLst>
        </pc:spChg>
        <pc:spChg chg="add mod">
          <ac:chgData name="Zonghua Gu" userId="9a7e1853e1951ef5" providerId="LiveId" clId="{CF1FAA12-072C-4ED5-BA76-0FFFAEFDB88A}" dt="2025-10-02T23:42:59.674" v="231"/>
          <ac:spMkLst>
            <pc:docMk/>
            <pc:sldMk cId="1330855799" sldId="344"/>
            <ac:spMk id="9" creationId="{DAAB7F54-C667-7FA6-8B4F-AB6ADB30093E}"/>
          </ac:spMkLst>
        </pc:spChg>
        <pc:spChg chg="add del mod">
          <ac:chgData name="Zonghua Gu" userId="9a7e1853e1951ef5" providerId="LiveId" clId="{CF1FAA12-072C-4ED5-BA76-0FFFAEFDB88A}" dt="2025-10-02T23:47:40.771" v="275" actId="478"/>
          <ac:spMkLst>
            <pc:docMk/>
            <pc:sldMk cId="1330855799" sldId="344"/>
            <ac:spMk id="10" creationId="{3C827EBA-4EC3-1351-1829-FCA5507ADB3C}"/>
          </ac:spMkLst>
        </pc:spChg>
        <pc:spChg chg="add del mod">
          <ac:chgData name="Zonghua Gu" userId="9a7e1853e1951ef5" providerId="LiveId" clId="{CF1FAA12-072C-4ED5-BA76-0FFFAEFDB88A}" dt="2025-10-02T23:46:55.435" v="263" actId="478"/>
          <ac:spMkLst>
            <pc:docMk/>
            <pc:sldMk cId="1330855799" sldId="344"/>
            <ac:spMk id="11" creationId="{B53BE7B8-7131-59EF-1E84-4216D3181323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2" creationId="{020D3BDD-F764-1CF5-0EBC-0F858F50E8D7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3" creationId="{EEDFC2C3-B93E-557B-4902-EF4CD3C54B3F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4" creationId="{0E17B54E-F932-4B41-B8B6-0B5C07BC368A}"/>
          </ac:spMkLst>
        </pc:spChg>
        <pc:spChg chg="del mod">
          <ac:chgData name="Zonghua Gu" userId="9a7e1853e1951ef5" providerId="LiveId" clId="{CF1FAA12-072C-4ED5-BA76-0FFFAEFDB88A}" dt="2025-10-02T23:47:25.727" v="272" actId="478"/>
          <ac:spMkLst>
            <pc:docMk/>
            <pc:sldMk cId="1330855799" sldId="344"/>
            <ac:spMk id="15" creationId="{00000000-0000-0000-0000-000000000000}"/>
          </ac:spMkLst>
        </pc:spChg>
        <pc:spChg chg="del mod">
          <ac:chgData name="Zonghua Gu" userId="9a7e1853e1951ef5" providerId="LiveId" clId="{CF1FAA12-072C-4ED5-BA76-0FFFAEFDB88A}" dt="2025-10-02T23:47:24.092" v="271" actId="478"/>
          <ac:spMkLst>
            <pc:docMk/>
            <pc:sldMk cId="1330855799" sldId="344"/>
            <ac:spMk id="16" creationId="{00000000-0000-0000-0000-000000000000}"/>
          </ac:spMkLst>
        </pc:spChg>
        <pc:spChg chg="add mod">
          <ac:chgData name="Zonghua Gu" userId="9a7e1853e1951ef5" providerId="LiveId" clId="{CF1FAA12-072C-4ED5-BA76-0FFFAEFDB88A}" dt="2025-10-02T23:45:32.314" v="254" actId="571"/>
          <ac:spMkLst>
            <pc:docMk/>
            <pc:sldMk cId="1330855799" sldId="344"/>
            <ac:spMk id="17" creationId="{E77C5A67-3792-AB0D-D742-5B65BEFFFC2B}"/>
          </ac:spMkLst>
        </pc:spChg>
        <pc:spChg chg="add mod">
          <ac:chgData name="Zonghua Gu" userId="9a7e1853e1951ef5" providerId="LiveId" clId="{CF1FAA12-072C-4ED5-BA76-0FFFAEFDB88A}" dt="2025-10-02T23:47:04.345" v="266" actId="571"/>
          <ac:spMkLst>
            <pc:docMk/>
            <pc:sldMk cId="1330855799" sldId="344"/>
            <ac:spMk id="18" creationId="{35AC4423-1741-169F-8281-AED394F1758C}"/>
          </ac:spMkLst>
        </pc:spChg>
        <pc:spChg chg="add mod">
          <ac:chgData name="Zonghua Gu" userId="9a7e1853e1951ef5" providerId="LiveId" clId="{CF1FAA12-072C-4ED5-BA76-0FFFAEFDB88A}" dt="2025-10-02T23:47:04.345" v="266" actId="571"/>
          <ac:spMkLst>
            <pc:docMk/>
            <pc:sldMk cId="1330855799" sldId="344"/>
            <ac:spMk id="19" creationId="{D723431E-FA84-D3A9-E4D3-BEBFBF6DC8B7}"/>
          </ac:spMkLst>
        </pc:spChg>
        <pc:spChg chg="add mod">
          <ac:chgData name="Zonghua Gu" userId="9a7e1853e1951ef5" providerId="LiveId" clId="{CF1FAA12-072C-4ED5-BA76-0FFFAEFDB88A}" dt="2025-10-02T23:47:04.345" v="266" actId="571"/>
          <ac:spMkLst>
            <pc:docMk/>
            <pc:sldMk cId="1330855799" sldId="344"/>
            <ac:spMk id="20" creationId="{4E80DEEC-9035-FAE7-4138-4B8616A640E8}"/>
          </ac:spMkLst>
        </pc:spChg>
      </pc:sldChg>
      <pc:sldChg chg="addSp delSp modSp mod modAnim">
        <pc:chgData name="Zonghua Gu" userId="9a7e1853e1951ef5" providerId="LiveId" clId="{CF1FAA12-072C-4ED5-BA76-0FFFAEFDB88A}" dt="2025-10-02T23:48:17.745" v="278" actId="478"/>
        <pc:sldMkLst>
          <pc:docMk/>
          <pc:sldMk cId="3251034726" sldId="345"/>
        </pc:sldMkLst>
        <pc:spChg chg="add del mod">
          <ac:chgData name="Zonghua Gu" userId="9a7e1853e1951ef5" providerId="LiveId" clId="{CF1FAA12-072C-4ED5-BA76-0FFFAEFDB88A}" dt="2025-10-02T23:41:41.076" v="217" actId="478"/>
          <ac:spMkLst>
            <pc:docMk/>
            <pc:sldMk cId="3251034726" sldId="345"/>
            <ac:spMk id="4" creationId="{00945E86-E29F-53E2-C567-33DC59148439}"/>
          </ac:spMkLst>
        </pc:spChg>
        <pc:spChg chg="add mod">
          <ac:chgData name="Zonghua Gu" userId="9a7e1853e1951ef5" providerId="LiveId" clId="{CF1FAA12-072C-4ED5-BA76-0FFFAEFDB88A}" dt="2025-10-02T23:41:34.055" v="215" actId="6549"/>
          <ac:spMkLst>
            <pc:docMk/>
            <pc:sldMk cId="3251034726" sldId="345"/>
            <ac:spMk id="6" creationId="{26DDDBB7-D107-1051-64FD-2F16D99B635D}"/>
          </ac:spMkLst>
        </pc:spChg>
        <pc:spChg chg="mod">
          <ac:chgData name="Zonghua Gu" userId="9a7e1853e1951ef5" providerId="LiveId" clId="{CF1FAA12-072C-4ED5-BA76-0FFFAEFDB88A}" dt="2025-10-02T23:41:28.650" v="212" actId="6549"/>
          <ac:spMkLst>
            <pc:docMk/>
            <pc:sldMk cId="3251034726" sldId="345"/>
            <ac:spMk id="15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31.626" v="214" actId="6549"/>
          <ac:spMkLst>
            <pc:docMk/>
            <pc:sldMk cId="3251034726" sldId="345"/>
            <ac:spMk id="16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20.609" v="207" actId="6549"/>
          <ac:spMkLst>
            <pc:docMk/>
            <pc:sldMk cId="3251034726" sldId="345"/>
            <ac:spMk id="18" creationId="{00000000-0000-0000-0000-000000000000}"/>
          </ac:spMkLst>
        </pc:spChg>
        <pc:picChg chg="add del mod">
          <ac:chgData name="Zonghua Gu" userId="9a7e1853e1951ef5" providerId="LiveId" clId="{CF1FAA12-072C-4ED5-BA76-0FFFAEFDB88A}" dt="2025-10-02T23:48:17.745" v="278" actId="478"/>
          <ac:picMkLst>
            <pc:docMk/>
            <pc:sldMk cId="3251034726" sldId="345"/>
            <ac:picMk id="8" creationId="{3B1FEE27-925E-D1EF-E17E-ECC52D614705}"/>
          </ac:picMkLst>
        </pc:picChg>
      </pc:sldChg>
      <pc:sldChg chg="del">
        <pc:chgData name="Zonghua Gu" userId="9a7e1853e1951ef5" providerId="LiveId" clId="{CF1FAA12-072C-4ED5-BA76-0FFFAEFDB88A}" dt="2025-10-02T21:56:07.518" v="0" actId="47"/>
        <pc:sldMkLst>
          <pc:docMk/>
          <pc:sldMk cId="4000238983" sldId="7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10/2/2025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10/2/2025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tif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GJibM1D2_A&amp;list=PLRJhV4hUhIymmp5CCeIFPyxbknsdcXCc8&amp;index=26" TargetMode="External"/><Relationship Id="rId2" Type="http://schemas.openxmlformats.org/officeDocument/2006/relationships/hyperlink" Target="https://www.youtube.com/watch?v=H-vOP2yRUj4&amp;list=PLRJhV4hUhIymmp5CCeIFPyxbknsdcXCc8&amp;index=25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52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9175" y="1828801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20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20" y="1487517"/>
            <a:ext cx="87122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r0,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191000" y="4999990"/>
            <a:ext cx="2514600" cy="1356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25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28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“~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“!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r1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r3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483" t="-2469" r="-966" b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0x1E6A2C48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505200" y="4420711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680916"/>
              </p:ext>
            </p:extLst>
          </p:nvPr>
        </p:nvGraphicFramePr>
        <p:xfrm>
          <a:off x="1981200" y="13716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400" y="5343457"/>
            <a:ext cx="33947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can be replaced by a rotate right with a different rotate offset.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00" t="-1852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blipFill>
                <a:blip r:embed="rId4"/>
                <a:stretch>
                  <a:fillRect t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259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48646" y="5590219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35294" y="4249912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 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83577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6897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 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FF0000"/>
                    </a:solidFill>
                  </a:rPr>
                  <a:t>                 with LSR sign bit is lost !</a:t>
                </a:r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1117229"/>
              </a:xfrm>
              <a:prstGeom prst="rect">
                <a:avLst/>
              </a:prstGeom>
              <a:blipFill>
                <a:blip r:embed="rId5"/>
                <a:stretch>
                  <a:fillRect t="-3333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17"/>
          <p:cNvSpPr/>
          <p:nvPr/>
        </p:nvSpPr>
        <p:spPr>
          <a:xfrm flipV="1">
            <a:off x="6973324" y="3347467"/>
            <a:ext cx="403172" cy="12890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22065" y="600143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  <p:bldP spid="6" grpId="0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38199" y="4209330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−524288/2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303" t="-8475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69335" y="6044762"/>
            <a:ext cx="539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         ASR is equivalent to signed integer division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−4096/2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/>
          <p:cNvSpPr/>
          <p:nvPr/>
        </p:nvSpPr>
        <p:spPr>
          <a:xfrm>
            <a:off x="6324600" y="5983070"/>
            <a:ext cx="586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65760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0x0000_000E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bits is equivalent to rotate right ROR by 32-m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799" y="5181600"/>
            <a:ext cx="3962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4315" y="5569262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= 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799" y="5540514"/>
            <a:ext cx="5599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2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(unsigned).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(signed).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ADD:</a:t>
            </a:r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pPr lvl="1"/>
            <a:r>
              <a:rPr lang="en-US" sz="1800" dirty="0"/>
              <a:t>LDR r6, [r5]   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r4 using the address in r5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6795194" cy="683213"/>
            <a:chOff x="2286000" y="2022826"/>
            <a:chExt cx="6795194" cy="683213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38995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Updates carry flag, </a:t>
              </a:r>
            </a:p>
            <a:p>
              <a:r>
                <a:rPr lang="en-US" dirty="0"/>
                <a:t>since ANDS does not </a:t>
              </a:r>
              <a:r>
                <a:rPr lang="en-US"/>
                <a:t>update carry flag</a:t>
              </a:r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23620" y="3200400"/>
            <a:ext cx="8263180" cy="31393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is unaffected by ANDS, since logical operations don't affect overflow. It was set be previous shift “r0, LSL #1” to be C=1 </a:t>
            </a:r>
          </a:p>
          <a:p>
            <a:r>
              <a:rPr lang="en-US" dirty="0"/>
              <a:t>V is unaffected by ANDS or shift (left unchanged from its previous value)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5847242" cy="683213"/>
            <a:chOff x="2286000" y="2022826"/>
            <a:chExt cx="5847242" cy="683213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9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295164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Does NOT update carry flag, </a:t>
              </a:r>
            </a:p>
            <a:p>
              <a:r>
                <a:rPr lang="en-US" dirty="0"/>
                <a:t>since ADDS updates flags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1" y="2959272"/>
            <a:ext cx="8458200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cannot cause overflow.)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2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3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3426</TotalTime>
  <Words>8964</Words>
  <Application>Microsoft Office PowerPoint</Application>
  <PresentationFormat>Widescreen</PresentationFormat>
  <Paragraphs>1277</Paragraphs>
  <Slides>71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88" baseType="lpstr">
      <vt:lpstr>Bookman Old Style (Headings)</vt:lpstr>
      <vt:lpstr>DejaVu Sans</vt:lpstr>
      <vt:lpstr>Gill Sans Light</vt:lpstr>
      <vt:lpstr>Arial</vt:lpstr>
      <vt:lpstr>Arial Narrow</vt:lpstr>
      <vt:lpstr>Bookman Old Style</vt:lpstr>
      <vt:lpstr>Calibri</vt:lpstr>
      <vt:lpstr>Cambria Math</vt:lpstr>
      <vt:lpstr>Consolas</vt:lpstr>
      <vt:lpstr>Courier New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</vt:lpstr>
      <vt:lpstr>Shift Operations</vt:lpstr>
      <vt:lpstr>Shift Operations</vt:lpstr>
      <vt:lpstr>Rotate Operations</vt:lpstr>
      <vt:lpstr>Rotate Operations</vt:lpstr>
      <vt:lpstr>Barrel Shifter More Examples</vt:lpstr>
      <vt:lpstr>SUB vs. RSB</vt:lpstr>
      <vt:lpstr>Integer Array Access with LSL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380</cp:revision>
  <dcterms:created xsi:type="dcterms:W3CDTF">2014-02-05T02:41:42Z</dcterms:created>
  <dcterms:modified xsi:type="dcterms:W3CDTF">2025-10-02T23:49:25Z</dcterms:modified>
</cp:coreProperties>
</file>