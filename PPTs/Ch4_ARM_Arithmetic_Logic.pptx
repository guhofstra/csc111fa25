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3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769" r:id="rId61"/>
    <p:sldId id="341" r:id="rId62"/>
    <p:sldId id="344" r:id="rId63"/>
    <p:sldId id="342" r:id="rId64"/>
    <p:sldId id="345" r:id="rId65"/>
    <p:sldId id="346" r:id="rId66"/>
    <p:sldId id="343" r:id="rId67"/>
    <p:sldId id="751" r:id="rId68"/>
    <p:sldId id="752" r:id="rId69"/>
    <p:sldId id="753" r:id="rId70"/>
    <p:sldId id="754" r:id="rId71"/>
    <p:sldId id="755" r:id="rId72"/>
    <p:sldId id="553" r:id="rId73"/>
    <p:sldId id="759" r:id="rId74"/>
    <p:sldId id="761" r:id="rId75"/>
    <p:sldId id="762" r:id="rId76"/>
    <p:sldId id="763" r:id="rId77"/>
    <p:sldId id="764" r:id="rId78"/>
    <p:sldId id="766" r:id="rId79"/>
    <p:sldId id="768" r:id="rId80"/>
    <p:sldId id="767" r:id="rId81"/>
    <p:sldId id="347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990" dt="2025-11-05T14:53:51.0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76471" autoAdjust="0"/>
  </p:normalViewPr>
  <p:slideViewPr>
    <p:cSldViewPr>
      <p:cViewPr varScale="1">
        <p:scale>
          <a:sx n="63" d="100"/>
          <a:sy n="63" d="100"/>
        </p:scale>
        <p:origin x="1584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29669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1-05T14:54:06.667" v="4022" actId="20577"/>
      <pc:docMkLst>
        <pc:docMk/>
      </pc:docMkLst>
      <pc:sldChg chg="modSp mod">
        <pc:chgData name="Zonghua Gu" userId="9a7e1853e1951ef5" providerId="LiveId" clId="{CF1FAA12-072C-4ED5-BA76-0FFFAEFDB88A}" dt="2025-10-16T20:56:39.045" v="2459" actId="108"/>
        <pc:sldMkLst>
          <pc:docMk/>
          <pc:sldMk cId="2785807384" sldId="307"/>
        </pc:sldMkLst>
        <pc:spChg chg="mod">
          <ac:chgData name="Zonghua Gu" userId="9a7e1853e1951ef5" providerId="LiveId" clId="{CF1FAA12-072C-4ED5-BA76-0FFFAEFDB88A}" dt="2025-10-16T20:56:39.045" v="2459" actId="108"/>
          <ac:spMkLst>
            <pc:docMk/>
            <pc:sldMk cId="2785807384" sldId="307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1-05T14:41:23.159" v="3658" actId="20577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1-05T14:41:23.159" v="3658" actId="20577"/>
          <ac:spMkLst>
            <pc:docMk/>
            <pc:sldMk cId="1913135421" sldId="334"/>
            <ac:spMk id="9" creationId="{12BA289E-808A-917F-A191-D39BD9F8BFF1}"/>
          </ac:spMkLst>
        </pc:spChg>
      </pc:sldChg>
      <pc:sldChg chg="modSp mod">
        <pc:chgData name="Zonghua Gu" userId="9a7e1853e1951ef5" providerId="LiveId" clId="{CF1FAA12-072C-4ED5-BA76-0FFFAEFDB88A}" dt="2025-10-30T20:52:47.531" v="2795" actId="20577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5-10-30T20:52:47.531" v="2795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Anim modNotesTx">
        <pc:chgData name="Zonghua Gu" userId="9a7e1853e1951ef5" providerId="LiveId" clId="{CF1FAA12-072C-4ED5-BA76-0FFFAEFDB88A}" dt="2025-10-14T23:11:01.487" v="2379" actId="1076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14T23:11:01.487" v="2379" actId="1076"/>
          <ac:spMkLst>
            <pc:docMk/>
            <pc:sldMk cId="1202265337" sldId="553"/>
            <ac:spMk id="38914" creationId="{00000000-0000-0000-0000-000000000000}"/>
          </ac:spMkLst>
        </pc:spChg>
        <pc:spChg chg="mod">
          <ac:chgData name="Zonghua Gu" userId="9a7e1853e1951ef5" providerId="LiveId" clId="{CF1FAA12-072C-4ED5-BA76-0FFFAEFDB88A}" dt="2025-10-14T22:39:51.380" v="2378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modSp">
        <pc:chgData name="Zonghua Gu" userId="9a7e1853e1951ef5" providerId="LiveId" clId="{CF1FAA12-072C-4ED5-BA76-0FFFAEFDB88A}" dt="2025-10-09T23:22:10.289" v="2371" actId="20577"/>
        <pc:sldMkLst>
          <pc:docMk/>
          <pc:sldMk cId="638370877" sldId="746"/>
        </pc:sldMkLst>
        <pc:spChg chg="mod">
          <ac:chgData name="Zonghua Gu" userId="9a7e1853e1951ef5" providerId="LiveId" clId="{CF1FAA12-072C-4ED5-BA76-0FFFAEFDB88A}" dt="2025-10-09T23:22:10.289" v="2371" actId="20577"/>
          <ac:spMkLst>
            <pc:docMk/>
            <pc:sldMk cId="638370877" sldId="746"/>
            <ac:spMk id="5" creationId="{00000000-0000-0000-0000-000000000000}"/>
          </ac:spMkLst>
        </pc:spChg>
      </pc:sldChg>
      <pc:sldChg chg="modSp mod modAnim">
        <pc:chgData name="Zonghua Gu" userId="9a7e1853e1951ef5" providerId="LiveId" clId="{CF1FAA12-072C-4ED5-BA76-0FFFAEFDB88A}" dt="2025-11-04T18:32:28.779" v="2854" actId="20577"/>
        <pc:sldMkLst>
          <pc:docMk/>
          <pc:sldMk cId="2400318657" sldId="748"/>
        </pc:sldMkLst>
        <pc:spChg chg="mod">
          <ac:chgData name="Zonghua Gu" userId="9a7e1853e1951ef5" providerId="LiveId" clId="{CF1FAA12-072C-4ED5-BA76-0FFFAEFDB88A}" dt="2025-11-04T15:47:58.851" v="2848" actId="1076"/>
          <ac:spMkLst>
            <pc:docMk/>
            <pc:sldMk cId="2400318657" sldId="748"/>
            <ac:spMk id="6" creationId="{00000000-0000-0000-0000-000000000000}"/>
          </ac:spMkLst>
        </pc:spChg>
        <pc:spChg chg="mod">
          <ac:chgData name="Zonghua Gu" userId="9a7e1853e1951ef5" providerId="LiveId" clId="{CF1FAA12-072C-4ED5-BA76-0FFFAEFDB88A}" dt="2025-11-04T18:32:28.779" v="2854" actId="20577"/>
          <ac:spMkLst>
            <pc:docMk/>
            <pc:sldMk cId="2400318657" sldId="748"/>
            <ac:spMk id="22" creationId="{00000000-0000-0000-0000-000000000000}"/>
          </ac:spMkLst>
        </pc:spChg>
        <pc:spChg chg="mod">
          <ac:chgData name="Zonghua Gu" userId="9a7e1853e1951ef5" providerId="LiveId" clId="{CF1FAA12-072C-4ED5-BA76-0FFFAEFDB88A}" dt="2025-11-04T15:48:02.531" v="2849" actId="1076"/>
          <ac:spMkLst>
            <pc:docMk/>
            <pc:sldMk cId="2400318657" sldId="748"/>
            <ac:spMk id="26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0-09T23:22:26.498" v="2372" actId="20577"/>
        <pc:sldMkLst>
          <pc:docMk/>
          <pc:sldMk cId="605818005" sldId="749"/>
        </pc:sldMkLst>
        <pc:spChg chg="mod">
          <ac:chgData name="Zonghua Gu" userId="9a7e1853e1951ef5" providerId="LiveId" clId="{CF1FAA12-072C-4ED5-BA76-0FFFAEFDB88A}" dt="2025-10-09T23:22:26.498" v="2372" actId="20577"/>
          <ac:spMkLst>
            <pc:docMk/>
            <pc:sldMk cId="605818005" sldId="74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  <pc:sldChg chg="addSp modSp new del mod">
        <pc:chgData name="Zonghua Gu" userId="9a7e1853e1951ef5" providerId="LiveId" clId="{CF1FAA12-072C-4ED5-BA76-0FFFAEFDB88A}" dt="2025-11-04T22:19:23.700" v="3095" actId="47"/>
        <pc:sldMkLst>
          <pc:docMk/>
          <pc:sldMk cId="902176023" sldId="765"/>
        </pc:sldMkLst>
        <pc:spChg chg="mod">
          <ac:chgData name="Zonghua Gu" userId="9a7e1853e1951ef5" providerId="LiveId" clId="{CF1FAA12-072C-4ED5-BA76-0FFFAEFDB88A}" dt="2025-11-04T22:10:19.974" v="2858"/>
          <ac:spMkLst>
            <pc:docMk/>
            <pc:sldMk cId="902176023" sldId="765"/>
            <ac:spMk id="2" creationId="{DE424946-7D54-A00D-828A-4453EAE527BE}"/>
          </ac:spMkLst>
        </pc:spChg>
        <pc:spChg chg="mod">
          <ac:chgData name="Zonghua Gu" userId="9a7e1853e1951ef5" providerId="LiveId" clId="{CF1FAA12-072C-4ED5-BA76-0FFFAEFDB88A}" dt="2025-11-04T22:19:21.723" v="3094" actId="21"/>
          <ac:spMkLst>
            <pc:docMk/>
            <pc:sldMk cId="902176023" sldId="765"/>
            <ac:spMk id="4" creationId="{622B7585-34DF-99C1-C3EE-63A1BBA4A326}"/>
          </ac:spMkLst>
        </pc:spChg>
        <pc:picChg chg="add">
          <ac:chgData name="Zonghua Gu" userId="9a7e1853e1951ef5" providerId="LiveId" clId="{CF1FAA12-072C-4ED5-BA76-0FFFAEFDB88A}" dt="2025-11-04T22:10:29.084" v="2859"/>
          <ac:picMkLst>
            <pc:docMk/>
            <pc:sldMk cId="902176023" sldId="765"/>
            <ac:picMk id="1026" creationId="{1A0B3A03-DBB4-497B-8F93-44B137177BF0}"/>
          </ac:picMkLst>
        </pc:picChg>
      </pc:sldChg>
      <pc:sldChg chg="new del">
        <pc:chgData name="Zonghua Gu" userId="9a7e1853e1951ef5" providerId="LiveId" clId="{CF1FAA12-072C-4ED5-BA76-0FFFAEFDB88A}" dt="2025-11-04T15:45:02.956" v="2797" actId="680"/>
        <pc:sldMkLst>
          <pc:docMk/>
          <pc:sldMk cId="2754318479" sldId="765"/>
        </pc:sldMkLst>
      </pc:sldChg>
      <pc:sldChg chg="addSp delSp modSp new mod">
        <pc:chgData name="Zonghua Gu" userId="9a7e1853e1951ef5" providerId="LiveId" clId="{CF1FAA12-072C-4ED5-BA76-0FFFAEFDB88A}" dt="2025-11-05T00:39:47.396" v="3538" actId="20577"/>
        <pc:sldMkLst>
          <pc:docMk/>
          <pc:sldMk cId="4122323490" sldId="766"/>
        </pc:sldMkLst>
        <pc:spChg chg="mod">
          <ac:chgData name="Zonghua Gu" userId="9a7e1853e1951ef5" providerId="LiveId" clId="{CF1FAA12-072C-4ED5-BA76-0FFFAEFDB88A}" dt="2025-11-04T22:11:04.476" v="2875" actId="20577"/>
          <ac:spMkLst>
            <pc:docMk/>
            <pc:sldMk cId="4122323490" sldId="766"/>
            <ac:spMk id="2" creationId="{FD3DB1F4-CA94-81AF-4382-998F086667EA}"/>
          </ac:spMkLst>
        </pc:spChg>
        <pc:spChg chg="mod">
          <ac:chgData name="Zonghua Gu" userId="9a7e1853e1951ef5" providerId="LiveId" clId="{CF1FAA12-072C-4ED5-BA76-0FFFAEFDB88A}" dt="2025-11-05T00:39:47.396" v="3538" actId="20577"/>
          <ac:spMkLst>
            <pc:docMk/>
            <pc:sldMk cId="4122323490" sldId="766"/>
            <ac:spMk id="4" creationId="{87C06FE7-5094-64B8-66E9-187CE9A5A51F}"/>
          </ac:spMkLst>
        </pc:spChg>
        <pc:picChg chg="add mod">
          <ac:chgData name="Zonghua Gu" userId="9a7e1853e1951ef5" providerId="LiveId" clId="{CF1FAA12-072C-4ED5-BA76-0FFFAEFDB88A}" dt="2025-11-04T22:21:18.550" v="3114" actId="1076"/>
          <ac:picMkLst>
            <pc:docMk/>
            <pc:sldMk cId="4122323490" sldId="766"/>
            <ac:picMk id="5" creationId="{9DD501FC-F286-0DAD-4331-C1CDD7F864CA}"/>
          </ac:picMkLst>
        </pc:picChg>
        <pc:picChg chg="add del">
          <ac:chgData name="Zonghua Gu" userId="9a7e1853e1951ef5" providerId="LiveId" clId="{CF1FAA12-072C-4ED5-BA76-0FFFAEFDB88A}" dt="2025-11-04T22:26:16.316" v="3247" actId="478"/>
          <ac:picMkLst>
            <pc:docMk/>
            <pc:sldMk cId="4122323490" sldId="766"/>
            <ac:picMk id="7" creationId="{C2C6081D-27A3-86A0-97D9-1BCEDC1B53F1}"/>
          </ac:picMkLst>
        </pc:picChg>
      </pc:sldChg>
      <pc:sldChg chg="modSp new mod">
        <pc:chgData name="Zonghua Gu" userId="9a7e1853e1951ef5" providerId="LiveId" clId="{CF1FAA12-072C-4ED5-BA76-0FFFAEFDB88A}" dt="2025-11-04T22:22:06.998" v="3154" actId="20577"/>
        <pc:sldMkLst>
          <pc:docMk/>
          <pc:sldMk cId="851889096" sldId="767"/>
        </pc:sldMkLst>
        <pc:spChg chg="mod">
          <ac:chgData name="Zonghua Gu" userId="9a7e1853e1951ef5" providerId="LiveId" clId="{CF1FAA12-072C-4ED5-BA76-0FFFAEFDB88A}" dt="2025-11-04T22:16:25.874" v="3057"/>
          <ac:spMkLst>
            <pc:docMk/>
            <pc:sldMk cId="851889096" sldId="767"/>
            <ac:spMk id="2" creationId="{E295E628-B8E5-FB08-D117-7E5C6C960BFC}"/>
          </ac:spMkLst>
        </pc:spChg>
        <pc:spChg chg="mod">
          <ac:chgData name="Zonghua Gu" userId="9a7e1853e1951ef5" providerId="LiveId" clId="{CF1FAA12-072C-4ED5-BA76-0FFFAEFDB88A}" dt="2025-11-04T22:22:06.998" v="3154" actId="20577"/>
          <ac:spMkLst>
            <pc:docMk/>
            <pc:sldMk cId="851889096" sldId="767"/>
            <ac:spMk id="4" creationId="{AFCD6BF2-7D8D-4C77-3B9B-2B8D2E94D577}"/>
          </ac:spMkLst>
        </pc:spChg>
      </pc:sldChg>
      <pc:sldChg chg="addSp modSp new mod">
        <pc:chgData name="Zonghua Gu" userId="9a7e1853e1951ef5" providerId="LiveId" clId="{CF1FAA12-072C-4ED5-BA76-0FFFAEFDB88A}" dt="2025-11-05T00:18:41.288" v="3519" actId="20577"/>
        <pc:sldMkLst>
          <pc:docMk/>
          <pc:sldMk cId="4202908803" sldId="768"/>
        </pc:sldMkLst>
        <pc:spChg chg="mod">
          <ac:chgData name="Zonghua Gu" userId="9a7e1853e1951ef5" providerId="LiveId" clId="{CF1FAA12-072C-4ED5-BA76-0FFFAEFDB88A}" dt="2025-11-04T22:29:05.654" v="3307" actId="20577"/>
          <ac:spMkLst>
            <pc:docMk/>
            <pc:sldMk cId="4202908803" sldId="768"/>
            <ac:spMk id="2" creationId="{D11F8501-A9CB-C2C4-C8E5-882248312075}"/>
          </ac:spMkLst>
        </pc:spChg>
        <pc:spChg chg="mod">
          <ac:chgData name="Zonghua Gu" userId="9a7e1853e1951ef5" providerId="LiveId" clId="{CF1FAA12-072C-4ED5-BA76-0FFFAEFDB88A}" dt="2025-11-05T00:18:41.288" v="3519" actId="20577"/>
          <ac:spMkLst>
            <pc:docMk/>
            <pc:sldMk cId="4202908803" sldId="768"/>
            <ac:spMk id="4" creationId="{F8CB61D2-FF21-8F61-B96A-5A30AAD631F0}"/>
          </ac:spMkLst>
        </pc:spChg>
        <pc:picChg chg="add mod">
          <ac:chgData name="Zonghua Gu" userId="9a7e1853e1951ef5" providerId="LiveId" clId="{CF1FAA12-072C-4ED5-BA76-0FFFAEFDB88A}" dt="2025-11-04T22:41:53.905" v="3508" actId="1076"/>
          <ac:picMkLst>
            <pc:docMk/>
            <pc:sldMk cId="4202908803" sldId="768"/>
            <ac:picMk id="5" creationId="{253CA787-6603-C560-FAA4-7C711781EE66}"/>
          </ac:picMkLst>
        </pc:picChg>
        <pc:picChg chg="add mod">
          <ac:chgData name="Zonghua Gu" userId="9a7e1853e1951ef5" providerId="LiveId" clId="{CF1FAA12-072C-4ED5-BA76-0FFFAEFDB88A}" dt="2025-11-04T22:32:24.373" v="3421"/>
          <ac:picMkLst>
            <pc:docMk/>
            <pc:sldMk cId="4202908803" sldId="768"/>
            <ac:picMk id="6" creationId="{F0B14B35-1149-E639-B456-6A73AC6D0EB2}"/>
          </ac:picMkLst>
        </pc:picChg>
      </pc:sldChg>
      <pc:sldChg chg="modSp new mod ord modNotesTx">
        <pc:chgData name="Zonghua Gu" userId="9a7e1853e1951ef5" providerId="LiveId" clId="{CF1FAA12-072C-4ED5-BA76-0FFFAEFDB88A}" dt="2025-11-05T14:54:06.667" v="4022" actId="20577"/>
        <pc:sldMkLst>
          <pc:docMk/>
          <pc:sldMk cId="1706264569" sldId="769"/>
        </pc:sldMkLst>
        <pc:spChg chg="mod">
          <ac:chgData name="Zonghua Gu" userId="9a7e1853e1951ef5" providerId="LiveId" clId="{CF1FAA12-072C-4ED5-BA76-0FFFAEFDB88A}" dt="2025-11-05T14:29:54.233" v="3573" actId="20577"/>
          <ac:spMkLst>
            <pc:docMk/>
            <pc:sldMk cId="1706264569" sldId="769"/>
            <ac:spMk id="2" creationId="{FFB54CE9-E05F-70F8-E06A-49FB51FB7F16}"/>
          </ac:spMkLst>
        </pc:spChg>
        <pc:spChg chg="mod">
          <ac:chgData name="Zonghua Gu" userId="9a7e1853e1951ef5" providerId="LiveId" clId="{CF1FAA12-072C-4ED5-BA76-0FFFAEFDB88A}" dt="2025-11-05T14:54:06.667" v="4022" actId="20577"/>
          <ac:spMkLst>
            <pc:docMk/>
            <pc:sldMk cId="1706264569" sldId="769"/>
            <ac:spMk id="4" creationId="{B4EEA581-E713-8C8F-43A9-49D5A9C79EB5}"/>
          </ac:spMkLst>
        </pc:spChg>
      </pc:sldChg>
      <pc:sldChg chg="new del">
        <pc:chgData name="Zonghua Gu" userId="9a7e1853e1951ef5" providerId="LiveId" clId="{CF1FAA12-072C-4ED5-BA76-0FFFAEFDB88A}" dt="2025-11-05T14:29:15.893" v="3542" actId="680"/>
        <pc:sldMkLst>
          <pc:docMk/>
          <pc:sldMk cId="1718703602" sldId="769"/>
        </pc:sldMkLst>
      </pc:sldChg>
      <pc:sldChg chg="new del">
        <pc:chgData name="Zonghua Gu" userId="9a7e1853e1951ef5" providerId="LiveId" clId="{CF1FAA12-072C-4ED5-BA76-0FFFAEFDB88A}" dt="2025-11-05T14:29:10.574" v="3540" actId="680"/>
        <pc:sldMkLst>
          <pc:docMk/>
          <pc:sldMk cId="3071324857" sldId="769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vespace.co.uk/arm/introduction-to-arm/immediates.html" TargetMode="External"/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flags are then affected only if the data-processing instruction itself updates flags (e.g. ANDS, ADDS, etc.). </a:t>
            </a:r>
          </a:p>
          <a:p>
            <a:pPr lvl="1"/>
            <a:r>
              <a:rPr lang="en-US" dirty="0"/>
              <a:t>ANDS R2, R1, R0, LSL #1, </a:t>
            </a:r>
            <a:r>
              <a:rPr lang="pt-BR" dirty="0"/>
              <a:t>ADDS r2, r1, r0, LSL #1 are valid instructions.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By contrast,  ANDS R2, R1, R0, LSLS #1, </a:t>
            </a:r>
            <a:r>
              <a:rPr lang="pt-BR" dirty="0"/>
              <a:t>ADDS r2, r1, r0, LSLS #1</a:t>
            </a:r>
            <a:r>
              <a:rPr lang="en-US" dirty="0"/>
              <a:t> are </a:t>
            </a:r>
            <a:r>
              <a:rPr lang="en-US" b="1" dirty="0"/>
              <a:t>invalid</a:t>
            </a:r>
            <a:r>
              <a:rPr lang="en-US" dirty="0"/>
              <a:t> — LSLS is a standalone mnemonic and cannot be embedded in the second operand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808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hlinkClick r:id="rId3"/>
            </a:endParaRP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https://www.davespace.co.uk/arm/introduction-to-arm/immediates.html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4069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indicates a literal, in this case the immediate value for the instruction</a:t>
            </a:r>
          </a:p>
          <a:p>
            <a:r>
              <a:rPr lang="en-US" dirty="0"/>
              <a:t>add 4080 to r2 and put the result in r1</a:t>
            </a:r>
          </a:p>
          <a:p>
            <a:r>
              <a:rPr lang="en-US" dirty="0"/>
              <a:t>▸ but only if </a:t>
            </a:r>
            <a:r>
              <a:rPr lang="en-US" dirty="0" err="1"/>
              <a:t>if</a:t>
            </a:r>
            <a:r>
              <a:rPr lang="en-US" dirty="0"/>
              <a:t> the CPSR flags show Z=1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4347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https://www.davespace.co.uk/arm/introduction-to-arm/immediates.html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40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11/5/2025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11/5/2025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11/5/2025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11/5/2025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7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(if r2 is a signed integer). So do not use logical shifts for signed integers!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blipFill>
                <a:blip r:embed="rId5"/>
                <a:stretch>
                  <a:fillRect l="-908" t="-4018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524288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4096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233328" y="3362776"/>
            <a:ext cx="5782613" cy="175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;r2 = 0xF0F0_F001 (binary: 1111 0000 1111 0000 11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11 0000 0000 0001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0x0000_000E (rotate </a:t>
            </a: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 14 bits)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33328" y="5027429"/>
            <a:ext cx="5782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(binary: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1100 0000 0000 01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11 1100 0011 1100 0011)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4315" y="5673760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3416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by previous shift “r0, LSL #1” to be C=1 </a:t>
            </a:r>
          </a:p>
          <a:p>
            <a:r>
              <a:rPr lang="en-US" dirty="0"/>
              <a:t>V is unaffected by either ANDS or shift (left unchanged from its previous value)</a:t>
            </a:r>
          </a:p>
          <a:p>
            <a:r>
              <a:rPr lang="en-US" b="1" dirty="0"/>
              <a:t>Note: </a:t>
            </a:r>
            <a:r>
              <a:rPr lang="en-US" dirty="0"/>
              <a:t>LSL updates the C flag when it is used within the ANDS instruction, since ANDS does not update C. 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959272"/>
            <a:ext cx="10972799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  <a:p>
            <a:r>
              <a:rPr lang="en-US" b="1" dirty="0"/>
              <a:t>Note: </a:t>
            </a:r>
            <a:r>
              <a:rPr lang="en-US" dirty="0"/>
              <a:t>LSL updates the C flag when it is used within the ADDS instruction. However, its update of the C flag is overwritten by ANDS, or equivalently, we say that LSL does not update the C flag.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54CE9-E05F-70F8-E06A-49FB51FB7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Shifts and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9BBF-5E8A-2E59-B180-697FD3B14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EA581-E713-8C8F-43A9-49D5A9C79EB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standalone logical shift instruction without the </a:t>
            </a:r>
            <a:r>
              <a:rPr lang="en-US" b="1" dirty="0"/>
              <a:t>S</a:t>
            </a:r>
            <a:r>
              <a:rPr lang="en-US" dirty="0"/>
              <a:t> suffix (e.g. LSL R0, R0, #1) does </a:t>
            </a:r>
            <a:r>
              <a:rPr lang="en-US" b="1" dirty="0"/>
              <a:t>not</a:t>
            </a:r>
            <a:r>
              <a:rPr lang="en-US" dirty="0"/>
              <a:t> update the condition flags. The </a:t>
            </a:r>
            <a:r>
              <a:rPr lang="en-US" b="1" dirty="0"/>
              <a:t>S</a:t>
            </a:r>
            <a:r>
              <a:rPr lang="en-US" dirty="0"/>
              <a:t> suffix (e.g. LSLS R0, R0, #1) makes the instruction update </a:t>
            </a:r>
            <a:r>
              <a:rPr lang="en-US" b="1" dirty="0"/>
              <a:t>NZCV</a:t>
            </a:r>
            <a:r>
              <a:rPr lang="en-US" dirty="0"/>
              <a:t>.</a:t>
            </a:r>
          </a:p>
          <a:p>
            <a:r>
              <a:rPr lang="en-US" dirty="0"/>
              <a:t>When a shift appears as part of a data-processing instruction that ends with </a:t>
            </a:r>
            <a:r>
              <a:rPr lang="en-US" b="1" dirty="0"/>
              <a:t>S</a:t>
            </a:r>
            <a:r>
              <a:rPr lang="en-US" dirty="0"/>
              <a:t>, the processor first computes the shifted operand. During that computation, the shift logic sets the </a:t>
            </a:r>
            <a:r>
              <a:rPr lang="en-US" b="1" dirty="0"/>
              <a:t>carry (C)</a:t>
            </a:r>
            <a:r>
              <a:rPr lang="en-US" dirty="0"/>
              <a:t> flag to the </a:t>
            </a:r>
            <a:r>
              <a:rPr lang="en-US" i="1" dirty="0"/>
              <a:t>last bit shifted out</a:t>
            </a:r>
            <a:r>
              <a:rPr lang="en-US" dirty="0"/>
              <a:t>. After that, the data-processing instruction may itself update NZCV based on its arithmetic or logical result, potentially overwriting the C flag.</a:t>
            </a:r>
          </a:p>
          <a:p>
            <a:r>
              <a:rPr lang="en-US"/>
              <a:t>LSL </a:t>
            </a:r>
            <a:r>
              <a:rPr lang="en-US" dirty="0"/>
              <a:t>can appear as a </a:t>
            </a:r>
            <a:r>
              <a:rPr lang="en-US" i="1" dirty="0"/>
              <a:t>shift operator</a:t>
            </a:r>
            <a:r>
              <a:rPr lang="en-US" dirty="0"/>
              <a:t> within another instruction, but LSLS cannot.</a:t>
            </a:r>
          </a:p>
          <a:p>
            <a:r>
              <a:rPr lang="en-US" b="1" dirty="0"/>
              <a:t>Examples:</a:t>
            </a:r>
          </a:p>
          <a:p>
            <a:pPr lvl="1"/>
            <a:r>
              <a:rPr lang="en-US" dirty="0"/>
              <a:t>LSL  R0, R0, #1          ; standalone LSL — does NOT update flags  </a:t>
            </a:r>
          </a:p>
          <a:p>
            <a:pPr lvl="1"/>
            <a:r>
              <a:rPr lang="en-US" dirty="0"/>
              <a:t>LSLS R0, R0, #1          ; standalone LSLS — updates NZCV (S suffix)  </a:t>
            </a:r>
          </a:p>
          <a:p>
            <a:pPr lvl="1"/>
            <a:r>
              <a:rPr lang="en-US" dirty="0"/>
              <a:t>ANDS R2, R1, R0, LSL #1  ; valid — LSL forms part of operand, ANDS updates NZCV  </a:t>
            </a:r>
          </a:p>
          <a:p>
            <a:pPr lvl="1"/>
            <a:r>
              <a:rPr lang="en-US" dirty="0"/>
              <a:t>ANDS R2, R1, R0, LSLS #1 ; invalid — cannot embed 'LSLS' inside operand </a:t>
            </a:r>
          </a:p>
        </p:txBody>
      </p:sp>
    </p:spTree>
    <p:extLst>
      <p:ext uri="{BB962C8B-B14F-4D97-AF65-F5344CB8AC3E}">
        <p14:creationId xmlns:p14="http://schemas.microsoft.com/office/powerpoint/2010/main" val="17062645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72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If two operands have same sign, and the result has opposite sign, then V = 1; else V = 0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DB1F4-CA94-81AF-4382-998F08666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Immediate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332407-6AAB-D016-60FD-DEDEA81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06FE7-5094-64B8-66E9-187CE9A5A5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8305800" cy="53340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You can’t fit an arbitrary 32-bit value into a 32-bit instruction word.  ARM data processing instructions have 12 bits of space for values in their instruction word. This is arranged as a 4 rotate value and an 8 immediate value. The real immediate = </a:t>
            </a:r>
            <a:r>
              <a:rPr lang="en-US" b="1" dirty="0"/>
              <a:t>ROR(immediate8, rotate4 × 2)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 The 4-bit rotate value stored in bits 11-8 is multiplied by two giving a range of 0-30 in steps of two. </a:t>
            </a:r>
          </a:p>
          <a:p>
            <a:r>
              <a:rPr lang="en-US" dirty="0"/>
              <a:t>Using this scheme we can express immediate constants such as:</a:t>
            </a:r>
          </a:p>
          <a:p>
            <a:pPr lvl="1"/>
            <a:r>
              <a:rPr lang="en-US" dirty="0"/>
              <a:t>0x000000FF</a:t>
            </a:r>
          </a:p>
          <a:p>
            <a:pPr lvl="1"/>
            <a:r>
              <a:rPr lang="en-US" dirty="0"/>
              <a:t>0x00000FF0</a:t>
            </a:r>
          </a:p>
          <a:p>
            <a:pPr lvl="1"/>
            <a:r>
              <a:rPr lang="en-US" dirty="0"/>
              <a:t>0xFF000000</a:t>
            </a:r>
          </a:p>
          <a:p>
            <a:pPr lvl="1"/>
            <a:r>
              <a:rPr lang="en-US" dirty="0"/>
              <a:t>0xF000000F</a:t>
            </a:r>
          </a:p>
          <a:p>
            <a:r>
              <a:rPr lang="en-US" dirty="0"/>
              <a:t>But these immediate constants are not possible:</a:t>
            </a:r>
          </a:p>
          <a:p>
            <a:pPr lvl="1"/>
            <a:r>
              <a:rPr lang="en-US" dirty="0"/>
              <a:t>0x000001FE</a:t>
            </a:r>
          </a:p>
          <a:p>
            <a:pPr lvl="1"/>
            <a:r>
              <a:rPr lang="en-US" dirty="0"/>
              <a:t>0xF000F000</a:t>
            </a:r>
          </a:p>
          <a:p>
            <a:pPr lvl="1"/>
            <a:r>
              <a:rPr lang="en-US" dirty="0"/>
              <a:t>0x55550000</a:t>
            </a:r>
          </a:p>
          <a:p>
            <a:pPr lvl="1"/>
            <a:r>
              <a:rPr lang="en-US" dirty="0"/>
              <a:t>0xFFFFFFFF</a:t>
            </a:r>
          </a:p>
          <a:p>
            <a:r>
              <a:rPr lang="en-US" dirty="0"/>
              <a:t>An assembler will convert big values to the rotated form. Impossible values will cause an error.  For example</a:t>
            </a:r>
            <a:r>
              <a:rPr lang="en-US"/>
              <a:t>, this </a:t>
            </a:r>
            <a:r>
              <a:rPr lang="en-US" dirty="0"/>
              <a:t>instruction is invalid:</a:t>
            </a:r>
          </a:p>
          <a:p>
            <a:pPr lvl="1"/>
            <a:r>
              <a:rPr lang="en-US" dirty="0"/>
              <a:t>AND R2, R0, #0xFFFFFF8F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9DD501FC-F286-0DAD-4331-C1CDD7F86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3048000"/>
            <a:ext cx="4543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232349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F8501-A9CB-C2C4-C8E5-88224831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Encoding #4080 as Immediate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0DE5B6-E630-7E06-56B6-AFFAE898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B61D2-FF21-8F61-B96A-5A30AAD631F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r1, r2, #4080</a:t>
            </a:r>
          </a:p>
          <a:p>
            <a:pPr lvl="1"/>
            <a:r>
              <a:rPr lang="en-US" dirty="0"/>
              <a:t>4080 = 1111111110000 in binary</a:t>
            </a:r>
          </a:p>
          <a:p>
            <a:r>
              <a:rPr lang="en-US" dirty="0"/>
              <a:t>The encoding is:</a:t>
            </a:r>
          </a:p>
          <a:p>
            <a:pPr lvl="1"/>
            <a:r>
              <a:rPr lang="en-US" dirty="0"/>
              <a:t>immediate8 = 0x000000FF (11111111 in binary)</a:t>
            </a:r>
          </a:p>
          <a:p>
            <a:pPr lvl="1"/>
            <a:r>
              <a:rPr lang="en-US" dirty="0"/>
              <a:t>rotate4 = 1110 (14*2 = 28)</a:t>
            </a:r>
          </a:p>
          <a:p>
            <a:r>
              <a:rPr lang="en-US" dirty="0"/>
              <a:t>ROR(0x000000FF, 28) = 0x00000FF0 (4080 in decimal)</a:t>
            </a:r>
          </a:p>
          <a:p>
            <a:pPr lvl="1"/>
            <a:r>
              <a:rPr lang="en-US" dirty="0"/>
              <a:t>rotate left by 4 = rotate right by 28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253CA787-6603-C560-FAA4-7C711781E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4390390"/>
            <a:ext cx="5338524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290880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E628-B8E5-FB08-D117-7E5C6C960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Wide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197D0-DA34-875B-3EB2-8EE5A721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D6BF2-7D8D-4C77-3B9B-2B8D2E94D5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form constants wider than those available in a single instruction by using a sequence of instructions to build up the constant. For example:</a:t>
            </a:r>
          </a:p>
          <a:p>
            <a:pPr lvl="1"/>
            <a:r>
              <a:rPr lang="en-US" dirty="0"/>
              <a:t>MOV r2, #0x55           ; R2 = 0x00000055</a:t>
            </a:r>
          </a:p>
          <a:p>
            <a:pPr lvl="1"/>
            <a:r>
              <a:rPr lang="en-US" dirty="0"/>
              <a:t>ORR r2, r2, r2, LSL #8  ; R2 = 0x00005555</a:t>
            </a:r>
          </a:p>
          <a:p>
            <a:pPr lvl="1"/>
            <a:r>
              <a:rPr lang="en-US" dirty="0"/>
              <a:t>ORR r2, r2, r2, LSL #16 ; R2 = 0x55555555</a:t>
            </a:r>
          </a:p>
          <a:p>
            <a:r>
              <a:rPr lang="en-US" dirty="0"/>
              <a:t>Or load the value from memory with pseudo-instruction LDR Rx,=const</a:t>
            </a:r>
          </a:p>
          <a:p>
            <a:pPr lvl="1"/>
            <a:r>
              <a:rPr lang="en-US" dirty="0"/>
              <a:t>LDR r2, =0x55555555</a:t>
            </a:r>
          </a:p>
          <a:p>
            <a:r>
              <a:rPr lang="en-US" dirty="0"/>
              <a:t>Or use MVN instead of MOV:  </a:t>
            </a:r>
          </a:p>
          <a:p>
            <a:pPr lvl="1"/>
            <a:r>
              <a:rPr lang="en-US" dirty="0"/>
              <a:t>The invalid instruction MOV r0,#0xFFFFFFFF can be implemented as MVN r0,#0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890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3877</TotalTime>
  <Words>11182</Words>
  <Application>Microsoft Office PowerPoint</Application>
  <PresentationFormat>Widescreen</PresentationFormat>
  <Paragraphs>1595</Paragraphs>
  <Slides>81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98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Notes on Shifts and Flags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ARM Immediate Values</vt:lpstr>
      <vt:lpstr>Encoding #4080 as Immediate</vt:lpstr>
      <vt:lpstr>Loading Wide Values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2025-11-05T14:54:08Z</dcterms:modified>
</cp:coreProperties>
</file>