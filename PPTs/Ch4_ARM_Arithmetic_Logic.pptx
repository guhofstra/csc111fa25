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9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41" r:id="rId19"/>
    <p:sldId id="738" r:id="rId20"/>
    <p:sldId id="745" r:id="rId21"/>
    <p:sldId id="284" r:id="rId22"/>
    <p:sldId id="285" r:id="rId23"/>
    <p:sldId id="291" r:id="rId24"/>
    <p:sldId id="750" r:id="rId25"/>
    <p:sldId id="292" r:id="rId26"/>
    <p:sldId id="313" r:id="rId27"/>
    <p:sldId id="312" r:id="rId28"/>
    <p:sldId id="286" r:id="rId29"/>
    <p:sldId id="287" r:id="rId30"/>
    <p:sldId id="288" r:id="rId31"/>
    <p:sldId id="289" r:id="rId32"/>
    <p:sldId id="307" r:id="rId33"/>
    <p:sldId id="293" r:id="rId34"/>
    <p:sldId id="326" r:id="rId35"/>
    <p:sldId id="315" r:id="rId36"/>
    <p:sldId id="316" r:id="rId37"/>
    <p:sldId id="317" r:id="rId38"/>
    <p:sldId id="318" r:id="rId39"/>
    <p:sldId id="320" r:id="rId40"/>
    <p:sldId id="295" r:id="rId41"/>
    <p:sldId id="277" r:id="rId42"/>
    <p:sldId id="330" r:id="rId43"/>
    <p:sldId id="735" r:id="rId44"/>
    <p:sldId id="337" r:id="rId45"/>
    <p:sldId id="279" r:id="rId46"/>
    <p:sldId id="332" r:id="rId47"/>
    <p:sldId id="351" r:id="rId48"/>
    <p:sldId id="348" r:id="rId49"/>
    <p:sldId id="352" r:id="rId50"/>
    <p:sldId id="331" r:id="rId51"/>
    <p:sldId id="746" r:id="rId52"/>
    <p:sldId id="747" r:id="rId53"/>
    <p:sldId id="748" r:id="rId54"/>
    <p:sldId id="749" r:id="rId55"/>
    <p:sldId id="354" r:id="rId56"/>
    <p:sldId id="359" r:id="rId57"/>
    <p:sldId id="358" r:id="rId58"/>
    <p:sldId id="334" r:id="rId59"/>
    <p:sldId id="336" r:id="rId60"/>
    <p:sldId id="341" r:id="rId61"/>
    <p:sldId id="344" r:id="rId62"/>
    <p:sldId id="342" r:id="rId63"/>
    <p:sldId id="345" r:id="rId64"/>
    <p:sldId id="346" r:id="rId65"/>
    <p:sldId id="343" r:id="rId66"/>
    <p:sldId id="751" r:id="rId67"/>
    <p:sldId id="752" r:id="rId68"/>
    <p:sldId id="753" r:id="rId69"/>
    <p:sldId id="754" r:id="rId70"/>
    <p:sldId id="755" r:id="rId71"/>
    <p:sldId id="553" r:id="rId72"/>
    <p:sldId id="759" r:id="rId73"/>
    <p:sldId id="761" r:id="rId74"/>
    <p:sldId id="762" r:id="rId75"/>
    <p:sldId id="763" r:id="rId76"/>
    <p:sldId id="764" r:id="rId77"/>
    <p:sldId id="347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559B8B-B625-4BEC-8066-1A3ABDC8FEDD}" v="474" dt="2025-10-07T21:06:33.3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549" autoAdjust="0"/>
  </p:normalViewPr>
  <p:slideViewPr>
    <p:cSldViewPr>
      <p:cViewPr varScale="1">
        <p:scale>
          <a:sx n="76" d="100"/>
          <a:sy n="76" d="100"/>
        </p:scale>
        <p:origin x="1070" y="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6609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5-10-07T21:17:24.060" v="2277" actId="1076"/>
      <pc:docMkLst>
        <pc:docMk/>
      </pc:docMkLst>
      <pc:sldChg chg="modSp mod">
        <pc:chgData name="Zonghua Gu" userId="9a7e1853e1951ef5" providerId="LiveId" clId="{CF1FAA12-072C-4ED5-BA76-0FFFAEFDB88A}" dt="2025-10-02T23:49:24.831" v="285" actId="6549"/>
        <pc:sldMkLst>
          <pc:docMk/>
          <pc:sldMk cId="1913135421" sldId="334"/>
        </pc:sldMkLst>
        <pc:spChg chg="mod">
          <ac:chgData name="Zonghua Gu" userId="9a7e1853e1951ef5" providerId="LiveId" clId="{CF1FAA12-072C-4ED5-BA76-0FFFAEFDB88A}" dt="2025-10-02T23:31:42.284" v="22" actId="20577"/>
          <ac:spMkLst>
            <pc:docMk/>
            <pc:sldMk cId="1913135421" sldId="334"/>
            <ac:spMk id="9" creationId="{12BA289E-808A-917F-A191-D39BD9F8BFF1}"/>
          </ac:spMkLst>
        </pc:spChg>
        <pc:spChg chg="mod">
          <ac:chgData name="Zonghua Gu" userId="9a7e1853e1951ef5" providerId="LiveId" clId="{CF1FAA12-072C-4ED5-BA76-0FFFAEFDB88A}" dt="2025-10-02T23:49:24.831" v="285" actId="6549"/>
          <ac:spMkLst>
            <pc:docMk/>
            <pc:sldMk cId="1913135421" sldId="334"/>
            <ac:spMk id="11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5-10-02T23:42:09.101" v="225" actId="6549"/>
        <pc:sldMkLst>
          <pc:docMk/>
          <pc:sldMk cId="3398840445" sldId="343"/>
        </pc:sldMkLst>
        <pc:spChg chg="add mod">
          <ac:chgData name="Zonghua Gu" userId="9a7e1853e1951ef5" providerId="LiveId" clId="{CF1FAA12-072C-4ED5-BA76-0FFFAEFDB88A}" dt="2025-10-02T23:41:57.603" v="223" actId="20577"/>
          <ac:spMkLst>
            <pc:docMk/>
            <pc:sldMk cId="3398840445" sldId="343"/>
            <ac:spMk id="4" creationId="{BBA7D860-B129-1899-73C5-E4BCF54515D8}"/>
          </ac:spMkLst>
        </pc:spChg>
        <pc:spChg chg="mod">
          <ac:chgData name="Zonghua Gu" userId="9a7e1853e1951ef5" providerId="LiveId" clId="{CF1FAA12-072C-4ED5-BA76-0FFFAEFDB88A}" dt="2025-10-02T23:42:09.101" v="225" actId="6549"/>
          <ac:spMkLst>
            <pc:docMk/>
            <pc:sldMk cId="3398840445" sldId="343"/>
            <ac:spMk id="16" creationId="{00000000-0000-0000-0000-000000000000}"/>
          </ac:spMkLst>
        </pc:spChg>
      </pc:sldChg>
      <pc:sldChg chg="addSp delSp modSp mod delAnim modAnim">
        <pc:chgData name="Zonghua Gu" userId="9a7e1853e1951ef5" providerId="LiveId" clId="{CF1FAA12-072C-4ED5-BA76-0FFFAEFDB88A}" dt="2025-10-02T23:47:40.771" v="275" actId="478"/>
        <pc:sldMkLst>
          <pc:docMk/>
          <pc:sldMk cId="1330855799" sldId="344"/>
        </pc:sldMkLst>
        <pc:spChg chg="mod">
          <ac:chgData name="Zonghua Gu" userId="9a7e1853e1951ef5" providerId="LiveId" clId="{CF1FAA12-072C-4ED5-BA76-0FFFAEFDB88A}" dt="2025-10-02T23:47:33.489" v="273" actId="1076"/>
          <ac:spMkLst>
            <pc:docMk/>
            <pc:sldMk cId="1330855799" sldId="344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2" creationId="{020D3BDD-F764-1CF5-0EBC-0F858F50E8D7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3" creationId="{EEDFC2C3-B93E-557B-4902-EF4CD3C54B3F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4" creationId="{0E17B54E-F932-4B41-B8B6-0B5C07BC368A}"/>
          </ac:spMkLst>
        </pc:spChg>
      </pc:sldChg>
      <pc:sldChg chg="addSp delSp modSp mod modAnim">
        <pc:chgData name="Zonghua Gu" userId="9a7e1853e1951ef5" providerId="LiveId" clId="{CF1FAA12-072C-4ED5-BA76-0FFFAEFDB88A}" dt="2025-10-02T23:48:17.745" v="278" actId="478"/>
        <pc:sldMkLst>
          <pc:docMk/>
          <pc:sldMk cId="3251034726" sldId="345"/>
        </pc:sldMkLst>
        <pc:spChg chg="add mod">
          <ac:chgData name="Zonghua Gu" userId="9a7e1853e1951ef5" providerId="LiveId" clId="{CF1FAA12-072C-4ED5-BA76-0FFFAEFDB88A}" dt="2025-10-02T23:41:34.055" v="215" actId="6549"/>
          <ac:spMkLst>
            <pc:docMk/>
            <pc:sldMk cId="3251034726" sldId="345"/>
            <ac:spMk id="6" creationId="{26DDDBB7-D107-1051-64FD-2F16D99B635D}"/>
          </ac:spMkLst>
        </pc:spChg>
        <pc:spChg chg="mod">
          <ac:chgData name="Zonghua Gu" userId="9a7e1853e1951ef5" providerId="LiveId" clId="{CF1FAA12-072C-4ED5-BA76-0FFFAEFDB88A}" dt="2025-10-02T23:41:28.650" v="212" actId="6549"/>
          <ac:spMkLst>
            <pc:docMk/>
            <pc:sldMk cId="3251034726" sldId="345"/>
            <ac:spMk id="15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31.626" v="214" actId="6549"/>
          <ac:spMkLst>
            <pc:docMk/>
            <pc:sldMk cId="3251034726" sldId="345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20.609" v="207" actId="6549"/>
          <ac:spMkLst>
            <pc:docMk/>
            <pc:sldMk cId="3251034726" sldId="345"/>
            <ac:spMk id="18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0:10:44.785" v="1651" actId="20577"/>
        <pc:sldMkLst>
          <pc:docMk/>
          <pc:sldMk cId="692106391" sldId="347"/>
        </pc:sldMkLst>
        <pc:spChg chg="mod">
          <ac:chgData name="Zonghua Gu" userId="9a7e1853e1951ef5" providerId="LiveId" clId="{CF1FAA12-072C-4ED5-BA76-0FFFAEFDB88A}" dt="2025-10-07T20:10:44.785" v="1651" actId="20577"/>
          <ac:spMkLst>
            <pc:docMk/>
            <pc:sldMk cId="692106391" sldId="347"/>
            <ac:spMk id="4" creationId="{7C0C4192-D05B-82AA-36C0-2927E4161106}"/>
          </ac:spMkLst>
        </pc:spChg>
      </pc:sldChg>
      <pc:sldChg chg="addSp delSp modSp add mod modNotesTx">
        <pc:chgData name="Zonghua Gu" userId="9a7e1853e1951ef5" providerId="LiveId" clId="{CF1FAA12-072C-4ED5-BA76-0FFFAEFDB88A}" dt="2025-10-07T21:14:53.695" v="2276" actId="478"/>
        <pc:sldMkLst>
          <pc:docMk/>
          <pc:sldMk cId="1202265337" sldId="553"/>
        </pc:sldMkLst>
        <pc:spChg chg="del">
          <ac:chgData name="Zonghua Gu" userId="9a7e1853e1951ef5" providerId="LiveId" clId="{CF1FAA12-072C-4ED5-BA76-0FFFAEFDB88A}" dt="2025-10-07T20:23:46.783" v="1672" actId="478"/>
          <ac:spMkLst>
            <pc:docMk/>
            <pc:sldMk cId="1202265337" sldId="553"/>
            <ac:spMk id="3" creationId="{4DF73044-40F3-F2D2-4520-3537F47168BE}"/>
          </ac:spMkLst>
        </pc:spChg>
        <pc:spChg chg="mod">
          <ac:chgData name="Zonghua Gu" userId="9a7e1853e1951ef5" providerId="LiveId" clId="{CF1FAA12-072C-4ED5-BA76-0FFFAEFDB88A}" dt="2025-10-07T20:33:14.383" v="1948" actId="113"/>
          <ac:spMkLst>
            <pc:docMk/>
            <pc:sldMk cId="1202265337" sldId="553"/>
            <ac:spMk id="38917" creationId="{00000000-0000-0000-0000-000000000000}"/>
          </ac:spMkLst>
        </pc:spChg>
        <pc:graphicFrameChg chg="mod modGraphic">
          <ac:chgData name="Zonghua Gu" userId="9a7e1853e1951ef5" providerId="LiveId" clId="{CF1FAA12-072C-4ED5-BA76-0FFFAEFDB88A}" dt="2025-10-07T20:24:17.346" v="1679" actId="1076"/>
          <ac:graphicFrameMkLst>
            <pc:docMk/>
            <pc:sldMk cId="1202265337" sldId="553"/>
            <ac:graphicFrameMk id="2" creationId="{00000000-0000-0000-0000-000000000000}"/>
          </ac:graphicFrameMkLst>
        </pc:graphicFrameChg>
        <pc:picChg chg="add del mod">
          <ac:chgData name="Zonghua Gu" userId="9a7e1853e1951ef5" providerId="LiveId" clId="{CF1FAA12-072C-4ED5-BA76-0FFFAEFDB88A}" dt="2025-10-07T21:14:53.695" v="2276" actId="478"/>
          <ac:picMkLst>
            <pc:docMk/>
            <pc:sldMk cId="1202265337" sldId="553"/>
            <ac:picMk id="8" creationId="{6280305F-7DE6-13F0-CB46-88E4DF41F5CA}"/>
          </ac:picMkLst>
        </pc:picChg>
      </pc:sldChg>
      <pc:sldChg chg="modSp mod">
        <pc:chgData name="Zonghua Gu" userId="9a7e1853e1951ef5" providerId="LiveId" clId="{CF1FAA12-072C-4ED5-BA76-0FFFAEFDB88A}" dt="2025-10-07T21:17:24.060" v="2277" actId="1076"/>
        <pc:sldMkLst>
          <pc:docMk/>
          <pc:sldMk cId="3985735849" sldId="756"/>
        </pc:sldMkLst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4" creationId="{00000000-0000-0000-0000-000000000000}"/>
          </ac:spMkLst>
        </pc:spChg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5" creationId="{00000000-0000-0000-0000-000000000000}"/>
          </ac:spMkLst>
        </pc:spChg>
      </pc:sldChg>
      <pc:sldChg chg="addSp delSp modSp new del mod">
        <pc:chgData name="Zonghua Gu" userId="9a7e1853e1951ef5" providerId="LiveId" clId="{CF1FAA12-072C-4ED5-BA76-0FFFAEFDB88A}" dt="2025-10-07T19:42:18.795" v="1142" actId="47"/>
        <pc:sldMkLst>
          <pc:docMk/>
          <pc:sldMk cId="705500504" sldId="757"/>
        </pc:sldMkLst>
        <pc:spChg chg="mod">
          <ac:chgData name="Zonghua Gu" userId="9a7e1853e1951ef5" providerId="LiveId" clId="{CF1FAA12-072C-4ED5-BA76-0FFFAEFDB88A}" dt="2025-10-07T19:01:45.607" v="297" actId="20577"/>
          <ac:spMkLst>
            <pc:docMk/>
            <pc:sldMk cId="705500504" sldId="757"/>
            <ac:spMk id="2" creationId="{6E606AA3-83FF-6DE4-006C-1DA4FB7E4617}"/>
          </ac:spMkLst>
        </pc:spChg>
        <pc:spChg chg="mod">
          <ac:chgData name="Zonghua Gu" userId="9a7e1853e1951ef5" providerId="LiveId" clId="{CF1FAA12-072C-4ED5-BA76-0FFFAEFDB88A}" dt="2025-10-07T19:19:44.382" v="827" actId="1076"/>
          <ac:spMkLst>
            <pc:docMk/>
            <pc:sldMk cId="705500504" sldId="757"/>
            <ac:spMk id="3" creationId="{F1918B30-C0D4-3881-A239-BA442B423354}"/>
          </ac:spMkLst>
        </pc:spChg>
        <pc:spChg chg="del mod">
          <ac:chgData name="Zonghua Gu" userId="9a7e1853e1951ef5" providerId="LiveId" clId="{CF1FAA12-072C-4ED5-BA76-0FFFAEFDB88A}" dt="2025-10-07T19:02:23.248" v="307" actId="3680"/>
          <ac:spMkLst>
            <pc:docMk/>
            <pc:sldMk cId="705500504" sldId="757"/>
            <ac:spMk id="4" creationId="{F61F74CE-D4AA-9F9B-D9B6-9914E391BFD2}"/>
          </ac:spMkLst>
        </pc:spChg>
        <pc:spChg chg="add mod">
          <ac:chgData name="Zonghua Gu" userId="9a7e1853e1951ef5" providerId="LiveId" clId="{CF1FAA12-072C-4ED5-BA76-0FFFAEFDB88A}" dt="2025-10-07T19:20:07.045" v="834" actId="1076"/>
          <ac:spMkLst>
            <pc:docMk/>
            <pc:sldMk cId="705500504" sldId="757"/>
            <ac:spMk id="10" creationId="{D845A258-3825-7DCD-7361-391E4C3AFB05}"/>
          </ac:spMkLst>
        </pc:spChg>
        <pc:spChg chg="add mod">
          <ac:chgData name="Zonghua Gu" userId="9a7e1853e1951ef5" providerId="LiveId" clId="{CF1FAA12-072C-4ED5-BA76-0FFFAEFDB88A}" dt="2025-10-07T19:20:07.045" v="834" actId="1076"/>
          <ac:spMkLst>
            <pc:docMk/>
            <pc:sldMk cId="705500504" sldId="757"/>
            <ac:spMk id="11" creationId="{CF86F2D5-1AD1-2A6A-5912-5258954A33E4}"/>
          </ac:spMkLst>
        </pc:spChg>
        <pc:spChg chg="add mod">
          <ac:chgData name="Zonghua Gu" userId="9a7e1853e1951ef5" providerId="LiveId" clId="{CF1FAA12-072C-4ED5-BA76-0FFFAEFDB88A}" dt="2025-10-07T19:06:53.700" v="389" actId="571"/>
          <ac:spMkLst>
            <pc:docMk/>
            <pc:sldMk cId="705500504" sldId="757"/>
            <ac:spMk id="12" creationId="{B067623C-D4FA-775E-9E9A-E301E64CC55D}"/>
          </ac:spMkLst>
        </pc:spChg>
        <pc:spChg chg="add mod">
          <ac:chgData name="Zonghua Gu" userId="9a7e1853e1951ef5" providerId="LiveId" clId="{CF1FAA12-072C-4ED5-BA76-0FFFAEFDB88A}" dt="2025-10-07T19:06:53.700" v="389" actId="571"/>
          <ac:spMkLst>
            <pc:docMk/>
            <pc:sldMk cId="705500504" sldId="757"/>
            <ac:spMk id="13" creationId="{09D1A0D9-5A67-C48A-DFF3-35AC000AD49A}"/>
          </ac:spMkLst>
        </pc:spChg>
        <pc:spChg chg="add mod">
          <ac:chgData name="Zonghua Gu" userId="9a7e1853e1951ef5" providerId="LiveId" clId="{CF1FAA12-072C-4ED5-BA76-0FFFAEFDB88A}" dt="2025-10-07T19:20:07.045" v="834" actId="1076"/>
          <ac:spMkLst>
            <pc:docMk/>
            <pc:sldMk cId="705500504" sldId="757"/>
            <ac:spMk id="14" creationId="{20DF5F17-06A3-1D79-1EBA-8E478D195167}"/>
          </ac:spMkLst>
        </pc:spChg>
        <pc:spChg chg="add mod">
          <ac:chgData name="Zonghua Gu" userId="9a7e1853e1951ef5" providerId="LiveId" clId="{CF1FAA12-072C-4ED5-BA76-0FFFAEFDB88A}" dt="2025-10-07T19:20:07.045" v="834" actId="1076"/>
          <ac:spMkLst>
            <pc:docMk/>
            <pc:sldMk cId="705500504" sldId="757"/>
            <ac:spMk id="15" creationId="{9D1BBCBA-79D2-2D66-C0CF-542921140E4F}"/>
          </ac:spMkLst>
        </pc:spChg>
        <pc:spChg chg="add mod">
          <ac:chgData name="Zonghua Gu" userId="9a7e1853e1951ef5" providerId="LiveId" clId="{CF1FAA12-072C-4ED5-BA76-0FFFAEFDB88A}" dt="2025-10-07T19:20:07.045" v="834" actId="1076"/>
          <ac:spMkLst>
            <pc:docMk/>
            <pc:sldMk cId="705500504" sldId="757"/>
            <ac:spMk id="16" creationId="{D0A3EF06-AE9A-C9F9-62D1-1F48FA1C5016}"/>
          </ac:spMkLst>
        </pc:spChg>
        <pc:spChg chg="add mod">
          <ac:chgData name="Zonghua Gu" userId="9a7e1853e1951ef5" providerId="LiveId" clId="{CF1FAA12-072C-4ED5-BA76-0FFFAEFDB88A}" dt="2025-10-07T19:34:51.536" v="1104" actId="20577"/>
          <ac:spMkLst>
            <pc:docMk/>
            <pc:sldMk cId="705500504" sldId="757"/>
            <ac:spMk id="17" creationId="{A4BD1D15-194E-C9CD-5B94-A7752EFE3107}"/>
          </ac:spMkLst>
        </pc:spChg>
        <pc:graphicFrameChg chg="add mod ord modGraphic">
          <ac:chgData name="Zonghua Gu" userId="9a7e1853e1951ef5" providerId="LiveId" clId="{CF1FAA12-072C-4ED5-BA76-0FFFAEFDB88A}" dt="2025-10-07T19:20:07.045" v="834" actId="1076"/>
          <ac:graphicFrameMkLst>
            <pc:docMk/>
            <pc:sldMk cId="705500504" sldId="757"/>
            <ac:graphicFrameMk id="7" creationId="{BC1D99AA-43F7-9C3D-5258-FF46D681E5B1}"/>
          </ac:graphicFrameMkLst>
        </pc:graphicFrameChg>
        <pc:picChg chg="add del mod">
          <ac:chgData name="Zonghua Gu" userId="9a7e1853e1951ef5" providerId="LiveId" clId="{CF1FAA12-072C-4ED5-BA76-0FFFAEFDB88A}" dt="2025-10-07T19:20:01.481" v="833" actId="478"/>
          <ac:picMkLst>
            <pc:docMk/>
            <pc:sldMk cId="705500504" sldId="757"/>
            <ac:picMk id="6" creationId="{0E6590C7-9C61-A588-DBE1-1065B8694F8F}"/>
          </ac:picMkLst>
        </pc:picChg>
        <pc:cxnChg chg="add mod">
          <ac:chgData name="Zonghua Gu" userId="9a7e1853e1951ef5" providerId="LiveId" clId="{CF1FAA12-072C-4ED5-BA76-0FFFAEFDB88A}" dt="2025-10-07T19:20:07.045" v="834" actId="1076"/>
          <ac:cxnSpMkLst>
            <pc:docMk/>
            <pc:sldMk cId="705500504" sldId="757"/>
            <ac:cxnSpMk id="9" creationId="{464DC46A-552D-FD88-1FA2-6937946CFB5F}"/>
          </ac:cxnSpMkLst>
        </pc:cxnChg>
      </pc:sldChg>
      <pc:sldChg chg="del">
        <pc:chgData name="Zonghua Gu" userId="9a7e1853e1951ef5" providerId="LiveId" clId="{CF1FAA12-072C-4ED5-BA76-0FFFAEFDB88A}" dt="2025-10-02T21:56:07.518" v="0" actId="47"/>
        <pc:sldMkLst>
          <pc:docMk/>
          <pc:sldMk cId="4000238983" sldId="757"/>
        </pc:sldMkLst>
      </pc:sldChg>
      <pc:sldChg chg="new del">
        <pc:chgData name="Zonghua Gu" userId="9a7e1853e1951ef5" providerId="LiveId" clId="{CF1FAA12-072C-4ED5-BA76-0FFFAEFDB88A}" dt="2025-10-07T18:54:27.709" v="288" actId="47"/>
        <pc:sldMkLst>
          <pc:docMk/>
          <pc:sldMk cId="4033289621" sldId="757"/>
        </pc:sldMkLst>
      </pc:sldChg>
      <pc:sldChg chg="modSp new del mod">
        <pc:chgData name="Zonghua Gu" userId="9a7e1853e1951ef5" providerId="LiveId" clId="{CF1FAA12-072C-4ED5-BA76-0FFFAEFDB88A}" dt="2025-10-07T20:10:16.146" v="1640" actId="47"/>
        <pc:sldMkLst>
          <pc:docMk/>
          <pc:sldMk cId="4230541128" sldId="758"/>
        </pc:sldMkLst>
        <pc:spChg chg="mod">
          <ac:chgData name="Zonghua Gu" userId="9a7e1853e1951ef5" providerId="LiveId" clId="{CF1FAA12-072C-4ED5-BA76-0FFFAEFDB88A}" dt="2025-10-07T19:07:50.767" v="428" actId="20577"/>
          <ac:spMkLst>
            <pc:docMk/>
            <pc:sldMk cId="4230541128" sldId="758"/>
            <ac:spMk id="2" creationId="{C7AE57CA-D2C8-7CED-41E6-7251D5FCE8DD}"/>
          </ac:spMkLst>
        </pc:spChg>
        <pc:spChg chg="mod">
          <ac:chgData name="Zonghua Gu" userId="9a7e1853e1951ef5" providerId="LiveId" clId="{CF1FAA12-072C-4ED5-BA76-0FFFAEFDB88A}" dt="2025-10-07T19:07:52.399" v="432" actId="20577"/>
          <ac:spMkLst>
            <pc:docMk/>
            <pc:sldMk cId="4230541128" sldId="758"/>
            <ac:spMk id="4" creationId="{E72ED3DE-9C09-5DB2-C674-50CFF7C0D981}"/>
          </ac:spMkLst>
        </pc:spChg>
      </pc:sldChg>
      <pc:sldChg chg="addSp delSp modSp add mod">
        <pc:chgData name="Zonghua Gu" userId="9a7e1853e1951ef5" providerId="LiveId" clId="{CF1FAA12-072C-4ED5-BA76-0FFFAEFDB88A}" dt="2025-10-07T21:02:21.160" v="2174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5-10-07T21:02:21.160" v="2174"/>
          <ac:spMkLst>
            <pc:docMk/>
            <pc:sldMk cId="318776835" sldId="759"/>
            <ac:spMk id="17" creationId="{658B7139-5799-44B4-1A44-150FA6D124BE}"/>
          </ac:spMkLst>
        </pc:spChg>
        <pc:graphicFrameChg chg="modGraphic">
          <ac:chgData name="Zonghua Gu" userId="9a7e1853e1951ef5" providerId="LiveId" clId="{CF1FAA12-072C-4ED5-BA76-0FFFAEFDB88A}" dt="2025-10-07T20:03:45.457" v="1572" actId="122"/>
          <ac:graphicFrameMkLst>
            <pc:docMk/>
            <pc:sldMk cId="318776835" sldId="759"/>
            <ac:graphicFrameMk id="7" creationId="{D38D1C5D-70ED-DB91-3E47-11F805CC6D31}"/>
          </ac:graphicFrameMkLst>
        </pc:graphicFrameChg>
        <pc:picChg chg="add del mod">
          <ac:chgData name="Zonghua Gu" userId="9a7e1853e1951ef5" providerId="LiveId" clId="{CF1FAA12-072C-4ED5-BA76-0FFFAEFDB88A}" dt="2025-10-07T20:01:20.765" v="1556" actId="478"/>
          <ac:picMkLst>
            <pc:docMk/>
            <pc:sldMk cId="318776835" sldId="759"/>
            <ac:picMk id="4" creationId="{4B63A02B-968F-1C10-6EE0-FA6B5D7199F4}"/>
          </ac:picMkLst>
        </pc:picChg>
      </pc:sldChg>
      <pc:sldChg chg="addSp delSp new del mod">
        <pc:chgData name="Zonghua Gu" userId="9a7e1853e1951ef5" providerId="LiveId" clId="{CF1FAA12-072C-4ED5-BA76-0FFFAEFDB88A}" dt="2025-10-07T20:10:16.146" v="1640" actId="47"/>
        <pc:sldMkLst>
          <pc:docMk/>
          <pc:sldMk cId="1597550869" sldId="760"/>
        </pc:sldMkLst>
        <pc:picChg chg="add del">
          <ac:chgData name="Zonghua Gu" userId="9a7e1853e1951ef5" providerId="LiveId" clId="{CF1FAA12-072C-4ED5-BA76-0FFFAEFDB88A}" dt="2025-10-07T19:20:43.236" v="839" actId="21"/>
          <ac:picMkLst>
            <pc:docMk/>
            <pc:sldMk cId="1597550869" sldId="760"/>
            <ac:picMk id="6" creationId="{EFE5D3CD-27B4-BDAE-A586-DA8D70C71FFD}"/>
          </ac:picMkLst>
        </pc:picChg>
      </pc:sldChg>
      <pc:sldChg chg="addSp delSp modSp add mod">
        <pc:chgData name="Zonghua Gu" userId="9a7e1853e1951ef5" providerId="LiveId" clId="{CF1FAA12-072C-4ED5-BA76-0FFFAEFDB88A}" dt="2025-10-07T21:02:41.601" v="2184" actId="20577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5-10-07T19:21:30.829" v="854" actId="20577"/>
          <ac:spMkLst>
            <pc:docMk/>
            <pc:sldMk cId="2712133478" sldId="761"/>
            <ac:spMk id="14" creationId="{1FF76F53-5DA3-D6CF-8F8F-9324B627C10B}"/>
          </ac:spMkLst>
        </pc:spChg>
        <pc:spChg chg="mod">
          <ac:chgData name="Zonghua Gu" userId="9a7e1853e1951ef5" providerId="LiveId" clId="{CF1FAA12-072C-4ED5-BA76-0FFFAEFDB88A}" dt="2025-10-07T19:21:33.302" v="856" actId="20577"/>
          <ac:spMkLst>
            <pc:docMk/>
            <pc:sldMk cId="2712133478" sldId="761"/>
            <ac:spMk id="15" creationId="{FE0D15DC-646A-21C1-D6F0-DE4BAC6CF37C}"/>
          </ac:spMkLst>
        </pc:spChg>
        <pc:spChg chg="mod">
          <ac:chgData name="Zonghua Gu" userId="9a7e1853e1951ef5" providerId="LiveId" clId="{CF1FAA12-072C-4ED5-BA76-0FFFAEFDB88A}" dt="2025-10-07T19:21:36.868" v="857" actId="20577"/>
          <ac:spMkLst>
            <pc:docMk/>
            <pc:sldMk cId="2712133478" sldId="761"/>
            <ac:spMk id="16" creationId="{5A108FE9-588E-77EE-BD79-E4558D660349}"/>
          </ac:spMkLst>
        </pc:spChg>
        <pc:spChg chg="mod">
          <ac:chgData name="Zonghua Gu" userId="9a7e1853e1951ef5" providerId="LiveId" clId="{CF1FAA12-072C-4ED5-BA76-0FFFAEFDB88A}" dt="2025-10-07T21:02:41.601" v="2184" actId="20577"/>
          <ac:spMkLst>
            <pc:docMk/>
            <pc:sldMk cId="2712133478" sldId="761"/>
            <ac:spMk id="17" creationId="{F1EE9D29-0EC8-C282-D9A8-61D934AF61E2}"/>
          </ac:spMkLst>
        </pc:spChg>
        <pc:graphicFrameChg chg="modGraphic">
          <ac:chgData name="Zonghua Gu" userId="9a7e1853e1951ef5" providerId="LiveId" clId="{CF1FAA12-072C-4ED5-BA76-0FFFAEFDB88A}" dt="2025-10-07T20:03:41.692" v="1571" actId="122"/>
          <ac:graphicFrameMkLst>
            <pc:docMk/>
            <pc:sldMk cId="2712133478" sldId="761"/>
            <ac:graphicFrameMk id="7" creationId="{1C989774-40F6-4ECA-BFC8-71C9B5169472}"/>
          </ac:graphicFrameMkLst>
        </pc:graphicFrameChg>
        <pc:picChg chg="add del mod">
          <ac:chgData name="Zonghua Gu" userId="9a7e1853e1951ef5" providerId="LiveId" clId="{CF1FAA12-072C-4ED5-BA76-0FFFAEFDB88A}" dt="2025-10-07T20:01:55.678" v="1558" actId="478"/>
          <ac:picMkLst>
            <pc:docMk/>
            <pc:sldMk cId="2712133478" sldId="761"/>
            <ac:picMk id="4" creationId="{429FC937-121E-36DC-FC6A-8B69161C7BD5}"/>
          </ac:picMkLst>
        </pc:picChg>
        <pc:picChg chg="add del mod">
          <ac:chgData name="Zonghua Gu" userId="9a7e1853e1951ef5" providerId="LiveId" clId="{CF1FAA12-072C-4ED5-BA76-0FFFAEFDB88A}" dt="2025-10-07T20:46:55.189" v="2078" actId="478"/>
          <ac:picMkLst>
            <pc:docMk/>
            <pc:sldMk cId="2712133478" sldId="761"/>
            <ac:picMk id="4" creationId="{5D0D2491-926F-036D-F417-022511392A41}"/>
          </ac:picMkLst>
        </pc:picChg>
        <pc:picChg chg="add del mod">
          <ac:chgData name="Zonghua Gu" userId="9a7e1853e1951ef5" providerId="LiveId" clId="{CF1FAA12-072C-4ED5-BA76-0FFFAEFDB88A}" dt="2025-10-07T19:25:41.512" v="929" actId="478"/>
          <ac:picMkLst>
            <pc:docMk/>
            <pc:sldMk cId="2712133478" sldId="761"/>
            <ac:picMk id="6" creationId="{EFE5D3CD-27B4-BDAE-A586-DA8D70C71FFD}"/>
          </ac:picMkLst>
        </pc:picChg>
      </pc:sldChg>
      <pc:sldChg chg="addSp delSp modSp add mod">
        <pc:chgData name="Zonghua Gu" userId="9a7e1853e1951ef5" providerId="LiveId" clId="{CF1FAA12-072C-4ED5-BA76-0FFFAEFDB88A}" dt="2025-10-07T21:06:27.882" v="2268" actId="1076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5-10-07T19:27:27.529" v="944" actId="20577"/>
          <ac:spMkLst>
            <pc:docMk/>
            <pc:sldMk cId="482610726" sldId="762"/>
            <ac:spMk id="14" creationId="{13A27D9B-9EBF-08B8-4E8F-09D45776E8CB}"/>
          </ac:spMkLst>
        </pc:spChg>
        <pc:spChg chg="mod">
          <ac:chgData name="Zonghua Gu" userId="9a7e1853e1951ef5" providerId="LiveId" clId="{CF1FAA12-072C-4ED5-BA76-0FFFAEFDB88A}" dt="2025-10-07T19:28:05.751" v="969" actId="404"/>
          <ac:spMkLst>
            <pc:docMk/>
            <pc:sldMk cId="482610726" sldId="762"/>
            <ac:spMk id="15" creationId="{67DCB79A-ACA6-590E-3592-3F2243A23EFD}"/>
          </ac:spMkLst>
        </pc:spChg>
        <pc:spChg chg="mod">
          <ac:chgData name="Zonghua Gu" userId="9a7e1853e1951ef5" providerId="LiveId" clId="{CF1FAA12-072C-4ED5-BA76-0FFFAEFDB88A}" dt="2025-10-07T19:28:22.252" v="972" actId="20577"/>
          <ac:spMkLst>
            <pc:docMk/>
            <pc:sldMk cId="482610726" sldId="762"/>
            <ac:spMk id="16" creationId="{7CF8F5E2-238C-2AD4-FEDA-207B99D98563}"/>
          </ac:spMkLst>
        </pc:spChg>
        <pc:spChg chg="mod">
          <ac:chgData name="Zonghua Gu" userId="9a7e1853e1951ef5" providerId="LiveId" clId="{CF1FAA12-072C-4ED5-BA76-0FFFAEFDB88A}" dt="2025-10-07T21:06:27.882" v="2268" actId="1076"/>
          <ac:spMkLst>
            <pc:docMk/>
            <pc:sldMk cId="482610726" sldId="762"/>
            <ac:spMk id="17" creationId="{624BD3A1-CEAD-729E-A0ED-B1CE1475FB6C}"/>
          </ac:spMkLst>
        </pc:spChg>
        <pc:graphicFrameChg chg="modGraphic">
          <ac:chgData name="Zonghua Gu" userId="9a7e1853e1951ef5" providerId="LiveId" clId="{CF1FAA12-072C-4ED5-BA76-0FFFAEFDB88A}" dt="2025-10-07T20:03:23.225" v="1570" actId="122"/>
          <ac:graphicFrameMkLst>
            <pc:docMk/>
            <pc:sldMk cId="482610726" sldId="762"/>
            <ac:graphicFrameMk id="7" creationId="{E7B1EB4D-9D56-E473-23EC-2DCBC92C1FA8}"/>
          </ac:graphicFrameMkLst>
        </pc:graphicFrameChg>
        <pc:picChg chg="add del mod">
          <ac:chgData name="Zonghua Gu" userId="9a7e1853e1951ef5" providerId="LiveId" clId="{CF1FAA12-072C-4ED5-BA76-0FFFAEFDB88A}" dt="2025-10-07T20:47:10.083" v="2081" actId="478"/>
          <ac:picMkLst>
            <pc:docMk/>
            <pc:sldMk cId="482610726" sldId="762"/>
            <ac:picMk id="4" creationId="{8AAB9875-2313-FA2E-9193-F397ADC323E0}"/>
          </ac:picMkLst>
        </pc:picChg>
        <pc:picChg chg="add del mod">
          <ac:chgData name="Zonghua Gu" userId="9a7e1853e1951ef5" providerId="LiveId" clId="{CF1FAA12-072C-4ED5-BA76-0FFFAEFDB88A}" dt="2025-10-07T19:34:19.368" v="1100" actId="478"/>
          <ac:picMkLst>
            <pc:docMk/>
            <pc:sldMk cId="482610726" sldId="762"/>
            <ac:picMk id="5" creationId="{CBF08CFD-A815-A27F-314F-DA9C8507F95B}"/>
          </ac:picMkLst>
        </pc:picChg>
        <pc:picChg chg="add del mod">
          <ac:chgData name="Zonghua Gu" userId="9a7e1853e1951ef5" providerId="LiveId" clId="{CF1FAA12-072C-4ED5-BA76-0FFFAEFDB88A}" dt="2025-10-07T19:41:43.405" v="1141" actId="478"/>
          <ac:picMkLst>
            <pc:docMk/>
            <pc:sldMk cId="482610726" sldId="762"/>
            <ac:picMk id="8" creationId="{F42990EF-E3AF-1214-3842-C47130FE227D}"/>
          </ac:picMkLst>
        </pc:picChg>
        <pc:picChg chg="add del mod">
          <ac:chgData name="Zonghua Gu" userId="9a7e1853e1951ef5" providerId="LiveId" clId="{CF1FAA12-072C-4ED5-BA76-0FFFAEFDB88A}" dt="2025-10-07T20:05:45.440" v="1593" actId="478"/>
          <ac:picMkLst>
            <pc:docMk/>
            <pc:sldMk cId="482610726" sldId="762"/>
            <ac:picMk id="12" creationId="{C8BAA35B-A1D6-2A9B-C3FD-8F923A0B7A51}"/>
          </ac:picMkLst>
        </pc:picChg>
      </pc:sldChg>
      <pc:sldChg chg="addSp delSp modSp add mod modNotesTx">
        <pc:chgData name="Zonghua Gu" userId="9a7e1853e1951ef5" providerId="LiveId" clId="{CF1FAA12-072C-4ED5-BA76-0FFFAEFDB88A}" dt="2025-10-07T21:07:03.948" v="2271" actId="14100"/>
        <pc:sldMkLst>
          <pc:docMk/>
          <pc:sldMk cId="3741490578" sldId="763"/>
        </pc:sldMkLst>
        <pc:spChg chg="add">
          <ac:chgData name="Zonghua Gu" userId="9a7e1853e1951ef5" providerId="LiveId" clId="{CF1FAA12-072C-4ED5-BA76-0FFFAEFDB88A}" dt="2025-10-07T20:38:01.706" v="1956"/>
          <ac:spMkLst>
            <pc:docMk/>
            <pc:sldMk cId="3741490578" sldId="763"/>
            <ac:spMk id="4" creationId="{B95CDF97-AA90-2DC0-E187-5319021C40F2}"/>
          </ac:spMkLst>
        </pc:spChg>
        <pc:spChg chg="mod">
          <ac:chgData name="Zonghua Gu" userId="9a7e1853e1951ef5" providerId="LiveId" clId="{CF1FAA12-072C-4ED5-BA76-0FFFAEFDB88A}" dt="2025-10-07T19:47:40.968" v="1303" actId="20577"/>
          <ac:spMkLst>
            <pc:docMk/>
            <pc:sldMk cId="3741490578" sldId="763"/>
            <ac:spMk id="11" creationId="{35702EE7-77AE-83EC-DBDD-6F6BFDB540CB}"/>
          </ac:spMkLst>
        </pc:spChg>
        <pc:spChg chg="mod">
          <ac:chgData name="Zonghua Gu" userId="9a7e1853e1951ef5" providerId="LiveId" clId="{CF1FAA12-072C-4ED5-BA76-0FFFAEFDB88A}" dt="2025-10-07T19:47:43.192" v="1305" actId="20577"/>
          <ac:spMkLst>
            <pc:docMk/>
            <pc:sldMk cId="3741490578" sldId="763"/>
            <ac:spMk id="14" creationId="{E7DE8F13-E87B-85C0-3E66-3A282E155966}"/>
          </ac:spMkLst>
        </pc:spChg>
        <pc:spChg chg="mod">
          <ac:chgData name="Zonghua Gu" userId="9a7e1853e1951ef5" providerId="LiveId" clId="{CF1FAA12-072C-4ED5-BA76-0FFFAEFDB88A}" dt="2025-10-07T19:48:14.634" v="1322" actId="20577"/>
          <ac:spMkLst>
            <pc:docMk/>
            <pc:sldMk cId="3741490578" sldId="763"/>
            <ac:spMk id="15" creationId="{246E3F86-0810-DA82-7EA1-5E17D0846E2F}"/>
          </ac:spMkLst>
        </pc:spChg>
        <pc:spChg chg="mod">
          <ac:chgData name="Zonghua Gu" userId="9a7e1853e1951ef5" providerId="LiveId" clId="{CF1FAA12-072C-4ED5-BA76-0FFFAEFDB88A}" dt="2025-10-07T19:51:32.505" v="1395" actId="20577"/>
          <ac:spMkLst>
            <pc:docMk/>
            <pc:sldMk cId="3741490578" sldId="763"/>
            <ac:spMk id="16" creationId="{96317C32-947E-A6F4-BC8E-C46284D01C24}"/>
          </ac:spMkLst>
        </pc:spChg>
        <pc:spChg chg="mod">
          <ac:chgData name="Zonghua Gu" userId="9a7e1853e1951ef5" providerId="LiveId" clId="{CF1FAA12-072C-4ED5-BA76-0FFFAEFDB88A}" dt="2025-10-07T21:07:03.948" v="2271" actId="14100"/>
          <ac:spMkLst>
            <pc:docMk/>
            <pc:sldMk cId="3741490578" sldId="763"/>
            <ac:spMk id="17" creationId="{4AB0EB01-AB9A-79D1-E864-47FEB2A8BB2A}"/>
          </ac:spMkLst>
        </pc:spChg>
        <pc:graphicFrameChg chg="mod modGraphic">
          <ac:chgData name="Zonghua Gu" userId="9a7e1853e1951ef5" providerId="LiveId" clId="{CF1FAA12-072C-4ED5-BA76-0FFFAEFDB88A}" dt="2025-10-07T19:51:14.504" v="1394" actId="20577"/>
          <ac:graphicFrameMkLst>
            <pc:docMk/>
            <pc:sldMk cId="3741490578" sldId="763"/>
            <ac:graphicFrameMk id="7" creationId="{C0675F8E-EB20-E461-4C15-CD0B7BF942DE}"/>
          </ac:graphicFrameMkLst>
        </pc:graphicFrameChg>
        <pc:picChg chg="add del mod">
          <ac:chgData name="Zonghua Gu" userId="9a7e1853e1951ef5" providerId="LiveId" clId="{CF1FAA12-072C-4ED5-BA76-0FFFAEFDB88A}" dt="2025-10-07T19:54:52.026" v="1485" actId="21"/>
          <ac:picMkLst>
            <pc:docMk/>
            <pc:sldMk cId="3741490578" sldId="763"/>
            <ac:picMk id="5" creationId="{F6E7606E-4F9D-CCF8-30B4-7E08D2C91B4B}"/>
          </ac:picMkLst>
        </pc:picChg>
        <pc:picChg chg="add del mod">
          <ac:chgData name="Zonghua Gu" userId="9a7e1853e1951ef5" providerId="LiveId" clId="{CF1FAA12-072C-4ED5-BA76-0FFFAEFDB88A}" dt="2025-10-07T20:08:40.493" v="1637" actId="478"/>
          <ac:picMkLst>
            <pc:docMk/>
            <pc:sldMk cId="3741490578" sldId="763"/>
            <ac:picMk id="6" creationId="{12413D76-1F0E-6C48-1452-E66D9C7E53AA}"/>
          </ac:picMkLst>
        </pc:picChg>
        <pc:picChg chg="add del mod">
          <ac:chgData name="Zonghua Gu" userId="9a7e1853e1951ef5" providerId="LiveId" clId="{CF1FAA12-072C-4ED5-BA76-0FFFAEFDB88A}" dt="2025-10-07T20:40:59.861" v="2010" actId="478"/>
          <ac:picMkLst>
            <pc:docMk/>
            <pc:sldMk cId="3741490578" sldId="763"/>
            <ac:picMk id="6" creationId="{5F98AC27-F84A-12E1-DF17-55098A7F9098}"/>
          </ac:picMkLst>
        </pc:picChg>
        <pc:picChg chg="add del mod">
          <ac:chgData name="Zonghua Gu" userId="9a7e1853e1951ef5" providerId="LiveId" clId="{CF1FAA12-072C-4ED5-BA76-0FFFAEFDB88A}" dt="2025-10-07T20:47:26.599" v="2084" actId="478"/>
          <ac:picMkLst>
            <pc:docMk/>
            <pc:sldMk cId="3741490578" sldId="763"/>
            <ac:picMk id="8" creationId="{B04D8E32-79F0-A72D-D931-5C3919D00B37}"/>
          </ac:picMkLst>
        </pc:picChg>
      </pc:sldChg>
      <pc:sldChg chg="addSp delSp modSp new mod">
        <pc:chgData name="Zonghua Gu" userId="9a7e1853e1951ef5" providerId="LiveId" clId="{CF1FAA12-072C-4ED5-BA76-0FFFAEFDB88A}" dt="2025-10-07T20:00:57.561" v="1552" actId="1076"/>
        <pc:sldMkLst>
          <pc:docMk/>
          <pc:sldMk cId="220632585" sldId="764"/>
        </pc:sldMkLst>
        <pc:picChg chg="add del mod">
          <ac:chgData name="Zonghua Gu" userId="9a7e1853e1951ef5" providerId="LiveId" clId="{CF1FAA12-072C-4ED5-BA76-0FFFAEFDB88A}" dt="2025-10-07T19:55:17.120" v="1489" actId="478"/>
          <ac:picMkLst>
            <pc:docMk/>
            <pc:sldMk cId="220632585" sldId="764"/>
            <ac:picMk id="5" creationId="{F6E7606E-4F9D-CCF8-30B4-7E08D2C91B4B}"/>
          </ac:picMkLst>
        </pc:picChg>
        <pc:picChg chg="add del mod">
          <ac:chgData name="Zonghua Gu" userId="9a7e1853e1951ef5" providerId="LiveId" clId="{CF1FAA12-072C-4ED5-BA76-0FFFAEFDB88A}" dt="2025-10-07T19:56:39.348" v="1494" actId="478"/>
          <ac:picMkLst>
            <pc:docMk/>
            <pc:sldMk cId="220632585" sldId="764"/>
            <ac:picMk id="7" creationId="{B941FB5D-6FF9-C3D0-385F-00800F05C85D}"/>
          </ac:picMkLst>
        </pc:picChg>
        <pc:picChg chg="add del mod">
          <ac:chgData name="Zonghua Gu" userId="9a7e1853e1951ef5" providerId="LiveId" clId="{CF1FAA12-072C-4ED5-BA76-0FFFAEFDB88A}" dt="2025-10-07T19:56:39.348" v="1494" actId="478"/>
          <ac:picMkLst>
            <pc:docMk/>
            <pc:sldMk cId="220632585" sldId="764"/>
            <ac:picMk id="9" creationId="{04429423-30D5-F78C-2FF5-924C975902BB}"/>
          </ac:picMkLst>
        </pc:picChg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1" creationId="{62D51E8B-70F1-53EE-AD4B-F18641609879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3" creationId="{52270794-1CFF-336B-C8A3-71E6232C6BEB}"/>
          </ac:picMkLst>
        </pc:picChg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5" creationId="{CF5B4FC4-7E21-DCE8-0AA2-1E2E416AE0D5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7" creationId="{C8D4E74F-BA44-C4D4-025B-1B21C4165DAE}"/>
          </ac:picMkLst>
        </pc:picChg>
      </pc:sldChg>
      <pc:sldChg chg="new del">
        <pc:chgData name="Zonghua Gu" userId="9a7e1853e1951ef5" providerId="LiveId" clId="{CF1FAA12-072C-4ED5-BA76-0FFFAEFDB88A}" dt="2025-10-07T20:34:52.952" v="1950" actId="47"/>
        <pc:sldMkLst>
          <pc:docMk/>
          <pc:sldMk cId="395910308" sldId="765"/>
        </pc:sldMkLst>
      </pc:sldChg>
      <pc:sldChg chg="new del">
        <pc:chgData name="Zonghua Gu" userId="9a7e1853e1951ef5" providerId="LiveId" clId="{CF1FAA12-072C-4ED5-BA76-0FFFAEFDB88A}" dt="2025-10-07T21:09:55.058" v="2273" actId="47"/>
        <pc:sldMkLst>
          <pc:docMk/>
          <pc:sldMk cId="1665887641" sldId="765"/>
        </pc:sldMkLst>
      </pc:sldChg>
      <pc:sldChg chg="new del">
        <pc:chgData name="Zonghua Gu" userId="9a7e1853e1951ef5" providerId="LiveId" clId="{CF1FAA12-072C-4ED5-BA76-0FFFAEFDB88A}" dt="2025-10-07T20:47:52.948" v="2086" actId="680"/>
        <pc:sldMkLst>
          <pc:docMk/>
          <pc:sldMk cId="2797113027" sldId="76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10/7/2025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10/7/2025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3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-vOP2yRUj4&amp;list=PLRJhV4hUhIymmp5CCeIFPyxbknsdcXCc8&amp;index=25" TargetMode="External"/><Relationship Id="rId2" Type="http://schemas.openxmlformats.org/officeDocument/2006/relationships/hyperlink" Target="https://www.youtube.com/watch?v=9cXe_T99nL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SGJibM1D2_A&amp;list=PLRJhV4hUhIymmp5CCeIFPyxbknsdcXCc8&amp;index=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20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20" y="1487517"/>
            <a:ext cx="87122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r0,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91000" y="4999990"/>
            <a:ext cx="2514600" cy="1356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25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28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“~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“!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483" t="-2469" r="-966" b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0x1E6A2C48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505200" y="4420711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80916"/>
              </p:ext>
            </p:extLst>
          </p:nvPr>
        </p:nvGraphicFramePr>
        <p:xfrm>
          <a:off x="1981200" y="13716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can be replaced by a rotate right with a different rotate offset.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00" t="-1852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blipFill>
                <a:blip r:embed="rId4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259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48646" y="5590219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35294" y="4249912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 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83577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</m:t>
                        </m:r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6897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 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with LSR sign bit is lost !</a:t>
                </a:r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1117229"/>
              </a:xfrm>
              <a:prstGeom prst="rect">
                <a:avLst/>
              </a:prstGeom>
              <a:blipFill>
                <a:blip r:embed="rId5"/>
                <a:stretch>
                  <a:fillRect t="-3333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17"/>
          <p:cNvSpPr/>
          <p:nvPr/>
        </p:nvSpPr>
        <p:spPr>
          <a:xfrm flipV="1">
            <a:off x="6973324" y="3347467"/>
            <a:ext cx="403172" cy="12890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22065" y="600143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  <p:bldP spid="6" grpId="0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38199" y="4209330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−524288/2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303" t="-8475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69335" y="6044762"/>
            <a:ext cx="539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         ASR is equivalent to signed integer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−4096/2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/>
          <p:cNvSpPr/>
          <p:nvPr/>
        </p:nvSpPr>
        <p:spPr>
          <a:xfrm>
            <a:off x="6324600" y="5983070"/>
            <a:ext cx="586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65760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0x0000_000E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bits is equivalent to rotate right ROR by 32-m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799" y="5181600"/>
            <a:ext cx="3962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4315" y="5569262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= 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799" y="5540514"/>
            <a:ext cx="5599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2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(unsigned).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(signed).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ADD:</a:t>
            </a:r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pPr lvl="1"/>
            <a:r>
              <a:rPr lang="en-US" sz="1800" dirty="0"/>
              <a:t>LDR r6, [r5]   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r4 using the address in r5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6795194" cy="683213"/>
            <a:chOff x="2286000" y="2022826"/>
            <a:chExt cx="6795194" cy="683213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38995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Updates carry flag, </a:t>
              </a:r>
            </a:p>
            <a:p>
              <a:r>
                <a:rPr lang="en-US" dirty="0"/>
                <a:t>since ANDS does not update carry flag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23620" y="3200400"/>
            <a:ext cx="8263180" cy="31393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is unaffected by ANDS, since logical operations don't affect overflow. It was set be previous shift “r0, LSL #1” to be C=1 </a:t>
            </a:r>
          </a:p>
          <a:p>
            <a:r>
              <a:rPr lang="en-US" dirty="0"/>
              <a:t>V is unaffected by ANDS or shift (left unchanged from its previous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5847242" cy="683213"/>
            <a:chOff x="2286000" y="2022826"/>
            <a:chExt cx="5847242" cy="683213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9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29516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Does NOT update carry flag, </a:t>
              </a:r>
            </a:p>
            <a:p>
              <a:r>
                <a:rPr lang="en-US" dirty="0"/>
                <a:t>since ADDS updates flags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1" y="2959272"/>
            <a:ext cx="8458200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71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If two operands have same sign, and the result has opposite sign, then V = 1; else V = 0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negative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3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4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3569</TotalTime>
  <Words>10312</Words>
  <Application>Microsoft Office PowerPoint</Application>
  <PresentationFormat>Widescreen</PresentationFormat>
  <Paragraphs>1531</Paragraphs>
  <Slides>77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94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</vt:lpstr>
      <vt:lpstr>Shift Operations</vt:lpstr>
      <vt:lpstr>Shift Operations</vt:lpstr>
      <vt:lpstr>Rotate Operations</vt:lpstr>
      <vt:lpstr>Rotate Operations</vt:lpstr>
      <vt:lpstr>Barrel Shifter More Examples</vt:lpstr>
      <vt:lpstr>SUB vs. RSB</vt:lpstr>
      <vt:lpstr>Integer Array Access with LSL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</vt:lpstr>
      <vt:lpstr>Example</vt:lpstr>
      <vt:lpstr>PowerPoint Presentation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380</cp:revision>
  <dcterms:created xsi:type="dcterms:W3CDTF">2014-02-05T02:41:42Z</dcterms:created>
  <dcterms:modified xsi:type="dcterms:W3CDTF">2025-10-07T21:17:25Z</dcterms:modified>
</cp:coreProperties>
</file>