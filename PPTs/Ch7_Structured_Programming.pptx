
<file path=[Content_Types].xml><?xml version="1.0" encoding="utf-8"?>
<Types xmlns="http://schemas.openxmlformats.org/package/2006/content-types">
  <Default Extension="emf" ContentType="image/x-emf"/>
  <Default Extension="gif" ContentType="image/gif"/>
  <Default Extension="jpe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25"/>
  </p:notesMasterIdLst>
  <p:handoutMasterIdLst>
    <p:handoutMasterId r:id="rId26"/>
  </p:handoutMasterIdLst>
  <p:sldIdLst>
    <p:sldId id="276" r:id="rId2"/>
    <p:sldId id="258" r:id="rId3"/>
    <p:sldId id="275" r:id="rId4"/>
    <p:sldId id="274" r:id="rId5"/>
    <p:sldId id="257" r:id="rId6"/>
    <p:sldId id="259" r:id="rId7"/>
    <p:sldId id="260" r:id="rId8"/>
    <p:sldId id="264" r:id="rId9"/>
    <p:sldId id="265" r:id="rId10"/>
    <p:sldId id="266" r:id="rId11"/>
    <p:sldId id="267" r:id="rId12"/>
    <p:sldId id="268" r:id="rId13"/>
    <p:sldId id="269" r:id="rId14"/>
    <p:sldId id="270" r:id="rId15"/>
    <p:sldId id="280" r:id="rId16"/>
    <p:sldId id="271" r:id="rId17"/>
    <p:sldId id="277" r:id="rId18"/>
    <p:sldId id="281" r:id="rId19"/>
    <p:sldId id="278" r:id="rId20"/>
    <p:sldId id="282" r:id="rId21"/>
    <p:sldId id="272" r:id="rId22"/>
    <p:sldId id="273" r:id="rId23"/>
    <p:sldId id="279" r:id="rId2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00FF"/>
    <a:srgbClr val="0066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D199E1C-04BE-40D6-B535-17CF406A969B}" v="29" dt="2025-10-05T00:57:00.713"/>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SorterView">
  <p:normalViewPr>
    <p:restoredLeft sz="15447"/>
    <p:restoredTop sz="76601" autoAdjust="0"/>
  </p:normalViewPr>
  <p:slideViewPr>
    <p:cSldViewPr>
      <p:cViewPr varScale="1">
        <p:scale>
          <a:sx n="63" d="100"/>
          <a:sy n="63" d="100"/>
        </p:scale>
        <p:origin x="1435" y="58"/>
      </p:cViewPr>
      <p:guideLst>
        <p:guide orient="horz" pos="2160"/>
        <p:guide pos="3840"/>
      </p:guideLst>
    </p:cSldViewPr>
  </p:slideViewPr>
  <p:notesTextViewPr>
    <p:cViewPr>
      <p:scale>
        <a:sx n="1" d="1"/>
        <a:sy n="1" d="1"/>
      </p:scale>
      <p:origin x="0" y="0"/>
    </p:cViewPr>
  </p:notesTextViewPr>
  <p:sorterViewPr>
    <p:cViewPr>
      <p:scale>
        <a:sx n="200" d="100"/>
        <a:sy n="200" d="100"/>
      </p:scale>
      <p:origin x="0" y="-21173"/>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handoutMaster" Target="handoutMasters/handout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Zonghua Gu" userId="9a7e1853e1951ef5" providerId="LiveId" clId="{CF1FAA12-072C-4ED5-BA76-0FFFAEFDB88A}"/>
    <pc:docChg chg="undo custSel addSld delSld modSld">
      <pc:chgData name="Zonghua Gu" userId="9a7e1853e1951ef5" providerId="LiveId" clId="{CF1FAA12-072C-4ED5-BA76-0FFFAEFDB88A}" dt="2025-10-05T00:57:00.713" v="116"/>
      <pc:docMkLst>
        <pc:docMk/>
      </pc:docMkLst>
      <pc:sldChg chg="del">
        <pc:chgData name="Zonghua Gu" userId="9a7e1853e1951ef5" providerId="LiveId" clId="{CF1FAA12-072C-4ED5-BA76-0FFFAEFDB88A}" dt="2025-10-05T00:42:20.238" v="2" actId="47"/>
        <pc:sldMkLst>
          <pc:docMk/>
          <pc:sldMk cId="1683281344" sldId="256"/>
        </pc:sldMkLst>
      </pc:sldChg>
      <pc:sldChg chg="modSp">
        <pc:chgData name="Zonghua Gu" userId="9a7e1853e1951ef5" providerId="LiveId" clId="{CF1FAA12-072C-4ED5-BA76-0FFFAEFDB88A}" dt="2025-10-05T00:49:25.753" v="76"/>
        <pc:sldMkLst>
          <pc:docMk/>
          <pc:sldMk cId="2121584779" sldId="258"/>
        </pc:sldMkLst>
        <pc:spChg chg="mod">
          <ac:chgData name="Zonghua Gu" userId="9a7e1853e1951ef5" providerId="LiveId" clId="{CF1FAA12-072C-4ED5-BA76-0FFFAEFDB88A}" dt="2025-10-05T00:49:25.753" v="76"/>
          <ac:spMkLst>
            <pc:docMk/>
            <pc:sldMk cId="2121584779" sldId="258"/>
            <ac:spMk id="7" creationId="{00000000-0000-0000-0000-000000000000}"/>
          </ac:spMkLst>
        </pc:spChg>
      </pc:sldChg>
      <pc:sldChg chg="addSp modSp mod">
        <pc:chgData name="Zonghua Gu" userId="9a7e1853e1951ef5" providerId="LiveId" clId="{CF1FAA12-072C-4ED5-BA76-0FFFAEFDB88A}" dt="2025-10-05T00:44:54.632" v="40" actId="20577"/>
        <pc:sldMkLst>
          <pc:docMk/>
          <pc:sldMk cId="323246616" sldId="260"/>
        </pc:sldMkLst>
        <pc:spChg chg="add mod">
          <ac:chgData name="Zonghua Gu" userId="9a7e1853e1951ef5" providerId="LiveId" clId="{CF1FAA12-072C-4ED5-BA76-0FFFAEFDB88A}" dt="2025-10-05T00:44:52.196" v="38" actId="20577"/>
          <ac:spMkLst>
            <pc:docMk/>
            <pc:sldMk cId="323246616" sldId="260"/>
            <ac:spMk id="6" creationId="{AB2C9FBE-8A5D-E88D-381C-440CB063CDC3}"/>
          </ac:spMkLst>
        </pc:spChg>
        <pc:spChg chg="add mod">
          <ac:chgData name="Zonghua Gu" userId="9a7e1853e1951ef5" providerId="LiveId" clId="{CF1FAA12-072C-4ED5-BA76-0FFFAEFDB88A}" dt="2025-10-05T00:44:53.313" v="39" actId="20577"/>
          <ac:spMkLst>
            <pc:docMk/>
            <pc:sldMk cId="323246616" sldId="260"/>
            <ac:spMk id="7" creationId="{F9431D14-A1FA-EAAE-196E-67B9566BE02E}"/>
          </ac:spMkLst>
        </pc:spChg>
        <pc:spChg chg="add mod">
          <ac:chgData name="Zonghua Gu" userId="9a7e1853e1951ef5" providerId="LiveId" clId="{CF1FAA12-072C-4ED5-BA76-0FFFAEFDB88A}" dt="2025-10-05T00:44:54.632" v="40" actId="20577"/>
          <ac:spMkLst>
            <pc:docMk/>
            <pc:sldMk cId="323246616" sldId="260"/>
            <ac:spMk id="8" creationId="{26AC8206-AEB5-14D1-AFDE-ABF49BAEB77E}"/>
          </ac:spMkLst>
        </pc:spChg>
        <pc:picChg chg="add mod">
          <ac:chgData name="Zonghua Gu" userId="9a7e1853e1951ef5" providerId="LiveId" clId="{CF1FAA12-072C-4ED5-BA76-0FFFAEFDB88A}" dt="2025-10-05T00:44:15.754" v="15" actId="1076"/>
          <ac:picMkLst>
            <pc:docMk/>
            <pc:sldMk cId="323246616" sldId="260"/>
            <ac:picMk id="4" creationId="{9932C78A-0136-CED6-4654-03A05BF5F1E3}"/>
          </ac:picMkLst>
        </pc:picChg>
        <pc:picChg chg="add mod">
          <ac:chgData name="Zonghua Gu" userId="9a7e1853e1951ef5" providerId="LiveId" clId="{CF1FAA12-072C-4ED5-BA76-0FFFAEFDB88A}" dt="2025-10-05T00:44:12.755" v="14" actId="1076"/>
          <ac:picMkLst>
            <pc:docMk/>
            <pc:sldMk cId="323246616" sldId="260"/>
            <ac:picMk id="5" creationId="{563DD772-C243-DCD9-A017-6EE800B46493}"/>
          </ac:picMkLst>
        </pc:picChg>
        <pc:picChg chg="mod">
          <ac:chgData name="Zonghua Gu" userId="9a7e1853e1951ef5" providerId="LiveId" clId="{CF1FAA12-072C-4ED5-BA76-0FFFAEFDB88A}" dt="2025-10-05T00:44:04.853" v="11" actId="1076"/>
          <ac:picMkLst>
            <pc:docMk/>
            <pc:sldMk cId="323246616" sldId="260"/>
            <ac:picMk id="3074" creationId="{00000000-0000-0000-0000-000000000000}"/>
          </ac:picMkLst>
        </pc:picChg>
      </pc:sldChg>
      <pc:sldChg chg="del">
        <pc:chgData name="Zonghua Gu" userId="9a7e1853e1951ef5" providerId="LiveId" clId="{CF1FAA12-072C-4ED5-BA76-0FFFAEFDB88A}" dt="2025-10-05T00:44:59.662" v="41" actId="47"/>
        <pc:sldMkLst>
          <pc:docMk/>
          <pc:sldMk cId="3751593042" sldId="261"/>
        </pc:sldMkLst>
      </pc:sldChg>
      <pc:sldChg chg="del">
        <pc:chgData name="Zonghua Gu" userId="9a7e1853e1951ef5" providerId="LiveId" clId="{CF1FAA12-072C-4ED5-BA76-0FFFAEFDB88A}" dt="2025-10-05T00:44:59.662" v="41" actId="47"/>
        <pc:sldMkLst>
          <pc:docMk/>
          <pc:sldMk cId="681306848" sldId="262"/>
        </pc:sldMkLst>
      </pc:sldChg>
      <pc:sldChg chg="del">
        <pc:chgData name="Zonghua Gu" userId="9a7e1853e1951ef5" providerId="LiveId" clId="{CF1FAA12-072C-4ED5-BA76-0FFFAEFDB88A}" dt="2025-10-05T00:42:27.102" v="3" actId="47"/>
        <pc:sldMkLst>
          <pc:docMk/>
          <pc:sldMk cId="3612284512" sldId="263"/>
        </pc:sldMkLst>
      </pc:sldChg>
      <pc:sldChg chg="modSp mod">
        <pc:chgData name="Zonghua Gu" userId="9a7e1853e1951ef5" providerId="LiveId" clId="{CF1FAA12-072C-4ED5-BA76-0FFFAEFDB88A}" dt="2025-10-05T00:49:44.936" v="80" actId="6549"/>
        <pc:sldMkLst>
          <pc:docMk/>
          <pc:sldMk cId="3482730230" sldId="270"/>
        </pc:sldMkLst>
        <pc:graphicFrameChg chg="mod modGraphic">
          <ac:chgData name="Zonghua Gu" userId="9a7e1853e1951ef5" providerId="LiveId" clId="{CF1FAA12-072C-4ED5-BA76-0FFFAEFDB88A}" dt="2025-10-05T00:49:44.936" v="80" actId="6549"/>
          <ac:graphicFrameMkLst>
            <pc:docMk/>
            <pc:sldMk cId="3482730230" sldId="270"/>
            <ac:graphicFrameMk id="5" creationId="{00000000-0000-0000-0000-000000000000}"/>
          </ac:graphicFrameMkLst>
        </pc:graphicFrameChg>
      </pc:sldChg>
      <pc:sldChg chg="addSp modSp mod">
        <pc:chgData name="Zonghua Gu" userId="9a7e1853e1951ef5" providerId="LiveId" clId="{CF1FAA12-072C-4ED5-BA76-0FFFAEFDB88A}" dt="2025-10-05T00:50:27.699" v="95" actId="113"/>
        <pc:sldMkLst>
          <pc:docMk/>
          <pc:sldMk cId="2652452727" sldId="271"/>
        </pc:sldMkLst>
        <pc:spChg chg="mod">
          <ac:chgData name="Zonghua Gu" userId="9a7e1853e1951ef5" providerId="LiveId" clId="{CF1FAA12-072C-4ED5-BA76-0FFFAEFDB88A}" dt="2025-10-05T00:46:36.841" v="45" actId="27636"/>
          <ac:spMkLst>
            <pc:docMk/>
            <pc:sldMk cId="2652452727" sldId="271"/>
            <ac:spMk id="2" creationId="{00000000-0000-0000-0000-000000000000}"/>
          </ac:spMkLst>
        </pc:spChg>
        <pc:spChg chg="mod">
          <ac:chgData name="Zonghua Gu" userId="9a7e1853e1951ef5" providerId="LiveId" clId="{CF1FAA12-072C-4ED5-BA76-0FFFAEFDB88A}" dt="2025-10-05T00:50:27.699" v="95" actId="113"/>
          <ac:spMkLst>
            <pc:docMk/>
            <pc:sldMk cId="2652452727" sldId="271"/>
            <ac:spMk id="5" creationId="{00000000-0000-0000-0000-000000000000}"/>
          </ac:spMkLst>
        </pc:spChg>
        <pc:spChg chg="add mod">
          <ac:chgData name="Zonghua Gu" userId="9a7e1853e1951ef5" providerId="LiveId" clId="{CF1FAA12-072C-4ED5-BA76-0FFFAEFDB88A}" dt="2025-10-05T00:47:29.361" v="60" actId="767"/>
          <ac:spMkLst>
            <pc:docMk/>
            <pc:sldMk cId="2652452727" sldId="271"/>
            <ac:spMk id="6" creationId="{78243490-ABB1-102C-5DA8-326B380BF922}"/>
          </ac:spMkLst>
        </pc:spChg>
        <pc:spChg chg="mod">
          <ac:chgData name="Zonghua Gu" userId="9a7e1853e1951ef5" providerId="LiveId" clId="{CF1FAA12-072C-4ED5-BA76-0FFFAEFDB88A}" dt="2025-10-05T00:49:25.753" v="76"/>
          <ac:spMkLst>
            <pc:docMk/>
            <pc:sldMk cId="2652452727" sldId="271"/>
            <ac:spMk id="9" creationId="{00000000-0000-0000-0000-000000000000}"/>
          </ac:spMkLst>
        </pc:spChg>
        <pc:graphicFrameChg chg="add mod modGraphic">
          <ac:chgData name="Zonghua Gu" userId="9a7e1853e1951ef5" providerId="LiveId" clId="{CF1FAA12-072C-4ED5-BA76-0FFFAEFDB88A}" dt="2025-10-05T00:49:25.753" v="76"/>
          <ac:graphicFrameMkLst>
            <pc:docMk/>
            <pc:sldMk cId="2652452727" sldId="271"/>
            <ac:graphicFrameMk id="4" creationId="{E41F727E-0261-CE21-C085-FEF883720854}"/>
          </ac:graphicFrameMkLst>
        </pc:graphicFrameChg>
        <pc:picChg chg="mod">
          <ac:chgData name="Zonghua Gu" userId="9a7e1853e1951ef5" providerId="LiveId" clId="{CF1FAA12-072C-4ED5-BA76-0FFFAEFDB88A}" dt="2025-10-05T00:46:43.346" v="46" actId="1076"/>
          <ac:picMkLst>
            <pc:docMk/>
            <pc:sldMk cId="2652452727" sldId="271"/>
            <ac:picMk id="8" creationId="{00000000-0000-0000-0000-000000000000}"/>
          </ac:picMkLst>
        </pc:picChg>
      </pc:sldChg>
      <pc:sldChg chg="modSp">
        <pc:chgData name="Zonghua Gu" userId="9a7e1853e1951ef5" providerId="LiveId" clId="{CF1FAA12-072C-4ED5-BA76-0FFFAEFDB88A}" dt="2025-10-05T00:49:25.753" v="76"/>
        <pc:sldMkLst>
          <pc:docMk/>
          <pc:sldMk cId="57863522" sldId="272"/>
        </pc:sldMkLst>
        <pc:graphicFrameChg chg="mod">
          <ac:chgData name="Zonghua Gu" userId="9a7e1853e1951ef5" providerId="LiveId" clId="{CF1FAA12-072C-4ED5-BA76-0FFFAEFDB88A}" dt="2025-10-05T00:49:25.753" v="76"/>
          <ac:graphicFrameMkLst>
            <pc:docMk/>
            <pc:sldMk cId="57863522" sldId="272"/>
            <ac:graphicFrameMk id="5" creationId="{00000000-0000-0000-0000-000000000000}"/>
          </ac:graphicFrameMkLst>
        </pc:graphicFrameChg>
      </pc:sldChg>
      <pc:sldChg chg="modSp">
        <pc:chgData name="Zonghua Gu" userId="9a7e1853e1951ef5" providerId="LiveId" clId="{CF1FAA12-072C-4ED5-BA76-0FFFAEFDB88A}" dt="2025-10-05T00:49:25.753" v="76"/>
        <pc:sldMkLst>
          <pc:docMk/>
          <pc:sldMk cId="3026957160" sldId="273"/>
        </pc:sldMkLst>
        <pc:graphicFrameChg chg="mod">
          <ac:chgData name="Zonghua Gu" userId="9a7e1853e1951ef5" providerId="LiveId" clId="{CF1FAA12-072C-4ED5-BA76-0FFFAEFDB88A}" dt="2025-10-05T00:49:25.753" v="76"/>
          <ac:graphicFrameMkLst>
            <pc:docMk/>
            <pc:sldMk cId="3026957160" sldId="273"/>
            <ac:graphicFrameMk id="5" creationId="{00000000-0000-0000-0000-000000000000}"/>
          </ac:graphicFrameMkLst>
        </pc:graphicFrameChg>
      </pc:sldChg>
      <pc:sldChg chg="modSp">
        <pc:chgData name="Zonghua Gu" userId="9a7e1853e1951ef5" providerId="LiveId" clId="{CF1FAA12-072C-4ED5-BA76-0FFFAEFDB88A}" dt="2025-10-05T00:49:25.753" v="76"/>
        <pc:sldMkLst>
          <pc:docMk/>
          <pc:sldMk cId="3537743242" sldId="274"/>
        </pc:sldMkLst>
        <pc:spChg chg="mod">
          <ac:chgData name="Zonghua Gu" userId="9a7e1853e1951ef5" providerId="LiveId" clId="{CF1FAA12-072C-4ED5-BA76-0FFFAEFDB88A}" dt="2025-10-05T00:49:25.753" v="76"/>
          <ac:spMkLst>
            <pc:docMk/>
            <pc:sldMk cId="3537743242" sldId="274"/>
            <ac:spMk id="4" creationId="{EA6ADC5C-C9DD-8641-961B-D82D2C121401}"/>
          </ac:spMkLst>
        </pc:spChg>
      </pc:sldChg>
      <pc:sldChg chg="modSp">
        <pc:chgData name="Zonghua Gu" userId="9a7e1853e1951ef5" providerId="LiveId" clId="{CF1FAA12-072C-4ED5-BA76-0FFFAEFDB88A}" dt="2025-10-05T00:49:25.753" v="76"/>
        <pc:sldMkLst>
          <pc:docMk/>
          <pc:sldMk cId="2561131082" sldId="275"/>
        </pc:sldMkLst>
        <pc:spChg chg="mod">
          <ac:chgData name="Zonghua Gu" userId="9a7e1853e1951ef5" providerId="LiveId" clId="{CF1FAA12-072C-4ED5-BA76-0FFFAEFDB88A}" dt="2025-10-05T00:49:25.753" v="76"/>
          <ac:spMkLst>
            <pc:docMk/>
            <pc:sldMk cId="2561131082" sldId="275"/>
            <ac:spMk id="9" creationId="{00000000-0000-0000-0000-000000000000}"/>
          </ac:spMkLst>
        </pc:spChg>
        <pc:spChg chg="mod">
          <ac:chgData name="Zonghua Gu" userId="9a7e1853e1951ef5" providerId="LiveId" clId="{CF1FAA12-072C-4ED5-BA76-0FFFAEFDB88A}" dt="2025-10-05T00:49:25.753" v="76"/>
          <ac:spMkLst>
            <pc:docMk/>
            <pc:sldMk cId="2561131082" sldId="275"/>
            <ac:spMk id="11" creationId="{00000000-0000-0000-0000-000000000000}"/>
          </ac:spMkLst>
        </pc:spChg>
        <pc:grpChg chg="mod">
          <ac:chgData name="Zonghua Gu" userId="9a7e1853e1951ef5" providerId="LiveId" clId="{CF1FAA12-072C-4ED5-BA76-0FFFAEFDB88A}" dt="2025-10-05T00:49:25.753" v="76"/>
          <ac:grpSpMkLst>
            <pc:docMk/>
            <pc:sldMk cId="2561131082" sldId="275"/>
            <ac:grpSpMk id="13" creationId="{00000000-0000-0000-0000-000000000000}"/>
          </ac:grpSpMkLst>
        </pc:grpChg>
      </pc:sldChg>
      <pc:sldChg chg="modSp add mod">
        <pc:chgData name="Zonghua Gu" userId="9a7e1853e1951ef5" providerId="LiveId" clId="{CF1FAA12-072C-4ED5-BA76-0FFFAEFDB88A}" dt="2025-10-05T00:42:18.841" v="1" actId="1076"/>
        <pc:sldMkLst>
          <pc:docMk/>
          <pc:sldMk cId="280109536" sldId="276"/>
        </pc:sldMkLst>
        <pc:spChg chg="mod">
          <ac:chgData name="Zonghua Gu" userId="9a7e1853e1951ef5" providerId="LiveId" clId="{CF1FAA12-072C-4ED5-BA76-0FFFAEFDB88A}" dt="2025-10-05T00:42:18.841" v="1" actId="1076"/>
          <ac:spMkLst>
            <pc:docMk/>
            <pc:sldMk cId="280109536" sldId="276"/>
            <ac:spMk id="5" creationId="{00000000-0000-0000-0000-000000000000}"/>
          </ac:spMkLst>
        </pc:spChg>
        <pc:spChg chg="mod">
          <ac:chgData name="Zonghua Gu" userId="9a7e1853e1951ef5" providerId="LiveId" clId="{CF1FAA12-072C-4ED5-BA76-0FFFAEFDB88A}" dt="2025-10-05T00:42:18.841" v="1" actId="1076"/>
          <ac:spMkLst>
            <pc:docMk/>
            <pc:sldMk cId="280109536" sldId="276"/>
            <ac:spMk id="6" creationId="{00000000-0000-0000-0000-000000000000}"/>
          </ac:spMkLst>
        </pc:spChg>
      </pc:sldChg>
      <pc:sldChg chg="modSp add mod">
        <pc:chgData name="Zonghua Gu" userId="9a7e1853e1951ef5" providerId="LiveId" clId="{CF1FAA12-072C-4ED5-BA76-0FFFAEFDB88A}" dt="2025-10-05T00:52:41.502" v="105" actId="14100"/>
        <pc:sldMkLst>
          <pc:docMk/>
          <pc:sldMk cId="45044131" sldId="277"/>
        </pc:sldMkLst>
        <pc:spChg chg="mod">
          <ac:chgData name="Zonghua Gu" userId="9a7e1853e1951ef5" providerId="LiveId" clId="{CF1FAA12-072C-4ED5-BA76-0FFFAEFDB88A}" dt="2025-10-05T00:51:04.318" v="99" actId="20577"/>
          <ac:spMkLst>
            <pc:docMk/>
            <pc:sldMk cId="45044131" sldId="277"/>
            <ac:spMk id="7" creationId="{82CEF9EB-49EB-B2D5-DAC8-544A858734B1}"/>
          </ac:spMkLst>
        </pc:spChg>
        <pc:spChg chg="mod">
          <ac:chgData name="Zonghua Gu" userId="9a7e1853e1951ef5" providerId="LiveId" clId="{CF1FAA12-072C-4ED5-BA76-0FFFAEFDB88A}" dt="2025-10-05T00:52:41.502" v="105" actId="14100"/>
          <ac:spMkLst>
            <pc:docMk/>
            <pc:sldMk cId="45044131" sldId="277"/>
            <ac:spMk id="10" creationId="{A24DBF6A-3007-9C2E-516B-574051B498AE}"/>
          </ac:spMkLst>
        </pc:spChg>
      </pc:sldChg>
      <pc:sldChg chg="modSp add mod modNotes">
        <pc:chgData name="Zonghua Gu" userId="9a7e1853e1951ef5" providerId="LiveId" clId="{CF1FAA12-072C-4ED5-BA76-0FFFAEFDB88A}" dt="2025-10-05T00:53:22.882" v="115" actId="20577"/>
        <pc:sldMkLst>
          <pc:docMk/>
          <pc:sldMk cId="2464459979" sldId="278"/>
        </pc:sldMkLst>
        <pc:spChg chg="mod">
          <ac:chgData name="Zonghua Gu" userId="9a7e1853e1951ef5" providerId="LiveId" clId="{CF1FAA12-072C-4ED5-BA76-0FFFAEFDB88A}" dt="2025-10-05T00:53:22.882" v="115" actId="20577"/>
          <ac:spMkLst>
            <pc:docMk/>
            <pc:sldMk cId="2464459979" sldId="278"/>
            <ac:spMk id="2" creationId="{D6979F69-849B-B539-A65C-913A183CA49B}"/>
          </ac:spMkLst>
        </pc:spChg>
        <pc:spChg chg="mod">
          <ac:chgData name="Zonghua Gu" userId="9a7e1853e1951ef5" providerId="LiveId" clId="{CF1FAA12-072C-4ED5-BA76-0FFFAEFDB88A}" dt="2025-10-05T00:53:01.489" v="109" actId="27636"/>
          <ac:spMkLst>
            <pc:docMk/>
            <pc:sldMk cId="2464459979" sldId="278"/>
            <ac:spMk id="4" creationId="{D6AF2571-8504-EBAC-5FF2-F032D20EFA36}"/>
          </ac:spMkLst>
        </pc:spChg>
      </pc:sldChg>
      <pc:sldChg chg="add">
        <pc:chgData name="Zonghua Gu" userId="9a7e1853e1951ef5" providerId="LiveId" clId="{CF1FAA12-072C-4ED5-BA76-0FFFAEFDB88A}" dt="2025-10-05T00:57:00.713" v="116"/>
        <pc:sldMkLst>
          <pc:docMk/>
          <pc:sldMk cId="4128704563" sldId="279"/>
        </pc:sldMkLst>
      </pc:sldChg>
      <pc:sldChg chg="add">
        <pc:chgData name="Zonghua Gu" userId="9a7e1853e1951ef5" providerId="LiveId" clId="{CF1FAA12-072C-4ED5-BA76-0FFFAEFDB88A}" dt="2025-10-05T00:51:43.244" v="101"/>
        <pc:sldMkLst>
          <pc:docMk/>
          <pc:sldMk cId="158192529" sldId="280"/>
        </pc:sldMkLst>
      </pc:sldChg>
      <pc:sldChg chg="modSp add del">
        <pc:chgData name="Zonghua Gu" userId="9a7e1853e1951ef5" providerId="LiveId" clId="{CF1FAA12-072C-4ED5-BA76-0FFFAEFDB88A}" dt="2025-10-05T00:51:26.731" v="100" actId="2696"/>
        <pc:sldMkLst>
          <pc:docMk/>
          <pc:sldMk cId="2087832571" sldId="280"/>
        </pc:sldMkLst>
        <pc:spChg chg="mod">
          <ac:chgData name="Zonghua Gu" userId="9a7e1853e1951ef5" providerId="LiveId" clId="{CF1FAA12-072C-4ED5-BA76-0FFFAEFDB88A}" dt="2025-10-05T00:49:25.753" v="76"/>
          <ac:spMkLst>
            <pc:docMk/>
            <pc:sldMk cId="2087832571" sldId="280"/>
            <ac:spMk id="4" creationId="{9616546C-A4C9-D3B5-7FA3-9764F88CAA4D}"/>
          </ac:spMkLst>
        </pc:spChg>
      </pc:sldChg>
      <pc:sldChg chg="modSp add mod">
        <pc:chgData name="Zonghua Gu" userId="9a7e1853e1951ef5" providerId="LiveId" clId="{CF1FAA12-072C-4ED5-BA76-0FFFAEFDB88A}" dt="2025-10-05T00:52:50.503" v="107" actId="14100"/>
        <pc:sldMkLst>
          <pc:docMk/>
          <pc:sldMk cId="831866874" sldId="281"/>
        </pc:sldMkLst>
        <pc:spChg chg="mod">
          <ac:chgData name="Zonghua Gu" userId="9a7e1853e1951ef5" providerId="LiveId" clId="{CF1FAA12-072C-4ED5-BA76-0FFFAEFDB88A}" dt="2025-10-05T00:52:50.503" v="107" actId="14100"/>
          <ac:spMkLst>
            <pc:docMk/>
            <pc:sldMk cId="831866874" sldId="281"/>
            <ac:spMk id="2" creationId="{0DEEF352-897B-A6C1-C4BB-F38174DC27FB}"/>
          </ac:spMkLst>
        </pc:spChg>
        <pc:spChg chg="mod">
          <ac:chgData name="Zonghua Gu" userId="9a7e1853e1951ef5" providerId="LiveId" clId="{CF1FAA12-072C-4ED5-BA76-0FFFAEFDB88A}" dt="2025-10-05T00:52:31.045" v="104" actId="14100"/>
          <ac:spMkLst>
            <pc:docMk/>
            <pc:sldMk cId="831866874" sldId="281"/>
            <ac:spMk id="6" creationId="{E7734E33-14F6-8B11-E461-A9D8453483A3}"/>
          </ac:spMkLst>
        </pc:spChg>
      </pc:sldChg>
      <pc:sldChg chg="add">
        <pc:chgData name="Zonghua Gu" userId="9a7e1853e1951ef5" providerId="LiveId" clId="{CF1FAA12-072C-4ED5-BA76-0FFFAEFDB88A}" dt="2025-10-05T00:53:18.005" v="111"/>
        <pc:sldMkLst>
          <pc:docMk/>
          <pc:sldMk cId="2603641024" sldId="282"/>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BD4F56A7-3CDE-194F-B9AF-D598FBBF1989}" type="datetimeFigureOut">
              <a:rPr lang="en-US" smtClean="0"/>
              <a:pPr/>
              <a:t>10/4/2025</a:t>
            </a:fld>
            <a:endParaRPr lang="en-US"/>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EE1097CB-F954-3545-B5D0-357D0C1748E3}" type="slidenum">
              <a:rPr lang="en-US" smtClean="0"/>
              <a:pPr/>
              <a:t>‹#›</a:t>
            </a:fld>
            <a:endParaRPr lang="en-US"/>
          </a:p>
        </p:txBody>
      </p:sp>
    </p:spTree>
    <p:extLst>
      <p:ext uri="{BB962C8B-B14F-4D97-AF65-F5344CB8AC3E}">
        <p14:creationId xmlns:p14="http://schemas.microsoft.com/office/powerpoint/2010/main" val="3176640663"/>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1E52AD58-60CE-E948-9CBA-0BD7030FC28E}" type="datetimeFigureOut">
              <a:rPr lang="en-US" smtClean="0"/>
              <a:pPr/>
              <a:t>10/4/2025</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D624DF53-3DD3-9F45-9E7E-472B96F1AB81}" type="slidenum">
              <a:rPr lang="en-US" smtClean="0"/>
              <a:pPr/>
              <a:t>‹#›</a:t>
            </a:fld>
            <a:endParaRPr lang="en-US"/>
          </a:p>
        </p:txBody>
      </p:sp>
    </p:spTree>
    <p:extLst>
      <p:ext uri="{BB962C8B-B14F-4D97-AF65-F5344CB8AC3E}">
        <p14:creationId xmlns:p14="http://schemas.microsoft.com/office/powerpoint/2010/main" val="1681763880"/>
      </p:ext>
    </p:extLst>
  </p:cSld>
  <p:clrMap bg1="lt1" tx1="dk1" bg2="lt2" tx2="dk2" accent1="accent1" accent2="accent2" accent3="accent3" accent4="accent4" accent5="accent5" accent6="accent6" hlink="hlink" folHlink="folHlink"/>
  <p:hf hdr="0" ftr="0" dt="0"/>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0B45CE-72A8-69CA-1053-BD25B5C874F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BE754E7-AC7F-282B-6A09-6A78497E49A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CC19DFB-F947-8A6F-05FE-D85301EA3DBA}"/>
              </a:ext>
            </a:extLst>
          </p:cNvPr>
          <p:cNvSpPr>
            <a:spLocks noGrp="1"/>
          </p:cNvSpPr>
          <p:nvPr>
            <p:ph type="body" idx="1"/>
          </p:nvPr>
        </p:nvSpPr>
        <p:spPr/>
        <p:txBody>
          <a:bodyPr/>
          <a:lstStyle/>
          <a:p>
            <a:r>
              <a:rPr lang="en-US" sz="1200" b="0" i="0" kern="1200" dirty="0">
                <a:solidFill>
                  <a:schemeClr val="tx1"/>
                </a:solidFill>
                <a:effectLst/>
                <a:latin typeface="+mn-lt"/>
                <a:ea typeface="+mn-ea"/>
                <a:cs typeface="+mn-cs"/>
              </a:rPr>
              <a:t>LDR r0, =0xAAAAAAAA: Load the input data into r0.</a:t>
            </a:r>
          </a:p>
          <a:p>
            <a:r>
              <a:rPr lang="en-US" sz="1200" b="0" i="0" kern="1200" dirty="0">
                <a:solidFill>
                  <a:schemeClr val="tx1"/>
                </a:solidFill>
                <a:effectLst/>
                <a:latin typeface="+mn-lt"/>
                <a:ea typeface="+mn-ea"/>
                <a:cs typeface="+mn-cs"/>
              </a:rPr>
              <a:t>MOV r1, r0, LSR #31: Initialize r1 with the most significant bit of r0.</a:t>
            </a:r>
          </a:p>
          <a:p>
            <a:r>
              <a:rPr lang="en-US" sz="1200" b="0" i="0" kern="1200" dirty="0">
                <a:solidFill>
                  <a:schemeClr val="tx1"/>
                </a:solidFill>
                <a:effectLst/>
                <a:latin typeface="+mn-lt"/>
                <a:ea typeface="+mn-ea"/>
                <a:cs typeface="+mn-cs"/>
              </a:rPr>
              <a:t>MOVS r0, r0, LSL #2: Logical shift left r0 by 2 bits and update the carry flag.</a:t>
            </a:r>
          </a:p>
          <a:p>
            <a:r>
              <a:rPr lang="en-US" sz="1200" b="0" i="0" kern="1200" dirty="0">
                <a:solidFill>
                  <a:schemeClr val="tx1"/>
                </a:solidFill>
                <a:effectLst/>
                <a:latin typeface="+mn-lt"/>
                <a:ea typeface="+mn-ea"/>
                <a:cs typeface="+mn-cs"/>
              </a:rPr>
              <a:t>ADC r1, r1, r0, LSR #31: Add with carry the count in r1 and the current bit from r0.</a:t>
            </a:r>
          </a:p>
          <a:p>
            <a:pPr marL="0" marR="0" lvl="0" indent="0" algn="l" defTabSz="457200" rtl="0" eaLnBrk="1" fontAlgn="auto" latinLnBrk="0" hangingPunct="1">
              <a:lnSpc>
                <a:spcPct val="100000"/>
              </a:lnSpc>
              <a:spcBef>
                <a:spcPts val="0"/>
              </a:spcBef>
              <a:spcAft>
                <a:spcPts val="0"/>
              </a:spcAft>
              <a:buClrTx/>
              <a:buSzTx/>
              <a:buFontTx/>
              <a:buNone/>
              <a:tabLst/>
              <a:defRPr/>
            </a:pPr>
            <a:r>
              <a:rPr lang="en-US" sz="1200" b="0" i="0" kern="1200" dirty="0">
                <a:solidFill>
                  <a:schemeClr val="tx1"/>
                </a:solidFill>
                <a:effectLst/>
                <a:latin typeface="+mn-lt"/>
                <a:ea typeface="+mn-ea"/>
                <a:cs typeface="+mn-cs"/>
              </a:rPr>
              <a:t>BNE loop: The loop ends when the result is zero (Zero flag set).</a:t>
            </a:r>
          </a:p>
          <a:p>
            <a:endParaRPr lang="en-US" sz="1200" b="0" i="0" kern="1200" dirty="0">
              <a:solidFill>
                <a:schemeClr val="tx1"/>
              </a:solidFill>
              <a:effectLst/>
              <a:latin typeface="+mn-lt"/>
              <a:ea typeface="+mn-ea"/>
              <a:cs typeface="+mn-cs"/>
            </a:endParaRPr>
          </a:p>
          <a:p>
            <a:endParaRPr lang="en-US" dirty="0"/>
          </a:p>
        </p:txBody>
      </p:sp>
      <p:sp>
        <p:nvSpPr>
          <p:cNvPr id="4" name="Slide Number Placeholder 3">
            <a:extLst>
              <a:ext uri="{FF2B5EF4-FFF2-40B4-BE49-F238E27FC236}">
                <a16:creationId xmlns:a16="http://schemas.microsoft.com/office/drawing/2014/main" id="{A2120A48-1D46-9E7B-14F5-89959B867D34}"/>
              </a:ext>
            </a:extLst>
          </p:cNvPr>
          <p:cNvSpPr>
            <a:spLocks noGrp="1"/>
          </p:cNvSpPr>
          <p:nvPr>
            <p:ph type="sldNum" sz="quarter" idx="5"/>
          </p:nvPr>
        </p:nvSpPr>
        <p:spPr/>
        <p:txBody>
          <a:bodyPr/>
          <a:lstStyle/>
          <a:p>
            <a:fld id="{D624DF53-3DD3-9F45-9E7E-472B96F1AB81}" type="slidenum">
              <a:rPr lang="en-US" smtClean="0"/>
              <a:pPr/>
              <a:t>18</a:t>
            </a:fld>
            <a:endParaRPr lang="en-US"/>
          </a:p>
        </p:txBody>
      </p:sp>
    </p:spTree>
    <p:extLst>
      <p:ext uri="{BB962C8B-B14F-4D97-AF65-F5344CB8AC3E}">
        <p14:creationId xmlns:p14="http://schemas.microsoft.com/office/powerpoint/2010/main" val="8010233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92500"/>
          </a:bodyPr>
          <a:lstStyle/>
          <a:p>
            <a:r>
              <a:rPr lang="en-US" dirty="0"/>
              <a:t>No, you cannot simply replace </a:t>
            </a:r>
            <a:r>
              <a:rPr lang="en-US" sz="1200" kern="1200" dirty="0">
                <a:solidFill>
                  <a:schemeClr val="tx1"/>
                </a:solidFill>
                <a:latin typeface="+mn-lt"/>
                <a:ea typeface="+mn-ea"/>
                <a:cs typeface="+mn-cs"/>
              </a:rPr>
              <a:t>MOVS r0, r0, LSL #1</a:t>
            </a:r>
            <a:r>
              <a:rPr lang="en-US" dirty="0"/>
              <a:t> with </a:t>
            </a:r>
            <a:r>
              <a:rPr lang="en-US" sz="1200" kern="1200" dirty="0">
                <a:solidFill>
                  <a:schemeClr val="tx1"/>
                </a:solidFill>
                <a:latin typeface="+mn-lt"/>
                <a:ea typeface="+mn-ea"/>
                <a:cs typeface="+mn-cs"/>
              </a:rPr>
              <a:t>MOV r0, r0, LSL #1</a:t>
            </a:r>
            <a:r>
              <a:rPr lang="en-US" dirty="0"/>
              <a:t> if you want to use the carry flag for bit counting, because:</a:t>
            </a:r>
          </a:p>
          <a:p>
            <a:r>
              <a:rPr lang="en-US" sz="1200" kern="1200" dirty="0">
                <a:solidFill>
                  <a:schemeClr val="tx1"/>
                </a:solidFill>
                <a:latin typeface="+mn-lt"/>
                <a:ea typeface="+mn-ea"/>
                <a:cs typeface="+mn-cs"/>
              </a:rPr>
              <a:t>MOVS</a:t>
            </a:r>
            <a:r>
              <a:rPr lang="en-US" dirty="0"/>
              <a:t> shifts and </a:t>
            </a:r>
            <a:r>
              <a:rPr lang="en-US" b="1" dirty="0"/>
              <a:t>updates the condition flags</a:t>
            </a:r>
            <a:r>
              <a:rPr lang="en-US" dirty="0"/>
              <a:t>, including the carry flag (which captures the leftmost bit shifted out).</a:t>
            </a:r>
          </a:p>
          <a:p>
            <a:r>
              <a:rPr lang="en-US" sz="1200" kern="1200" dirty="0">
                <a:solidFill>
                  <a:schemeClr val="tx1"/>
                </a:solidFill>
                <a:latin typeface="+mn-lt"/>
                <a:ea typeface="+mn-ea"/>
                <a:cs typeface="+mn-cs"/>
              </a:rPr>
              <a:t>MOV</a:t>
            </a:r>
            <a:r>
              <a:rPr lang="en-US" dirty="0"/>
              <a:t> just copies/moves the value without updating any status flags (Carry, Zero, Negative, etc.).</a:t>
            </a:r>
          </a:p>
          <a:p>
            <a:r>
              <a:rPr lang="en-US" dirty="0"/>
              <a:t>Without status flag updates, the carry flag won't track the bit shifted out, so the later </a:t>
            </a:r>
            <a:r>
              <a:rPr lang="en-US" sz="1200" kern="1200" dirty="0">
                <a:solidFill>
                  <a:schemeClr val="tx1"/>
                </a:solidFill>
                <a:latin typeface="+mn-lt"/>
                <a:ea typeface="+mn-ea"/>
                <a:cs typeface="+mn-cs"/>
              </a:rPr>
              <a:t>ADC</a:t>
            </a:r>
            <a:r>
              <a:rPr lang="en-US" dirty="0"/>
              <a:t> instruction would not add the correct carry bit.</a:t>
            </a:r>
          </a:p>
          <a:p>
            <a:r>
              <a:rPr lang="en-US" dirty="0"/>
              <a:t>Thus, for counting bits by carry from shifts, </a:t>
            </a:r>
            <a:r>
              <a:rPr lang="en-US" sz="1200" kern="1200" dirty="0">
                <a:solidFill>
                  <a:schemeClr val="tx1"/>
                </a:solidFill>
                <a:latin typeface="+mn-lt"/>
                <a:ea typeface="+mn-ea"/>
                <a:cs typeface="+mn-cs"/>
              </a:rPr>
              <a:t>MOVS</a:t>
            </a:r>
            <a:r>
              <a:rPr lang="en-US" dirty="0"/>
              <a:t> is required to update the carry flag each time shifting left.</a:t>
            </a:r>
          </a:p>
          <a:p>
            <a:r>
              <a:rPr lang="en-US" dirty="0"/>
              <a:t>The plain </a:t>
            </a:r>
            <a:r>
              <a:rPr lang="en-US" sz="1200" kern="1200" dirty="0">
                <a:solidFill>
                  <a:schemeClr val="tx1"/>
                </a:solidFill>
                <a:latin typeface="+mn-lt"/>
                <a:ea typeface="+mn-ea"/>
                <a:cs typeface="+mn-cs"/>
              </a:rPr>
              <a:t>MOV</a:t>
            </a:r>
            <a:r>
              <a:rPr lang="en-US" dirty="0"/>
              <a:t> can only move data without affecting flags and is insufficient for this purpose.</a:t>
            </a:r>
          </a:p>
          <a:p>
            <a:endParaRPr lang="en-US" dirty="0"/>
          </a:p>
          <a:p>
            <a:r>
              <a:rPr lang="en-US" dirty="0"/>
              <a:t>No, you cannot replace </a:t>
            </a:r>
            <a:r>
              <a:rPr lang="en-US" sz="1200" kern="1200" dirty="0">
                <a:solidFill>
                  <a:schemeClr val="tx1"/>
                </a:solidFill>
                <a:latin typeface="+mn-lt"/>
                <a:ea typeface="+mn-ea"/>
                <a:cs typeface="+mn-cs"/>
              </a:rPr>
              <a:t>ADC r2, r2, #0</a:t>
            </a:r>
            <a:r>
              <a:rPr lang="en-US" dirty="0"/>
              <a:t> with </a:t>
            </a:r>
            <a:r>
              <a:rPr lang="en-US" sz="1200" kern="1200" dirty="0">
                <a:solidFill>
                  <a:schemeClr val="tx1"/>
                </a:solidFill>
                <a:latin typeface="+mn-lt"/>
                <a:ea typeface="+mn-ea"/>
                <a:cs typeface="+mn-cs"/>
              </a:rPr>
              <a:t>ADD r2, r2, #0</a:t>
            </a:r>
            <a:r>
              <a:rPr lang="en-US" dirty="0"/>
              <a:t> if you want to add the carry bit from the previous operation.</a:t>
            </a:r>
          </a:p>
          <a:p>
            <a:r>
              <a:rPr lang="en-US" b="1" dirty="0"/>
              <a:t>Why?</a:t>
            </a:r>
          </a:p>
          <a:p>
            <a:r>
              <a:rPr lang="en-US" sz="1200" kern="1200" dirty="0">
                <a:solidFill>
                  <a:schemeClr val="tx1"/>
                </a:solidFill>
                <a:latin typeface="+mn-lt"/>
                <a:ea typeface="+mn-ea"/>
                <a:cs typeface="+mn-cs"/>
              </a:rPr>
              <a:t>ADC</a:t>
            </a:r>
            <a:r>
              <a:rPr lang="en-US" dirty="0"/>
              <a:t> (Add with Carry) adds two operands </a:t>
            </a:r>
            <a:r>
              <a:rPr lang="en-US" b="1" dirty="0"/>
              <a:t>plus</a:t>
            </a:r>
            <a:r>
              <a:rPr lang="en-US" dirty="0"/>
              <a:t> the </a:t>
            </a:r>
            <a:r>
              <a:rPr lang="en-US" b="1" dirty="0"/>
              <a:t>carry flag</a:t>
            </a:r>
            <a:r>
              <a:rPr lang="en-US" dirty="0"/>
              <a:t>.</a:t>
            </a:r>
          </a:p>
          <a:p>
            <a:r>
              <a:rPr lang="en-US" sz="1200" kern="1200" dirty="0">
                <a:solidFill>
                  <a:schemeClr val="tx1"/>
                </a:solidFill>
                <a:latin typeface="+mn-lt"/>
                <a:ea typeface="+mn-ea"/>
                <a:cs typeface="+mn-cs"/>
              </a:rPr>
              <a:t>ADD</a:t>
            </a:r>
            <a:r>
              <a:rPr lang="en-US" dirty="0"/>
              <a:t> only adds the two operands without considering the carry flag.</a:t>
            </a:r>
          </a:p>
          <a:p>
            <a:r>
              <a:rPr lang="en-US" dirty="0"/>
              <a:t>Since the bit count relies on the carry flag (set by the previous </a:t>
            </a:r>
            <a:r>
              <a:rPr lang="en-US" sz="1200" kern="1200" dirty="0">
                <a:solidFill>
                  <a:schemeClr val="tx1"/>
                </a:solidFill>
                <a:latin typeface="+mn-lt"/>
                <a:ea typeface="+mn-ea"/>
                <a:cs typeface="+mn-cs"/>
              </a:rPr>
              <a:t>MOVS</a:t>
            </a:r>
            <a:r>
              <a:rPr lang="en-US" dirty="0"/>
              <a:t> shift left), replacing </a:t>
            </a:r>
            <a:r>
              <a:rPr lang="en-US" sz="1200" kern="1200" dirty="0">
                <a:solidFill>
                  <a:schemeClr val="tx1"/>
                </a:solidFill>
                <a:latin typeface="+mn-lt"/>
                <a:ea typeface="+mn-ea"/>
                <a:cs typeface="+mn-cs"/>
              </a:rPr>
              <a:t>ADC</a:t>
            </a:r>
            <a:r>
              <a:rPr lang="en-US" dirty="0"/>
              <a:t> with </a:t>
            </a:r>
            <a:r>
              <a:rPr lang="en-US" sz="1200" kern="1200" dirty="0">
                <a:solidFill>
                  <a:schemeClr val="tx1"/>
                </a:solidFill>
                <a:latin typeface="+mn-lt"/>
                <a:ea typeface="+mn-ea"/>
                <a:cs typeface="+mn-cs"/>
              </a:rPr>
              <a:t>ADD</a:t>
            </a:r>
            <a:r>
              <a:rPr lang="en-US" dirty="0"/>
              <a:t> would </a:t>
            </a:r>
            <a:r>
              <a:rPr lang="en-US" b="1" dirty="0"/>
              <a:t>ignore the carry bit</a:t>
            </a:r>
            <a:r>
              <a:rPr lang="en-US" dirty="0"/>
              <a:t>, causing incorrect counting.</a:t>
            </a:r>
          </a:p>
          <a:p>
            <a:r>
              <a:rPr lang="en-US" dirty="0"/>
              <a:t>In </a:t>
            </a:r>
            <a:r>
              <a:rPr lang="en-US" sz="1200" kern="1200" dirty="0">
                <a:solidFill>
                  <a:schemeClr val="tx1"/>
                </a:solidFill>
                <a:latin typeface="+mn-lt"/>
                <a:ea typeface="+mn-ea"/>
                <a:cs typeface="+mn-cs"/>
              </a:rPr>
              <a:t>ADC r2, r2, #0</a:t>
            </a:r>
            <a:r>
              <a:rPr lang="en-US" dirty="0"/>
              <a:t>, the immediate </a:t>
            </a:r>
            <a:r>
              <a:rPr lang="en-US" sz="1200" kern="1200" dirty="0">
                <a:solidFill>
                  <a:schemeClr val="tx1"/>
                </a:solidFill>
                <a:latin typeface="+mn-lt"/>
                <a:ea typeface="+mn-ea"/>
                <a:cs typeface="+mn-cs"/>
              </a:rPr>
              <a:t>#0</a:t>
            </a:r>
            <a:r>
              <a:rPr lang="en-US" dirty="0"/>
              <a:t> means the register r2 plus 0 plus carry are summed, effectively adding carry to r2.</a:t>
            </a:r>
          </a:p>
          <a:p>
            <a:r>
              <a:rPr lang="en-US" dirty="0"/>
              <a:t>Using </a:t>
            </a:r>
            <a:r>
              <a:rPr lang="en-US" sz="1200" kern="1200" dirty="0">
                <a:solidFill>
                  <a:schemeClr val="tx1"/>
                </a:solidFill>
                <a:latin typeface="+mn-lt"/>
                <a:ea typeface="+mn-ea"/>
                <a:cs typeface="+mn-cs"/>
              </a:rPr>
              <a:t>ADD r2, r2, #0</a:t>
            </a:r>
            <a:r>
              <a:rPr lang="en-US" dirty="0"/>
              <a:t> adds zero and ignores carry, so no bit would be counted from the carry.</a:t>
            </a:r>
          </a:p>
          <a:p>
            <a:r>
              <a:rPr lang="en-US" dirty="0"/>
              <a:t>Hence, keep using </a:t>
            </a:r>
            <a:r>
              <a:rPr lang="en-US" sz="1200" kern="1200" dirty="0">
                <a:solidFill>
                  <a:schemeClr val="tx1"/>
                </a:solidFill>
                <a:latin typeface="+mn-lt"/>
                <a:ea typeface="+mn-ea"/>
                <a:cs typeface="+mn-cs"/>
              </a:rPr>
              <a:t>ADC</a:t>
            </a:r>
            <a:r>
              <a:rPr lang="en-US" dirty="0"/>
              <a:t> to accumulate the bits from the carry flag properly.</a:t>
            </a:r>
          </a:p>
          <a:p>
            <a:endParaRPr lang="en-US" dirty="0"/>
          </a:p>
        </p:txBody>
      </p:sp>
      <p:sp>
        <p:nvSpPr>
          <p:cNvPr id="4" name="Slide Number Placeholder 3"/>
          <p:cNvSpPr>
            <a:spLocks noGrp="1"/>
          </p:cNvSpPr>
          <p:nvPr>
            <p:ph type="sldNum" sz="quarter" idx="5"/>
          </p:nvPr>
        </p:nvSpPr>
        <p:spPr/>
        <p:txBody>
          <a:bodyPr/>
          <a:lstStyle/>
          <a:p>
            <a:fld id="{D624DF53-3DD3-9F45-9E7E-472B96F1AB81}" type="slidenum">
              <a:rPr lang="en-US" smtClean="0"/>
              <a:pPr/>
              <a:t>19</a:t>
            </a:fld>
            <a:endParaRPr lang="en-US"/>
          </a:p>
        </p:txBody>
      </p:sp>
    </p:spTree>
    <p:extLst>
      <p:ext uri="{BB962C8B-B14F-4D97-AF65-F5344CB8AC3E}">
        <p14:creationId xmlns:p14="http://schemas.microsoft.com/office/powerpoint/2010/main" val="384892072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51D9C9-E0D3-8F51-71C1-AEB6546B15E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95378E6-3D01-72CB-0BF0-10684709D3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ACF4CB-0251-E43E-D7E8-90F2B5CBDB3E}"/>
              </a:ext>
            </a:extLst>
          </p:cNvPr>
          <p:cNvSpPr>
            <a:spLocks noGrp="1"/>
          </p:cNvSpPr>
          <p:nvPr>
            <p:ph type="body" idx="1"/>
          </p:nvPr>
        </p:nvSpPr>
        <p:spPr/>
        <p:txBody>
          <a:bodyPr>
            <a:normAutofit fontScale="92500"/>
          </a:bodyPr>
          <a:lstStyle/>
          <a:p>
            <a:r>
              <a:rPr lang="en-US" dirty="0"/>
              <a:t>No, you cannot simply replace </a:t>
            </a:r>
            <a:r>
              <a:rPr lang="en-US" sz="1200" kern="1200" dirty="0">
                <a:solidFill>
                  <a:schemeClr val="tx1"/>
                </a:solidFill>
                <a:latin typeface="+mn-lt"/>
                <a:ea typeface="+mn-ea"/>
                <a:cs typeface="+mn-cs"/>
              </a:rPr>
              <a:t>MOVS r0, r0, LSL #1</a:t>
            </a:r>
            <a:r>
              <a:rPr lang="en-US" dirty="0"/>
              <a:t> with </a:t>
            </a:r>
            <a:r>
              <a:rPr lang="en-US" sz="1200" kern="1200" dirty="0">
                <a:solidFill>
                  <a:schemeClr val="tx1"/>
                </a:solidFill>
                <a:latin typeface="+mn-lt"/>
                <a:ea typeface="+mn-ea"/>
                <a:cs typeface="+mn-cs"/>
              </a:rPr>
              <a:t>MOV r0, r0, LSL #1</a:t>
            </a:r>
            <a:r>
              <a:rPr lang="en-US" dirty="0"/>
              <a:t> if you want to use the carry flag for bit counting, because:</a:t>
            </a:r>
          </a:p>
          <a:p>
            <a:r>
              <a:rPr lang="en-US" sz="1200" kern="1200" dirty="0">
                <a:solidFill>
                  <a:schemeClr val="tx1"/>
                </a:solidFill>
                <a:latin typeface="+mn-lt"/>
                <a:ea typeface="+mn-ea"/>
                <a:cs typeface="+mn-cs"/>
              </a:rPr>
              <a:t>MOVS</a:t>
            </a:r>
            <a:r>
              <a:rPr lang="en-US" dirty="0"/>
              <a:t> shifts and </a:t>
            </a:r>
            <a:r>
              <a:rPr lang="en-US" b="1" dirty="0"/>
              <a:t>updates the condition flags</a:t>
            </a:r>
            <a:r>
              <a:rPr lang="en-US" dirty="0"/>
              <a:t>, including the carry flag (which captures the leftmost bit shifted out).</a:t>
            </a:r>
          </a:p>
          <a:p>
            <a:r>
              <a:rPr lang="en-US" sz="1200" kern="1200" dirty="0">
                <a:solidFill>
                  <a:schemeClr val="tx1"/>
                </a:solidFill>
                <a:latin typeface="+mn-lt"/>
                <a:ea typeface="+mn-ea"/>
                <a:cs typeface="+mn-cs"/>
              </a:rPr>
              <a:t>MOV</a:t>
            </a:r>
            <a:r>
              <a:rPr lang="en-US" dirty="0"/>
              <a:t> just copies/moves the value without updating any status flags (Carry, Zero, Negative, etc.).</a:t>
            </a:r>
          </a:p>
          <a:p>
            <a:r>
              <a:rPr lang="en-US" dirty="0"/>
              <a:t>Without status flag updates, the carry flag won't track the bit shifted out, so the later </a:t>
            </a:r>
            <a:r>
              <a:rPr lang="en-US" sz="1200" kern="1200" dirty="0">
                <a:solidFill>
                  <a:schemeClr val="tx1"/>
                </a:solidFill>
                <a:latin typeface="+mn-lt"/>
                <a:ea typeface="+mn-ea"/>
                <a:cs typeface="+mn-cs"/>
              </a:rPr>
              <a:t>ADC</a:t>
            </a:r>
            <a:r>
              <a:rPr lang="en-US" dirty="0"/>
              <a:t> instruction would not add the correct carry bit.</a:t>
            </a:r>
          </a:p>
          <a:p>
            <a:r>
              <a:rPr lang="en-US" dirty="0"/>
              <a:t>Thus, for counting bits by carry from shifts, </a:t>
            </a:r>
            <a:r>
              <a:rPr lang="en-US" sz="1200" kern="1200" dirty="0">
                <a:solidFill>
                  <a:schemeClr val="tx1"/>
                </a:solidFill>
                <a:latin typeface="+mn-lt"/>
                <a:ea typeface="+mn-ea"/>
                <a:cs typeface="+mn-cs"/>
              </a:rPr>
              <a:t>MOVS</a:t>
            </a:r>
            <a:r>
              <a:rPr lang="en-US" dirty="0"/>
              <a:t> is required to update the carry flag each time shifting left.</a:t>
            </a:r>
          </a:p>
          <a:p>
            <a:r>
              <a:rPr lang="en-US" dirty="0"/>
              <a:t>The plain </a:t>
            </a:r>
            <a:r>
              <a:rPr lang="en-US" sz="1200" kern="1200" dirty="0">
                <a:solidFill>
                  <a:schemeClr val="tx1"/>
                </a:solidFill>
                <a:latin typeface="+mn-lt"/>
                <a:ea typeface="+mn-ea"/>
                <a:cs typeface="+mn-cs"/>
              </a:rPr>
              <a:t>MOV</a:t>
            </a:r>
            <a:r>
              <a:rPr lang="en-US" dirty="0"/>
              <a:t> can only move data without affecting flags and is insufficient for this purpose.</a:t>
            </a:r>
          </a:p>
          <a:p>
            <a:endParaRPr lang="en-US" dirty="0"/>
          </a:p>
          <a:p>
            <a:r>
              <a:rPr lang="en-US" dirty="0"/>
              <a:t>No, you cannot replace </a:t>
            </a:r>
            <a:r>
              <a:rPr lang="en-US" sz="1200" kern="1200" dirty="0">
                <a:solidFill>
                  <a:schemeClr val="tx1"/>
                </a:solidFill>
                <a:latin typeface="+mn-lt"/>
                <a:ea typeface="+mn-ea"/>
                <a:cs typeface="+mn-cs"/>
              </a:rPr>
              <a:t>ADC r2, r2, #0</a:t>
            </a:r>
            <a:r>
              <a:rPr lang="en-US" dirty="0"/>
              <a:t> with </a:t>
            </a:r>
            <a:r>
              <a:rPr lang="en-US" sz="1200" kern="1200" dirty="0">
                <a:solidFill>
                  <a:schemeClr val="tx1"/>
                </a:solidFill>
                <a:latin typeface="+mn-lt"/>
                <a:ea typeface="+mn-ea"/>
                <a:cs typeface="+mn-cs"/>
              </a:rPr>
              <a:t>ADD r2, r2, #0</a:t>
            </a:r>
            <a:r>
              <a:rPr lang="en-US" dirty="0"/>
              <a:t> if you want to add the carry bit from the previous operation.</a:t>
            </a:r>
          </a:p>
          <a:p>
            <a:r>
              <a:rPr lang="en-US" b="1" dirty="0"/>
              <a:t>Why?</a:t>
            </a:r>
          </a:p>
          <a:p>
            <a:r>
              <a:rPr lang="en-US" sz="1200" kern="1200" dirty="0">
                <a:solidFill>
                  <a:schemeClr val="tx1"/>
                </a:solidFill>
                <a:latin typeface="+mn-lt"/>
                <a:ea typeface="+mn-ea"/>
                <a:cs typeface="+mn-cs"/>
              </a:rPr>
              <a:t>ADC</a:t>
            </a:r>
            <a:r>
              <a:rPr lang="en-US" dirty="0"/>
              <a:t> (Add with Carry) adds two operands </a:t>
            </a:r>
            <a:r>
              <a:rPr lang="en-US" b="1" dirty="0"/>
              <a:t>plus</a:t>
            </a:r>
            <a:r>
              <a:rPr lang="en-US" dirty="0"/>
              <a:t> the </a:t>
            </a:r>
            <a:r>
              <a:rPr lang="en-US" b="1" dirty="0"/>
              <a:t>carry flag</a:t>
            </a:r>
            <a:r>
              <a:rPr lang="en-US" dirty="0"/>
              <a:t>.</a:t>
            </a:r>
          </a:p>
          <a:p>
            <a:r>
              <a:rPr lang="en-US" sz="1200" kern="1200" dirty="0">
                <a:solidFill>
                  <a:schemeClr val="tx1"/>
                </a:solidFill>
                <a:latin typeface="+mn-lt"/>
                <a:ea typeface="+mn-ea"/>
                <a:cs typeface="+mn-cs"/>
              </a:rPr>
              <a:t>ADD</a:t>
            </a:r>
            <a:r>
              <a:rPr lang="en-US" dirty="0"/>
              <a:t> only adds the two operands without considering the carry flag.</a:t>
            </a:r>
          </a:p>
          <a:p>
            <a:r>
              <a:rPr lang="en-US" dirty="0"/>
              <a:t>Since the bit count relies on the carry flag (set by the previous </a:t>
            </a:r>
            <a:r>
              <a:rPr lang="en-US" sz="1200" kern="1200" dirty="0">
                <a:solidFill>
                  <a:schemeClr val="tx1"/>
                </a:solidFill>
                <a:latin typeface="+mn-lt"/>
                <a:ea typeface="+mn-ea"/>
                <a:cs typeface="+mn-cs"/>
              </a:rPr>
              <a:t>MOVS</a:t>
            </a:r>
            <a:r>
              <a:rPr lang="en-US" dirty="0"/>
              <a:t> shift left), replacing </a:t>
            </a:r>
            <a:r>
              <a:rPr lang="en-US" sz="1200" kern="1200" dirty="0">
                <a:solidFill>
                  <a:schemeClr val="tx1"/>
                </a:solidFill>
                <a:latin typeface="+mn-lt"/>
                <a:ea typeface="+mn-ea"/>
                <a:cs typeface="+mn-cs"/>
              </a:rPr>
              <a:t>ADC</a:t>
            </a:r>
            <a:r>
              <a:rPr lang="en-US" dirty="0"/>
              <a:t> with </a:t>
            </a:r>
            <a:r>
              <a:rPr lang="en-US" sz="1200" kern="1200" dirty="0">
                <a:solidFill>
                  <a:schemeClr val="tx1"/>
                </a:solidFill>
                <a:latin typeface="+mn-lt"/>
                <a:ea typeface="+mn-ea"/>
                <a:cs typeface="+mn-cs"/>
              </a:rPr>
              <a:t>ADD</a:t>
            </a:r>
            <a:r>
              <a:rPr lang="en-US" dirty="0"/>
              <a:t> would </a:t>
            </a:r>
            <a:r>
              <a:rPr lang="en-US" b="1" dirty="0"/>
              <a:t>ignore the carry bit</a:t>
            </a:r>
            <a:r>
              <a:rPr lang="en-US" dirty="0"/>
              <a:t>, causing incorrect counting.</a:t>
            </a:r>
          </a:p>
          <a:p>
            <a:r>
              <a:rPr lang="en-US" dirty="0"/>
              <a:t>In </a:t>
            </a:r>
            <a:r>
              <a:rPr lang="en-US" sz="1200" kern="1200" dirty="0">
                <a:solidFill>
                  <a:schemeClr val="tx1"/>
                </a:solidFill>
                <a:latin typeface="+mn-lt"/>
                <a:ea typeface="+mn-ea"/>
                <a:cs typeface="+mn-cs"/>
              </a:rPr>
              <a:t>ADC r2, r2, #0</a:t>
            </a:r>
            <a:r>
              <a:rPr lang="en-US" dirty="0"/>
              <a:t>, the immediate </a:t>
            </a:r>
            <a:r>
              <a:rPr lang="en-US" sz="1200" kern="1200" dirty="0">
                <a:solidFill>
                  <a:schemeClr val="tx1"/>
                </a:solidFill>
                <a:latin typeface="+mn-lt"/>
                <a:ea typeface="+mn-ea"/>
                <a:cs typeface="+mn-cs"/>
              </a:rPr>
              <a:t>#0</a:t>
            </a:r>
            <a:r>
              <a:rPr lang="en-US" dirty="0"/>
              <a:t> means the register r2 plus 0 plus carry are summed, effectively adding carry to r2.</a:t>
            </a:r>
          </a:p>
          <a:p>
            <a:r>
              <a:rPr lang="en-US" dirty="0"/>
              <a:t>Using </a:t>
            </a:r>
            <a:r>
              <a:rPr lang="en-US" sz="1200" kern="1200" dirty="0">
                <a:solidFill>
                  <a:schemeClr val="tx1"/>
                </a:solidFill>
                <a:latin typeface="+mn-lt"/>
                <a:ea typeface="+mn-ea"/>
                <a:cs typeface="+mn-cs"/>
              </a:rPr>
              <a:t>ADD r2, r2, #0</a:t>
            </a:r>
            <a:r>
              <a:rPr lang="en-US" dirty="0"/>
              <a:t> adds zero and ignores carry, so no bit would be counted from the carry.</a:t>
            </a:r>
          </a:p>
          <a:p>
            <a:r>
              <a:rPr lang="en-US" dirty="0"/>
              <a:t>Hence, keep using </a:t>
            </a:r>
            <a:r>
              <a:rPr lang="en-US" sz="1200" kern="1200" dirty="0">
                <a:solidFill>
                  <a:schemeClr val="tx1"/>
                </a:solidFill>
                <a:latin typeface="+mn-lt"/>
                <a:ea typeface="+mn-ea"/>
                <a:cs typeface="+mn-cs"/>
              </a:rPr>
              <a:t>ADC</a:t>
            </a:r>
            <a:r>
              <a:rPr lang="en-US" dirty="0"/>
              <a:t> to accumulate the bits from the carry flag properly.</a:t>
            </a:r>
          </a:p>
          <a:p>
            <a:endParaRPr lang="en-US" dirty="0"/>
          </a:p>
        </p:txBody>
      </p:sp>
      <p:sp>
        <p:nvSpPr>
          <p:cNvPr id="4" name="Slide Number Placeholder 3">
            <a:extLst>
              <a:ext uri="{FF2B5EF4-FFF2-40B4-BE49-F238E27FC236}">
                <a16:creationId xmlns:a16="http://schemas.microsoft.com/office/drawing/2014/main" id="{861C8E69-D557-E6A6-B65F-6D0265CA81A2}"/>
              </a:ext>
            </a:extLst>
          </p:cNvPr>
          <p:cNvSpPr>
            <a:spLocks noGrp="1"/>
          </p:cNvSpPr>
          <p:nvPr>
            <p:ph type="sldNum" sz="quarter" idx="5"/>
          </p:nvPr>
        </p:nvSpPr>
        <p:spPr/>
        <p:txBody>
          <a:bodyPr/>
          <a:lstStyle/>
          <a:p>
            <a:fld id="{D624DF53-3DD3-9F45-9E7E-472B96F1AB81}" type="slidenum">
              <a:rPr lang="en-US" smtClean="0"/>
              <a:pPr/>
              <a:t>20</a:t>
            </a:fld>
            <a:endParaRPr lang="en-US"/>
          </a:p>
        </p:txBody>
      </p:sp>
    </p:spTree>
    <p:extLst>
      <p:ext uri="{BB962C8B-B14F-4D97-AF65-F5344CB8AC3E}">
        <p14:creationId xmlns:p14="http://schemas.microsoft.com/office/powerpoint/2010/main" val="368363548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Since each element is a 32 bit word, we need to multiply by 4 to convert from array index to memory address</a:t>
            </a:r>
          </a:p>
        </p:txBody>
      </p:sp>
      <p:sp>
        <p:nvSpPr>
          <p:cNvPr id="4" name="Slide Number Placeholder 3"/>
          <p:cNvSpPr>
            <a:spLocks noGrp="1"/>
          </p:cNvSpPr>
          <p:nvPr>
            <p:ph type="sldNum" sz="quarter" idx="5"/>
          </p:nvPr>
        </p:nvSpPr>
        <p:spPr/>
        <p:txBody>
          <a:bodyPr/>
          <a:lstStyle/>
          <a:p>
            <a:fld id="{D624DF53-3DD3-9F45-9E7E-472B96F1AB81}" type="slidenum">
              <a:rPr lang="en-US" smtClean="0"/>
              <a:pPr/>
              <a:t>23</a:t>
            </a:fld>
            <a:endParaRPr lang="en-US"/>
          </a:p>
        </p:txBody>
      </p:sp>
    </p:spTree>
    <p:extLst>
      <p:ext uri="{BB962C8B-B14F-4D97-AF65-F5344CB8AC3E}">
        <p14:creationId xmlns:p14="http://schemas.microsoft.com/office/powerpoint/2010/main" val="298843810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8" name="Title 7"/>
          <p:cNvSpPr>
            <a:spLocks noGrp="1"/>
          </p:cNvSpPr>
          <p:nvPr>
            <p:ph type="ctrTitle"/>
          </p:nvPr>
        </p:nvSpPr>
        <p:spPr>
          <a:xfrm>
            <a:off x="1625600" y="3886200"/>
            <a:ext cx="9144000" cy="990600"/>
          </a:xfrm>
        </p:spPr>
        <p:txBody>
          <a:bodyPr anchor="t" anchorCtr="0"/>
          <a:lstStyle>
            <a:lvl1pPr algn="r">
              <a:defRPr sz="3200">
                <a:solidFill>
                  <a:schemeClr val="tx1"/>
                </a:solidFill>
              </a:defRPr>
            </a:lvl1pPr>
          </a:lstStyle>
          <a:p>
            <a:r>
              <a:rPr kumimoji="0" lang="en-US"/>
              <a:t>Click to edit Master title style</a:t>
            </a:r>
          </a:p>
        </p:txBody>
      </p:sp>
      <p:sp>
        <p:nvSpPr>
          <p:cNvPr id="9" name="Subtitle 8"/>
          <p:cNvSpPr>
            <a:spLocks noGrp="1"/>
          </p:cNvSpPr>
          <p:nvPr>
            <p:ph type="subTitle" idx="1"/>
          </p:nvPr>
        </p:nvSpPr>
        <p:spPr>
          <a:xfrm>
            <a:off x="1625600" y="5124450"/>
            <a:ext cx="9144000" cy="533400"/>
          </a:xfrm>
        </p:spPr>
        <p:txBody>
          <a:bodyPr/>
          <a:lstStyle>
            <a:lvl1pPr marL="0" indent="0" algn="r">
              <a:buNone/>
              <a:defRPr sz="2000">
                <a:solidFill>
                  <a:schemeClr val="tx2"/>
                </a:solidFill>
                <a:latin typeface="+mj-lt"/>
                <a:ea typeface="+mj-ea"/>
                <a:cs typeface="+mj-cs"/>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lstStyle>
          <a:p>
            <a:r>
              <a:rPr kumimoji="0" lang="en-US"/>
              <a:t>Click to edit Master subtitle style</a:t>
            </a:r>
          </a:p>
        </p:txBody>
      </p:sp>
      <p:sp>
        <p:nvSpPr>
          <p:cNvPr id="28" name="Date Placeholder 27"/>
          <p:cNvSpPr>
            <a:spLocks noGrp="1"/>
          </p:cNvSpPr>
          <p:nvPr>
            <p:ph type="dt" sz="half" idx="10"/>
          </p:nvPr>
        </p:nvSpPr>
        <p:spPr>
          <a:xfrm>
            <a:off x="8534400" y="6355080"/>
            <a:ext cx="3048000" cy="365760"/>
          </a:xfrm>
        </p:spPr>
        <p:txBody>
          <a:bodyPr/>
          <a:lstStyle>
            <a:lvl1pPr>
              <a:defRPr sz="1400"/>
            </a:lvl1pPr>
          </a:lstStyle>
          <a:p>
            <a:pPr eaLnBrk="1" latinLnBrk="0" hangingPunct="1"/>
            <a:fld id="{8E8B2B42-CBC2-7D4E-BA50-0E7F29B4DAAB}" type="datetime1">
              <a:rPr lang="en-US" smtClean="0"/>
              <a:t>10/4/2025</a:t>
            </a:fld>
            <a:endParaRPr lang="en-US" sz="1600" dirty="0"/>
          </a:p>
        </p:txBody>
      </p:sp>
      <p:sp>
        <p:nvSpPr>
          <p:cNvPr id="17" name="Footer Placeholder 16"/>
          <p:cNvSpPr>
            <a:spLocks noGrp="1"/>
          </p:cNvSpPr>
          <p:nvPr>
            <p:ph type="ftr" sz="quarter" idx="11"/>
          </p:nvPr>
        </p:nvSpPr>
        <p:spPr>
          <a:xfrm>
            <a:off x="3864864" y="6355080"/>
            <a:ext cx="4632960" cy="365760"/>
          </a:xfrm>
        </p:spPr>
        <p:txBody>
          <a:bodyPr/>
          <a:lstStyle/>
          <a:p>
            <a:endParaRPr kumimoji="0" lang="en-US" dirty="0"/>
          </a:p>
        </p:txBody>
      </p:sp>
      <p:sp>
        <p:nvSpPr>
          <p:cNvPr id="29" name="Slide Number Placeholder 28"/>
          <p:cNvSpPr>
            <a:spLocks noGrp="1"/>
          </p:cNvSpPr>
          <p:nvPr>
            <p:ph type="sldNum" sz="quarter" idx="12"/>
          </p:nvPr>
        </p:nvSpPr>
        <p:spPr>
          <a:xfrm>
            <a:off x="1621536" y="6355080"/>
            <a:ext cx="1625600" cy="365760"/>
          </a:xfrm>
        </p:spPr>
        <p:txBody>
          <a:bodyPr/>
          <a:lstStyle/>
          <a:p>
            <a:fld id="{EA7C8D44-3667-46F6-9772-CC52308E2A7F}" type="slidenum">
              <a:rPr kumimoji="0" lang="en-US" smtClean="0"/>
              <a:pPr/>
              <a:t>‹#›</a:t>
            </a:fld>
            <a:endParaRPr kumimoji="0" lang="en-US" dirty="0"/>
          </a:p>
        </p:txBody>
      </p:sp>
      <p:sp>
        <p:nvSpPr>
          <p:cNvPr id="21" name="Rectangle 20"/>
          <p:cNvSpPr/>
          <p:nvPr/>
        </p:nvSpPr>
        <p:spPr>
          <a:xfrm>
            <a:off x="1206500" y="3648075"/>
            <a:ext cx="97536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33" name="Rectangle 32"/>
          <p:cNvSpPr/>
          <p:nvPr/>
        </p:nvSpPr>
        <p:spPr>
          <a:xfrm>
            <a:off x="1219200" y="5048250"/>
            <a:ext cx="9753600" cy="685800"/>
          </a:xfrm>
          <a:prstGeom prst="rect">
            <a:avLst/>
          </a:prstGeom>
          <a:noFill/>
          <a:ln w="6350" cap="rnd" cmpd="sng" algn="ctr">
            <a:solidFill>
              <a:schemeClr val="accent2"/>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22" name="Rectangle 21"/>
          <p:cNvSpPr/>
          <p:nvPr/>
        </p:nvSpPr>
        <p:spPr>
          <a:xfrm>
            <a:off x="1206500" y="3648075"/>
            <a:ext cx="3048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32" name="Rectangle 31"/>
          <p:cNvSpPr/>
          <p:nvPr/>
        </p:nvSpPr>
        <p:spPr>
          <a:xfrm>
            <a:off x="1219200" y="5048250"/>
            <a:ext cx="304800" cy="685800"/>
          </a:xfrm>
          <a:prstGeom prst="rect">
            <a:avLst/>
          </a:prstGeom>
          <a:solidFill>
            <a:schemeClr val="accent2"/>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4" name="Date Placeholder 3"/>
          <p:cNvSpPr>
            <a:spLocks noGrp="1"/>
          </p:cNvSpPr>
          <p:nvPr>
            <p:ph type="dt" sz="half" idx="10"/>
          </p:nvPr>
        </p:nvSpPr>
        <p:spPr/>
        <p:txBody>
          <a:bodyPr/>
          <a:lstStyle/>
          <a:p>
            <a:pPr eaLnBrk="1" latinLnBrk="0" hangingPunct="1"/>
            <a:fld id="{A9E6F060-20EB-3246-9088-08BF5F1271DE}" type="datetime1">
              <a:rPr lang="en-US" smtClean="0"/>
              <a:t>10/4/2025</a:t>
            </a:fld>
            <a:endParaRPr lang="en-US" dirty="0"/>
          </a:p>
        </p:txBody>
      </p:sp>
      <p:sp>
        <p:nvSpPr>
          <p:cNvPr id="5" name="Footer Placeholder 4"/>
          <p:cNvSpPr>
            <a:spLocks noGrp="1"/>
          </p:cNvSpPr>
          <p:nvPr>
            <p:ph type="ftr" sz="quarter" idx="11"/>
          </p:nvPr>
        </p:nvSpPr>
        <p:spPr/>
        <p:txBody>
          <a:bodyPr/>
          <a:lstStyle/>
          <a:p>
            <a:endParaRPr kumimoji="0" lang="en-US"/>
          </a:p>
        </p:txBody>
      </p:sp>
      <p:sp>
        <p:nvSpPr>
          <p:cNvPr id="6" name="Slide Number Placeholder 5"/>
          <p:cNvSpPr>
            <a:spLocks noGrp="1"/>
          </p:cNvSpPr>
          <p:nvPr>
            <p:ph type="sldNum" sz="quarter" idx="12"/>
          </p:nvPr>
        </p:nvSpPr>
        <p:spPr/>
        <p:txBody>
          <a:bodyPr/>
          <a:lstStyle/>
          <a:p>
            <a:fld id="{EA7C8D44-3667-46F6-9772-CC52308E2A7F}" type="slidenum">
              <a:rPr kumimoji="0" lang="en-US" smtClean="0"/>
              <a:pPr/>
              <a:t>‹#›</a:t>
            </a:fld>
            <a:endParaRPr kumimoji="0" lang="en-US" dirty="0"/>
          </a:p>
        </p:txBody>
      </p:sp>
      <p:sp>
        <p:nvSpPr>
          <p:cNvPr id="8" name="Content Placeholder 7"/>
          <p:cNvSpPr>
            <a:spLocks noGrp="1"/>
          </p:cNvSpPr>
          <p:nvPr>
            <p:ph sz="quarter" idx="1"/>
          </p:nvPr>
        </p:nvSpPr>
        <p:spPr>
          <a:xfrm>
            <a:off x="609600" y="1219200"/>
            <a:ext cx="10972800"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a:xfrm>
            <a:off x="1625600" y="2971800"/>
            <a:ext cx="9144000" cy="1066800"/>
          </a:xfrm>
        </p:spPr>
        <p:txBody>
          <a:bodyPr anchor="t" anchorCtr="0"/>
          <a:lstStyle>
            <a:lvl1pPr algn="r">
              <a:buNone/>
              <a:defRPr sz="3200" b="0" cap="none" baseline="0"/>
            </a:lvl1pPr>
          </a:lstStyle>
          <a:p>
            <a:r>
              <a:rPr kumimoji="0" lang="en-US"/>
              <a:t>Click to edit Master title style</a:t>
            </a:r>
          </a:p>
        </p:txBody>
      </p:sp>
      <p:sp>
        <p:nvSpPr>
          <p:cNvPr id="3" name="Text Placeholder 2"/>
          <p:cNvSpPr>
            <a:spLocks noGrp="1"/>
          </p:cNvSpPr>
          <p:nvPr>
            <p:ph type="body" idx="1"/>
          </p:nvPr>
        </p:nvSpPr>
        <p:spPr>
          <a:xfrm>
            <a:off x="1727200" y="4267200"/>
            <a:ext cx="9042400" cy="1143000"/>
          </a:xfrm>
        </p:spPr>
        <p:txBody>
          <a:bodyPr anchor="t" anchorCtr="0"/>
          <a:lstStyle>
            <a:lvl1pPr marL="0" indent="0" algn="r">
              <a:buNone/>
              <a:defRPr sz="2000">
                <a:solidFill>
                  <a:schemeClr val="tx1">
                    <a:tint val="75000"/>
                  </a:schemeClr>
                </a:solidFill>
              </a:defRPr>
            </a:lvl1pPr>
            <a:lvl2pPr>
              <a:buNone/>
              <a:defRPr sz="1800">
                <a:solidFill>
                  <a:schemeClr val="tx1">
                    <a:tint val="75000"/>
                  </a:schemeClr>
                </a:solidFill>
              </a:defRPr>
            </a:lvl2pPr>
            <a:lvl3pPr>
              <a:buNone/>
              <a:defRPr sz="1600">
                <a:solidFill>
                  <a:schemeClr val="tx1">
                    <a:tint val="75000"/>
                  </a:schemeClr>
                </a:solidFill>
              </a:defRPr>
            </a:lvl3pPr>
            <a:lvl4pPr>
              <a:buNone/>
              <a:defRPr sz="1400">
                <a:solidFill>
                  <a:schemeClr val="tx1">
                    <a:tint val="75000"/>
                  </a:schemeClr>
                </a:solidFill>
              </a:defRPr>
            </a:lvl4pPr>
            <a:lvl5pPr>
              <a:buNone/>
              <a:defRPr sz="1400">
                <a:solidFill>
                  <a:schemeClr val="tx1">
                    <a:tint val="75000"/>
                  </a:schemeClr>
                </a:solidFill>
              </a:defRPr>
            </a:lvl5pPr>
          </a:lstStyle>
          <a:p>
            <a:pPr lvl="0" eaLnBrk="1" latinLnBrk="0" hangingPunct="1"/>
            <a:r>
              <a:rPr kumimoji="0" lang="en-US"/>
              <a:t>Click to edit Master text styles</a:t>
            </a:r>
          </a:p>
        </p:txBody>
      </p:sp>
      <p:sp>
        <p:nvSpPr>
          <p:cNvPr id="4" name="Date Placeholder 3"/>
          <p:cNvSpPr>
            <a:spLocks noGrp="1"/>
          </p:cNvSpPr>
          <p:nvPr>
            <p:ph type="dt" sz="half" idx="10"/>
          </p:nvPr>
        </p:nvSpPr>
        <p:spPr>
          <a:xfrm>
            <a:off x="8534400" y="6355080"/>
            <a:ext cx="3048000" cy="365760"/>
          </a:xfrm>
        </p:spPr>
        <p:txBody>
          <a:bodyPr/>
          <a:lstStyle/>
          <a:p>
            <a:pPr eaLnBrk="1" latinLnBrk="0" hangingPunct="1"/>
            <a:fld id="{34C82E41-DA7E-CA4C-823B-C759BEA16CE8}" type="datetime1">
              <a:rPr lang="en-US" smtClean="0"/>
              <a:t>10/4/2025</a:t>
            </a:fld>
            <a:endParaRPr lang="en-US" dirty="0"/>
          </a:p>
        </p:txBody>
      </p:sp>
      <p:sp>
        <p:nvSpPr>
          <p:cNvPr id="5" name="Footer Placeholder 4"/>
          <p:cNvSpPr>
            <a:spLocks noGrp="1"/>
          </p:cNvSpPr>
          <p:nvPr>
            <p:ph type="ftr" sz="quarter" idx="11"/>
          </p:nvPr>
        </p:nvSpPr>
        <p:spPr>
          <a:xfrm>
            <a:off x="3864864" y="6355080"/>
            <a:ext cx="4632960" cy="365760"/>
          </a:xfrm>
        </p:spPr>
        <p:txBody>
          <a:bodyPr/>
          <a:lstStyle/>
          <a:p>
            <a:endParaRPr kumimoji="0" lang="en-US" dirty="0"/>
          </a:p>
        </p:txBody>
      </p:sp>
      <p:sp>
        <p:nvSpPr>
          <p:cNvPr id="6" name="Slide Number Placeholder 5"/>
          <p:cNvSpPr>
            <a:spLocks noGrp="1"/>
          </p:cNvSpPr>
          <p:nvPr>
            <p:ph type="sldNum" sz="quarter" idx="12"/>
          </p:nvPr>
        </p:nvSpPr>
        <p:spPr>
          <a:xfrm>
            <a:off x="1426464" y="6355080"/>
            <a:ext cx="2027936" cy="365760"/>
          </a:xfrm>
        </p:spPr>
        <p:txBody>
          <a:bodyPr/>
          <a:lstStyle/>
          <a:p>
            <a:fld id="{EA7C8D44-3667-46F6-9772-CC52308E2A7F}" type="slidenum">
              <a:rPr kumimoji="0" lang="en-US" smtClean="0"/>
              <a:pPr/>
              <a:t>‹#›</a:t>
            </a:fld>
            <a:endParaRPr kumimoji="0" lang="en-US" dirty="0"/>
          </a:p>
        </p:txBody>
      </p:sp>
      <p:sp>
        <p:nvSpPr>
          <p:cNvPr id="7" name="Rectangle 6"/>
          <p:cNvSpPr/>
          <p:nvPr/>
        </p:nvSpPr>
        <p:spPr>
          <a:xfrm>
            <a:off x="1219200" y="2819400"/>
            <a:ext cx="97536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8" name="Rectangle 7"/>
          <p:cNvSpPr/>
          <p:nvPr/>
        </p:nvSpPr>
        <p:spPr>
          <a:xfrm>
            <a:off x="1219200" y="2819400"/>
            <a:ext cx="3048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lstStyle/>
          <a:p>
            <a:r>
              <a:rPr kumimoji="0" lang="en-US"/>
              <a:t>Click to edit Master title style</a:t>
            </a:r>
          </a:p>
        </p:txBody>
      </p:sp>
      <p:sp>
        <p:nvSpPr>
          <p:cNvPr id="5" name="Date Placeholder 4"/>
          <p:cNvSpPr>
            <a:spLocks noGrp="1"/>
          </p:cNvSpPr>
          <p:nvPr>
            <p:ph type="dt" sz="half" idx="10"/>
          </p:nvPr>
        </p:nvSpPr>
        <p:spPr/>
        <p:txBody>
          <a:bodyPr/>
          <a:lstStyle/>
          <a:p>
            <a:pPr eaLnBrk="1" latinLnBrk="0" hangingPunct="1"/>
            <a:fld id="{2500C8B0-EB1A-0A41-B839-C4B99CD2225A}" type="datetime1">
              <a:rPr lang="en-US" smtClean="0"/>
              <a:t>10/4/2025</a:t>
            </a:fld>
            <a:endParaRPr lang="en-US"/>
          </a:p>
        </p:txBody>
      </p:sp>
      <p:sp>
        <p:nvSpPr>
          <p:cNvPr id="6" name="Footer Placeholder 5"/>
          <p:cNvSpPr>
            <a:spLocks noGrp="1"/>
          </p:cNvSpPr>
          <p:nvPr>
            <p:ph type="ftr" sz="quarter" idx="11"/>
          </p:nvPr>
        </p:nvSpPr>
        <p:spPr/>
        <p:txBody>
          <a:bodyPr/>
          <a:lstStyle/>
          <a:p>
            <a:endParaRPr kumimoji="0" lang="en-US"/>
          </a:p>
        </p:txBody>
      </p:sp>
      <p:sp>
        <p:nvSpPr>
          <p:cNvPr id="7" name="Slide Number Placeholder 6"/>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9" name="Content Placeholder 8"/>
          <p:cNvSpPr>
            <a:spLocks noGrp="1"/>
          </p:cNvSpPr>
          <p:nvPr>
            <p:ph sz="quarter" idx="1"/>
          </p:nvPr>
        </p:nvSpPr>
        <p:spPr>
          <a:xfrm>
            <a:off x="609600" y="1219200"/>
            <a:ext cx="5388864"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1" name="Content Placeholder 10"/>
          <p:cNvSpPr>
            <a:spLocks noGrp="1"/>
          </p:cNvSpPr>
          <p:nvPr>
            <p:ph sz="quarter" idx="2"/>
          </p:nvPr>
        </p:nvSpPr>
        <p:spPr>
          <a:xfrm>
            <a:off x="6176264" y="1216152"/>
            <a:ext cx="5388864"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nchor="ctr"/>
          <a:lstStyle>
            <a:lvl1pPr>
              <a:defRPr/>
            </a:lvl1pPr>
          </a:lstStyle>
          <a:p>
            <a:r>
              <a:rPr kumimoji="0" lang="en-US"/>
              <a:t>Click to edit Master title style</a:t>
            </a:r>
          </a:p>
        </p:txBody>
      </p:sp>
      <p:sp>
        <p:nvSpPr>
          <p:cNvPr id="3" name="Text Placeholder 2"/>
          <p:cNvSpPr>
            <a:spLocks noGrp="1"/>
          </p:cNvSpPr>
          <p:nvPr>
            <p:ph type="body" idx="1"/>
          </p:nvPr>
        </p:nvSpPr>
        <p:spPr>
          <a:xfrm>
            <a:off x="609600" y="1285875"/>
            <a:ext cx="5386917" cy="685800"/>
          </a:xfrm>
          <a:noFill/>
          <a:ln>
            <a:noFill/>
          </a:ln>
        </p:spPr>
        <p:txBody>
          <a:bodyPr lIns="91440" anchor="b" anchorCtr="0">
            <a:noAutofit/>
          </a:bodyPr>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4" name="Text Placeholder 3"/>
          <p:cNvSpPr>
            <a:spLocks noGrp="1"/>
          </p:cNvSpPr>
          <p:nvPr>
            <p:ph type="body" sz="half" idx="3"/>
          </p:nvPr>
        </p:nvSpPr>
        <p:spPr>
          <a:xfrm>
            <a:off x="6197601" y="1295400"/>
            <a:ext cx="5389033" cy="685800"/>
          </a:xfrm>
          <a:noFill/>
          <a:ln>
            <a:noFill/>
          </a:ln>
        </p:spPr>
        <p:txBody>
          <a:bodyPr lIns="91440" anchor="b" anchorCtr="0"/>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7" name="Date Placeholder 6"/>
          <p:cNvSpPr>
            <a:spLocks noGrp="1"/>
          </p:cNvSpPr>
          <p:nvPr>
            <p:ph type="dt" sz="half" idx="10"/>
          </p:nvPr>
        </p:nvSpPr>
        <p:spPr/>
        <p:txBody>
          <a:bodyPr/>
          <a:lstStyle/>
          <a:p>
            <a:pPr eaLnBrk="1" latinLnBrk="0" hangingPunct="1"/>
            <a:fld id="{4F16605B-D952-1149-A111-28A5633BAE48}" type="datetime1">
              <a:rPr lang="en-US" smtClean="0"/>
              <a:t>10/4/2025</a:t>
            </a:fld>
            <a:endParaRPr lang="en-US"/>
          </a:p>
        </p:txBody>
      </p:sp>
      <p:sp>
        <p:nvSpPr>
          <p:cNvPr id="8" name="Footer Placeholder 7"/>
          <p:cNvSpPr>
            <a:spLocks noGrp="1"/>
          </p:cNvSpPr>
          <p:nvPr>
            <p:ph type="ftr" sz="quarter" idx="11"/>
          </p:nvPr>
        </p:nvSpPr>
        <p:spPr/>
        <p:txBody>
          <a:bodyPr/>
          <a:lstStyle/>
          <a:p>
            <a:endParaRPr kumimoji="0" lang="en-US"/>
          </a:p>
        </p:txBody>
      </p:sp>
      <p:sp>
        <p:nvSpPr>
          <p:cNvPr id="9" name="Slide Number Placeholder 8"/>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11" name="Content Placeholder 10"/>
          <p:cNvSpPr>
            <a:spLocks noGrp="1"/>
          </p:cNvSpPr>
          <p:nvPr>
            <p:ph sz="quarter" idx="2"/>
          </p:nvPr>
        </p:nvSpPr>
        <p:spPr>
          <a:xfrm>
            <a:off x="609600" y="2133600"/>
            <a:ext cx="53848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3" name="Content Placeholder 12"/>
          <p:cNvSpPr>
            <a:spLocks noGrp="1"/>
          </p:cNvSpPr>
          <p:nvPr>
            <p:ph sz="quarter" idx="4"/>
          </p:nvPr>
        </p:nvSpPr>
        <p:spPr>
          <a:xfrm>
            <a:off x="6197600" y="2133600"/>
            <a:ext cx="53848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lstStyle/>
          <a:p>
            <a:r>
              <a:rPr kumimoji="0" lang="en-US"/>
              <a:t>Click to edit Master title style</a:t>
            </a:r>
          </a:p>
        </p:txBody>
      </p:sp>
      <p:sp>
        <p:nvSpPr>
          <p:cNvPr id="3" name="Date Placeholder 2"/>
          <p:cNvSpPr>
            <a:spLocks noGrp="1"/>
          </p:cNvSpPr>
          <p:nvPr>
            <p:ph type="dt" sz="half" idx="10"/>
          </p:nvPr>
        </p:nvSpPr>
        <p:spPr/>
        <p:txBody>
          <a:bodyPr/>
          <a:lstStyle/>
          <a:p>
            <a:pPr eaLnBrk="1" latinLnBrk="0" hangingPunct="1"/>
            <a:fld id="{91109A1C-29B2-B04E-8365-C9D22C4AE842}" type="datetime1">
              <a:rPr lang="en-US" smtClean="0"/>
              <a:t>10/4/2025</a:t>
            </a:fld>
            <a:endParaRPr lang="en-US"/>
          </a:p>
        </p:txBody>
      </p:sp>
      <p:sp>
        <p:nvSpPr>
          <p:cNvPr id="4" name="Footer Placeholder 3"/>
          <p:cNvSpPr>
            <a:spLocks noGrp="1"/>
          </p:cNvSpPr>
          <p:nvPr>
            <p:ph type="ftr" sz="quarter" idx="11"/>
          </p:nvPr>
        </p:nvSpPr>
        <p:spPr/>
        <p:txBody>
          <a:bodyPr/>
          <a:lstStyle/>
          <a:p>
            <a:endParaRPr kumimoji="0" lang="en-US"/>
          </a:p>
        </p:txBody>
      </p:sp>
      <p:sp>
        <p:nvSpPr>
          <p:cNvPr id="5" name="Slide Number Placeholder 4"/>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6" name="Isosceles Triangle 5"/>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eaLnBrk="1" latinLnBrk="0" hangingPunct="1"/>
            <a:fld id="{2CE417B6-A42B-064A-8677-46C55C4F613A}" type="datetime1">
              <a:rPr lang="en-US" smtClean="0"/>
              <a:t>10/4/2025</a:t>
            </a:fld>
            <a:endParaRPr lang="en-US"/>
          </a:p>
        </p:txBody>
      </p:sp>
      <p:sp>
        <p:nvSpPr>
          <p:cNvPr id="3" name="Footer Placeholder 2"/>
          <p:cNvSpPr>
            <a:spLocks noGrp="1"/>
          </p:cNvSpPr>
          <p:nvPr>
            <p:ph type="ftr" sz="quarter" idx="11"/>
          </p:nvPr>
        </p:nvSpPr>
        <p:spPr/>
        <p:txBody>
          <a:bodyPr/>
          <a:lstStyle/>
          <a:p>
            <a:endParaRPr kumimoji="0" lang="en-US"/>
          </a:p>
        </p:txBody>
      </p:sp>
      <p:sp>
        <p:nvSpPr>
          <p:cNvPr id="4" name="Slide Number Placeholder 3"/>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5" name="Straight Connector 4"/>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6" name="Isosceles Triangle 5"/>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432800" y="304800"/>
            <a:ext cx="3352800" cy="838200"/>
          </a:xfrm>
        </p:spPr>
        <p:txBody>
          <a:bodyPr anchor="b" anchorCtr="0">
            <a:noAutofit/>
          </a:bodyPr>
          <a:lstStyle>
            <a:lvl1pPr algn="l">
              <a:buNone/>
              <a:defRPr sz="2000" b="1">
                <a:solidFill>
                  <a:schemeClr val="tx2"/>
                </a:solidFill>
                <a:latin typeface="+mn-lt"/>
                <a:ea typeface="+mn-ea"/>
                <a:cs typeface="+mn-cs"/>
              </a:defRPr>
            </a:lvl1pPr>
          </a:lstStyle>
          <a:p>
            <a:r>
              <a:rPr kumimoji="0" lang="en-US"/>
              <a:t>Click to edit Master title style</a:t>
            </a:r>
          </a:p>
        </p:txBody>
      </p:sp>
      <p:sp>
        <p:nvSpPr>
          <p:cNvPr id="3" name="Text Placeholder 2"/>
          <p:cNvSpPr>
            <a:spLocks noGrp="1"/>
          </p:cNvSpPr>
          <p:nvPr>
            <p:ph type="body" idx="2"/>
          </p:nvPr>
        </p:nvSpPr>
        <p:spPr>
          <a:xfrm>
            <a:off x="8432800" y="1219201"/>
            <a:ext cx="3352800" cy="4843463"/>
          </a:xfrm>
        </p:spPr>
        <p:txBody>
          <a:bodyPr/>
          <a:lstStyle>
            <a:lvl1pPr marL="0" indent="0">
              <a:lnSpc>
                <a:spcPts val="2200"/>
              </a:lnSpc>
              <a:spcAft>
                <a:spcPts val="1000"/>
              </a:spcAft>
              <a:buNone/>
              <a:defRPr sz="1600">
                <a:solidFill>
                  <a:schemeClr val="tx2"/>
                </a:solidFill>
              </a:defRPr>
            </a:lvl1pPr>
            <a:lvl2pPr>
              <a:buNone/>
              <a:defRPr sz="1200"/>
            </a:lvl2pPr>
            <a:lvl3pPr>
              <a:buNone/>
              <a:defRPr sz="1000"/>
            </a:lvl3pPr>
            <a:lvl4pPr>
              <a:buNone/>
              <a:defRPr sz="900"/>
            </a:lvl4pPr>
            <a:lvl5pPr>
              <a:buNone/>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p:txBody>
          <a:bodyPr/>
          <a:lstStyle/>
          <a:p>
            <a:pPr eaLnBrk="1" latinLnBrk="0" hangingPunct="1"/>
            <a:fld id="{DE76F5AD-3F1F-7141-BC8A-012C5728BE2D}" type="datetime1">
              <a:rPr lang="en-US" smtClean="0"/>
              <a:t>10/4/2025</a:t>
            </a:fld>
            <a:endParaRPr lang="en-US"/>
          </a:p>
        </p:txBody>
      </p:sp>
      <p:sp>
        <p:nvSpPr>
          <p:cNvPr id="6" name="Footer Placeholder 5"/>
          <p:cNvSpPr>
            <a:spLocks noGrp="1"/>
          </p:cNvSpPr>
          <p:nvPr>
            <p:ph type="ftr" sz="quarter" idx="11"/>
          </p:nvPr>
        </p:nvSpPr>
        <p:spPr/>
        <p:txBody>
          <a:bodyPr/>
          <a:lstStyle/>
          <a:p>
            <a:endParaRPr kumimoji="0" lang="en-US"/>
          </a:p>
        </p:txBody>
      </p:sp>
      <p:sp>
        <p:nvSpPr>
          <p:cNvPr id="7" name="Slide Number Placeholder 6"/>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8" name="Straight Connector 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10" name="Straight Connector 9"/>
          <p:cNvSpPr>
            <a:spLocks noChangeShapeType="1"/>
          </p:cNvSpPr>
          <p:nvPr/>
        </p:nvSpPr>
        <p:spPr bwMode="auto">
          <a:xfrm rot="5400000">
            <a:off x="5220033" y="3324225"/>
            <a:ext cx="603504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9" name="Isosceles Triangle 8"/>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12" name="Content Placeholder 11"/>
          <p:cNvSpPr>
            <a:spLocks noGrp="1"/>
          </p:cNvSpPr>
          <p:nvPr>
            <p:ph sz="quarter" idx="1"/>
          </p:nvPr>
        </p:nvSpPr>
        <p:spPr>
          <a:xfrm>
            <a:off x="406400" y="304800"/>
            <a:ext cx="7620000" cy="57150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a:xfrm>
            <a:off x="609600" y="500856"/>
            <a:ext cx="10972800" cy="674688"/>
          </a:xfrm>
          <a:ln>
            <a:solidFill>
              <a:schemeClr val="accent1"/>
            </a:solidFill>
          </a:ln>
        </p:spPr>
        <p:txBody>
          <a:bodyPr lIns="274320" anchor="ctr"/>
          <a:lstStyle>
            <a:lvl1pPr algn="r">
              <a:buNone/>
              <a:defRPr sz="2000" b="0">
                <a:solidFill>
                  <a:schemeClr val="tx1"/>
                </a:solidFill>
              </a:defRPr>
            </a:lvl1pPr>
          </a:lstStyle>
          <a:p>
            <a:r>
              <a:rPr kumimoji="0" lang="en-US"/>
              <a:t>Click to edit Master title style</a:t>
            </a:r>
          </a:p>
        </p:txBody>
      </p:sp>
      <p:sp>
        <p:nvSpPr>
          <p:cNvPr id="3" name="Picture Placeholder 2"/>
          <p:cNvSpPr>
            <a:spLocks noGrp="1"/>
          </p:cNvSpPr>
          <p:nvPr>
            <p:ph type="pic" idx="1"/>
          </p:nvPr>
        </p:nvSpPr>
        <p:spPr>
          <a:xfrm>
            <a:off x="609600" y="1905000"/>
            <a:ext cx="10972800" cy="4270248"/>
          </a:xfrm>
          <a:solidFill>
            <a:schemeClr val="tx1">
              <a:shade val="50000"/>
            </a:schemeClr>
          </a:solidFill>
          <a:ln>
            <a:noFill/>
          </a:ln>
          <a:effectLst/>
        </p:spPr>
        <p:txBody>
          <a:bodyPr/>
          <a:lstStyle>
            <a:lvl1pPr marL="0" indent="0">
              <a:spcBef>
                <a:spcPts val="600"/>
              </a:spcBef>
              <a:buNone/>
              <a:defRPr sz="3200"/>
            </a:lvl1pPr>
          </a:lstStyle>
          <a:p>
            <a:r>
              <a:rPr kumimoji="0" lang="en-US"/>
              <a:t>Click icon to add picture</a:t>
            </a:r>
            <a:endParaRPr kumimoji="0" lang="en-US" dirty="0"/>
          </a:p>
        </p:txBody>
      </p:sp>
      <p:sp>
        <p:nvSpPr>
          <p:cNvPr id="4" name="Text Placeholder 3"/>
          <p:cNvSpPr>
            <a:spLocks noGrp="1"/>
          </p:cNvSpPr>
          <p:nvPr>
            <p:ph type="body" sz="half" idx="2"/>
          </p:nvPr>
        </p:nvSpPr>
        <p:spPr>
          <a:xfrm>
            <a:off x="609600" y="1219200"/>
            <a:ext cx="10972800" cy="533400"/>
          </a:xfrm>
        </p:spPr>
        <p:txBody>
          <a:bodyPr anchor="ctr" anchorCtr="0"/>
          <a:lstStyle>
            <a:lvl1pPr marL="0" indent="0" algn="l">
              <a:buFontTx/>
              <a:buNone/>
              <a:defRPr sz="1400"/>
            </a:lvl1pPr>
            <a:lvl2pPr>
              <a:defRPr sz="1200"/>
            </a:lvl2pPr>
            <a:lvl3pPr>
              <a:defRPr sz="1000"/>
            </a:lvl3pPr>
            <a:lvl4pPr>
              <a:defRPr sz="900"/>
            </a:lvl4pPr>
            <a:lvl5pPr>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p:txBody>
          <a:bodyPr/>
          <a:lstStyle/>
          <a:p>
            <a:pPr eaLnBrk="1" latinLnBrk="0" hangingPunct="1"/>
            <a:fld id="{09FA12B8-739E-4D47-A14C-180C3BC10865}" type="datetime1">
              <a:rPr lang="en-US" smtClean="0"/>
              <a:t>10/4/2025</a:t>
            </a:fld>
            <a:endParaRPr lang="en-US"/>
          </a:p>
        </p:txBody>
      </p:sp>
      <p:sp>
        <p:nvSpPr>
          <p:cNvPr id="6" name="Footer Placeholder 5"/>
          <p:cNvSpPr>
            <a:spLocks noGrp="1"/>
          </p:cNvSpPr>
          <p:nvPr>
            <p:ph type="ftr" sz="quarter" idx="11"/>
          </p:nvPr>
        </p:nvSpPr>
        <p:spPr/>
        <p:txBody>
          <a:bodyPr/>
          <a:lstStyle/>
          <a:p>
            <a:endParaRPr kumimoji="0" lang="en-US"/>
          </a:p>
        </p:txBody>
      </p:sp>
      <p:sp>
        <p:nvSpPr>
          <p:cNvPr id="7" name="Slide Number Placeholder 6"/>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8" name="Straight Connector 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9" name="Isosceles Triangle 8"/>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10" name="Rectangle 9"/>
          <p:cNvSpPr/>
          <p:nvPr/>
        </p:nvSpPr>
        <p:spPr>
          <a:xfrm>
            <a:off x="609600" y="500856"/>
            <a:ext cx="243840" cy="68580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overrideClrMapping bg1="dk1" tx1="lt1" bg2="dk2" tx2="lt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3" name="Vertical Text Placeholder 2"/>
          <p:cNvSpPr>
            <a:spLocks noGrp="1"/>
          </p:cNvSpPr>
          <p:nvPr>
            <p:ph type="body" orient="vert" idx="1"/>
          </p:nvPr>
        </p:nvSpPr>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p:txBody>
          <a:bodyPr/>
          <a:lstStyle/>
          <a:p>
            <a:pPr eaLnBrk="1" latinLnBrk="0" hangingPunct="1"/>
            <a:fld id="{597D1259-3A46-254C-ADDB-B5DA4F1DF3DA}" type="datetime1">
              <a:rPr lang="en-US" smtClean="0"/>
              <a:t>10/4/2025</a:t>
            </a:fld>
            <a:endParaRPr lang="en-US"/>
          </a:p>
        </p:txBody>
      </p:sp>
      <p:sp>
        <p:nvSpPr>
          <p:cNvPr id="5" name="Footer Placeholder 4"/>
          <p:cNvSpPr>
            <a:spLocks noGrp="1"/>
          </p:cNvSpPr>
          <p:nvPr>
            <p:ph type="ftr" sz="quarter" idx="11"/>
          </p:nvPr>
        </p:nvSpPr>
        <p:spPr/>
        <p:txBody>
          <a:bodyPr/>
          <a:lstStyle/>
          <a:p>
            <a:endParaRPr kumimoji="0" lang="en-US"/>
          </a:p>
        </p:txBody>
      </p:sp>
      <p:sp>
        <p:nvSpPr>
          <p:cNvPr id="6" name="Slide Number Placeholder 5"/>
          <p:cNvSpPr>
            <a:spLocks noGrp="1"/>
          </p:cNvSpPr>
          <p:nvPr>
            <p:ph type="sldNum" sz="quarter" idx="12"/>
          </p:nvPr>
        </p:nvSpPr>
        <p:spPr/>
        <p:txBody>
          <a:bodyPr/>
          <a:lstStyle/>
          <a:p>
            <a:fld id="{EA7C8D44-3667-46F6-9772-CC52308E2A7F}" type="slidenum">
              <a:rPr kumimoji="0" lang="en-US" smtClean="0"/>
              <a:pPr/>
              <a:t>‹#›</a:t>
            </a:fld>
            <a:endParaRPr kumimoji="0"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kumimoji="0"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p:txBody>
          <a:bodyPr/>
          <a:lstStyle/>
          <a:p>
            <a:pPr eaLnBrk="1" latinLnBrk="0" hangingPunct="1"/>
            <a:fld id="{CCA104EC-54AA-E04F-BDC0-22B4E8892699}" type="datetime1">
              <a:rPr lang="en-US" smtClean="0"/>
              <a:t>10/4/2025</a:t>
            </a:fld>
            <a:endParaRPr lang="en-US"/>
          </a:p>
        </p:txBody>
      </p:sp>
      <p:sp>
        <p:nvSpPr>
          <p:cNvPr id="5" name="Footer Placeholder 4"/>
          <p:cNvSpPr>
            <a:spLocks noGrp="1"/>
          </p:cNvSpPr>
          <p:nvPr>
            <p:ph type="ftr" sz="quarter" idx="11"/>
          </p:nvPr>
        </p:nvSpPr>
        <p:spPr/>
        <p:txBody>
          <a:bodyPr/>
          <a:lstStyle/>
          <a:p>
            <a:endParaRPr kumimoji="0" lang="en-US"/>
          </a:p>
        </p:txBody>
      </p:sp>
      <p:sp>
        <p:nvSpPr>
          <p:cNvPr id="6" name="Slide Number Placeholder 5"/>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7" name="Straight Connector 6"/>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8" name="Isosceles Triangle 7"/>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9" name="Straight Connector 8"/>
          <p:cNvSpPr>
            <a:spLocks noChangeShapeType="1"/>
          </p:cNvSpPr>
          <p:nvPr/>
        </p:nvSpPr>
        <p:spPr bwMode="auto">
          <a:xfrm rot="5400000">
            <a:off x="5814836" y="3201952"/>
            <a:ext cx="585216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2" name="Title Placeholder 21"/>
          <p:cNvSpPr>
            <a:spLocks noGrp="1"/>
          </p:cNvSpPr>
          <p:nvPr>
            <p:ph type="title"/>
          </p:nvPr>
        </p:nvSpPr>
        <p:spPr>
          <a:xfrm>
            <a:off x="609600" y="152400"/>
            <a:ext cx="10972800" cy="990600"/>
          </a:xfrm>
          <a:prstGeom prst="rect">
            <a:avLst/>
          </a:prstGeom>
        </p:spPr>
        <p:txBody>
          <a:bodyPr vert="horz" anchor="b" anchorCtr="0">
            <a:normAutofit/>
          </a:bodyPr>
          <a:lstStyle/>
          <a:p>
            <a:r>
              <a:rPr kumimoji="0" lang="en-US"/>
              <a:t>Click to edit Master title style</a:t>
            </a:r>
          </a:p>
        </p:txBody>
      </p:sp>
      <p:sp>
        <p:nvSpPr>
          <p:cNvPr id="13" name="Text Placeholder 12"/>
          <p:cNvSpPr>
            <a:spLocks noGrp="1"/>
          </p:cNvSpPr>
          <p:nvPr>
            <p:ph type="body" idx="1"/>
          </p:nvPr>
        </p:nvSpPr>
        <p:spPr>
          <a:xfrm>
            <a:off x="609600" y="1219200"/>
            <a:ext cx="10972800" cy="4910328"/>
          </a:xfrm>
          <a:prstGeom prst="rect">
            <a:avLst/>
          </a:prstGeom>
        </p:spPr>
        <p:txBody>
          <a:bodyPr vert="horz">
            <a:normAutofit/>
          </a:bodyPr>
          <a:lstStyle/>
          <a:p>
            <a:pPr lvl="0" eaLnBrk="1" latinLnBrk="0" hangingPunct="1"/>
            <a:r>
              <a:rPr kumimoji="0" lang="en-US"/>
              <a:t>Click to edit Master text styles</a:t>
            </a:r>
          </a:p>
          <a:p>
            <a:pPr lvl="1" eaLnBrk="1" latinLnBrk="0" hangingPunct="1"/>
            <a:r>
              <a:rPr kumimoji="0" lang="en-US"/>
              <a:t>Second level</a:t>
            </a:r>
          </a:p>
          <a:p>
            <a:pPr lvl="2" eaLnBrk="1" latinLnBrk="0" hangingPunct="1"/>
            <a:r>
              <a:rPr kumimoji="0" lang="en-US"/>
              <a:t>Third level</a:t>
            </a:r>
          </a:p>
          <a:p>
            <a:pPr lvl="3" eaLnBrk="1" latinLnBrk="0" hangingPunct="1"/>
            <a:r>
              <a:rPr kumimoji="0" lang="en-US"/>
              <a:t>Fourth level</a:t>
            </a:r>
          </a:p>
          <a:p>
            <a:pPr lvl="4" eaLnBrk="1" latinLnBrk="0" hangingPunct="1"/>
            <a:r>
              <a:rPr kumimoji="0" lang="en-US"/>
              <a:t>Fifth level</a:t>
            </a:r>
          </a:p>
        </p:txBody>
      </p:sp>
      <p:sp>
        <p:nvSpPr>
          <p:cNvPr id="14" name="Date Placeholder 13"/>
          <p:cNvSpPr>
            <a:spLocks noGrp="1"/>
          </p:cNvSpPr>
          <p:nvPr>
            <p:ph type="dt" sz="half" idx="2"/>
          </p:nvPr>
        </p:nvSpPr>
        <p:spPr>
          <a:xfrm>
            <a:off x="8534400" y="6356350"/>
            <a:ext cx="3052064" cy="365760"/>
          </a:xfrm>
          <a:prstGeom prst="rect">
            <a:avLst/>
          </a:prstGeom>
        </p:spPr>
        <p:txBody>
          <a:bodyPr vert="horz"/>
          <a:lstStyle>
            <a:lvl1pPr algn="l" eaLnBrk="1" latinLnBrk="0" hangingPunct="1">
              <a:defRPr kumimoji="0" sz="1400">
                <a:solidFill>
                  <a:schemeClr val="tx2"/>
                </a:solidFill>
              </a:defRPr>
            </a:lvl1pPr>
          </a:lstStyle>
          <a:p>
            <a:pPr eaLnBrk="1" latinLnBrk="0" hangingPunct="1"/>
            <a:fld id="{CDD18CD8-E404-844E-A4BD-DF69B8E5881E}" type="datetime1">
              <a:rPr lang="en-US" smtClean="0"/>
              <a:t>10/4/2025</a:t>
            </a:fld>
            <a:endParaRPr lang="en-US" sz="1400" dirty="0">
              <a:solidFill>
                <a:schemeClr val="tx2"/>
              </a:solidFill>
            </a:endParaRPr>
          </a:p>
        </p:txBody>
      </p:sp>
      <p:sp>
        <p:nvSpPr>
          <p:cNvPr id="3" name="Footer Placeholder 2"/>
          <p:cNvSpPr>
            <a:spLocks noGrp="1"/>
          </p:cNvSpPr>
          <p:nvPr>
            <p:ph type="ftr" sz="quarter" idx="3"/>
          </p:nvPr>
        </p:nvSpPr>
        <p:spPr>
          <a:xfrm>
            <a:off x="3864864" y="6356350"/>
            <a:ext cx="4673600" cy="365760"/>
          </a:xfrm>
          <a:prstGeom prst="rect">
            <a:avLst/>
          </a:prstGeom>
        </p:spPr>
        <p:txBody>
          <a:bodyPr vert="horz"/>
          <a:lstStyle>
            <a:lvl1pPr algn="r" eaLnBrk="1" latinLnBrk="0" hangingPunct="1">
              <a:defRPr kumimoji="0" sz="1400">
                <a:solidFill>
                  <a:schemeClr val="tx2"/>
                </a:solidFill>
              </a:defRPr>
            </a:lvl1pPr>
          </a:lstStyle>
          <a:p>
            <a:pPr algn="r" eaLnBrk="1" latinLnBrk="0" hangingPunct="1"/>
            <a:endParaRPr kumimoji="0" lang="en-US" sz="1400" dirty="0">
              <a:solidFill>
                <a:schemeClr val="tx2"/>
              </a:solidFill>
            </a:endParaRPr>
          </a:p>
        </p:txBody>
      </p:sp>
      <p:sp>
        <p:nvSpPr>
          <p:cNvPr id="23" name="Slide Number Placeholder 22"/>
          <p:cNvSpPr>
            <a:spLocks noGrp="1"/>
          </p:cNvSpPr>
          <p:nvPr>
            <p:ph type="sldNum" sz="quarter" idx="4"/>
          </p:nvPr>
        </p:nvSpPr>
        <p:spPr>
          <a:xfrm>
            <a:off x="816864" y="6356350"/>
            <a:ext cx="2641600" cy="365760"/>
          </a:xfrm>
          <a:prstGeom prst="rect">
            <a:avLst/>
          </a:prstGeom>
        </p:spPr>
        <p:txBody>
          <a:bodyPr vert="horz"/>
          <a:lstStyle>
            <a:lvl1pPr algn="l" eaLnBrk="1" latinLnBrk="0" hangingPunct="1">
              <a:defRPr kumimoji="0" sz="1400">
                <a:solidFill>
                  <a:schemeClr val="tx2"/>
                </a:solidFill>
              </a:defRPr>
            </a:lvl1pPr>
          </a:lstStyle>
          <a:p>
            <a:pPr algn="l" eaLnBrk="1" latinLnBrk="0" hangingPunct="1"/>
            <a:fld id="{EA7C8D44-3667-46F6-9772-CC52308E2A7F}" type="slidenum">
              <a:rPr kumimoji="0" lang="en-US" smtClean="0"/>
              <a:pPr algn="l" eaLnBrk="1" latinLnBrk="0" hangingPunct="1"/>
              <a:t>‹#›</a:t>
            </a:fld>
            <a:endParaRPr kumimoji="0" lang="en-US" sz="1600" dirty="0">
              <a:solidFill>
                <a:schemeClr val="tx2"/>
              </a:solidFill>
            </a:endParaRPr>
          </a:p>
        </p:txBody>
      </p:sp>
      <p:sp>
        <p:nvSpPr>
          <p:cNvPr id="28" name="Straight Connector 2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29" name="Straight Connector 28"/>
          <p:cNvSpPr>
            <a:spLocks noChangeShapeType="1"/>
          </p:cNvSpPr>
          <p:nvPr/>
        </p:nvSpPr>
        <p:spPr bwMode="auto">
          <a:xfrm>
            <a:off x="609600" y="1143000"/>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10" name="Isosceles Triangle 9"/>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hdr="0" ftr="0" dt="0"/>
  <p:txStyles>
    <p:titleStyle>
      <a:lvl1pPr algn="l" rtl="0" eaLnBrk="1" latinLnBrk="0" hangingPunct="1">
        <a:spcBef>
          <a:spcPct val="0"/>
        </a:spcBef>
        <a:buNone/>
        <a:defRPr kumimoji="0" sz="3200" kern="1200">
          <a:solidFill>
            <a:schemeClr val="tx2"/>
          </a:solidFill>
          <a:latin typeface="+mj-lt"/>
          <a:ea typeface="+mj-ea"/>
          <a:cs typeface="+mj-cs"/>
        </a:defRPr>
      </a:lvl1pPr>
    </p:titleStyle>
    <p:body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web.eece.maine.edu/~zhu/book/" TargetMode="Externa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3" Type="http://schemas.openxmlformats.org/officeDocument/2006/relationships/hyperlink" Target="https://commons.wikimedia.org/wiki/File:Spagetti_code_structural_graphic.GIF" TargetMode="External"/><Relationship Id="rId2" Type="http://schemas.openxmlformats.org/officeDocument/2006/relationships/image" Target="../media/image5.gif"/><Relationship Id="rId1" Type="http://schemas.openxmlformats.org/officeDocument/2006/relationships/slideLayout" Target="../slideLayouts/slideLayout2.xml"/><Relationship Id="rId4" Type="http://schemas.openxmlformats.org/officeDocument/2006/relationships/hyperlink" Target="https://en.wikipedia.org/wiki/Spaghetti_code" TargetMode="External"/></Relationships>
</file>

<file path=ppt/slides/_rels/slide4.xml.rels><?xml version="1.0" encoding="UTF-8" standalone="yes"?>
<Relationships xmlns="http://schemas.openxmlformats.org/package/2006/relationships"><Relationship Id="rId2" Type="http://schemas.openxmlformats.org/officeDocument/2006/relationships/image" Target="../media/image6.tiff"/><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0.png"/><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8.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5.emf"/><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7.emf"/><Relationship Id="rId2" Type="http://schemas.openxmlformats.org/officeDocument/2006/relationships/image" Target="../media/image16.emf"/><Relationship Id="rId1" Type="http://schemas.openxmlformats.org/officeDocument/2006/relationships/slideLayout" Target="../slideLayouts/slideLayout2.xml"/><Relationship Id="rId4" Type="http://schemas.openxmlformats.org/officeDocument/2006/relationships/image" Target="../media/image18.emf"/></Relationships>
</file>

<file path=ppt/slides/_rels/slide1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21.emf"/><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noAutofit/>
          </a:bodyPr>
          <a:lstStyle/>
          <a:p>
            <a:r>
              <a:rPr lang="en-US" altLang="zh-CN" sz="2000" dirty="0"/>
              <a:t>Z.</a:t>
            </a:r>
            <a:r>
              <a:rPr lang="en-US" sz="2000" dirty="0"/>
              <a:t> Gu</a:t>
            </a:r>
          </a:p>
        </p:txBody>
      </p:sp>
      <p:sp>
        <p:nvSpPr>
          <p:cNvPr id="3" name="Subtitle 2"/>
          <p:cNvSpPr>
            <a:spLocks noGrp="1"/>
          </p:cNvSpPr>
          <p:nvPr>
            <p:ph type="subTitle" idx="1"/>
          </p:nvPr>
        </p:nvSpPr>
        <p:spPr/>
        <p:txBody>
          <a:bodyPr/>
          <a:lstStyle/>
          <a:p>
            <a:r>
              <a:rPr lang="en-US" dirty="0"/>
              <a:t>Fall 2025</a:t>
            </a:r>
          </a:p>
        </p:txBody>
      </p:sp>
      <p:sp>
        <p:nvSpPr>
          <p:cNvPr id="5" name="TextBox 4"/>
          <p:cNvSpPr txBox="1"/>
          <p:nvPr/>
        </p:nvSpPr>
        <p:spPr>
          <a:xfrm>
            <a:off x="4557613" y="279000"/>
            <a:ext cx="6477000" cy="646331"/>
          </a:xfrm>
          <a:prstGeom prst="rect">
            <a:avLst/>
          </a:prstGeom>
          <a:noFill/>
        </p:spPr>
        <p:txBody>
          <a:bodyPr wrap="square" rtlCol="0">
            <a:spAutoFit/>
          </a:bodyPr>
          <a:lstStyle/>
          <a:p>
            <a:pPr algn="r"/>
            <a:r>
              <a:rPr lang="en-US" b="1" dirty="0">
                <a:latin typeface="Bookman Old Style (Headings)"/>
              </a:rPr>
              <a:t>Embedded Systems with ARM Cortex-M Microcontrollers in Assembly Language and C</a:t>
            </a:r>
          </a:p>
        </p:txBody>
      </p:sp>
      <p:sp>
        <p:nvSpPr>
          <p:cNvPr id="6" name="TextBox 5"/>
          <p:cNvSpPr txBox="1"/>
          <p:nvPr/>
        </p:nvSpPr>
        <p:spPr>
          <a:xfrm>
            <a:off x="7162800" y="1770253"/>
            <a:ext cx="3835409" cy="830997"/>
          </a:xfrm>
          <a:prstGeom prst="rect">
            <a:avLst/>
          </a:prstGeom>
          <a:noFill/>
        </p:spPr>
        <p:txBody>
          <a:bodyPr wrap="none" rtlCol="0">
            <a:spAutoFit/>
          </a:bodyPr>
          <a:lstStyle/>
          <a:p>
            <a:pPr algn="r"/>
            <a:r>
              <a:rPr lang="en-US" sz="2400" b="1" dirty="0">
                <a:solidFill>
                  <a:srgbClr val="C00000"/>
                </a:solidFill>
              </a:rPr>
              <a:t>Chapter 7</a:t>
            </a:r>
          </a:p>
          <a:p>
            <a:pPr algn="r"/>
            <a:r>
              <a:rPr lang="en-US" sz="2400" b="1" dirty="0">
                <a:solidFill>
                  <a:srgbClr val="C00000"/>
                </a:solidFill>
              </a:rPr>
              <a:t>Structured Programming</a:t>
            </a:r>
          </a:p>
        </p:txBody>
      </p:sp>
      <p:sp>
        <p:nvSpPr>
          <p:cNvPr id="7" name="Slide Number Placeholder 6"/>
          <p:cNvSpPr>
            <a:spLocks noGrp="1"/>
          </p:cNvSpPr>
          <p:nvPr>
            <p:ph type="sldNum" sz="quarter" idx="12"/>
          </p:nvPr>
        </p:nvSpPr>
        <p:spPr/>
        <p:txBody>
          <a:bodyPr/>
          <a:lstStyle/>
          <a:p>
            <a:fld id="{EA7C8D44-3667-46F6-9772-CC52308E2A7F}" type="slidenum">
              <a:rPr kumimoji="0" lang="en-US" smtClean="0"/>
              <a:pPr/>
              <a:t>1</a:t>
            </a:fld>
            <a:endParaRPr kumimoji="0" lang="en-US" dirty="0"/>
          </a:p>
        </p:txBody>
      </p:sp>
      <p:sp>
        <p:nvSpPr>
          <p:cNvPr id="4" name="TextBox 3">
            <a:extLst>
              <a:ext uri="{FF2B5EF4-FFF2-40B4-BE49-F238E27FC236}">
                <a16:creationId xmlns:a16="http://schemas.microsoft.com/office/drawing/2014/main" id="{0ABD5D74-5EDB-DDF2-8EB9-CB12CB226483}"/>
              </a:ext>
            </a:extLst>
          </p:cNvPr>
          <p:cNvSpPr txBox="1"/>
          <p:nvPr/>
        </p:nvSpPr>
        <p:spPr>
          <a:xfrm>
            <a:off x="2233138" y="6259176"/>
            <a:ext cx="7725724" cy="461665"/>
          </a:xfrm>
          <a:prstGeom prst="rect">
            <a:avLst/>
          </a:prstGeom>
          <a:solidFill>
            <a:sysClr val="window" lastClr="FFFFFF"/>
          </a:solidFill>
          <a:ln w="9525" cap="flat" cmpd="sng" algn="ctr">
            <a:solidFill>
              <a:srgbClr val="4BACC6"/>
            </a:solidFill>
            <a:prstDash val="solid"/>
          </a:ln>
          <a:effectLst/>
        </p:spPr>
        <p:txBody>
          <a:bodyPr wrap="square" rtlCol="0">
            <a:spAutoFit/>
          </a:bodyPr>
          <a:lstStyle/>
          <a:p>
            <a:pPr>
              <a:defRPr/>
            </a:pPr>
            <a:r>
              <a:rPr lang="en-US" altLang="zh-CN" sz="1200" kern="0" dirty="0">
                <a:solidFill>
                  <a:prstClr val="black"/>
                </a:solidFill>
                <a:latin typeface="Gill Sans Light"/>
                <a:ea typeface="华文新魏" panose="02010800040101010101" pitchFamily="2" charset="-122"/>
              </a:rPr>
              <a:t>Acknowledgement: Lecture slides based on Embedded Systems with ARM Cortex-M Microcontrollers in Assembly Language and C, University of Maine </a:t>
            </a:r>
            <a:r>
              <a:rPr lang="en-US" altLang="zh-CN" sz="1200" kern="0" dirty="0">
                <a:solidFill>
                  <a:prstClr val="black"/>
                </a:solidFill>
                <a:latin typeface="Gill Sans Light"/>
                <a:ea typeface="华文新魏" panose="02010800040101010101" pitchFamily="2" charset="-122"/>
                <a:hlinkClick r:id="rId2"/>
              </a:rPr>
              <a:t>https://web.eece.maine.edu/~zhu/book/</a:t>
            </a:r>
            <a:r>
              <a:rPr lang="en-US" altLang="zh-CN" sz="1200" kern="0" dirty="0">
                <a:solidFill>
                  <a:prstClr val="black"/>
                </a:solidFill>
                <a:latin typeface="Gill Sans Light"/>
                <a:ea typeface="华文新魏" panose="02010800040101010101" pitchFamily="2" charset="-122"/>
              </a:rPr>
              <a:t> </a:t>
            </a:r>
            <a:endParaRPr lang="en-SE" sz="1200" kern="0" dirty="0">
              <a:solidFill>
                <a:prstClr val="black"/>
              </a:solidFill>
              <a:latin typeface="Gill Sans Light"/>
            </a:endParaRPr>
          </a:p>
        </p:txBody>
      </p:sp>
    </p:spTree>
    <p:extLst>
      <p:ext uri="{BB962C8B-B14F-4D97-AF65-F5344CB8AC3E}">
        <p14:creationId xmlns:p14="http://schemas.microsoft.com/office/powerpoint/2010/main" val="2801095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Basic Control Structures</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2</a:t>
            </a:fld>
            <a:endParaRPr kumimoji="0" lang="en-US" dirty="0"/>
          </a:p>
        </p:txBody>
      </p:sp>
      <p:pic>
        <p:nvPicPr>
          <p:cNvPr id="1028" name="Picture 4"/>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50899" y="1622263"/>
            <a:ext cx="2057400" cy="3432321"/>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5" name="TextBox 4"/>
          <p:cNvSpPr txBox="1"/>
          <p:nvPr/>
        </p:nvSpPr>
        <p:spPr>
          <a:xfrm>
            <a:off x="1050899" y="5097593"/>
            <a:ext cx="2209800" cy="369332"/>
          </a:xfrm>
          <a:prstGeom prst="rect">
            <a:avLst/>
          </a:prstGeom>
          <a:noFill/>
        </p:spPr>
        <p:txBody>
          <a:bodyPr wrap="square" rtlCol="0">
            <a:spAutoFit/>
          </a:bodyPr>
          <a:lstStyle/>
          <a:p>
            <a:pPr algn="ctr"/>
            <a:r>
              <a:rPr lang="en-US" dirty="0">
                <a:solidFill>
                  <a:srgbClr val="C00000"/>
                </a:solidFill>
              </a:rPr>
              <a:t>Sequence Structure</a:t>
            </a:r>
          </a:p>
        </p:txBody>
      </p:sp>
      <p:grpSp>
        <p:nvGrpSpPr>
          <p:cNvPr id="4" name="Group 3">
            <a:extLst>
              <a:ext uri="{FF2B5EF4-FFF2-40B4-BE49-F238E27FC236}">
                <a16:creationId xmlns:a16="http://schemas.microsoft.com/office/drawing/2014/main" id="{B362000C-983C-524D-87C2-3EDCAF4543B1}"/>
              </a:ext>
            </a:extLst>
          </p:cNvPr>
          <p:cNvGrpSpPr/>
          <p:nvPr/>
        </p:nvGrpSpPr>
        <p:grpSpPr>
          <a:xfrm>
            <a:off x="3886200" y="1752601"/>
            <a:ext cx="4132390" cy="3671315"/>
            <a:chOff x="2362200" y="1752600"/>
            <a:chExt cx="4132390" cy="3671315"/>
          </a:xfrm>
        </p:grpSpPr>
        <p:pic>
          <p:nvPicPr>
            <p:cNvPr id="1029" name="Picture 5"/>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362200" y="1752600"/>
              <a:ext cx="4132390" cy="28098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6" name="TextBox 5"/>
            <p:cNvSpPr txBox="1"/>
            <p:nvPr/>
          </p:nvSpPr>
          <p:spPr>
            <a:xfrm>
              <a:off x="3471620" y="5054583"/>
              <a:ext cx="1978619" cy="369332"/>
            </a:xfrm>
            <a:prstGeom prst="rect">
              <a:avLst/>
            </a:prstGeom>
            <a:noFill/>
          </p:spPr>
          <p:txBody>
            <a:bodyPr wrap="none" rtlCol="0">
              <a:spAutoFit/>
            </a:bodyPr>
            <a:lstStyle/>
            <a:p>
              <a:r>
                <a:rPr lang="en-US" dirty="0">
                  <a:solidFill>
                    <a:srgbClr val="C00000"/>
                  </a:solidFill>
                </a:rPr>
                <a:t>Selection Structure</a:t>
              </a:r>
            </a:p>
          </p:txBody>
        </p:sp>
      </p:grpSp>
      <p:grpSp>
        <p:nvGrpSpPr>
          <p:cNvPr id="8" name="Group 7">
            <a:extLst>
              <a:ext uri="{FF2B5EF4-FFF2-40B4-BE49-F238E27FC236}">
                <a16:creationId xmlns:a16="http://schemas.microsoft.com/office/drawing/2014/main" id="{B2548B9B-63B4-EE41-BB16-A644D9AF1BF9}"/>
              </a:ext>
            </a:extLst>
          </p:cNvPr>
          <p:cNvGrpSpPr/>
          <p:nvPr/>
        </p:nvGrpSpPr>
        <p:grpSpPr>
          <a:xfrm>
            <a:off x="8861560" y="1483962"/>
            <a:ext cx="2517213" cy="3939954"/>
            <a:chOff x="6400800" y="1447800"/>
            <a:chExt cx="2517213" cy="3939954"/>
          </a:xfrm>
        </p:grpSpPr>
        <p:pic>
          <p:nvPicPr>
            <p:cNvPr id="1030" name="Picture 6"/>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400800" y="1447800"/>
              <a:ext cx="2517213" cy="2981324"/>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7" name="TextBox 6"/>
            <p:cNvSpPr txBox="1"/>
            <p:nvPr/>
          </p:nvSpPr>
          <p:spPr>
            <a:xfrm>
              <a:off x="6853640" y="5018422"/>
              <a:ext cx="1611531" cy="369332"/>
            </a:xfrm>
            <a:prstGeom prst="rect">
              <a:avLst/>
            </a:prstGeom>
            <a:noFill/>
          </p:spPr>
          <p:txBody>
            <a:bodyPr wrap="none" rtlCol="0">
              <a:spAutoFit/>
            </a:bodyPr>
            <a:lstStyle/>
            <a:p>
              <a:r>
                <a:rPr lang="en-US" dirty="0">
                  <a:solidFill>
                    <a:srgbClr val="C00000"/>
                  </a:solidFill>
                </a:rPr>
                <a:t>loop: Structure</a:t>
              </a:r>
            </a:p>
          </p:txBody>
        </p:sp>
      </p:grpSp>
    </p:spTree>
    <p:extLst>
      <p:ext uri="{BB962C8B-B14F-4D97-AF65-F5344CB8AC3E}">
        <p14:creationId xmlns:p14="http://schemas.microsoft.com/office/powerpoint/2010/main" val="21215847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History</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3</a:t>
            </a:fld>
            <a:endParaRPr kumimoji="0" lang="en-US" dirty="0"/>
          </a:p>
        </p:txBody>
      </p:sp>
      <p:sp>
        <p:nvSpPr>
          <p:cNvPr id="4" name="Content Placeholder 3"/>
          <p:cNvSpPr>
            <a:spLocks noGrp="1"/>
          </p:cNvSpPr>
          <p:nvPr>
            <p:ph sz="quarter" idx="1"/>
          </p:nvPr>
        </p:nvSpPr>
        <p:spPr>
          <a:xfrm>
            <a:off x="680844" y="1226194"/>
            <a:ext cx="5029200" cy="1307165"/>
          </a:xfrm>
        </p:spPr>
        <p:txBody>
          <a:bodyPr>
            <a:normAutofit/>
          </a:bodyPr>
          <a:lstStyle/>
          <a:p>
            <a:r>
              <a:rPr lang="en-US" sz="1800" dirty="0"/>
              <a:t>Spaghetti Code</a:t>
            </a:r>
          </a:p>
          <a:p>
            <a:pPr lvl="1"/>
            <a:r>
              <a:rPr lang="en-US" sz="1600" dirty="0"/>
              <a:t>Before the 1980s, program flow bounces around anywhere the programmer wanted.</a:t>
            </a:r>
          </a:p>
          <a:p>
            <a:pPr lvl="1"/>
            <a:r>
              <a:rPr lang="en-US" sz="1600" dirty="0"/>
              <a:t>Culprit: overusing “GOTO” statements</a:t>
            </a:r>
          </a:p>
        </p:txBody>
      </p:sp>
      <p:pic>
        <p:nvPicPr>
          <p:cNvPr id="6" name="Picture 5"/>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315200" y="1219201"/>
            <a:ext cx="3058938" cy="4963235"/>
          </a:xfrm>
          <a:prstGeom prst="rect">
            <a:avLst/>
          </a:prstGeom>
        </p:spPr>
      </p:pic>
      <p:sp>
        <p:nvSpPr>
          <p:cNvPr id="7" name="Rectangle 6"/>
          <p:cNvSpPr/>
          <p:nvPr/>
        </p:nvSpPr>
        <p:spPr>
          <a:xfrm>
            <a:off x="7010400" y="6356350"/>
            <a:ext cx="4724400" cy="246221"/>
          </a:xfrm>
          <a:prstGeom prst="rect">
            <a:avLst/>
          </a:prstGeom>
        </p:spPr>
        <p:txBody>
          <a:bodyPr wrap="square">
            <a:spAutoFit/>
          </a:bodyPr>
          <a:lstStyle/>
          <a:p>
            <a:r>
              <a:rPr lang="en-US" sz="1000" dirty="0">
                <a:hlinkClick r:id="rId3"/>
              </a:rPr>
              <a:t>https://commons.wikimedia.org/wiki/File:Spagetti_code_structural_graphic.GIF</a:t>
            </a:r>
            <a:endParaRPr lang="en-US" sz="1000" dirty="0"/>
          </a:p>
        </p:txBody>
      </p:sp>
      <p:grpSp>
        <p:nvGrpSpPr>
          <p:cNvPr id="12" name="Group 11"/>
          <p:cNvGrpSpPr/>
          <p:nvPr/>
        </p:nvGrpSpPr>
        <p:grpSpPr>
          <a:xfrm>
            <a:off x="1585811" y="2548951"/>
            <a:ext cx="3219265" cy="1908215"/>
            <a:chOff x="152400" y="2695438"/>
            <a:chExt cx="3219265" cy="1908215"/>
          </a:xfrm>
        </p:grpSpPr>
        <p:sp>
          <p:nvSpPr>
            <p:cNvPr id="8" name="Rectangle 1"/>
            <p:cNvSpPr>
              <a:spLocks noChangeArrowheads="1"/>
            </p:cNvSpPr>
            <p:nvPr/>
          </p:nvSpPr>
          <p:spPr bwMode="auto">
            <a:xfrm>
              <a:off x="304800" y="3003215"/>
              <a:ext cx="3066865" cy="1600438"/>
            </a:xfrm>
            <a:prstGeom prst="rect">
              <a:avLst/>
            </a:prstGeom>
            <a:solidFill>
              <a:srgbClr val="F8F9FA"/>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eaLnBrk="0" fontAlgn="base" hangingPunct="0">
                <a:spcBef>
                  <a:spcPct val="0"/>
                </a:spcBef>
                <a:spcAft>
                  <a:spcPct val="0"/>
                </a:spcAft>
              </a:pPr>
              <a:r>
                <a:rPr lang="en-US" altLang="en-US" sz="1400" dirty="0">
                  <a:solidFill>
                    <a:srgbClr val="A0A000"/>
                  </a:solidFill>
                  <a:latin typeface="Consolas" panose="020B0609020204030204" pitchFamily="49" charset="0"/>
                  <a:ea typeface="Courier New" panose="02070309020205020404" pitchFamily="49" charset="0"/>
                </a:rPr>
                <a:t>1</a:t>
              </a:r>
              <a:r>
                <a:rPr lang="en-US" altLang="en-US" sz="1400" dirty="0">
                  <a:solidFill>
                    <a:srgbClr val="BBBBBB"/>
                  </a:solidFill>
                  <a:latin typeface="Consolas" panose="020B0609020204030204" pitchFamily="49" charset="0"/>
                  <a:ea typeface="Courier New" panose="02070309020205020404" pitchFamily="49" charset="0"/>
                </a:rPr>
                <a:t> </a:t>
              </a:r>
              <a:r>
                <a:rPr lang="en-US" altLang="en-US" sz="1400" dirty="0" err="1">
                  <a:solidFill>
                    <a:srgbClr val="19177C"/>
                  </a:solidFill>
                  <a:latin typeface="Consolas" panose="020B0609020204030204" pitchFamily="49" charset="0"/>
                  <a:ea typeface="Courier New" panose="02070309020205020404" pitchFamily="49" charset="0"/>
                </a:rPr>
                <a:t>i</a:t>
              </a:r>
              <a:r>
                <a:rPr lang="en-US" altLang="en-US" sz="1400" dirty="0">
                  <a:solidFill>
                    <a:srgbClr val="666666"/>
                  </a:solidFill>
                  <a:latin typeface="Consolas" panose="020B0609020204030204" pitchFamily="49" charset="0"/>
                </a:rPr>
                <a:t>=</a:t>
              </a:r>
              <a:r>
                <a:rPr lang="en-US" altLang="en-US" sz="1400" dirty="0">
                  <a:solidFill>
                    <a:srgbClr val="666666"/>
                  </a:solidFill>
                  <a:latin typeface="Consolas" panose="020B0609020204030204" pitchFamily="49" charset="0"/>
                  <a:ea typeface="Courier New" panose="02070309020205020404" pitchFamily="49" charset="0"/>
                </a:rPr>
                <a:t>0</a:t>
              </a:r>
              <a:r>
                <a:rPr lang="en-US" altLang="en-US" sz="1400" dirty="0">
                  <a:solidFill>
                    <a:srgbClr val="000000"/>
                  </a:solidFill>
                  <a:latin typeface="Consolas" panose="020B0609020204030204" pitchFamily="49" charset="0"/>
                  <a:ea typeface="Courier New" panose="02070309020205020404" pitchFamily="49" charset="0"/>
                </a:rPr>
                <a:t> </a:t>
              </a:r>
            </a:p>
            <a:p>
              <a:pPr eaLnBrk="0" fontAlgn="base" hangingPunct="0">
                <a:spcBef>
                  <a:spcPct val="0"/>
                </a:spcBef>
                <a:spcAft>
                  <a:spcPct val="0"/>
                </a:spcAft>
              </a:pPr>
              <a:r>
                <a:rPr lang="en-US" altLang="en-US" sz="1400" dirty="0">
                  <a:solidFill>
                    <a:srgbClr val="A0A000"/>
                  </a:solidFill>
                  <a:latin typeface="Consolas" panose="020B0609020204030204" pitchFamily="49" charset="0"/>
                  <a:ea typeface="Courier New" panose="02070309020205020404" pitchFamily="49" charset="0"/>
                </a:rPr>
                <a:t>2</a:t>
              </a:r>
              <a:r>
                <a:rPr lang="en-US" altLang="en-US" sz="1400" dirty="0">
                  <a:solidFill>
                    <a:srgbClr val="BBBBBB"/>
                  </a:solidFill>
                  <a:latin typeface="Consolas" panose="020B0609020204030204" pitchFamily="49" charset="0"/>
                  <a:ea typeface="Courier New" panose="02070309020205020404" pitchFamily="49" charset="0"/>
                </a:rPr>
                <a:t> </a:t>
              </a:r>
              <a:r>
                <a:rPr lang="en-US" altLang="en-US" sz="1400" dirty="0" err="1">
                  <a:solidFill>
                    <a:srgbClr val="19177C"/>
                  </a:solidFill>
                  <a:latin typeface="Consolas" panose="020B0609020204030204" pitchFamily="49" charset="0"/>
                  <a:ea typeface="Courier New" panose="02070309020205020404" pitchFamily="49" charset="0"/>
                </a:rPr>
                <a:t>i</a:t>
              </a:r>
              <a:r>
                <a:rPr lang="en-US" altLang="en-US" sz="1400" dirty="0">
                  <a:solidFill>
                    <a:srgbClr val="666666"/>
                  </a:solidFill>
                  <a:latin typeface="Consolas" panose="020B0609020204030204" pitchFamily="49" charset="0"/>
                </a:rPr>
                <a:t>=</a:t>
              </a:r>
              <a:r>
                <a:rPr lang="en-US" altLang="en-US" sz="1400" dirty="0">
                  <a:solidFill>
                    <a:srgbClr val="19177C"/>
                  </a:solidFill>
                  <a:latin typeface="Consolas" panose="020B0609020204030204" pitchFamily="49" charset="0"/>
                  <a:ea typeface="Courier New" panose="02070309020205020404" pitchFamily="49" charset="0"/>
                </a:rPr>
                <a:t>i</a:t>
              </a:r>
              <a:r>
                <a:rPr lang="en-US" altLang="en-US" sz="1400" dirty="0">
                  <a:solidFill>
                    <a:srgbClr val="666666"/>
                  </a:solidFill>
                  <a:latin typeface="Consolas" panose="020B0609020204030204" pitchFamily="49" charset="0"/>
                </a:rPr>
                <a:t>+</a:t>
              </a:r>
              <a:r>
                <a:rPr lang="en-US" altLang="en-US" sz="1400" dirty="0">
                  <a:solidFill>
                    <a:srgbClr val="666666"/>
                  </a:solidFill>
                  <a:latin typeface="Consolas" panose="020B0609020204030204" pitchFamily="49" charset="0"/>
                  <a:ea typeface="Courier New" panose="02070309020205020404" pitchFamily="49" charset="0"/>
                </a:rPr>
                <a:t>1</a:t>
              </a:r>
              <a:r>
                <a:rPr lang="en-US" altLang="en-US" sz="1400" dirty="0">
                  <a:solidFill>
                    <a:srgbClr val="000000"/>
                  </a:solidFill>
                  <a:latin typeface="Consolas" panose="020B0609020204030204" pitchFamily="49" charset="0"/>
                  <a:ea typeface="Courier New" panose="02070309020205020404" pitchFamily="49" charset="0"/>
                </a:rPr>
                <a:t> </a:t>
              </a:r>
            </a:p>
            <a:p>
              <a:pPr eaLnBrk="0" fontAlgn="base" hangingPunct="0">
                <a:spcBef>
                  <a:spcPct val="0"/>
                </a:spcBef>
                <a:spcAft>
                  <a:spcPct val="0"/>
                </a:spcAft>
              </a:pPr>
              <a:r>
                <a:rPr lang="en-US" altLang="en-US" sz="1400" dirty="0">
                  <a:solidFill>
                    <a:srgbClr val="A0A000"/>
                  </a:solidFill>
                  <a:latin typeface="Consolas" panose="020B0609020204030204" pitchFamily="49" charset="0"/>
                  <a:ea typeface="Courier New" panose="02070309020205020404" pitchFamily="49" charset="0"/>
                </a:rPr>
                <a:t>3</a:t>
              </a:r>
              <a:r>
                <a:rPr lang="en-US" altLang="en-US" sz="1400" dirty="0">
                  <a:solidFill>
                    <a:srgbClr val="BBBBBB"/>
                  </a:solidFill>
                  <a:latin typeface="Consolas" panose="020B0609020204030204" pitchFamily="49" charset="0"/>
                  <a:ea typeface="Courier New" panose="02070309020205020404" pitchFamily="49" charset="0"/>
                </a:rPr>
                <a:t> </a:t>
              </a:r>
              <a:r>
                <a:rPr lang="en-US" altLang="en-US" sz="1400" b="1" dirty="0">
                  <a:solidFill>
                    <a:srgbClr val="008000"/>
                  </a:solidFill>
                  <a:latin typeface="Consolas" panose="020B0609020204030204" pitchFamily="49" charset="0"/>
                  <a:ea typeface="Courier New" panose="02070309020205020404" pitchFamily="49" charset="0"/>
                </a:rPr>
                <a:t>PRINT</a:t>
              </a:r>
              <a:r>
                <a:rPr lang="en-US" altLang="en-US" sz="1400" dirty="0">
                  <a:solidFill>
                    <a:srgbClr val="BBBBBB"/>
                  </a:solidFill>
                  <a:latin typeface="Consolas" panose="020B0609020204030204" pitchFamily="49" charset="0"/>
                  <a:ea typeface="Courier New" panose="02070309020205020404" pitchFamily="49" charset="0"/>
                </a:rPr>
                <a:t> </a:t>
              </a:r>
              <a:r>
                <a:rPr lang="en-US" altLang="en-US" sz="1400" dirty="0" err="1">
                  <a:solidFill>
                    <a:srgbClr val="19177C"/>
                  </a:solidFill>
                  <a:latin typeface="Consolas" panose="020B0609020204030204" pitchFamily="49" charset="0"/>
                  <a:ea typeface="Courier New" panose="02070309020205020404" pitchFamily="49" charset="0"/>
                </a:rPr>
                <a:t>i</a:t>
              </a:r>
              <a:r>
                <a:rPr lang="en-US" altLang="en-US" sz="1400" dirty="0">
                  <a:solidFill>
                    <a:srgbClr val="000000"/>
                  </a:solidFill>
                  <a:latin typeface="Consolas" panose="020B0609020204030204" pitchFamily="49" charset="0"/>
                  <a:ea typeface="Courier New" panose="02070309020205020404" pitchFamily="49" charset="0"/>
                </a:rPr>
                <a:t>;</a:t>
              </a:r>
              <a:r>
                <a:rPr lang="en-US" altLang="en-US" sz="1400" dirty="0">
                  <a:solidFill>
                    <a:srgbClr val="BBBBBB"/>
                  </a:solidFill>
                  <a:latin typeface="Consolas" panose="020B0609020204030204" pitchFamily="49" charset="0"/>
                  <a:ea typeface="Courier New" panose="02070309020205020404" pitchFamily="49" charset="0"/>
                </a:rPr>
                <a:t> </a:t>
              </a:r>
              <a:r>
                <a:rPr lang="en-US" altLang="en-US" sz="1400" dirty="0">
                  <a:solidFill>
                    <a:srgbClr val="BA2121"/>
                  </a:solidFill>
                  <a:latin typeface="Consolas" panose="020B0609020204030204" pitchFamily="49" charset="0"/>
                  <a:ea typeface="Courier New" panose="02070309020205020404" pitchFamily="49" charset="0"/>
                </a:rPr>
                <a:t>"squared="</a:t>
              </a:r>
              <a:r>
                <a:rPr lang="en-US" altLang="en-US" sz="1400" dirty="0">
                  <a:solidFill>
                    <a:srgbClr val="000000"/>
                  </a:solidFill>
                  <a:latin typeface="Consolas" panose="020B0609020204030204" pitchFamily="49" charset="0"/>
                  <a:ea typeface="Courier New" panose="02070309020205020404" pitchFamily="49" charset="0"/>
                </a:rPr>
                <a:t>;</a:t>
              </a:r>
              <a:r>
                <a:rPr lang="en-US" altLang="en-US" sz="1400" dirty="0" err="1">
                  <a:solidFill>
                    <a:srgbClr val="19177C"/>
                  </a:solidFill>
                  <a:latin typeface="Consolas" panose="020B0609020204030204" pitchFamily="49" charset="0"/>
                  <a:ea typeface="Courier New" panose="02070309020205020404" pitchFamily="49" charset="0"/>
                </a:rPr>
                <a:t>i</a:t>
              </a:r>
              <a:r>
                <a:rPr lang="en-US" altLang="en-US" sz="1400" dirty="0">
                  <a:solidFill>
                    <a:srgbClr val="666666"/>
                  </a:solidFill>
                  <a:latin typeface="Consolas" panose="020B0609020204030204" pitchFamily="49" charset="0"/>
                </a:rPr>
                <a:t>*</a:t>
              </a:r>
              <a:r>
                <a:rPr lang="en-US" altLang="en-US" sz="1400" dirty="0" err="1">
                  <a:solidFill>
                    <a:srgbClr val="19177C"/>
                  </a:solidFill>
                  <a:latin typeface="Consolas" panose="020B0609020204030204" pitchFamily="49" charset="0"/>
                  <a:ea typeface="Courier New" panose="02070309020205020404" pitchFamily="49" charset="0"/>
                </a:rPr>
                <a:t>i</a:t>
              </a:r>
              <a:r>
                <a:rPr lang="en-US" altLang="en-US" sz="1400" dirty="0">
                  <a:solidFill>
                    <a:srgbClr val="000000"/>
                  </a:solidFill>
                  <a:latin typeface="Consolas" panose="020B0609020204030204" pitchFamily="49" charset="0"/>
                  <a:ea typeface="Courier New" panose="02070309020205020404" pitchFamily="49" charset="0"/>
                </a:rPr>
                <a:t> </a:t>
              </a:r>
            </a:p>
            <a:p>
              <a:pPr eaLnBrk="0" fontAlgn="base" hangingPunct="0">
                <a:spcBef>
                  <a:spcPct val="0"/>
                </a:spcBef>
                <a:spcAft>
                  <a:spcPct val="0"/>
                </a:spcAft>
              </a:pPr>
              <a:r>
                <a:rPr lang="en-US" altLang="en-US" sz="1400" dirty="0">
                  <a:solidFill>
                    <a:srgbClr val="A0A000"/>
                  </a:solidFill>
                  <a:latin typeface="Consolas" panose="020B0609020204030204" pitchFamily="49" charset="0"/>
                  <a:ea typeface="Courier New" panose="02070309020205020404" pitchFamily="49" charset="0"/>
                </a:rPr>
                <a:t>4</a:t>
              </a:r>
              <a:r>
                <a:rPr lang="en-US" altLang="en-US" sz="1400" dirty="0">
                  <a:solidFill>
                    <a:srgbClr val="BBBBBB"/>
                  </a:solidFill>
                  <a:latin typeface="Consolas" panose="020B0609020204030204" pitchFamily="49" charset="0"/>
                  <a:ea typeface="Courier New" panose="02070309020205020404" pitchFamily="49" charset="0"/>
                </a:rPr>
                <a:t> </a:t>
              </a:r>
              <a:r>
                <a:rPr lang="en-US" altLang="en-US" sz="1400" b="1" dirty="0">
                  <a:solidFill>
                    <a:srgbClr val="008000"/>
                  </a:solidFill>
                  <a:latin typeface="Consolas" panose="020B0609020204030204" pitchFamily="49" charset="0"/>
                  <a:ea typeface="Courier New" panose="02070309020205020404" pitchFamily="49" charset="0"/>
                </a:rPr>
                <a:t>IF</a:t>
              </a:r>
              <a:r>
                <a:rPr lang="en-US" altLang="en-US" sz="1400" dirty="0">
                  <a:solidFill>
                    <a:srgbClr val="BBBBBB"/>
                  </a:solidFill>
                  <a:latin typeface="Consolas" panose="020B0609020204030204" pitchFamily="49" charset="0"/>
                  <a:ea typeface="Courier New" panose="02070309020205020404" pitchFamily="49" charset="0"/>
                </a:rPr>
                <a:t> </a:t>
              </a:r>
              <a:r>
                <a:rPr lang="en-US" altLang="en-US" sz="1400" dirty="0" err="1">
                  <a:solidFill>
                    <a:srgbClr val="19177C"/>
                  </a:solidFill>
                  <a:latin typeface="Consolas" panose="020B0609020204030204" pitchFamily="49" charset="0"/>
                  <a:ea typeface="Courier New" panose="02070309020205020404" pitchFamily="49" charset="0"/>
                </a:rPr>
                <a:t>i</a:t>
              </a:r>
              <a:r>
                <a:rPr lang="en-US" altLang="en-US" sz="1400" dirty="0">
                  <a:solidFill>
                    <a:srgbClr val="666666"/>
                  </a:solidFill>
                  <a:latin typeface="Consolas" panose="020B0609020204030204" pitchFamily="49" charset="0"/>
                </a:rPr>
                <a:t>&gt;=</a:t>
              </a:r>
              <a:r>
                <a:rPr lang="en-US" altLang="en-US" sz="1400" dirty="0">
                  <a:solidFill>
                    <a:srgbClr val="666666"/>
                  </a:solidFill>
                  <a:latin typeface="Consolas" panose="020B0609020204030204" pitchFamily="49" charset="0"/>
                  <a:ea typeface="Courier New" panose="02070309020205020404" pitchFamily="49" charset="0"/>
                </a:rPr>
                <a:t>100</a:t>
              </a:r>
              <a:r>
                <a:rPr lang="en-US" altLang="en-US" sz="1400" dirty="0">
                  <a:solidFill>
                    <a:srgbClr val="BBBBBB"/>
                  </a:solidFill>
                  <a:latin typeface="Consolas" panose="020B0609020204030204" pitchFamily="49" charset="0"/>
                  <a:ea typeface="Courier New" panose="02070309020205020404" pitchFamily="49" charset="0"/>
                </a:rPr>
                <a:t> </a:t>
              </a:r>
              <a:r>
                <a:rPr lang="en-US" altLang="en-US" sz="1400" b="1" dirty="0">
                  <a:solidFill>
                    <a:srgbClr val="008000"/>
                  </a:solidFill>
                  <a:latin typeface="Consolas" panose="020B0609020204030204" pitchFamily="49" charset="0"/>
                  <a:ea typeface="Courier New" panose="02070309020205020404" pitchFamily="49" charset="0"/>
                </a:rPr>
                <a:t>THEN</a:t>
              </a:r>
              <a:r>
                <a:rPr lang="en-US" altLang="en-US" sz="1400" dirty="0">
                  <a:solidFill>
                    <a:srgbClr val="BBBBBB"/>
                  </a:solidFill>
                  <a:latin typeface="Consolas" panose="020B0609020204030204" pitchFamily="49" charset="0"/>
                  <a:ea typeface="Courier New" panose="02070309020205020404" pitchFamily="49" charset="0"/>
                </a:rPr>
                <a:t> </a:t>
              </a:r>
              <a:r>
                <a:rPr lang="en-US" altLang="en-US" sz="1400" b="1" dirty="0">
                  <a:solidFill>
                    <a:srgbClr val="008000"/>
                  </a:solidFill>
                  <a:latin typeface="Consolas" panose="020B0609020204030204" pitchFamily="49" charset="0"/>
                  <a:ea typeface="Courier New" panose="02070309020205020404" pitchFamily="49" charset="0"/>
                </a:rPr>
                <a:t>GOTO</a:t>
              </a:r>
              <a:r>
                <a:rPr lang="en-US" altLang="en-US" sz="1400" dirty="0">
                  <a:solidFill>
                    <a:srgbClr val="BBBBBB"/>
                  </a:solidFill>
                  <a:latin typeface="Consolas" panose="020B0609020204030204" pitchFamily="49" charset="0"/>
                  <a:ea typeface="Courier New" panose="02070309020205020404" pitchFamily="49" charset="0"/>
                </a:rPr>
                <a:t> </a:t>
              </a:r>
              <a:r>
                <a:rPr lang="en-US" altLang="en-US" sz="1400" dirty="0">
                  <a:solidFill>
                    <a:srgbClr val="A0A000"/>
                  </a:solidFill>
                  <a:latin typeface="Consolas" panose="020B0609020204030204" pitchFamily="49" charset="0"/>
                  <a:ea typeface="Courier New" panose="02070309020205020404" pitchFamily="49" charset="0"/>
                </a:rPr>
                <a:t>6</a:t>
              </a:r>
              <a:r>
                <a:rPr lang="en-US" altLang="en-US" sz="1400" dirty="0">
                  <a:solidFill>
                    <a:srgbClr val="000000"/>
                  </a:solidFill>
                  <a:latin typeface="Consolas" panose="020B0609020204030204" pitchFamily="49" charset="0"/>
                  <a:ea typeface="Courier New" panose="02070309020205020404" pitchFamily="49" charset="0"/>
                </a:rPr>
                <a:t> </a:t>
              </a:r>
            </a:p>
            <a:p>
              <a:pPr eaLnBrk="0" fontAlgn="base" hangingPunct="0">
                <a:spcBef>
                  <a:spcPct val="0"/>
                </a:spcBef>
                <a:spcAft>
                  <a:spcPct val="0"/>
                </a:spcAft>
              </a:pPr>
              <a:r>
                <a:rPr lang="en-US" altLang="en-US" sz="1400" dirty="0">
                  <a:solidFill>
                    <a:srgbClr val="A0A000"/>
                  </a:solidFill>
                  <a:latin typeface="Consolas" panose="020B0609020204030204" pitchFamily="49" charset="0"/>
                  <a:ea typeface="Courier New" panose="02070309020205020404" pitchFamily="49" charset="0"/>
                </a:rPr>
                <a:t>5</a:t>
              </a:r>
              <a:r>
                <a:rPr lang="en-US" altLang="en-US" sz="1400" dirty="0">
                  <a:solidFill>
                    <a:srgbClr val="BBBBBB"/>
                  </a:solidFill>
                  <a:latin typeface="Consolas" panose="020B0609020204030204" pitchFamily="49" charset="0"/>
                  <a:ea typeface="Courier New" panose="02070309020205020404" pitchFamily="49" charset="0"/>
                </a:rPr>
                <a:t> </a:t>
              </a:r>
              <a:r>
                <a:rPr lang="en-US" altLang="en-US" sz="1400" b="1" dirty="0">
                  <a:solidFill>
                    <a:srgbClr val="008000"/>
                  </a:solidFill>
                  <a:latin typeface="Consolas" panose="020B0609020204030204" pitchFamily="49" charset="0"/>
                  <a:ea typeface="Courier New" panose="02070309020205020404" pitchFamily="49" charset="0"/>
                </a:rPr>
                <a:t>GOTO</a:t>
              </a:r>
              <a:r>
                <a:rPr lang="en-US" altLang="en-US" sz="1400" dirty="0">
                  <a:solidFill>
                    <a:srgbClr val="BBBBBB"/>
                  </a:solidFill>
                  <a:latin typeface="Consolas" panose="020B0609020204030204" pitchFamily="49" charset="0"/>
                  <a:ea typeface="Courier New" panose="02070309020205020404" pitchFamily="49" charset="0"/>
                </a:rPr>
                <a:t> </a:t>
              </a:r>
              <a:r>
                <a:rPr lang="en-US" altLang="en-US" sz="1400" dirty="0">
                  <a:solidFill>
                    <a:srgbClr val="A0A000"/>
                  </a:solidFill>
                  <a:latin typeface="Consolas" panose="020B0609020204030204" pitchFamily="49" charset="0"/>
                  <a:ea typeface="Courier New" panose="02070309020205020404" pitchFamily="49" charset="0"/>
                </a:rPr>
                <a:t>2</a:t>
              </a:r>
              <a:r>
                <a:rPr lang="en-US" altLang="en-US" sz="1400" dirty="0">
                  <a:solidFill>
                    <a:srgbClr val="000000"/>
                  </a:solidFill>
                  <a:latin typeface="Consolas" panose="020B0609020204030204" pitchFamily="49" charset="0"/>
                  <a:ea typeface="Courier New" panose="02070309020205020404" pitchFamily="49" charset="0"/>
                </a:rPr>
                <a:t> </a:t>
              </a:r>
            </a:p>
            <a:p>
              <a:pPr eaLnBrk="0" fontAlgn="base" hangingPunct="0">
                <a:spcBef>
                  <a:spcPct val="0"/>
                </a:spcBef>
                <a:spcAft>
                  <a:spcPct val="0"/>
                </a:spcAft>
              </a:pPr>
              <a:r>
                <a:rPr lang="en-US" altLang="en-US" sz="1400" dirty="0">
                  <a:solidFill>
                    <a:srgbClr val="A0A000"/>
                  </a:solidFill>
                  <a:latin typeface="Consolas" panose="020B0609020204030204" pitchFamily="49" charset="0"/>
                  <a:ea typeface="Courier New" panose="02070309020205020404" pitchFamily="49" charset="0"/>
                </a:rPr>
                <a:t>6</a:t>
              </a:r>
              <a:r>
                <a:rPr lang="en-US" altLang="en-US" sz="1400" dirty="0">
                  <a:solidFill>
                    <a:srgbClr val="BBBBBB"/>
                  </a:solidFill>
                  <a:latin typeface="Consolas" panose="020B0609020204030204" pitchFamily="49" charset="0"/>
                  <a:ea typeface="Courier New" panose="02070309020205020404" pitchFamily="49" charset="0"/>
                </a:rPr>
                <a:t> </a:t>
              </a:r>
              <a:r>
                <a:rPr lang="en-US" altLang="en-US" sz="1400" b="1" dirty="0">
                  <a:solidFill>
                    <a:srgbClr val="008000"/>
                  </a:solidFill>
                  <a:latin typeface="Consolas" panose="020B0609020204030204" pitchFamily="49" charset="0"/>
                  <a:ea typeface="Courier New" panose="02070309020205020404" pitchFamily="49" charset="0"/>
                </a:rPr>
                <a:t>PRINT</a:t>
              </a:r>
              <a:r>
                <a:rPr lang="en-US" altLang="en-US" sz="1400" dirty="0">
                  <a:solidFill>
                    <a:srgbClr val="BBBBBB"/>
                  </a:solidFill>
                  <a:latin typeface="Consolas" panose="020B0609020204030204" pitchFamily="49" charset="0"/>
                  <a:ea typeface="Courier New" panose="02070309020205020404" pitchFamily="49" charset="0"/>
                </a:rPr>
                <a:t> </a:t>
              </a:r>
              <a:r>
                <a:rPr lang="en-US" altLang="en-US" sz="1400" dirty="0">
                  <a:solidFill>
                    <a:srgbClr val="BA2121"/>
                  </a:solidFill>
                  <a:latin typeface="Consolas" panose="020B0609020204030204" pitchFamily="49" charset="0"/>
                  <a:ea typeface="Courier New" panose="02070309020205020404" pitchFamily="49" charset="0"/>
                </a:rPr>
                <a:t>"Program Completed."</a:t>
              </a:r>
              <a:r>
                <a:rPr lang="en-US" altLang="en-US" sz="1400" dirty="0">
                  <a:solidFill>
                    <a:srgbClr val="000000"/>
                  </a:solidFill>
                  <a:latin typeface="Consolas" panose="020B0609020204030204" pitchFamily="49" charset="0"/>
                  <a:ea typeface="Courier New" panose="02070309020205020404" pitchFamily="49" charset="0"/>
                </a:rPr>
                <a:t> </a:t>
              </a:r>
            </a:p>
            <a:p>
              <a:pPr eaLnBrk="0" fontAlgn="base" hangingPunct="0">
                <a:spcBef>
                  <a:spcPct val="0"/>
                </a:spcBef>
                <a:spcAft>
                  <a:spcPct val="0"/>
                </a:spcAft>
              </a:pPr>
              <a:r>
                <a:rPr lang="en-US" altLang="en-US" sz="1400" dirty="0">
                  <a:solidFill>
                    <a:srgbClr val="A0A000"/>
                  </a:solidFill>
                  <a:latin typeface="Consolas" panose="020B0609020204030204" pitchFamily="49" charset="0"/>
                  <a:ea typeface="Courier New" panose="02070309020205020404" pitchFamily="49" charset="0"/>
                </a:rPr>
                <a:t>7</a:t>
              </a:r>
              <a:r>
                <a:rPr lang="en-US" altLang="en-US" sz="1400" dirty="0">
                  <a:solidFill>
                    <a:srgbClr val="BBBBBB"/>
                  </a:solidFill>
                  <a:latin typeface="Consolas" panose="020B0609020204030204" pitchFamily="49" charset="0"/>
                  <a:ea typeface="Courier New" panose="02070309020205020404" pitchFamily="49" charset="0"/>
                </a:rPr>
                <a:t> </a:t>
              </a:r>
              <a:r>
                <a:rPr lang="en-US" altLang="en-US" sz="1400" b="1" dirty="0">
                  <a:solidFill>
                    <a:srgbClr val="008000"/>
                  </a:solidFill>
                  <a:latin typeface="Consolas" panose="020B0609020204030204" pitchFamily="49" charset="0"/>
                  <a:ea typeface="Courier New" panose="02070309020205020404" pitchFamily="49" charset="0"/>
                </a:rPr>
                <a:t>END</a:t>
              </a:r>
              <a:r>
                <a:rPr lang="en-US" altLang="en-US" sz="1400" dirty="0">
                  <a:latin typeface="Consolas" panose="020B0609020204030204" pitchFamily="49" charset="0"/>
                </a:rPr>
                <a:t> </a:t>
              </a:r>
            </a:p>
          </p:txBody>
        </p:sp>
        <p:sp>
          <p:nvSpPr>
            <p:cNvPr id="10" name="Rectangle 9"/>
            <p:cNvSpPr/>
            <p:nvPr/>
          </p:nvSpPr>
          <p:spPr>
            <a:xfrm>
              <a:off x="152400" y="2695438"/>
              <a:ext cx="1957972" cy="307777"/>
            </a:xfrm>
            <a:prstGeom prst="rect">
              <a:avLst/>
            </a:prstGeom>
          </p:spPr>
          <p:txBody>
            <a:bodyPr wrap="none">
              <a:spAutoFit/>
            </a:bodyPr>
            <a:lstStyle/>
            <a:p>
              <a:r>
                <a:rPr lang="en-US" sz="1400" dirty="0"/>
                <a:t>Spaghetti code in BASIC</a:t>
              </a:r>
            </a:p>
          </p:txBody>
        </p:sp>
      </p:grpSp>
      <p:grpSp>
        <p:nvGrpSpPr>
          <p:cNvPr id="13" name="Group 12"/>
          <p:cNvGrpSpPr/>
          <p:nvPr/>
        </p:nvGrpSpPr>
        <p:grpSpPr>
          <a:xfrm>
            <a:off x="1729067" y="4657697"/>
            <a:ext cx="3938154" cy="1498122"/>
            <a:chOff x="228600" y="4666696"/>
            <a:chExt cx="3938154" cy="1498122"/>
          </a:xfrm>
        </p:grpSpPr>
        <p:sp>
          <p:nvSpPr>
            <p:cNvPr id="9" name="Rectangle 8"/>
            <p:cNvSpPr/>
            <p:nvPr/>
          </p:nvSpPr>
          <p:spPr>
            <a:xfrm>
              <a:off x="228600" y="4666696"/>
              <a:ext cx="2677656" cy="307777"/>
            </a:xfrm>
            <a:prstGeom prst="rect">
              <a:avLst/>
            </a:prstGeom>
          </p:spPr>
          <p:txBody>
            <a:bodyPr wrap="none">
              <a:spAutoFit/>
            </a:bodyPr>
            <a:lstStyle/>
            <a:p>
              <a:r>
                <a:rPr lang="en-US" sz="1400" dirty="0"/>
                <a:t>Structured </a:t>
              </a:r>
              <a:r>
                <a:rPr lang="en-US" altLang="zh-CN" sz="1400" dirty="0"/>
                <a:t>programming</a:t>
              </a:r>
              <a:r>
                <a:rPr lang="en-US" sz="1400" dirty="0"/>
                <a:t> in BASIC</a:t>
              </a:r>
            </a:p>
          </p:txBody>
        </p:sp>
        <p:sp>
          <p:nvSpPr>
            <p:cNvPr id="11" name="Rectangle 2"/>
            <p:cNvSpPr>
              <a:spLocks noChangeArrowheads="1"/>
            </p:cNvSpPr>
            <p:nvPr/>
          </p:nvSpPr>
          <p:spPr bwMode="auto">
            <a:xfrm>
              <a:off x="304799" y="4995267"/>
              <a:ext cx="3861955" cy="1169551"/>
            </a:xfrm>
            <a:prstGeom prst="rect">
              <a:avLst/>
            </a:prstGeom>
            <a:solidFill>
              <a:srgbClr val="F8F9FA"/>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eaLnBrk="0" fontAlgn="base" hangingPunct="0">
                <a:spcBef>
                  <a:spcPct val="0"/>
                </a:spcBef>
                <a:spcAft>
                  <a:spcPct val="0"/>
                </a:spcAft>
              </a:pPr>
              <a:r>
                <a:rPr lang="en-US" altLang="en-US" sz="1400" dirty="0">
                  <a:solidFill>
                    <a:srgbClr val="A0A000"/>
                  </a:solidFill>
                  <a:latin typeface="Consolas" panose="020B0609020204030204" pitchFamily="49" charset="0"/>
                  <a:cs typeface="Courier New" panose="02070309020205020404" pitchFamily="49" charset="0"/>
                </a:rPr>
                <a:t>1</a:t>
              </a:r>
              <a:r>
                <a:rPr lang="en-US" altLang="en-US" sz="1400" dirty="0">
                  <a:solidFill>
                    <a:srgbClr val="BBBBBB"/>
                  </a:solidFill>
                  <a:latin typeface="Consolas" panose="020B0609020204030204" pitchFamily="49" charset="0"/>
                  <a:cs typeface="Courier New" panose="02070309020205020404" pitchFamily="49" charset="0"/>
                </a:rPr>
                <a:t> </a:t>
              </a:r>
              <a:r>
                <a:rPr lang="en-US" altLang="en-US" sz="1400" b="1" dirty="0">
                  <a:solidFill>
                    <a:srgbClr val="008000"/>
                  </a:solidFill>
                  <a:latin typeface="Consolas" panose="020B0609020204030204" pitchFamily="49" charset="0"/>
                  <a:cs typeface="Courier New" panose="02070309020205020404" pitchFamily="49" charset="0"/>
                </a:rPr>
                <a:t>FOR</a:t>
              </a:r>
              <a:r>
                <a:rPr lang="en-US" altLang="en-US" sz="1400" dirty="0">
                  <a:solidFill>
                    <a:srgbClr val="BBBBBB"/>
                  </a:solidFill>
                  <a:latin typeface="Consolas" panose="020B0609020204030204" pitchFamily="49" charset="0"/>
                  <a:cs typeface="Courier New" panose="02070309020205020404" pitchFamily="49" charset="0"/>
                </a:rPr>
                <a:t> </a:t>
              </a:r>
              <a:r>
                <a:rPr lang="en-US" altLang="en-US" sz="1400" dirty="0" err="1">
                  <a:solidFill>
                    <a:srgbClr val="19177C"/>
                  </a:solidFill>
                  <a:latin typeface="Consolas" panose="020B0609020204030204" pitchFamily="49" charset="0"/>
                  <a:cs typeface="Courier New" panose="02070309020205020404" pitchFamily="49" charset="0"/>
                </a:rPr>
                <a:t>i</a:t>
              </a:r>
              <a:r>
                <a:rPr lang="en-US" altLang="en-US" sz="1400" dirty="0">
                  <a:solidFill>
                    <a:srgbClr val="666666"/>
                  </a:solidFill>
                  <a:latin typeface="Consolas" panose="020B0609020204030204" pitchFamily="49" charset="0"/>
                </a:rPr>
                <a:t>=</a:t>
              </a:r>
              <a:r>
                <a:rPr lang="en-US" altLang="en-US" sz="1400" dirty="0">
                  <a:solidFill>
                    <a:srgbClr val="666666"/>
                  </a:solidFill>
                  <a:latin typeface="Consolas" panose="020B0609020204030204" pitchFamily="49" charset="0"/>
                  <a:cs typeface="Courier New" panose="02070309020205020404" pitchFamily="49" charset="0"/>
                </a:rPr>
                <a:t>1</a:t>
              </a:r>
              <a:r>
                <a:rPr lang="en-US" altLang="en-US" sz="1400" dirty="0">
                  <a:solidFill>
                    <a:srgbClr val="BBBBBB"/>
                  </a:solidFill>
                  <a:latin typeface="Consolas" panose="020B0609020204030204" pitchFamily="49" charset="0"/>
                  <a:cs typeface="Courier New" panose="02070309020205020404" pitchFamily="49" charset="0"/>
                </a:rPr>
                <a:t> </a:t>
              </a:r>
              <a:r>
                <a:rPr lang="en-US" altLang="en-US" sz="1400" b="1" dirty="0">
                  <a:solidFill>
                    <a:srgbClr val="008000"/>
                  </a:solidFill>
                  <a:latin typeface="Consolas" panose="020B0609020204030204" pitchFamily="49" charset="0"/>
                  <a:cs typeface="Courier New" panose="02070309020205020404" pitchFamily="49" charset="0"/>
                </a:rPr>
                <a:t>TO</a:t>
              </a:r>
              <a:r>
                <a:rPr lang="en-US" altLang="en-US" sz="1400" dirty="0">
                  <a:solidFill>
                    <a:srgbClr val="BBBBBB"/>
                  </a:solidFill>
                  <a:latin typeface="Consolas" panose="020B0609020204030204" pitchFamily="49" charset="0"/>
                  <a:cs typeface="Courier New" panose="02070309020205020404" pitchFamily="49" charset="0"/>
                </a:rPr>
                <a:t> </a:t>
              </a:r>
              <a:r>
                <a:rPr lang="en-US" altLang="en-US" sz="1400" dirty="0">
                  <a:solidFill>
                    <a:srgbClr val="666666"/>
                  </a:solidFill>
                  <a:latin typeface="Consolas" panose="020B0609020204030204" pitchFamily="49" charset="0"/>
                  <a:cs typeface="Courier New" panose="02070309020205020404" pitchFamily="49" charset="0"/>
                </a:rPr>
                <a:t>100</a:t>
              </a:r>
              <a:r>
                <a:rPr lang="en-US" altLang="en-US" sz="1400" dirty="0">
                  <a:solidFill>
                    <a:srgbClr val="000000"/>
                  </a:solidFill>
                  <a:latin typeface="Consolas" panose="020B0609020204030204" pitchFamily="49" charset="0"/>
                  <a:cs typeface="Courier New" panose="02070309020205020404" pitchFamily="49" charset="0"/>
                </a:rPr>
                <a:t> </a:t>
              </a:r>
            </a:p>
            <a:p>
              <a:pPr eaLnBrk="0" fontAlgn="base" hangingPunct="0">
                <a:spcBef>
                  <a:spcPct val="0"/>
                </a:spcBef>
                <a:spcAft>
                  <a:spcPct val="0"/>
                </a:spcAft>
              </a:pPr>
              <a:r>
                <a:rPr lang="en-US" altLang="en-US" sz="1400" dirty="0">
                  <a:solidFill>
                    <a:srgbClr val="A0A000"/>
                  </a:solidFill>
                  <a:latin typeface="Consolas" panose="020B0609020204030204" pitchFamily="49" charset="0"/>
                  <a:cs typeface="Courier New" panose="02070309020205020404" pitchFamily="49" charset="0"/>
                </a:rPr>
                <a:t>2</a:t>
              </a:r>
              <a:r>
                <a:rPr lang="en-US" altLang="en-US" sz="1400" dirty="0">
                  <a:solidFill>
                    <a:srgbClr val="BBBBBB"/>
                  </a:solidFill>
                  <a:latin typeface="Consolas" panose="020B0609020204030204" pitchFamily="49" charset="0"/>
                  <a:cs typeface="Courier New" panose="02070309020205020404" pitchFamily="49" charset="0"/>
                </a:rPr>
                <a:t>   </a:t>
              </a:r>
              <a:r>
                <a:rPr lang="en-US" altLang="en-US" sz="1400" b="1" dirty="0">
                  <a:solidFill>
                    <a:srgbClr val="008000"/>
                  </a:solidFill>
                  <a:latin typeface="Consolas" panose="020B0609020204030204" pitchFamily="49" charset="0"/>
                  <a:cs typeface="Courier New" panose="02070309020205020404" pitchFamily="49" charset="0"/>
                </a:rPr>
                <a:t>PRINT</a:t>
              </a:r>
              <a:r>
                <a:rPr lang="en-US" altLang="en-US" sz="1400" dirty="0">
                  <a:solidFill>
                    <a:srgbClr val="BBBBBB"/>
                  </a:solidFill>
                  <a:latin typeface="Consolas" panose="020B0609020204030204" pitchFamily="49" charset="0"/>
                  <a:cs typeface="Courier New" panose="02070309020205020404" pitchFamily="49" charset="0"/>
                </a:rPr>
                <a:t> </a:t>
              </a:r>
              <a:r>
                <a:rPr lang="en-US" altLang="en-US" sz="1400" dirty="0" err="1">
                  <a:solidFill>
                    <a:srgbClr val="19177C"/>
                  </a:solidFill>
                  <a:latin typeface="Consolas" panose="020B0609020204030204" pitchFamily="49" charset="0"/>
                  <a:cs typeface="Courier New" panose="02070309020205020404" pitchFamily="49" charset="0"/>
                </a:rPr>
                <a:t>i</a:t>
              </a:r>
              <a:r>
                <a:rPr lang="en-US" altLang="en-US" sz="1400" dirty="0">
                  <a:solidFill>
                    <a:srgbClr val="000000"/>
                  </a:solidFill>
                  <a:latin typeface="Consolas" panose="020B0609020204030204" pitchFamily="49" charset="0"/>
                  <a:cs typeface="Courier New" panose="02070309020205020404" pitchFamily="49" charset="0"/>
                </a:rPr>
                <a:t>;</a:t>
              </a:r>
              <a:r>
                <a:rPr lang="en-US" altLang="en-US" sz="1400" dirty="0">
                  <a:solidFill>
                    <a:srgbClr val="BA2121"/>
                  </a:solidFill>
                  <a:latin typeface="Consolas" panose="020B0609020204030204" pitchFamily="49" charset="0"/>
                  <a:cs typeface="Courier New" panose="02070309020205020404" pitchFamily="49" charset="0"/>
                </a:rPr>
                <a:t>"squared="</a:t>
              </a:r>
              <a:r>
                <a:rPr lang="en-US" altLang="en-US" sz="1400" dirty="0">
                  <a:solidFill>
                    <a:srgbClr val="000000"/>
                  </a:solidFill>
                  <a:latin typeface="Consolas" panose="020B0609020204030204" pitchFamily="49" charset="0"/>
                  <a:cs typeface="Courier New" panose="02070309020205020404" pitchFamily="49" charset="0"/>
                </a:rPr>
                <a:t>;</a:t>
              </a:r>
              <a:r>
                <a:rPr lang="en-US" altLang="en-US" sz="1400" dirty="0" err="1">
                  <a:solidFill>
                    <a:srgbClr val="19177C"/>
                  </a:solidFill>
                  <a:latin typeface="Consolas" panose="020B0609020204030204" pitchFamily="49" charset="0"/>
                  <a:cs typeface="Courier New" panose="02070309020205020404" pitchFamily="49" charset="0"/>
                </a:rPr>
                <a:t>i</a:t>
              </a:r>
              <a:r>
                <a:rPr lang="en-US" altLang="en-US" sz="1400" dirty="0">
                  <a:solidFill>
                    <a:srgbClr val="666666"/>
                  </a:solidFill>
                  <a:latin typeface="Consolas" panose="020B0609020204030204" pitchFamily="49" charset="0"/>
                </a:rPr>
                <a:t>*</a:t>
              </a:r>
              <a:r>
                <a:rPr lang="en-US" altLang="en-US" sz="1400" dirty="0" err="1">
                  <a:solidFill>
                    <a:srgbClr val="19177C"/>
                  </a:solidFill>
                  <a:latin typeface="Consolas" panose="020B0609020204030204" pitchFamily="49" charset="0"/>
                  <a:cs typeface="Courier New" panose="02070309020205020404" pitchFamily="49" charset="0"/>
                </a:rPr>
                <a:t>i</a:t>
              </a:r>
              <a:r>
                <a:rPr lang="en-US" altLang="en-US" sz="1400" dirty="0">
                  <a:solidFill>
                    <a:srgbClr val="000000"/>
                  </a:solidFill>
                  <a:latin typeface="Consolas" panose="020B0609020204030204" pitchFamily="49" charset="0"/>
                  <a:cs typeface="Courier New" panose="02070309020205020404" pitchFamily="49" charset="0"/>
                </a:rPr>
                <a:t> </a:t>
              </a:r>
            </a:p>
            <a:p>
              <a:pPr lvl="0" eaLnBrk="0" fontAlgn="base" hangingPunct="0">
                <a:spcBef>
                  <a:spcPct val="0"/>
                </a:spcBef>
                <a:spcAft>
                  <a:spcPct val="0"/>
                </a:spcAft>
              </a:pPr>
              <a:r>
                <a:rPr lang="en-US" altLang="en-US" sz="1400" dirty="0">
                  <a:solidFill>
                    <a:srgbClr val="A0A000"/>
                  </a:solidFill>
                  <a:latin typeface="Consolas" panose="020B0609020204030204" pitchFamily="49" charset="0"/>
                  <a:cs typeface="Courier New" panose="02070309020205020404" pitchFamily="49" charset="0"/>
                </a:rPr>
                <a:t>3</a:t>
              </a:r>
              <a:r>
                <a:rPr lang="en-US" altLang="en-US" sz="1400" dirty="0">
                  <a:solidFill>
                    <a:srgbClr val="BBBBBB"/>
                  </a:solidFill>
                  <a:latin typeface="Consolas" panose="020B0609020204030204" pitchFamily="49" charset="0"/>
                  <a:cs typeface="Courier New" panose="02070309020205020404" pitchFamily="49" charset="0"/>
                </a:rPr>
                <a:t> </a:t>
              </a:r>
              <a:r>
                <a:rPr lang="en-US" altLang="en-US" sz="1400" b="1" dirty="0">
                  <a:solidFill>
                    <a:srgbClr val="008000"/>
                  </a:solidFill>
                  <a:latin typeface="Consolas" panose="020B0609020204030204" pitchFamily="49" charset="0"/>
                  <a:cs typeface="Courier New" panose="02070309020205020404" pitchFamily="49" charset="0"/>
                </a:rPr>
                <a:t>NEXT</a:t>
              </a:r>
              <a:r>
                <a:rPr lang="en-US" altLang="en-US" sz="1400" dirty="0">
                  <a:solidFill>
                    <a:srgbClr val="BBBBBB"/>
                  </a:solidFill>
                  <a:latin typeface="Consolas" panose="020B0609020204030204" pitchFamily="49" charset="0"/>
                  <a:cs typeface="Courier New" panose="02070309020205020404" pitchFamily="49" charset="0"/>
                </a:rPr>
                <a:t> </a:t>
              </a:r>
              <a:r>
                <a:rPr lang="en-US" altLang="en-US" sz="1400" dirty="0" err="1">
                  <a:solidFill>
                    <a:srgbClr val="19177C"/>
                  </a:solidFill>
                  <a:latin typeface="Consolas" panose="020B0609020204030204" pitchFamily="49" charset="0"/>
                  <a:cs typeface="Courier New" panose="02070309020205020404" pitchFamily="49" charset="0"/>
                </a:rPr>
                <a:t>i</a:t>
              </a:r>
              <a:r>
                <a:rPr lang="en-US" altLang="en-US" sz="1400" dirty="0">
                  <a:solidFill>
                    <a:srgbClr val="000000"/>
                  </a:solidFill>
                  <a:latin typeface="Consolas" panose="020B0609020204030204" pitchFamily="49" charset="0"/>
                  <a:cs typeface="Courier New" panose="02070309020205020404" pitchFamily="49" charset="0"/>
                </a:rPr>
                <a:t>   </a:t>
              </a:r>
              <a:r>
                <a:rPr lang="en-US" altLang="en-US" sz="1400" dirty="0">
                  <a:solidFill>
                    <a:schemeClr val="bg1">
                      <a:lumMod val="75000"/>
                    </a:schemeClr>
                  </a:solidFill>
                  <a:latin typeface="Consolas" panose="020B0609020204030204" pitchFamily="49" charset="0"/>
                  <a:cs typeface="Courier New" panose="02070309020205020404" pitchFamily="49" charset="0"/>
                </a:rPr>
                <a:t>'termination of loop: body</a:t>
              </a:r>
            </a:p>
            <a:p>
              <a:pPr eaLnBrk="0" fontAlgn="base" hangingPunct="0">
                <a:spcBef>
                  <a:spcPct val="0"/>
                </a:spcBef>
                <a:spcAft>
                  <a:spcPct val="0"/>
                </a:spcAft>
              </a:pPr>
              <a:r>
                <a:rPr lang="en-US" altLang="en-US" sz="1400" dirty="0">
                  <a:solidFill>
                    <a:srgbClr val="A0A000"/>
                  </a:solidFill>
                  <a:latin typeface="Consolas" panose="020B0609020204030204" pitchFamily="49" charset="0"/>
                  <a:cs typeface="Courier New" panose="02070309020205020404" pitchFamily="49" charset="0"/>
                </a:rPr>
                <a:t>4</a:t>
              </a:r>
              <a:r>
                <a:rPr lang="en-US" altLang="en-US" sz="1400" dirty="0">
                  <a:solidFill>
                    <a:srgbClr val="BBBBBB"/>
                  </a:solidFill>
                  <a:latin typeface="Consolas" panose="020B0609020204030204" pitchFamily="49" charset="0"/>
                  <a:cs typeface="Courier New" panose="02070309020205020404" pitchFamily="49" charset="0"/>
                </a:rPr>
                <a:t> </a:t>
              </a:r>
              <a:r>
                <a:rPr lang="en-US" altLang="en-US" sz="1400" b="1" dirty="0">
                  <a:solidFill>
                    <a:srgbClr val="008000"/>
                  </a:solidFill>
                  <a:latin typeface="Consolas" panose="020B0609020204030204" pitchFamily="49" charset="0"/>
                  <a:cs typeface="Courier New" panose="02070309020205020404" pitchFamily="49" charset="0"/>
                </a:rPr>
                <a:t>PRINT</a:t>
              </a:r>
              <a:r>
                <a:rPr lang="en-US" altLang="en-US" sz="1400" dirty="0">
                  <a:solidFill>
                    <a:srgbClr val="BBBBBB"/>
                  </a:solidFill>
                  <a:latin typeface="Consolas" panose="020B0609020204030204" pitchFamily="49" charset="0"/>
                  <a:cs typeface="Courier New" panose="02070309020205020404" pitchFamily="49" charset="0"/>
                </a:rPr>
                <a:t> </a:t>
              </a:r>
              <a:r>
                <a:rPr lang="en-US" altLang="en-US" sz="1400" dirty="0">
                  <a:solidFill>
                    <a:srgbClr val="BA2121"/>
                  </a:solidFill>
                  <a:latin typeface="Consolas" panose="020B0609020204030204" pitchFamily="49" charset="0"/>
                  <a:cs typeface="Courier New" panose="02070309020205020404" pitchFamily="49" charset="0"/>
                </a:rPr>
                <a:t>"Program Completed."</a:t>
              </a:r>
              <a:r>
                <a:rPr lang="en-US" altLang="en-US" sz="1400" dirty="0">
                  <a:solidFill>
                    <a:srgbClr val="000000"/>
                  </a:solidFill>
                  <a:latin typeface="Consolas" panose="020B0609020204030204" pitchFamily="49" charset="0"/>
                  <a:cs typeface="Courier New" panose="02070309020205020404" pitchFamily="49" charset="0"/>
                </a:rPr>
                <a:t> </a:t>
              </a:r>
            </a:p>
            <a:p>
              <a:pPr eaLnBrk="0" fontAlgn="base" hangingPunct="0">
                <a:spcBef>
                  <a:spcPct val="0"/>
                </a:spcBef>
                <a:spcAft>
                  <a:spcPct val="0"/>
                </a:spcAft>
              </a:pPr>
              <a:r>
                <a:rPr lang="en-US" altLang="en-US" sz="1400" dirty="0">
                  <a:solidFill>
                    <a:srgbClr val="A0A000"/>
                  </a:solidFill>
                  <a:latin typeface="Consolas" panose="020B0609020204030204" pitchFamily="49" charset="0"/>
                  <a:cs typeface="Courier New" panose="02070309020205020404" pitchFamily="49" charset="0"/>
                </a:rPr>
                <a:t>5</a:t>
              </a:r>
              <a:r>
                <a:rPr lang="en-US" altLang="en-US" sz="1400" dirty="0">
                  <a:solidFill>
                    <a:srgbClr val="BBBBBB"/>
                  </a:solidFill>
                  <a:latin typeface="Consolas" panose="020B0609020204030204" pitchFamily="49" charset="0"/>
                  <a:cs typeface="Courier New" panose="02070309020205020404" pitchFamily="49" charset="0"/>
                </a:rPr>
                <a:t> </a:t>
              </a:r>
              <a:r>
                <a:rPr lang="en-US" altLang="en-US" sz="1400" b="1" dirty="0">
                  <a:solidFill>
                    <a:srgbClr val="008000"/>
                  </a:solidFill>
                  <a:latin typeface="Consolas" panose="020B0609020204030204" pitchFamily="49" charset="0"/>
                  <a:cs typeface="Courier New" panose="02070309020205020404" pitchFamily="49" charset="0"/>
                </a:rPr>
                <a:t>END</a:t>
              </a:r>
              <a:r>
                <a:rPr lang="en-US" altLang="en-US" sz="1400" dirty="0">
                  <a:latin typeface="Consolas" panose="020B0609020204030204" pitchFamily="49" charset="0"/>
                </a:rPr>
                <a:t> </a:t>
              </a:r>
            </a:p>
          </p:txBody>
        </p:sp>
      </p:grpSp>
      <p:sp>
        <p:nvSpPr>
          <p:cNvPr id="14" name="Rectangle 13"/>
          <p:cNvSpPr/>
          <p:nvPr/>
        </p:nvSpPr>
        <p:spPr>
          <a:xfrm>
            <a:off x="2520472" y="6340758"/>
            <a:ext cx="2472152" cy="246221"/>
          </a:xfrm>
          <a:prstGeom prst="rect">
            <a:avLst/>
          </a:prstGeom>
        </p:spPr>
        <p:txBody>
          <a:bodyPr wrap="none">
            <a:spAutoFit/>
          </a:bodyPr>
          <a:lstStyle/>
          <a:p>
            <a:r>
              <a:rPr lang="en-US" sz="1000" dirty="0">
                <a:hlinkClick r:id="rId4"/>
              </a:rPr>
              <a:t>https://en.wikipedia.org/wiki/Spaghetti_code</a:t>
            </a:r>
            <a:endParaRPr lang="en-US" sz="1000" dirty="0"/>
          </a:p>
        </p:txBody>
      </p:sp>
    </p:spTree>
    <p:extLst>
      <p:ext uri="{BB962C8B-B14F-4D97-AF65-F5344CB8AC3E}">
        <p14:creationId xmlns:p14="http://schemas.microsoft.com/office/powerpoint/2010/main" val="25611310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BD3829-B65F-5C42-B472-D31FE617FFB6}"/>
              </a:ext>
            </a:extLst>
          </p:cNvPr>
          <p:cNvSpPr>
            <a:spLocks noGrp="1"/>
          </p:cNvSpPr>
          <p:nvPr>
            <p:ph type="title"/>
          </p:nvPr>
        </p:nvSpPr>
        <p:spPr/>
        <p:txBody>
          <a:bodyPr/>
          <a:lstStyle/>
          <a:p>
            <a:r>
              <a:rPr lang="en-US" dirty="0"/>
              <a:t>Importance of Structured Programming</a:t>
            </a:r>
          </a:p>
        </p:txBody>
      </p:sp>
      <p:sp>
        <p:nvSpPr>
          <p:cNvPr id="3" name="Slide Number Placeholder 2">
            <a:extLst>
              <a:ext uri="{FF2B5EF4-FFF2-40B4-BE49-F238E27FC236}">
                <a16:creationId xmlns:a16="http://schemas.microsoft.com/office/drawing/2014/main" id="{7B8A5C5F-2566-CD46-A8F2-FA6E29D5284C}"/>
              </a:ext>
            </a:extLst>
          </p:cNvPr>
          <p:cNvSpPr>
            <a:spLocks noGrp="1"/>
          </p:cNvSpPr>
          <p:nvPr>
            <p:ph type="sldNum" sz="quarter" idx="12"/>
          </p:nvPr>
        </p:nvSpPr>
        <p:spPr/>
        <p:txBody>
          <a:bodyPr/>
          <a:lstStyle/>
          <a:p>
            <a:fld id="{EA7C8D44-3667-46F6-9772-CC52308E2A7F}" type="slidenum">
              <a:rPr kumimoji="0" lang="en-US" smtClean="0"/>
              <a:pPr/>
              <a:t>4</a:t>
            </a:fld>
            <a:endParaRPr kumimoji="0" lang="en-US" dirty="0"/>
          </a:p>
        </p:txBody>
      </p:sp>
      <p:sp>
        <p:nvSpPr>
          <p:cNvPr id="4" name="Content Placeholder 3">
            <a:extLst>
              <a:ext uri="{FF2B5EF4-FFF2-40B4-BE49-F238E27FC236}">
                <a16:creationId xmlns:a16="http://schemas.microsoft.com/office/drawing/2014/main" id="{EA6ADC5C-C9DD-8641-961B-D82D2C121401}"/>
              </a:ext>
            </a:extLst>
          </p:cNvPr>
          <p:cNvSpPr>
            <a:spLocks noGrp="1"/>
          </p:cNvSpPr>
          <p:nvPr>
            <p:ph sz="quarter" idx="1"/>
          </p:nvPr>
        </p:nvSpPr>
        <p:spPr>
          <a:xfrm>
            <a:off x="609600" y="1408836"/>
            <a:ext cx="5867400" cy="4937760"/>
          </a:xfrm>
        </p:spPr>
        <p:txBody>
          <a:bodyPr>
            <a:normAutofit/>
          </a:bodyPr>
          <a:lstStyle/>
          <a:p>
            <a:r>
              <a:rPr lang="en-US" sz="2000" dirty="0"/>
              <a:t>Assembly is not a structured programming language </a:t>
            </a:r>
          </a:p>
          <a:p>
            <a:pPr lvl="1"/>
            <a:r>
              <a:rPr lang="en-US" sz="1800" dirty="0"/>
              <a:t>Does not directly support selection and loop:</a:t>
            </a:r>
          </a:p>
          <a:p>
            <a:pPr lvl="1"/>
            <a:r>
              <a:rPr lang="en-US" sz="1800" dirty="0"/>
              <a:t>Branch in assembly = “</a:t>
            </a:r>
            <a:r>
              <a:rPr lang="en-US" sz="1800" dirty="0" err="1"/>
              <a:t>goto</a:t>
            </a:r>
            <a:r>
              <a:rPr lang="en-US" sz="1800" dirty="0"/>
              <a:t>” in C</a:t>
            </a:r>
          </a:p>
          <a:p>
            <a:pPr lvl="1"/>
            <a:r>
              <a:rPr lang="en-US" sz="1800" dirty="0"/>
              <a:t>Break the single-entry single-exit rule</a:t>
            </a:r>
          </a:p>
          <a:p>
            <a:r>
              <a:rPr lang="en-US" sz="2000" dirty="0"/>
              <a:t>Easy to generate spaghetti code in assembly</a:t>
            </a:r>
          </a:p>
          <a:p>
            <a:pPr lvl="1"/>
            <a:r>
              <a:rPr lang="en-US" sz="1800" dirty="0"/>
              <a:t>Twisted and tangled</a:t>
            </a:r>
          </a:p>
          <a:p>
            <a:pPr lvl="1"/>
            <a:r>
              <a:rPr lang="en-US" sz="1800" dirty="0"/>
              <a:t>Difficult to debug &amp; maintain</a:t>
            </a:r>
          </a:p>
          <a:p>
            <a:r>
              <a:rPr lang="en-US" sz="2000" dirty="0"/>
              <a:t>One strategy to alleviate the challenge</a:t>
            </a:r>
          </a:p>
          <a:p>
            <a:pPr lvl="1"/>
            <a:r>
              <a:rPr lang="en-US" sz="1800" dirty="0"/>
              <a:t>Use </a:t>
            </a:r>
            <a:r>
              <a:rPr lang="en-US" sz="1800" b="1" dirty="0">
                <a:solidFill>
                  <a:srgbClr val="C00000"/>
                </a:solidFill>
              </a:rPr>
              <a:t>flowcharts</a:t>
            </a:r>
            <a:r>
              <a:rPr lang="en-US" sz="1800" dirty="0"/>
              <a:t> to facilitate assembly programming</a:t>
            </a:r>
          </a:p>
          <a:p>
            <a:pPr lvl="1"/>
            <a:r>
              <a:rPr lang="en-US" sz="1800" dirty="0"/>
              <a:t>That is why textbook has many flowcharts</a:t>
            </a:r>
          </a:p>
          <a:p>
            <a:pPr lvl="1"/>
            <a:r>
              <a:rPr lang="en-US" sz="1800" dirty="0"/>
              <a:t>How to build flowcharts?</a:t>
            </a:r>
          </a:p>
        </p:txBody>
      </p:sp>
      <p:pic>
        <p:nvPicPr>
          <p:cNvPr id="5" name="Picture 4">
            <a:extLst>
              <a:ext uri="{FF2B5EF4-FFF2-40B4-BE49-F238E27FC236}">
                <a16:creationId xmlns:a16="http://schemas.microsoft.com/office/drawing/2014/main" id="{CBAD6C65-4F74-B649-AB83-E219E4ED4E53}"/>
              </a:ext>
            </a:extLst>
          </p:cNvPr>
          <p:cNvPicPr>
            <a:picLocks noChangeAspect="1"/>
          </p:cNvPicPr>
          <p:nvPr/>
        </p:nvPicPr>
        <p:blipFill>
          <a:blip r:embed="rId2"/>
          <a:stretch>
            <a:fillRect/>
          </a:stretch>
        </p:blipFill>
        <p:spPr>
          <a:xfrm>
            <a:off x="7924801" y="2286000"/>
            <a:ext cx="2380687" cy="2514600"/>
          </a:xfrm>
          <a:prstGeom prst="rect">
            <a:avLst/>
          </a:prstGeom>
        </p:spPr>
      </p:pic>
    </p:spTree>
    <p:extLst>
      <p:ext uri="{BB962C8B-B14F-4D97-AF65-F5344CB8AC3E}">
        <p14:creationId xmlns:p14="http://schemas.microsoft.com/office/powerpoint/2010/main" val="353774324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Software Design Strategy:</a:t>
            </a:r>
            <a:br>
              <a:rPr lang="en-US" dirty="0"/>
            </a:br>
            <a:r>
              <a:rPr lang="en-US" dirty="0"/>
              <a:t>Top-Down Design</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5</a:t>
            </a:fld>
            <a:endParaRPr kumimoji="0" lang="en-US" dirty="0"/>
          </a:p>
        </p:txBody>
      </p:sp>
      <p:sp>
        <p:nvSpPr>
          <p:cNvPr id="5" name="Content Placeholder 4"/>
          <p:cNvSpPr>
            <a:spLocks noGrp="1"/>
          </p:cNvSpPr>
          <p:nvPr>
            <p:ph sz="quarter" idx="1"/>
          </p:nvPr>
        </p:nvSpPr>
        <p:spPr>
          <a:xfrm>
            <a:off x="609600" y="1280795"/>
            <a:ext cx="5334000" cy="4937760"/>
          </a:xfrm>
        </p:spPr>
        <p:txBody>
          <a:bodyPr>
            <a:normAutofit lnSpcReduction="10000"/>
          </a:bodyPr>
          <a:lstStyle/>
          <a:p>
            <a:r>
              <a:rPr lang="en-US" sz="2400" dirty="0"/>
              <a:t>Three common design strategies</a:t>
            </a:r>
          </a:p>
          <a:p>
            <a:pPr lvl="1"/>
            <a:r>
              <a:rPr lang="en-US" sz="2100" dirty="0"/>
              <a:t>Top-down, also known as stepwise refinement</a:t>
            </a:r>
          </a:p>
          <a:p>
            <a:pPr lvl="1"/>
            <a:r>
              <a:rPr lang="en-US" sz="2100" dirty="0"/>
              <a:t>Bottom up</a:t>
            </a:r>
          </a:p>
          <a:p>
            <a:pPr lvl="1"/>
            <a:r>
              <a:rPr lang="en-US" sz="2100" dirty="0"/>
              <a:t>Object oriented</a:t>
            </a:r>
            <a:endParaRPr lang="en-US" sz="2400" dirty="0"/>
          </a:p>
          <a:p>
            <a:r>
              <a:rPr lang="en-US" sz="2400" dirty="0"/>
              <a:t>Top-down: Repeatedly break down tasks into smaller and smaller pieces until they are easy to solve</a:t>
            </a:r>
          </a:p>
          <a:p>
            <a:r>
              <a:rPr lang="en-US" sz="2400" dirty="0"/>
              <a:t>Example: Planning a picnic</a:t>
            </a:r>
          </a:p>
          <a:p>
            <a:pPr lvl="1"/>
            <a:r>
              <a:rPr lang="en-US" sz="2100" dirty="0"/>
              <a:t>Task 1: </a:t>
            </a:r>
            <a:r>
              <a:rPr lang="en-US" sz="2100" dirty="0">
                <a:solidFill>
                  <a:srgbClr val="C00000"/>
                </a:solidFill>
              </a:rPr>
              <a:t>Where</a:t>
            </a:r>
          </a:p>
          <a:p>
            <a:pPr lvl="1"/>
            <a:r>
              <a:rPr lang="en-US" sz="2100" dirty="0"/>
              <a:t>Task 2: </a:t>
            </a:r>
            <a:r>
              <a:rPr lang="en-US" sz="2100" dirty="0">
                <a:solidFill>
                  <a:srgbClr val="C00000"/>
                </a:solidFill>
              </a:rPr>
              <a:t>When</a:t>
            </a:r>
          </a:p>
          <a:p>
            <a:pPr lvl="1"/>
            <a:r>
              <a:rPr lang="en-US" sz="2100" dirty="0"/>
              <a:t>Task 3: </a:t>
            </a:r>
            <a:r>
              <a:rPr lang="en-US" sz="2100" dirty="0">
                <a:solidFill>
                  <a:srgbClr val="C00000"/>
                </a:solidFill>
              </a:rPr>
              <a:t>Who</a:t>
            </a:r>
          </a:p>
          <a:p>
            <a:pPr lvl="1"/>
            <a:r>
              <a:rPr lang="en-US" sz="2100" dirty="0"/>
              <a:t>Task 4: </a:t>
            </a:r>
            <a:r>
              <a:rPr lang="en-US" sz="2100" dirty="0">
                <a:solidFill>
                  <a:srgbClr val="C00000"/>
                </a:solidFill>
              </a:rPr>
              <a:t>Food</a:t>
            </a:r>
          </a:p>
        </p:txBody>
      </p:sp>
      <p:pic>
        <p:nvPicPr>
          <p:cNvPr id="6" name="Picture 5"/>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620000" y="2362200"/>
            <a:ext cx="3177903" cy="2590799"/>
          </a:xfrm>
          <a:prstGeom prst="rect">
            <a:avLst/>
          </a:prstGeom>
        </p:spPr>
      </p:pic>
    </p:spTree>
    <p:extLst>
      <p:ext uri="{BB962C8B-B14F-4D97-AF65-F5344CB8AC3E}">
        <p14:creationId xmlns:p14="http://schemas.microsoft.com/office/powerpoint/2010/main" val="18675234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Top-Down Design Example</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6</a:t>
            </a:fld>
            <a:endParaRPr kumimoji="0" lang="en-US" dirty="0"/>
          </a:p>
        </p:txBody>
      </p:sp>
      <p:sp>
        <p:nvSpPr>
          <p:cNvPr id="4" name="Content Placeholder 3"/>
          <p:cNvSpPr>
            <a:spLocks noGrp="1"/>
          </p:cNvSpPr>
          <p:nvPr>
            <p:ph sz="quarter" idx="1"/>
          </p:nvPr>
        </p:nvSpPr>
        <p:spPr>
          <a:xfrm>
            <a:off x="609600" y="1376930"/>
            <a:ext cx="10972800" cy="3048000"/>
          </a:xfrm>
        </p:spPr>
        <p:txBody>
          <a:bodyPr/>
          <a:lstStyle/>
          <a:p>
            <a:r>
              <a:rPr lang="en-US" dirty="0"/>
              <a:t>Find all </a:t>
            </a:r>
            <a:r>
              <a:rPr lang="en-US" dirty="0">
                <a:solidFill>
                  <a:srgbClr val="0000FF"/>
                </a:solidFill>
              </a:rPr>
              <a:t>Armstrong</a:t>
            </a:r>
            <a:r>
              <a:rPr lang="en-US" dirty="0"/>
              <a:t> numbers less than </a:t>
            </a:r>
            <a:r>
              <a:rPr lang="en-US" dirty="0">
                <a:latin typeface="Consolas" panose="020B0609020204030204" pitchFamily="49" charset="0"/>
              </a:rPr>
              <a:t>10,000</a:t>
            </a:r>
          </a:p>
          <a:p>
            <a:pPr lvl="1"/>
            <a:r>
              <a:rPr lang="en-US" dirty="0"/>
              <a:t>Given a positive integer that has </a:t>
            </a:r>
            <a:r>
              <a:rPr lang="en-US" i="1" dirty="0"/>
              <a:t>n</a:t>
            </a:r>
            <a:r>
              <a:rPr lang="en-US" dirty="0"/>
              <a:t> digits, it is an Armstrong number if the sum of the </a:t>
            </a:r>
            <a:r>
              <a:rPr lang="en-US" i="1" dirty="0"/>
              <a:t>n</a:t>
            </a:r>
            <a:r>
              <a:rPr lang="en-US" baseline="30000" dirty="0"/>
              <a:t>th</a:t>
            </a:r>
            <a:r>
              <a:rPr lang="en-US" dirty="0"/>
              <a:t> powers of its digits equals the number itself. </a:t>
            </a:r>
          </a:p>
          <a:p>
            <a:pPr marL="0" indent="0">
              <a:buNone/>
            </a:pPr>
            <a:endParaRPr lang="en-US" dirty="0"/>
          </a:p>
        </p:txBody>
      </p:sp>
      <p:grpSp>
        <p:nvGrpSpPr>
          <p:cNvPr id="9" name="Group 8"/>
          <p:cNvGrpSpPr/>
          <p:nvPr/>
        </p:nvGrpSpPr>
        <p:grpSpPr>
          <a:xfrm>
            <a:off x="3352800" y="3276600"/>
            <a:ext cx="4868449" cy="1878172"/>
            <a:chOff x="2137775" y="3751805"/>
            <a:chExt cx="4868449" cy="1878172"/>
          </a:xfrm>
        </p:grpSpPr>
        <mc:AlternateContent xmlns:mc="http://schemas.openxmlformats.org/markup-compatibility/2006" xmlns:a14="http://schemas.microsoft.com/office/drawing/2010/main">
          <mc:Choice Requires="a14">
            <p:sp>
              <p:nvSpPr>
                <p:cNvPr id="5" name="TextBox 4"/>
                <p:cNvSpPr txBox="1"/>
                <p:nvPr/>
              </p:nvSpPr>
              <p:spPr>
                <a:xfrm>
                  <a:off x="2438400" y="4478178"/>
                  <a:ext cx="3561360"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i="1">
                            <a:latin typeface="Cambria Math" panose="02040503050406030204" pitchFamily="18" charset="0"/>
                          </a:rPr>
                          <m:t>371=</m:t>
                        </m:r>
                        <m:sSup>
                          <m:sSupPr>
                            <m:ctrlPr>
                              <a:rPr lang="en-US" sz="3200" i="1">
                                <a:latin typeface="Cambria Math" panose="02040503050406030204" pitchFamily="18" charset="0"/>
                              </a:rPr>
                            </m:ctrlPr>
                          </m:sSupPr>
                          <m:e>
                            <m:r>
                              <a:rPr lang="en-US" sz="3200" i="1">
                                <a:latin typeface="Cambria Math" panose="02040503050406030204" pitchFamily="18" charset="0"/>
                              </a:rPr>
                              <m:t>3</m:t>
                            </m:r>
                          </m:e>
                          <m:sup>
                            <m:r>
                              <a:rPr lang="en-US" sz="3200" i="1">
                                <a:latin typeface="Cambria Math" panose="02040503050406030204" pitchFamily="18" charset="0"/>
                              </a:rPr>
                              <m:t>3</m:t>
                            </m:r>
                          </m:sup>
                        </m:sSup>
                        <m:r>
                          <a:rPr lang="en-US" sz="3200" i="1">
                            <a:latin typeface="Cambria Math" panose="02040503050406030204" pitchFamily="18" charset="0"/>
                          </a:rPr>
                          <m:t>+</m:t>
                        </m:r>
                        <m:sSup>
                          <m:sSupPr>
                            <m:ctrlPr>
                              <a:rPr lang="en-US" sz="3200" i="1">
                                <a:latin typeface="Cambria Math" panose="02040503050406030204" pitchFamily="18" charset="0"/>
                              </a:rPr>
                            </m:ctrlPr>
                          </m:sSupPr>
                          <m:e>
                            <m:r>
                              <a:rPr lang="en-US" sz="3200" i="1">
                                <a:latin typeface="Cambria Math" panose="02040503050406030204" pitchFamily="18" charset="0"/>
                              </a:rPr>
                              <m:t>7</m:t>
                            </m:r>
                          </m:e>
                          <m:sup>
                            <m:r>
                              <a:rPr lang="en-US" sz="3200" i="1">
                                <a:latin typeface="Cambria Math" panose="02040503050406030204" pitchFamily="18" charset="0"/>
                              </a:rPr>
                              <m:t>3</m:t>
                            </m:r>
                          </m:sup>
                        </m:sSup>
                        <m:r>
                          <a:rPr lang="en-US" sz="3200" i="1">
                            <a:latin typeface="Cambria Math" panose="02040503050406030204" pitchFamily="18" charset="0"/>
                          </a:rPr>
                          <m:t>+</m:t>
                        </m:r>
                        <m:sSup>
                          <m:sSupPr>
                            <m:ctrlPr>
                              <a:rPr lang="en-US" sz="3200" i="1">
                                <a:latin typeface="Cambria Math" panose="02040503050406030204" pitchFamily="18" charset="0"/>
                              </a:rPr>
                            </m:ctrlPr>
                          </m:sSupPr>
                          <m:e>
                            <m:r>
                              <a:rPr lang="en-US" sz="3200" i="1">
                                <a:latin typeface="Cambria Math" panose="02040503050406030204" pitchFamily="18" charset="0"/>
                              </a:rPr>
                              <m:t>1</m:t>
                            </m:r>
                          </m:e>
                          <m:sup>
                            <m:r>
                              <a:rPr lang="en-US" sz="3200" i="1">
                                <a:latin typeface="Cambria Math" panose="02040503050406030204" pitchFamily="18" charset="0"/>
                              </a:rPr>
                              <m:t>3</m:t>
                            </m:r>
                          </m:sup>
                        </m:sSup>
                      </m:oMath>
                    </m:oMathPara>
                  </a14:m>
                  <a:endParaRPr lang="en-US" sz="3200" dirty="0"/>
                </a:p>
              </p:txBody>
            </p:sp>
          </mc:Choice>
          <mc:Fallback xmlns="">
            <p:sp>
              <p:nvSpPr>
                <p:cNvPr id="5" name="TextBox 4"/>
                <p:cNvSpPr txBox="1">
                  <a:spLocks noRot="1" noChangeAspect="1" noMove="1" noResize="1" noEditPoints="1" noAdjustHandles="1" noChangeArrowheads="1" noChangeShapeType="1" noTextEdit="1"/>
                </p:cNvSpPr>
                <p:nvPr/>
              </p:nvSpPr>
              <p:spPr>
                <a:xfrm>
                  <a:off x="2438400" y="4478178"/>
                  <a:ext cx="3561360" cy="492443"/>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p:cNvSpPr txBox="1"/>
                <p:nvPr/>
              </p:nvSpPr>
              <p:spPr>
                <a:xfrm>
                  <a:off x="2137775" y="5137534"/>
                  <a:ext cx="4868449"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i="1">
                            <a:latin typeface="Cambria Math" panose="02040503050406030204" pitchFamily="18" charset="0"/>
                          </a:rPr>
                          <m:t>1634=</m:t>
                        </m:r>
                        <m:sSup>
                          <m:sSupPr>
                            <m:ctrlPr>
                              <a:rPr lang="en-US" sz="3200" i="1">
                                <a:latin typeface="Cambria Math" panose="02040503050406030204" pitchFamily="18" charset="0"/>
                              </a:rPr>
                            </m:ctrlPr>
                          </m:sSupPr>
                          <m:e>
                            <m:r>
                              <a:rPr lang="en-US" sz="3200" i="1">
                                <a:latin typeface="Cambria Math" panose="02040503050406030204" pitchFamily="18" charset="0"/>
                              </a:rPr>
                              <m:t>1</m:t>
                            </m:r>
                          </m:e>
                          <m:sup>
                            <m:r>
                              <a:rPr lang="en-US" sz="3200" i="1">
                                <a:latin typeface="Cambria Math" panose="02040503050406030204" pitchFamily="18" charset="0"/>
                              </a:rPr>
                              <m:t>4</m:t>
                            </m:r>
                          </m:sup>
                        </m:sSup>
                        <m:r>
                          <a:rPr lang="en-US" sz="3200" i="1">
                            <a:latin typeface="Cambria Math" panose="02040503050406030204" pitchFamily="18" charset="0"/>
                          </a:rPr>
                          <m:t>+</m:t>
                        </m:r>
                        <m:sSup>
                          <m:sSupPr>
                            <m:ctrlPr>
                              <a:rPr lang="en-US" sz="3200" i="1">
                                <a:latin typeface="Cambria Math" panose="02040503050406030204" pitchFamily="18" charset="0"/>
                              </a:rPr>
                            </m:ctrlPr>
                          </m:sSupPr>
                          <m:e>
                            <m:r>
                              <a:rPr lang="en-US" sz="3200" i="1">
                                <a:latin typeface="Cambria Math" panose="02040503050406030204" pitchFamily="18" charset="0"/>
                              </a:rPr>
                              <m:t>6</m:t>
                            </m:r>
                          </m:e>
                          <m:sup>
                            <m:r>
                              <a:rPr lang="en-US" sz="3200" i="1">
                                <a:latin typeface="Cambria Math" panose="02040503050406030204" pitchFamily="18" charset="0"/>
                              </a:rPr>
                              <m:t>4</m:t>
                            </m:r>
                          </m:sup>
                        </m:sSup>
                        <m:r>
                          <a:rPr lang="en-US" sz="3200" i="1">
                            <a:latin typeface="Cambria Math" panose="02040503050406030204" pitchFamily="18" charset="0"/>
                          </a:rPr>
                          <m:t>+</m:t>
                        </m:r>
                        <m:sSup>
                          <m:sSupPr>
                            <m:ctrlPr>
                              <a:rPr lang="en-US" sz="3200" i="1">
                                <a:latin typeface="Cambria Math" panose="02040503050406030204" pitchFamily="18" charset="0"/>
                              </a:rPr>
                            </m:ctrlPr>
                          </m:sSupPr>
                          <m:e>
                            <m:r>
                              <a:rPr lang="en-US" sz="3200" i="1">
                                <a:latin typeface="Cambria Math" panose="02040503050406030204" pitchFamily="18" charset="0"/>
                              </a:rPr>
                              <m:t>3</m:t>
                            </m:r>
                          </m:e>
                          <m:sup>
                            <m:r>
                              <a:rPr lang="en-US" sz="3200" i="1">
                                <a:latin typeface="Cambria Math" panose="02040503050406030204" pitchFamily="18" charset="0"/>
                              </a:rPr>
                              <m:t>4</m:t>
                            </m:r>
                          </m:sup>
                        </m:sSup>
                        <m:r>
                          <a:rPr lang="en-US" sz="3200" i="1">
                            <a:latin typeface="Cambria Math" panose="02040503050406030204" pitchFamily="18" charset="0"/>
                          </a:rPr>
                          <m:t>+</m:t>
                        </m:r>
                        <m:sSup>
                          <m:sSupPr>
                            <m:ctrlPr>
                              <a:rPr lang="en-US" sz="3200" i="1">
                                <a:latin typeface="Cambria Math" panose="02040503050406030204" pitchFamily="18" charset="0"/>
                              </a:rPr>
                            </m:ctrlPr>
                          </m:sSupPr>
                          <m:e>
                            <m:r>
                              <a:rPr lang="en-US" sz="3200" i="1">
                                <a:latin typeface="Cambria Math" panose="02040503050406030204" pitchFamily="18" charset="0"/>
                              </a:rPr>
                              <m:t>4</m:t>
                            </m:r>
                          </m:e>
                          <m:sup>
                            <m:r>
                              <a:rPr lang="en-US" sz="3200" i="1">
                                <a:latin typeface="Cambria Math" panose="02040503050406030204" pitchFamily="18" charset="0"/>
                              </a:rPr>
                              <m:t>4</m:t>
                            </m:r>
                          </m:sup>
                        </m:sSup>
                      </m:oMath>
                    </m:oMathPara>
                  </a14:m>
                  <a:endParaRPr lang="en-US" sz="3200" dirty="0"/>
                </a:p>
              </p:txBody>
            </p:sp>
          </mc:Choice>
          <mc:Fallback xmlns="">
            <p:sp>
              <p:nvSpPr>
                <p:cNvPr id="6" name="TextBox 5"/>
                <p:cNvSpPr txBox="1">
                  <a:spLocks noRot="1" noChangeAspect="1" noMove="1" noResize="1" noEditPoints="1" noAdjustHandles="1" noChangeArrowheads="1" noChangeShapeType="1" noTextEdit="1"/>
                </p:cNvSpPr>
                <p:nvPr/>
              </p:nvSpPr>
              <p:spPr>
                <a:xfrm>
                  <a:off x="2137775" y="5137534"/>
                  <a:ext cx="4868449" cy="492443"/>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p:cNvSpPr txBox="1"/>
                <p:nvPr/>
              </p:nvSpPr>
              <p:spPr>
                <a:xfrm>
                  <a:off x="2438400" y="3751805"/>
                  <a:ext cx="3561360"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i="1">
                            <a:latin typeface="Cambria Math" panose="02040503050406030204" pitchFamily="18" charset="0"/>
                          </a:rPr>
                          <m:t>153=</m:t>
                        </m:r>
                        <m:sSup>
                          <m:sSupPr>
                            <m:ctrlPr>
                              <a:rPr lang="en-US" sz="3200" i="1">
                                <a:latin typeface="Cambria Math" panose="02040503050406030204" pitchFamily="18" charset="0"/>
                              </a:rPr>
                            </m:ctrlPr>
                          </m:sSupPr>
                          <m:e>
                            <m:r>
                              <a:rPr lang="en-US" sz="3200" i="1">
                                <a:latin typeface="Cambria Math" panose="02040503050406030204" pitchFamily="18" charset="0"/>
                              </a:rPr>
                              <m:t>1</m:t>
                            </m:r>
                          </m:e>
                          <m:sup>
                            <m:r>
                              <a:rPr lang="en-US" sz="3200" i="1">
                                <a:latin typeface="Cambria Math" panose="02040503050406030204" pitchFamily="18" charset="0"/>
                              </a:rPr>
                              <m:t>3</m:t>
                            </m:r>
                          </m:sup>
                        </m:sSup>
                        <m:r>
                          <a:rPr lang="en-US" sz="3200" i="1">
                            <a:latin typeface="Cambria Math" panose="02040503050406030204" pitchFamily="18" charset="0"/>
                          </a:rPr>
                          <m:t>+</m:t>
                        </m:r>
                        <m:sSup>
                          <m:sSupPr>
                            <m:ctrlPr>
                              <a:rPr lang="en-US" sz="3200" i="1">
                                <a:latin typeface="Cambria Math" panose="02040503050406030204" pitchFamily="18" charset="0"/>
                              </a:rPr>
                            </m:ctrlPr>
                          </m:sSupPr>
                          <m:e>
                            <m:r>
                              <a:rPr lang="en-US" sz="3200" i="1">
                                <a:latin typeface="Cambria Math" panose="02040503050406030204" pitchFamily="18" charset="0"/>
                              </a:rPr>
                              <m:t>5</m:t>
                            </m:r>
                          </m:e>
                          <m:sup>
                            <m:r>
                              <a:rPr lang="en-US" sz="3200" i="1">
                                <a:latin typeface="Cambria Math" panose="02040503050406030204" pitchFamily="18" charset="0"/>
                              </a:rPr>
                              <m:t>3</m:t>
                            </m:r>
                          </m:sup>
                        </m:sSup>
                        <m:r>
                          <a:rPr lang="en-US" sz="3200" i="1">
                            <a:latin typeface="Cambria Math" panose="02040503050406030204" pitchFamily="18" charset="0"/>
                          </a:rPr>
                          <m:t>+</m:t>
                        </m:r>
                        <m:sSup>
                          <m:sSupPr>
                            <m:ctrlPr>
                              <a:rPr lang="en-US" sz="3200" i="1">
                                <a:latin typeface="Cambria Math" panose="02040503050406030204" pitchFamily="18" charset="0"/>
                              </a:rPr>
                            </m:ctrlPr>
                          </m:sSupPr>
                          <m:e>
                            <m:r>
                              <a:rPr lang="en-US" sz="3200" i="1">
                                <a:latin typeface="Cambria Math" panose="02040503050406030204" pitchFamily="18" charset="0"/>
                              </a:rPr>
                              <m:t>3</m:t>
                            </m:r>
                          </m:e>
                          <m:sup>
                            <m:r>
                              <a:rPr lang="en-US" sz="3200" i="1">
                                <a:latin typeface="Cambria Math" panose="02040503050406030204" pitchFamily="18" charset="0"/>
                              </a:rPr>
                              <m:t>3</m:t>
                            </m:r>
                          </m:sup>
                        </m:sSup>
                      </m:oMath>
                    </m:oMathPara>
                  </a14:m>
                  <a:endParaRPr lang="en-US" sz="3200" dirty="0"/>
                </a:p>
              </p:txBody>
            </p:sp>
          </mc:Choice>
          <mc:Fallback xmlns="">
            <p:sp>
              <p:nvSpPr>
                <p:cNvPr id="7" name="TextBox 6"/>
                <p:cNvSpPr txBox="1">
                  <a:spLocks noRot="1" noChangeAspect="1" noMove="1" noResize="1" noEditPoints="1" noAdjustHandles="1" noChangeArrowheads="1" noChangeShapeType="1" noTextEdit="1"/>
                </p:cNvSpPr>
                <p:nvPr/>
              </p:nvSpPr>
              <p:spPr>
                <a:xfrm>
                  <a:off x="2438400" y="3751805"/>
                  <a:ext cx="3561360" cy="492443"/>
                </a:xfrm>
                <a:prstGeom prst="rect">
                  <a:avLst/>
                </a:prstGeom>
                <a:blipFill>
                  <a:blip r:embed="rId4"/>
                  <a:stretch>
                    <a:fillRect/>
                  </a:stretch>
                </a:blipFill>
              </p:spPr>
              <p:txBody>
                <a:bodyPr/>
                <a:lstStyle/>
                <a:p>
                  <a:r>
                    <a:rPr lang="en-US">
                      <a:noFill/>
                    </a:rPr>
                    <a:t> </a:t>
                  </a:r>
                </a:p>
              </p:txBody>
            </p:sp>
          </mc:Fallback>
        </mc:AlternateContent>
      </p:grpSp>
    </p:spTree>
    <p:extLst>
      <p:ext uri="{BB962C8B-B14F-4D97-AF65-F5344CB8AC3E}">
        <p14:creationId xmlns:p14="http://schemas.microsoft.com/office/powerpoint/2010/main" val="307443946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Top-Down Design Example</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7</a:t>
            </a:fld>
            <a:endParaRPr kumimoji="0" lang="en-US" dirty="0"/>
          </a:p>
        </p:txBody>
      </p:sp>
      <p:pic>
        <p:nvPicPr>
          <p:cNvPr id="307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1447800"/>
            <a:ext cx="4802923" cy="4469743"/>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4" name="Picture 2">
            <a:extLst>
              <a:ext uri="{FF2B5EF4-FFF2-40B4-BE49-F238E27FC236}">
                <a16:creationId xmlns:a16="http://schemas.microsoft.com/office/drawing/2014/main" id="{9932C78A-0136-CED6-4654-03A05BF5F1E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724400" y="1217322"/>
            <a:ext cx="3080367" cy="5174411"/>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5" name="Picture 3">
            <a:extLst>
              <a:ext uri="{FF2B5EF4-FFF2-40B4-BE49-F238E27FC236}">
                <a16:creationId xmlns:a16="http://schemas.microsoft.com/office/drawing/2014/main" id="{563DD772-C243-DCD9-A017-6EE800B46493}"/>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901962" y="1245113"/>
            <a:ext cx="4255076" cy="487511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6" name="TextBox 5">
            <a:extLst>
              <a:ext uri="{FF2B5EF4-FFF2-40B4-BE49-F238E27FC236}">
                <a16:creationId xmlns:a16="http://schemas.microsoft.com/office/drawing/2014/main" id="{AB2C9FBE-8A5D-E88D-381C-440CB063CDC3}"/>
              </a:ext>
            </a:extLst>
          </p:cNvPr>
          <p:cNvSpPr txBox="1"/>
          <p:nvPr/>
        </p:nvSpPr>
        <p:spPr>
          <a:xfrm>
            <a:off x="1934757" y="6308397"/>
            <a:ext cx="772969" cy="369332"/>
          </a:xfrm>
          <a:prstGeom prst="rect">
            <a:avLst/>
          </a:prstGeom>
          <a:noFill/>
        </p:spPr>
        <p:txBody>
          <a:bodyPr wrap="none" rtlCol="0">
            <a:spAutoFit/>
          </a:bodyPr>
          <a:lstStyle/>
          <a:p>
            <a:r>
              <a:rPr lang="en-US" dirty="0"/>
              <a:t>Step 1</a:t>
            </a:r>
          </a:p>
        </p:txBody>
      </p:sp>
      <p:sp>
        <p:nvSpPr>
          <p:cNvPr id="7" name="TextBox 6">
            <a:extLst>
              <a:ext uri="{FF2B5EF4-FFF2-40B4-BE49-F238E27FC236}">
                <a16:creationId xmlns:a16="http://schemas.microsoft.com/office/drawing/2014/main" id="{F9431D14-A1FA-EAAE-196E-67B9566BE02E}"/>
              </a:ext>
            </a:extLst>
          </p:cNvPr>
          <p:cNvSpPr txBox="1"/>
          <p:nvPr/>
        </p:nvSpPr>
        <p:spPr>
          <a:xfrm>
            <a:off x="6094207" y="6356350"/>
            <a:ext cx="772969" cy="369332"/>
          </a:xfrm>
          <a:prstGeom prst="rect">
            <a:avLst/>
          </a:prstGeom>
          <a:noFill/>
        </p:spPr>
        <p:txBody>
          <a:bodyPr wrap="none" rtlCol="0">
            <a:spAutoFit/>
          </a:bodyPr>
          <a:lstStyle/>
          <a:p>
            <a:r>
              <a:rPr lang="en-US" dirty="0"/>
              <a:t>Step 2</a:t>
            </a:r>
          </a:p>
        </p:txBody>
      </p:sp>
      <p:sp>
        <p:nvSpPr>
          <p:cNvPr id="8" name="TextBox 7">
            <a:extLst>
              <a:ext uri="{FF2B5EF4-FFF2-40B4-BE49-F238E27FC236}">
                <a16:creationId xmlns:a16="http://schemas.microsoft.com/office/drawing/2014/main" id="{26AC8206-AEB5-14D1-AFDE-ABF49BAEB77E}"/>
              </a:ext>
            </a:extLst>
          </p:cNvPr>
          <p:cNvSpPr txBox="1"/>
          <p:nvPr/>
        </p:nvSpPr>
        <p:spPr>
          <a:xfrm>
            <a:off x="9269047" y="6308397"/>
            <a:ext cx="772969" cy="369332"/>
          </a:xfrm>
          <a:prstGeom prst="rect">
            <a:avLst/>
          </a:prstGeom>
          <a:noFill/>
        </p:spPr>
        <p:txBody>
          <a:bodyPr wrap="none" rtlCol="0">
            <a:spAutoFit/>
          </a:bodyPr>
          <a:lstStyle/>
          <a:p>
            <a:r>
              <a:rPr lang="en-US" dirty="0"/>
              <a:t>Step 3</a:t>
            </a:r>
          </a:p>
        </p:txBody>
      </p:sp>
    </p:spTree>
    <p:extLst>
      <p:ext uri="{BB962C8B-B14F-4D97-AF65-F5344CB8AC3E}">
        <p14:creationId xmlns:p14="http://schemas.microsoft.com/office/powerpoint/2010/main" val="32324661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135890"/>
            <a:ext cx="8229600" cy="990600"/>
          </a:xfrm>
        </p:spPr>
        <p:txBody>
          <a:bodyPr/>
          <a:lstStyle/>
          <a:p>
            <a:r>
              <a:rPr lang="en-US" dirty="0"/>
              <a:t>Top-Down Design Example</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8</a:t>
            </a:fld>
            <a:endParaRPr kumimoji="0" lang="en-US" dirty="0"/>
          </a:p>
        </p:txBody>
      </p:sp>
      <p:pic>
        <p:nvPicPr>
          <p:cNvPr id="6146"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133600" y="1447800"/>
            <a:ext cx="7654542" cy="46767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295522075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141986"/>
            <a:ext cx="8229600" cy="990600"/>
          </a:xfrm>
        </p:spPr>
        <p:txBody>
          <a:bodyPr>
            <a:normAutofit fontScale="90000"/>
          </a:bodyPr>
          <a:lstStyle/>
          <a:p>
            <a:r>
              <a:rPr lang="en-US" dirty="0"/>
              <a:t>Top-Down Design Example:</a:t>
            </a:r>
            <a:br>
              <a:rPr lang="en-US" dirty="0"/>
            </a:br>
            <a:r>
              <a:rPr lang="en-US" dirty="0">
                <a:solidFill>
                  <a:srgbClr val="C00000"/>
                </a:solidFill>
              </a:rPr>
              <a:t>Counting digits</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9</a:t>
            </a:fld>
            <a:endParaRPr kumimoji="0" lang="en-US" dirty="0"/>
          </a:p>
        </p:txBody>
      </p:sp>
      <p:pic>
        <p:nvPicPr>
          <p:cNvPr id="6146" name="Picture 2"/>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447800" y="2286000"/>
            <a:ext cx="4115680" cy="25146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1026"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781800" y="1143000"/>
            <a:ext cx="3124200" cy="5131808"/>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cxnSp>
        <p:nvCxnSpPr>
          <p:cNvPr id="5" name="Straight Arrow Connector 4"/>
          <p:cNvCxnSpPr/>
          <p:nvPr/>
        </p:nvCxnSpPr>
        <p:spPr>
          <a:xfrm flipV="1">
            <a:off x="5410200" y="1905000"/>
            <a:ext cx="1676400" cy="762000"/>
          </a:xfrm>
          <a:prstGeom prst="straightConnector1">
            <a:avLst/>
          </a:prstGeom>
          <a:ln w="19050">
            <a:solidFill>
              <a:srgbClr val="C00000"/>
            </a:solidFill>
            <a:tailEnd type="arrow"/>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1706911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Reuse Registers</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10</a:t>
            </a:fld>
            <a:endParaRPr kumimoji="0" lang="en-US" dirty="0"/>
          </a:p>
        </p:txBody>
      </p:sp>
      <p:sp>
        <p:nvSpPr>
          <p:cNvPr id="5" name="Rectangle 4"/>
          <p:cNvSpPr/>
          <p:nvPr/>
        </p:nvSpPr>
        <p:spPr>
          <a:xfrm>
            <a:off x="1828801" y="2286000"/>
            <a:ext cx="3124199" cy="2308324"/>
          </a:xfrm>
          <a:prstGeom prst="rect">
            <a:avLst/>
          </a:prstGeom>
        </p:spPr>
        <p:style>
          <a:lnRef idx="2">
            <a:schemeClr val="accent1"/>
          </a:lnRef>
          <a:fillRef idx="1">
            <a:schemeClr val="lt1"/>
          </a:fillRef>
          <a:effectRef idx="0">
            <a:schemeClr val="accent1"/>
          </a:effectRef>
          <a:fontRef idx="minor">
            <a:schemeClr val="dk1"/>
          </a:fontRef>
        </p:style>
        <p:txBody>
          <a:bodyPr wrap="square">
            <a:spAutoFit/>
          </a:bodyPr>
          <a:lstStyle/>
          <a:p>
            <a:r>
              <a:rPr lang="en-US" sz="1600" dirty="0">
                <a:solidFill>
                  <a:srgbClr val="000000"/>
                </a:solidFill>
                <a:latin typeface="Consolas" panose="020B0609020204030204" pitchFamily="49" charset="0"/>
              </a:rPr>
              <a:t>int A = 0;  </a:t>
            </a:r>
            <a:r>
              <a:rPr lang="en-US" sz="1600" dirty="0">
                <a:solidFill>
                  <a:schemeClr val="bg1">
                    <a:lumMod val="50000"/>
                  </a:schemeClr>
                </a:solidFill>
                <a:latin typeface="Consolas" panose="020B0609020204030204" pitchFamily="49" charset="0"/>
              </a:rPr>
              <a:t>// 0x00000000</a:t>
            </a:r>
          </a:p>
          <a:p>
            <a:r>
              <a:rPr lang="en-US" sz="1600" dirty="0">
                <a:solidFill>
                  <a:srgbClr val="000000"/>
                </a:solidFill>
                <a:latin typeface="Consolas" panose="020B0609020204030204" pitchFamily="49" charset="0"/>
              </a:rPr>
              <a:t>int B = -1; </a:t>
            </a:r>
            <a:r>
              <a:rPr lang="en-US" sz="1600" dirty="0">
                <a:solidFill>
                  <a:schemeClr val="bg1">
                    <a:lumMod val="50000"/>
                  </a:schemeClr>
                </a:solidFill>
                <a:latin typeface="Consolas" panose="020B0609020204030204" pitchFamily="49" charset="0"/>
              </a:rPr>
              <a:t>// 0xFFFFFFFF</a:t>
            </a:r>
          </a:p>
          <a:p>
            <a:r>
              <a:rPr lang="en-US" sz="1600" dirty="0">
                <a:solidFill>
                  <a:srgbClr val="000000"/>
                </a:solidFill>
                <a:latin typeface="Consolas" panose="020B0609020204030204" pitchFamily="49" charset="0"/>
              </a:rPr>
              <a:t>int C = -2; </a:t>
            </a:r>
            <a:r>
              <a:rPr lang="en-US" sz="1600" dirty="0">
                <a:solidFill>
                  <a:schemeClr val="bg1">
                    <a:lumMod val="50000"/>
                  </a:schemeClr>
                </a:solidFill>
                <a:latin typeface="Consolas" panose="020B0609020204030204" pitchFamily="49" charset="0"/>
              </a:rPr>
              <a:t>// 0xFFFFFFFE</a:t>
            </a:r>
          </a:p>
          <a:p>
            <a:r>
              <a:rPr lang="en-US" sz="1600" dirty="0">
                <a:solidFill>
                  <a:srgbClr val="000000"/>
                </a:solidFill>
                <a:latin typeface="Consolas" panose="020B0609020204030204" pitchFamily="49" charset="0"/>
              </a:rPr>
              <a:t>int D = 2;  </a:t>
            </a:r>
            <a:r>
              <a:rPr lang="en-US" sz="1600" dirty="0">
                <a:solidFill>
                  <a:schemeClr val="bg1">
                    <a:lumMod val="50000"/>
                  </a:schemeClr>
                </a:solidFill>
                <a:latin typeface="Consolas" panose="020B0609020204030204" pitchFamily="49" charset="0"/>
              </a:rPr>
              <a:t>// 0x00000002</a:t>
            </a:r>
          </a:p>
          <a:p>
            <a:endParaRPr lang="en-US" sz="1600" dirty="0">
              <a:solidFill>
                <a:srgbClr val="000000"/>
              </a:solidFill>
              <a:latin typeface="Consolas" panose="020B0609020204030204" pitchFamily="49" charset="0"/>
            </a:endParaRPr>
          </a:p>
          <a:p>
            <a:r>
              <a:rPr lang="en-US" sz="1600" dirty="0">
                <a:solidFill>
                  <a:srgbClr val="000000"/>
                </a:solidFill>
                <a:latin typeface="Consolas" panose="020B0609020204030204" pitchFamily="49" charset="0"/>
              </a:rPr>
              <a:t>void main(void){</a:t>
            </a:r>
          </a:p>
          <a:p>
            <a:r>
              <a:rPr lang="en-US" sz="1600" dirty="0">
                <a:solidFill>
                  <a:srgbClr val="000000"/>
                </a:solidFill>
                <a:latin typeface="Consolas" panose="020B0609020204030204" pitchFamily="49" charset="0"/>
              </a:rPr>
              <a:t>  A = B + C – D;</a:t>
            </a:r>
          </a:p>
          <a:p>
            <a:r>
              <a:rPr lang="en-US" sz="1600" dirty="0">
                <a:solidFill>
                  <a:srgbClr val="000000"/>
                </a:solidFill>
                <a:latin typeface="Consolas" panose="020B0609020204030204" pitchFamily="49" charset="0"/>
              </a:rPr>
              <a:t>  return;</a:t>
            </a:r>
          </a:p>
          <a:p>
            <a:r>
              <a:rPr lang="en-US" sz="1600" dirty="0">
                <a:solidFill>
                  <a:srgbClr val="000000"/>
                </a:solidFill>
                <a:latin typeface="Consolas" panose="020B0609020204030204" pitchFamily="49" charset="0"/>
              </a:rPr>
              <a:t>}</a:t>
            </a:r>
          </a:p>
        </p:txBody>
      </p:sp>
      <p:pic>
        <p:nvPicPr>
          <p:cNvPr id="6" name="Picture 5"/>
          <p:cNvPicPr>
            <a:picLocks noChangeAspect="1"/>
          </p:cNvPicPr>
          <p:nvPr/>
        </p:nvPicPr>
        <p:blipFill>
          <a:blip r:embed="rId2"/>
          <a:stretch>
            <a:fillRect/>
          </a:stretch>
        </p:blipFill>
        <p:spPr>
          <a:xfrm>
            <a:off x="5486401" y="1295400"/>
            <a:ext cx="4885541" cy="4724400"/>
          </a:xfrm>
          <a:prstGeom prst="rect">
            <a:avLst/>
          </a:prstGeom>
        </p:spPr>
      </p:pic>
    </p:spTree>
    <p:extLst>
      <p:ext uri="{BB962C8B-B14F-4D97-AF65-F5344CB8AC3E}">
        <p14:creationId xmlns:p14="http://schemas.microsoft.com/office/powerpoint/2010/main" val="161919763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Reuse Registers</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11</a:t>
            </a:fld>
            <a:endParaRPr kumimoji="0" lang="en-US" dirty="0"/>
          </a:p>
        </p:txBody>
      </p:sp>
      <p:sp>
        <p:nvSpPr>
          <p:cNvPr id="5" name="Rectangle 4"/>
          <p:cNvSpPr/>
          <p:nvPr/>
        </p:nvSpPr>
        <p:spPr>
          <a:xfrm>
            <a:off x="1964267" y="2286000"/>
            <a:ext cx="3141133" cy="2308324"/>
          </a:xfrm>
          <a:prstGeom prst="rect">
            <a:avLst/>
          </a:prstGeom>
        </p:spPr>
        <p:style>
          <a:lnRef idx="2">
            <a:schemeClr val="accent1"/>
          </a:lnRef>
          <a:fillRef idx="1">
            <a:schemeClr val="lt1"/>
          </a:fillRef>
          <a:effectRef idx="0">
            <a:schemeClr val="accent1"/>
          </a:effectRef>
          <a:fontRef idx="minor">
            <a:schemeClr val="dk1"/>
          </a:fontRef>
        </p:style>
        <p:txBody>
          <a:bodyPr wrap="square">
            <a:spAutoFit/>
          </a:bodyPr>
          <a:lstStyle/>
          <a:p>
            <a:r>
              <a:rPr lang="en-US" sz="1600" dirty="0" err="1">
                <a:solidFill>
                  <a:srgbClr val="000000"/>
                </a:solidFill>
                <a:latin typeface="Consolas" panose="020B0609020204030204" pitchFamily="49" charset="0"/>
              </a:rPr>
              <a:t>int</a:t>
            </a:r>
            <a:r>
              <a:rPr lang="en-US" sz="1600" dirty="0">
                <a:solidFill>
                  <a:srgbClr val="000000"/>
                </a:solidFill>
                <a:latin typeface="Consolas" panose="020B0609020204030204" pitchFamily="49" charset="0"/>
              </a:rPr>
              <a:t> A = 0;  </a:t>
            </a:r>
            <a:r>
              <a:rPr lang="en-US" sz="1600" dirty="0">
                <a:solidFill>
                  <a:schemeClr val="bg1">
                    <a:lumMod val="50000"/>
                  </a:schemeClr>
                </a:solidFill>
                <a:latin typeface="Consolas" panose="020B0609020204030204" pitchFamily="49" charset="0"/>
              </a:rPr>
              <a:t>// 0x00000000</a:t>
            </a:r>
          </a:p>
          <a:p>
            <a:r>
              <a:rPr lang="en-US" sz="1600" dirty="0" err="1">
                <a:solidFill>
                  <a:srgbClr val="000000"/>
                </a:solidFill>
                <a:latin typeface="Consolas" panose="020B0609020204030204" pitchFamily="49" charset="0"/>
              </a:rPr>
              <a:t>int</a:t>
            </a:r>
            <a:r>
              <a:rPr lang="en-US" sz="1600" dirty="0">
                <a:solidFill>
                  <a:srgbClr val="000000"/>
                </a:solidFill>
                <a:latin typeface="Consolas" panose="020B0609020204030204" pitchFamily="49" charset="0"/>
              </a:rPr>
              <a:t> B = -1; </a:t>
            </a:r>
            <a:r>
              <a:rPr lang="en-US" sz="1600" dirty="0">
                <a:solidFill>
                  <a:schemeClr val="bg1">
                    <a:lumMod val="50000"/>
                  </a:schemeClr>
                </a:solidFill>
                <a:latin typeface="Consolas" panose="020B0609020204030204" pitchFamily="49" charset="0"/>
              </a:rPr>
              <a:t>// 0xFFFFFFFF</a:t>
            </a:r>
          </a:p>
          <a:p>
            <a:r>
              <a:rPr lang="en-US" sz="1600" dirty="0" err="1">
                <a:solidFill>
                  <a:srgbClr val="000000"/>
                </a:solidFill>
                <a:latin typeface="Consolas" panose="020B0609020204030204" pitchFamily="49" charset="0"/>
              </a:rPr>
              <a:t>int</a:t>
            </a:r>
            <a:r>
              <a:rPr lang="en-US" sz="1600" dirty="0">
                <a:solidFill>
                  <a:srgbClr val="000000"/>
                </a:solidFill>
                <a:latin typeface="Consolas" panose="020B0609020204030204" pitchFamily="49" charset="0"/>
              </a:rPr>
              <a:t> C = -2; </a:t>
            </a:r>
            <a:r>
              <a:rPr lang="en-US" sz="1600" dirty="0">
                <a:solidFill>
                  <a:schemeClr val="bg1">
                    <a:lumMod val="50000"/>
                  </a:schemeClr>
                </a:solidFill>
                <a:latin typeface="Consolas" panose="020B0609020204030204" pitchFamily="49" charset="0"/>
              </a:rPr>
              <a:t>// 0xFFFFFFFE</a:t>
            </a:r>
          </a:p>
          <a:p>
            <a:r>
              <a:rPr lang="en-US" sz="1600" dirty="0">
                <a:solidFill>
                  <a:srgbClr val="000000"/>
                </a:solidFill>
                <a:latin typeface="Consolas" panose="020B0609020204030204" pitchFamily="49" charset="0"/>
              </a:rPr>
              <a:t>int D = 2;  </a:t>
            </a:r>
            <a:r>
              <a:rPr lang="en-US" sz="1600" dirty="0">
                <a:solidFill>
                  <a:schemeClr val="bg1">
                    <a:lumMod val="50000"/>
                  </a:schemeClr>
                </a:solidFill>
                <a:latin typeface="Consolas" panose="020B0609020204030204" pitchFamily="49" charset="0"/>
              </a:rPr>
              <a:t>// 0x00000002</a:t>
            </a:r>
          </a:p>
          <a:p>
            <a:endParaRPr lang="en-US" sz="1600" dirty="0">
              <a:solidFill>
                <a:srgbClr val="000000"/>
              </a:solidFill>
              <a:latin typeface="Consolas" panose="020B0609020204030204" pitchFamily="49" charset="0"/>
            </a:endParaRPr>
          </a:p>
          <a:p>
            <a:r>
              <a:rPr lang="en-US" sz="1600" dirty="0">
                <a:solidFill>
                  <a:srgbClr val="000000"/>
                </a:solidFill>
                <a:latin typeface="Consolas" panose="020B0609020204030204" pitchFamily="49" charset="0"/>
              </a:rPr>
              <a:t>void main(void){</a:t>
            </a:r>
          </a:p>
          <a:p>
            <a:r>
              <a:rPr lang="en-US" sz="1600" dirty="0">
                <a:solidFill>
                  <a:srgbClr val="000000"/>
                </a:solidFill>
                <a:latin typeface="Consolas" panose="020B0609020204030204" pitchFamily="49" charset="0"/>
              </a:rPr>
              <a:t>  A = B + C – D;</a:t>
            </a:r>
          </a:p>
          <a:p>
            <a:r>
              <a:rPr lang="en-US" sz="1600" dirty="0">
                <a:solidFill>
                  <a:srgbClr val="000000"/>
                </a:solidFill>
                <a:latin typeface="Consolas" panose="020B0609020204030204" pitchFamily="49" charset="0"/>
              </a:rPr>
              <a:t>  return;</a:t>
            </a:r>
          </a:p>
          <a:p>
            <a:r>
              <a:rPr lang="en-US" sz="1600" dirty="0">
                <a:solidFill>
                  <a:srgbClr val="000000"/>
                </a:solidFill>
                <a:latin typeface="Consolas" panose="020B0609020204030204" pitchFamily="49" charset="0"/>
              </a:rPr>
              <a:t>}</a:t>
            </a:r>
          </a:p>
        </p:txBody>
      </p:sp>
      <p:sp>
        <p:nvSpPr>
          <p:cNvPr id="7" name="Rectangle 6"/>
          <p:cNvSpPr/>
          <p:nvPr/>
        </p:nvSpPr>
        <p:spPr>
          <a:xfrm>
            <a:off x="5715000" y="647701"/>
            <a:ext cx="4572000" cy="6001643"/>
          </a:xfrm>
          <a:prstGeom prst="rect">
            <a:avLst/>
          </a:prstGeom>
        </p:spPr>
        <p:style>
          <a:lnRef idx="2">
            <a:schemeClr val="accent2"/>
          </a:lnRef>
          <a:fillRef idx="1">
            <a:schemeClr val="lt1"/>
          </a:fillRef>
          <a:effectRef idx="0">
            <a:schemeClr val="accent2"/>
          </a:effectRef>
          <a:fontRef idx="minor">
            <a:schemeClr val="dk1"/>
          </a:fontRef>
        </p:style>
        <p:txBody>
          <a:bodyPr>
            <a:spAutoFit/>
          </a:bodyPr>
          <a:lstStyle/>
          <a:p>
            <a:r>
              <a:rPr lang="en-US" sz="1600" dirty="0">
                <a:solidFill>
                  <a:srgbClr val="000000"/>
                </a:solidFill>
                <a:latin typeface="Consolas" panose="020B0609020204030204" pitchFamily="49" charset="0"/>
              </a:rPr>
              <a:t>AREA </a:t>
            </a:r>
            <a:r>
              <a:rPr lang="en-US" sz="1600" dirty="0" err="1">
                <a:solidFill>
                  <a:srgbClr val="000000"/>
                </a:solidFill>
                <a:latin typeface="Consolas" panose="020B0609020204030204" pitchFamily="49" charset="0"/>
              </a:rPr>
              <a:t>myCode</a:t>
            </a:r>
            <a:r>
              <a:rPr lang="en-US" sz="1600" dirty="0">
                <a:solidFill>
                  <a:srgbClr val="000000"/>
                </a:solidFill>
                <a:latin typeface="Consolas" panose="020B0609020204030204" pitchFamily="49" charset="0"/>
              </a:rPr>
              <a:t>, CODE</a:t>
            </a:r>
          </a:p>
          <a:p>
            <a:r>
              <a:rPr lang="en-US" sz="1600" dirty="0">
                <a:solidFill>
                  <a:srgbClr val="000000"/>
                </a:solidFill>
                <a:latin typeface="Consolas" panose="020B0609020204030204" pitchFamily="49" charset="0"/>
              </a:rPr>
              <a:t>   EXPORT __main</a:t>
            </a:r>
          </a:p>
          <a:p>
            <a:r>
              <a:rPr lang="en-US" sz="1600" dirty="0">
                <a:solidFill>
                  <a:srgbClr val="000000"/>
                </a:solidFill>
                <a:latin typeface="Consolas" panose="020B0609020204030204" pitchFamily="49" charset="0"/>
              </a:rPr>
              <a:t>   ENTRY</a:t>
            </a:r>
          </a:p>
          <a:p>
            <a:r>
              <a:rPr lang="en-US" sz="1600" dirty="0">
                <a:solidFill>
                  <a:srgbClr val="000000"/>
                </a:solidFill>
                <a:latin typeface="Consolas" panose="020B0609020204030204" pitchFamily="49" charset="0"/>
              </a:rPr>
              <a:t>__main PROC</a:t>
            </a:r>
          </a:p>
          <a:p>
            <a:endParaRPr lang="en-US" sz="1600" dirty="0">
              <a:solidFill>
                <a:srgbClr val="000000"/>
              </a:solidFill>
              <a:latin typeface="Consolas" panose="020B0609020204030204" pitchFamily="49" charset="0"/>
            </a:endParaRPr>
          </a:p>
          <a:p>
            <a:r>
              <a:rPr lang="pt-BR" sz="1600" dirty="0">
                <a:solidFill>
                  <a:srgbClr val="000000"/>
                </a:solidFill>
                <a:latin typeface="Consolas" panose="020B0609020204030204" pitchFamily="49" charset="0"/>
              </a:rPr>
              <a:t>   LDR </a:t>
            </a:r>
            <a:r>
              <a:rPr lang="pt-BR" sz="1600" dirty="0">
                <a:solidFill>
                  <a:srgbClr val="FF0000"/>
                </a:solidFill>
                <a:latin typeface="Consolas" panose="020B0609020204030204" pitchFamily="49" charset="0"/>
              </a:rPr>
              <a:t>r2</a:t>
            </a:r>
            <a:r>
              <a:rPr lang="pt-BR" sz="1600" dirty="0">
                <a:solidFill>
                  <a:srgbClr val="000000"/>
                </a:solidFill>
                <a:latin typeface="Consolas" panose="020B0609020204030204" pitchFamily="49" charset="0"/>
              </a:rPr>
              <a:t>, =B     </a:t>
            </a:r>
            <a:r>
              <a:rPr lang="pt-BR" sz="1600" dirty="0">
                <a:solidFill>
                  <a:schemeClr val="bg1">
                    <a:lumMod val="50000"/>
                  </a:schemeClr>
                </a:solidFill>
                <a:latin typeface="Consolas" panose="020B0609020204030204" pitchFamily="49" charset="0"/>
              </a:rPr>
              <a:t>; r2 = 0x2000,0004</a:t>
            </a:r>
          </a:p>
          <a:p>
            <a:r>
              <a:rPr lang="pt-BR" sz="1600" dirty="0">
                <a:solidFill>
                  <a:srgbClr val="000000"/>
                </a:solidFill>
                <a:latin typeface="Consolas" panose="020B0609020204030204" pitchFamily="49" charset="0"/>
              </a:rPr>
              <a:t>   LDR </a:t>
            </a:r>
            <a:r>
              <a:rPr lang="pt-BR" sz="1600" dirty="0">
                <a:solidFill>
                  <a:srgbClr val="FF0000"/>
                </a:solidFill>
                <a:latin typeface="Consolas" panose="020B0609020204030204" pitchFamily="49" charset="0"/>
              </a:rPr>
              <a:t>r3</a:t>
            </a:r>
            <a:r>
              <a:rPr lang="pt-BR" sz="1600" dirty="0">
                <a:solidFill>
                  <a:srgbClr val="000000"/>
                </a:solidFill>
                <a:latin typeface="Consolas" panose="020B0609020204030204" pitchFamily="49" charset="0"/>
              </a:rPr>
              <a:t>, [r2]   </a:t>
            </a:r>
            <a:r>
              <a:rPr lang="pt-BR" sz="1600" dirty="0">
                <a:solidFill>
                  <a:schemeClr val="bg1">
                    <a:lumMod val="50000"/>
                  </a:schemeClr>
                </a:solidFill>
                <a:latin typeface="Consolas" panose="020B0609020204030204" pitchFamily="49" charset="0"/>
              </a:rPr>
              <a:t>; r3 = B = -1</a:t>
            </a:r>
          </a:p>
          <a:p>
            <a:r>
              <a:rPr lang="pt-BR" sz="1600" dirty="0">
                <a:solidFill>
                  <a:srgbClr val="000000"/>
                </a:solidFill>
                <a:latin typeface="Consolas" panose="020B0609020204030204" pitchFamily="49" charset="0"/>
              </a:rPr>
              <a:t>   LDR </a:t>
            </a:r>
            <a:r>
              <a:rPr lang="pt-BR" sz="1600" dirty="0">
                <a:solidFill>
                  <a:srgbClr val="FF0000"/>
                </a:solidFill>
                <a:latin typeface="Consolas" panose="020B0609020204030204" pitchFamily="49" charset="0"/>
              </a:rPr>
              <a:t>r4</a:t>
            </a:r>
            <a:r>
              <a:rPr lang="pt-BR" sz="1600" dirty="0">
                <a:solidFill>
                  <a:srgbClr val="000000"/>
                </a:solidFill>
                <a:latin typeface="Consolas" panose="020B0609020204030204" pitchFamily="49" charset="0"/>
              </a:rPr>
              <a:t>, =C     </a:t>
            </a:r>
            <a:r>
              <a:rPr lang="pt-BR" sz="1600" dirty="0">
                <a:solidFill>
                  <a:schemeClr val="bg1">
                    <a:lumMod val="50000"/>
                  </a:schemeClr>
                </a:solidFill>
                <a:latin typeface="Consolas" panose="020B0609020204030204" pitchFamily="49" charset="0"/>
              </a:rPr>
              <a:t>; r4 = 0x2000,0008</a:t>
            </a:r>
          </a:p>
          <a:p>
            <a:r>
              <a:rPr lang="pt-BR" sz="1600" dirty="0">
                <a:solidFill>
                  <a:srgbClr val="000000"/>
                </a:solidFill>
                <a:latin typeface="Consolas" panose="020B0609020204030204" pitchFamily="49" charset="0"/>
              </a:rPr>
              <a:t>   LDR </a:t>
            </a:r>
            <a:r>
              <a:rPr lang="pt-BR" sz="1600" dirty="0">
                <a:solidFill>
                  <a:srgbClr val="FF0000"/>
                </a:solidFill>
                <a:latin typeface="Consolas" panose="020B0609020204030204" pitchFamily="49" charset="0"/>
              </a:rPr>
              <a:t>r5</a:t>
            </a:r>
            <a:r>
              <a:rPr lang="pt-BR" sz="1600" dirty="0">
                <a:solidFill>
                  <a:srgbClr val="000000"/>
                </a:solidFill>
                <a:latin typeface="Consolas" panose="020B0609020204030204" pitchFamily="49" charset="0"/>
              </a:rPr>
              <a:t>, [r4]   </a:t>
            </a:r>
            <a:r>
              <a:rPr lang="pt-BR" sz="1600" dirty="0">
                <a:solidFill>
                  <a:schemeClr val="bg1">
                    <a:lumMod val="50000"/>
                  </a:schemeClr>
                </a:solidFill>
                <a:latin typeface="Consolas" panose="020B0609020204030204" pitchFamily="49" charset="0"/>
              </a:rPr>
              <a:t>; r5 = C = -2</a:t>
            </a:r>
          </a:p>
          <a:p>
            <a:r>
              <a:rPr lang="pt-BR" sz="1600" dirty="0">
                <a:solidFill>
                  <a:srgbClr val="000000"/>
                </a:solidFill>
                <a:latin typeface="Consolas" panose="020B0609020204030204" pitchFamily="49" charset="0"/>
              </a:rPr>
              <a:t>   LDR </a:t>
            </a:r>
            <a:r>
              <a:rPr lang="pt-BR" sz="1600" dirty="0">
                <a:solidFill>
                  <a:srgbClr val="FF0000"/>
                </a:solidFill>
                <a:latin typeface="Consolas" panose="020B0609020204030204" pitchFamily="49" charset="0"/>
              </a:rPr>
              <a:t>r6</a:t>
            </a:r>
            <a:r>
              <a:rPr lang="pt-BR" sz="1600" dirty="0">
                <a:solidFill>
                  <a:srgbClr val="000000"/>
                </a:solidFill>
                <a:latin typeface="Consolas" panose="020B0609020204030204" pitchFamily="49" charset="0"/>
              </a:rPr>
              <a:t>, =D     </a:t>
            </a:r>
            <a:r>
              <a:rPr lang="pt-BR" sz="1600" dirty="0">
                <a:solidFill>
                  <a:schemeClr val="bg1">
                    <a:lumMod val="50000"/>
                  </a:schemeClr>
                </a:solidFill>
                <a:latin typeface="Consolas" panose="020B0609020204030204" pitchFamily="49" charset="0"/>
              </a:rPr>
              <a:t>; r6 = 0x2000,000B</a:t>
            </a:r>
          </a:p>
          <a:p>
            <a:r>
              <a:rPr lang="pt-BR" sz="1600" dirty="0">
                <a:solidFill>
                  <a:srgbClr val="000000"/>
                </a:solidFill>
                <a:latin typeface="Consolas" panose="020B0609020204030204" pitchFamily="49" charset="0"/>
              </a:rPr>
              <a:t>   LDR </a:t>
            </a:r>
            <a:r>
              <a:rPr lang="pt-BR" sz="1600" dirty="0">
                <a:solidFill>
                  <a:srgbClr val="FF0000"/>
                </a:solidFill>
                <a:latin typeface="Consolas" panose="020B0609020204030204" pitchFamily="49" charset="0"/>
              </a:rPr>
              <a:t>r7</a:t>
            </a:r>
            <a:r>
              <a:rPr lang="pt-BR" sz="1600" dirty="0">
                <a:solidFill>
                  <a:srgbClr val="000000"/>
                </a:solidFill>
                <a:latin typeface="Consolas" panose="020B0609020204030204" pitchFamily="49" charset="0"/>
              </a:rPr>
              <a:t>, [r6]   </a:t>
            </a:r>
            <a:r>
              <a:rPr lang="pt-BR" sz="1600" dirty="0">
                <a:solidFill>
                  <a:schemeClr val="bg1">
                    <a:lumMod val="50000"/>
                  </a:schemeClr>
                </a:solidFill>
                <a:latin typeface="Consolas" panose="020B0609020204030204" pitchFamily="49" charset="0"/>
              </a:rPr>
              <a:t>; r7 = D = 2</a:t>
            </a:r>
          </a:p>
          <a:p>
            <a:r>
              <a:rPr lang="pt-BR" sz="1600" dirty="0">
                <a:solidFill>
                  <a:srgbClr val="000000"/>
                </a:solidFill>
                <a:latin typeface="Consolas" panose="020B0609020204030204" pitchFamily="49" charset="0"/>
              </a:rPr>
              <a:t>   ADD </a:t>
            </a:r>
            <a:r>
              <a:rPr lang="pt-BR" sz="1600" dirty="0">
                <a:solidFill>
                  <a:srgbClr val="FF0000"/>
                </a:solidFill>
                <a:latin typeface="Consolas" panose="020B0609020204030204" pitchFamily="49" charset="0"/>
              </a:rPr>
              <a:t>r1</a:t>
            </a:r>
            <a:r>
              <a:rPr lang="pt-BR" sz="1600" dirty="0">
                <a:solidFill>
                  <a:srgbClr val="000000"/>
                </a:solidFill>
                <a:latin typeface="Consolas" panose="020B0609020204030204" pitchFamily="49" charset="0"/>
              </a:rPr>
              <a:t>, r3, r5 </a:t>
            </a:r>
            <a:r>
              <a:rPr lang="pt-BR" sz="1600" dirty="0">
                <a:solidFill>
                  <a:schemeClr val="bg1">
                    <a:lumMod val="50000"/>
                  </a:schemeClr>
                </a:solidFill>
                <a:latin typeface="Consolas" panose="020B0609020204030204" pitchFamily="49" charset="0"/>
              </a:rPr>
              <a:t>; r1 = B + C</a:t>
            </a:r>
          </a:p>
          <a:p>
            <a:r>
              <a:rPr lang="pt-BR" sz="1600" dirty="0">
                <a:solidFill>
                  <a:srgbClr val="000000"/>
                </a:solidFill>
                <a:latin typeface="Consolas" panose="020B0609020204030204" pitchFamily="49" charset="0"/>
              </a:rPr>
              <a:t>   SUB r1, r1, r7 </a:t>
            </a:r>
            <a:r>
              <a:rPr lang="pt-BR" sz="1600" dirty="0">
                <a:solidFill>
                  <a:schemeClr val="bg1">
                    <a:lumMod val="50000"/>
                  </a:schemeClr>
                </a:solidFill>
                <a:latin typeface="Consolas" panose="020B0609020204030204" pitchFamily="49" charset="0"/>
              </a:rPr>
              <a:t>; r1 = B + C - D</a:t>
            </a:r>
          </a:p>
          <a:p>
            <a:r>
              <a:rPr lang="pt-BR" sz="1600" dirty="0">
                <a:solidFill>
                  <a:srgbClr val="000000"/>
                </a:solidFill>
                <a:latin typeface="Consolas" panose="020B0609020204030204" pitchFamily="49" charset="0"/>
              </a:rPr>
              <a:t>   LDR r0, =A     </a:t>
            </a:r>
            <a:r>
              <a:rPr lang="pt-BR" sz="1600" dirty="0">
                <a:solidFill>
                  <a:schemeClr val="bg1">
                    <a:lumMod val="50000"/>
                  </a:schemeClr>
                </a:solidFill>
                <a:latin typeface="Consolas" panose="020B0609020204030204" pitchFamily="49" charset="0"/>
              </a:rPr>
              <a:t>; r0 = 0x2000,0000</a:t>
            </a:r>
          </a:p>
          <a:p>
            <a:r>
              <a:rPr lang="pt-BR" sz="1600" dirty="0">
                <a:solidFill>
                  <a:srgbClr val="000000"/>
                </a:solidFill>
                <a:latin typeface="Consolas" panose="020B0609020204030204" pitchFamily="49" charset="0"/>
              </a:rPr>
              <a:t>   STR r1, [r0]   </a:t>
            </a:r>
            <a:r>
              <a:rPr lang="pt-BR" sz="1600" dirty="0">
                <a:solidFill>
                  <a:schemeClr val="bg1">
                    <a:lumMod val="50000"/>
                  </a:schemeClr>
                </a:solidFill>
                <a:latin typeface="Consolas" panose="020B0609020204030204" pitchFamily="49" charset="0"/>
              </a:rPr>
              <a:t>; Save A</a:t>
            </a:r>
          </a:p>
          <a:p>
            <a:r>
              <a:rPr lang="en-US" sz="1600" dirty="0">
                <a:solidFill>
                  <a:srgbClr val="000000"/>
                </a:solidFill>
                <a:latin typeface="Consolas" panose="020B0609020204030204" pitchFamily="49" charset="0"/>
              </a:rPr>
              <a:t>   ENDP</a:t>
            </a:r>
          </a:p>
          <a:p>
            <a:endParaRPr lang="en-US" sz="1600" dirty="0">
              <a:solidFill>
                <a:srgbClr val="000000"/>
              </a:solidFill>
              <a:latin typeface="Consolas" panose="020B0609020204030204" pitchFamily="49" charset="0"/>
            </a:endParaRPr>
          </a:p>
          <a:p>
            <a:r>
              <a:rPr lang="en-US" sz="1600" dirty="0">
                <a:solidFill>
                  <a:srgbClr val="000000"/>
                </a:solidFill>
                <a:latin typeface="Consolas" panose="020B0609020204030204" pitchFamily="49" charset="0"/>
              </a:rPr>
              <a:t>   AREA </a:t>
            </a:r>
            <a:r>
              <a:rPr lang="en-US" sz="1600" dirty="0" err="1">
                <a:solidFill>
                  <a:srgbClr val="000000"/>
                </a:solidFill>
                <a:latin typeface="Consolas" panose="020B0609020204030204" pitchFamily="49" charset="0"/>
              </a:rPr>
              <a:t>myData</a:t>
            </a:r>
            <a:r>
              <a:rPr lang="en-US" sz="1600" dirty="0">
                <a:solidFill>
                  <a:srgbClr val="000000"/>
                </a:solidFill>
                <a:latin typeface="Consolas" panose="020B0609020204030204" pitchFamily="49" charset="0"/>
              </a:rPr>
              <a:t>, DATA </a:t>
            </a:r>
          </a:p>
          <a:p>
            <a:r>
              <a:rPr lang="en-US" sz="1600" dirty="0">
                <a:solidFill>
                  <a:srgbClr val="000000"/>
                </a:solidFill>
                <a:latin typeface="Consolas" panose="020B0609020204030204" pitchFamily="49" charset="0"/>
              </a:rPr>
              <a:t>A  DCD  0</a:t>
            </a:r>
          </a:p>
          <a:p>
            <a:r>
              <a:rPr lang="en-US" sz="1600" dirty="0">
                <a:solidFill>
                  <a:srgbClr val="000000"/>
                </a:solidFill>
                <a:latin typeface="Consolas" panose="020B0609020204030204" pitchFamily="49" charset="0"/>
              </a:rPr>
              <a:t>B  DCD  -1</a:t>
            </a:r>
          </a:p>
          <a:p>
            <a:r>
              <a:rPr lang="en-US" sz="1600" dirty="0">
                <a:solidFill>
                  <a:srgbClr val="000000"/>
                </a:solidFill>
                <a:latin typeface="Consolas" panose="020B0609020204030204" pitchFamily="49" charset="0"/>
              </a:rPr>
              <a:t>C  DCD  -2</a:t>
            </a:r>
          </a:p>
          <a:p>
            <a:r>
              <a:rPr lang="en-US" sz="1600" dirty="0">
                <a:solidFill>
                  <a:srgbClr val="000000"/>
                </a:solidFill>
                <a:latin typeface="Consolas" panose="020B0609020204030204" pitchFamily="49" charset="0"/>
              </a:rPr>
              <a:t>D  DCD  2</a:t>
            </a:r>
          </a:p>
          <a:p>
            <a:endParaRPr lang="en-US" sz="1600" dirty="0">
              <a:solidFill>
                <a:srgbClr val="000000"/>
              </a:solidFill>
              <a:latin typeface="Consolas" panose="020B0609020204030204" pitchFamily="49" charset="0"/>
            </a:endParaRPr>
          </a:p>
          <a:p>
            <a:r>
              <a:rPr lang="en-US" sz="1600" dirty="0">
                <a:solidFill>
                  <a:srgbClr val="000000"/>
                </a:solidFill>
                <a:latin typeface="Consolas" panose="020B0609020204030204" pitchFamily="49" charset="0"/>
              </a:rPr>
              <a:t>   END</a:t>
            </a:r>
          </a:p>
        </p:txBody>
      </p:sp>
      <p:sp>
        <p:nvSpPr>
          <p:cNvPr id="8" name="TextBox 7"/>
          <p:cNvSpPr txBox="1"/>
          <p:nvPr/>
        </p:nvSpPr>
        <p:spPr>
          <a:xfrm>
            <a:off x="1905001" y="5029201"/>
            <a:ext cx="3097323" cy="646331"/>
          </a:xfrm>
          <a:prstGeom prst="rect">
            <a:avLst/>
          </a:prstGeom>
          <a:noFill/>
        </p:spPr>
        <p:txBody>
          <a:bodyPr wrap="none" rtlCol="0">
            <a:spAutoFit/>
          </a:bodyPr>
          <a:lstStyle/>
          <a:p>
            <a:r>
              <a:rPr lang="en-US" dirty="0">
                <a:solidFill>
                  <a:srgbClr val="C00000"/>
                </a:solidFill>
              </a:rPr>
              <a:t>Eight registers are used: </a:t>
            </a:r>
          </a:p>
          <a:p>
            <a:r>
              <a:rPr lang="en-US" dirty="0">
                <a:solidFill>
                  <a:srgbClr val="C00000"/>
                </a:solidFill>
                <a:latin typeface="Consolas" panose="020B0609020204030204" pitchFamily="49" charset="0"/>
                <a:cs typeface="Consolas" panose="020B0609020204030204" pitchFamily="49" charset="0"/>
              </a:rPr>
              <a:t>R0,r1,r2,r3,r4,r5,r6,r7</a:t>
            </a:r>
          </a:p>
        </p:txBody>
      </p:sp>
    </p:spTree>
    <p:extLst>
      <p:ext uri="{BB962C8B-B14F-4D97-AF65-F5344CB8AC3E}">
        <p14:creationId xmlns:p14="http://schemas.microsoft.com/office/powerpoint/2010/main" val="351698037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Reuse Registers</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12</a:t>
            </a:fld>
            <a:endParaRPr kumimoji="0" lang="en-US" dirty="0"/>
          </a:p>
        </p:txBody>
      </p:sp>
      <p:pic>
        <p:nvPicPr>
          <p:cNvPr id="5" name="Picture 4"/>
          <p:cNvPicPr>
            <a:picLocks noChangeAspect="1"/>
          </p:cNvPicPr>
          <p:nvPr/>
        </p:nvPicPr>
        <p:blipFill>
          <a:blip r:embed="rId2"/>
          <a:stretch>
            <a:fillRect/>
          </a:stretch>
        </p:blipFill>
        <p:spPr>
          <a:xfrm>
            <a:off x="906521" y="1173983"/>
            <a:ext cx="2637999" cy="5171018"/>
          </a:xfrm>
          <a:prstGeom prst="rect">
            <a:avLst/>
          </a:prstGeom>
        </p:spPr>
      </p:pic>
      <p:pic>
        <p:nvPicPr>
          <p:cNvPr id="7" name="Picture 6"/>
          <p:cNvPicPr>
            <a:picLocks noChangeAspect="1"/>
          </p:cNvPicPr>
          <p:nvPr/>
        </p:nvPicPr>
        <p:blipFill>
          <a:blip r:embed="rId3"/>
          <a:stretch>
            <a:fillRect/>
          </a:stretch>
        </p:blipFill>
        <p:spPr>
          <a:xfrm>
            <a:off x="9037985" y="1180547"/>
            <a:ext cx="2318863" cy="5184855"/>
          </a:xfrm>
          <a:prstGeom prst="rect">
            <a:avLst/>
          </a:prstGeom>
        </p:spPr>
      </p:pic>
      <p:pic>
        <p:nvPicPr>
          <p:cNvPr id="8" name="Picture 7"/>
          <p:cNvPicPr>
            <a:picLocks noChangeAspect="1"/>
          </p:cNvPicPr>
          <p:nvPr/>
        </p:nvPicPr>
        <p:blipFill>
          <a:blip r:embed="rId4"/>
          <a:stretch>
            <a:fillRect/>
          </a:stretch>
        </p:blipFill>
        <p:spPr>
          <a:xfrm>
            <a:off x="5085421" y="1160146"/>
            <a:ext cx="2311817" cy="5205256"/>
          </a:xfrm>
          <a:prstGeom prst="rect">
            <a:avLst/>
          </a:prstGeom>
        </p:spPr>
      </p:pic>
      <p:cxnSp>
        <p:nvCxnSpPr>
          <p:cNvPr id="10" name="Straight Connector 9"/>
          <p:cNvCxnSpPr/>
          <p:nvPr/>
        </p:nvCxnSpPr>
        <p:spPr>
          <a:xfrm>
            <a:off x="4267200" y="1151094"/>
            <a:ext cx="0" cy="520525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p:cNvCxnSpPr/>
          <p:nvPr/>
        </p:nvCxnSpPr>
        <p:spPr>
          <a:xfrm>
            <a:off x="8305800" y="1143000"/>
            <a:ext cx="0" cy="520525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372754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Example 1: Factorial Numbers</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13</a:t>
            </a:fld>
            <a:endParaRPr kumimoji="0" lang="en-US" dirty="0"/>
          </a:p>
        </p:txBody>
      </p:sp>
      <mc:AlternateContent xmlns:mc="http://schemas.openxmlformats.org/markup-compatibility/2006" xmlns:a14="http://schemas.microsoft.com/office/drawing/2010/main">
        <mc:Choice Requires="a14">
          <p:sp>
            <p:nvSpPr>
              <p:cNvPr id="5" name="Rectangle 4"/>
              <p:cNvSpPr/>
              <p:nvPr/>
            </p:nvSpPr>
            <p:spPr>
              <a:xfrm>
                <a:off x="5410200" y="2909575"/>
                <a:ext cx="4407424" cy="847220"/>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b="1" i="1">
                          <a:latin typeface="Cambria Math" panose="02040503050406030204" pitchFamily="18" charset="0"/>
                        </a:rPr>
                        <m:t>𝒏</m:t>
                      </m:r>
                      <m:r>
                        <a:rPr lang="en-US" b="1">
                          <a:latin typeface="Cambria Math" panose="02040503050406030204" pitchFamily="18" charset="0"/>
                        </a:rPr>
                        <m:t>!=</m:t>
                      </m:r>
                      <m:nary>
                        <m:naryPr>
                          <m:chr m:val="∏"/>
                          <m:limLoc m:val="undOvr"/>
                          <m:ctrlPr>
                            <a:rPr lang="en-US" b="1" i="1">
                              <a:latin typeface="Cambria Math" panose="02040503050406030204" pitchFamily="18" charset="0"/>
                            </a:rPr>
                          </m:ctrlPr>
                        </m:naryPr>
                        <m:sub>
                          <m:r>
                            <a:rPr lang="en-US" b="1" i="1">
                              <a:latin typeface="Cambria Math" panose="02040503050406030204" pitchFamily="18" charset="0"/>
                            </a:rPr>
                            <m:t>𝒊</m:t>
                          </m:r>
                          <m:r>
                            <a:rPr lang="en-US" b="1">
                              <a:latin typeface="Cambria Math" panose="02040503050406030204" pitchFamily="18" charset="0"/>
                            </a:rPr>
                            <m:t>=</m:t>
                          </m:r>
                          <m:r>
                            <a:rPr lang="en-US" b="1">
                              <a:latin typeface="Cambria Math" panose="02040503050406030204" pitchFamily="18" charset="0"/>
                            </a:rPr>
                            <m:t>𝟏</m:t>
                          </m:r>
                        </m:sub>
                        <m:sup>
                          <m:r>
                            <a:rPr lang="en-US" b="1" i="1">
                              <a:latin typeface="Cambria Math" panose="02040503050406030204" pitchFamily="18" charset="0"/>
                            </a:rPr>
                            <m:t>𝒏</m:t>
                          </m:r>
                        </m:sup>
                        <m:e>
                          <m:r>
                            <a:rPr lang="en-US" b="1" i="1">
                              <a:latin typeface="Cambria Math" panose="02040503050406030204" pitchFamily="18" charset="0"/>
                            </a:rPr>
                            <m:t>𝒊</m:t>
                          </m:r>
                          <m:r>
                            <a:rPr lang="en-US" b="1">
                              <a:latin typeface="Cambria Math" panose="02040503050406030204" pitchFamily="18" charset="0"/>
                            </a:rPr>
                            <m:t>=</m:t>
                          </m:r>
                          <m:r>
                            <a:rPr lang="en-US" b="1" i="1">
                              <a:latin typeface="Cambria Math" panose="02040503050406030204" pitchFamily="18" charset="0"/>
                            </a:rPr>
                            <m:t>𝒏</m:t>
                          </m:r>
                          <m:r>
                            <a:rPr lang="en-US" b="1">
                              <a:latin typeface="Cambria Math" panose="02040503050406030204" pitchFamily="18" charset="0"/>
                            </a:rPr>
                            <m:t>×(</m:t>
                          </m:r>
                          <m:r>
                            <a:rPr lang="en-US" b="1" i="1">
                              <a:latin typeface="Cambria Math" panose="02040503050406030204" pitchFamily="18" charset="0"/>
                            </a:rPr>
                            <m:t>𝒏</m:t>
                          </m:r>
                          <m:r>
                            <a:rPr lang="en-US" b="1">
                              <a:latin typeface="Cambria Math" panose="02040503050406030204" pitchFamily="18" charset="0"/>
                            </a:rPr>
                            <m:t>−</m:t>
                          </m:r>
                          <m:r>
                            <a:rPr lang="en-US" b="1">
                              <a:latin typeface="Cambria Math" panose="02040503050406030204" pitchFamily="18" charset="0"/>
                            </a:rPr>
                            <m:t>𝟏</m:t>
                          </m:r>
                          <m:r>
                            <a:rPr lang="en-US" b="1">
                              <a:latin typeface="Cambria Math" panose="02040503050406030204" pitchFamily="18" charset="0"/>
                            </a:rPr>
                            <m:t>)×(</m:t>
                          </m:r>
                          <m:r>
                            <a:rPr lang="en-US" b="1" i="1">
                              <a:latin typeface="Cambria Math" panose="02040503050406030204" pitchFamily="18" charset="0"/>
                            </a:rPr>
                            <m:t>𝒏</m:t>
                          </m:r>
                          <m:r>
                            <a:rPr lang="en-US" b="1">
                              <a:latin typeface="Cambria Math" panose="02040503050406030204" pitchFamily="18" charset="0"/>
                            </a:rPr>
                            <m:t>−</m:t>
                          </m:r>
                          <m:r>
                            <a:rPr lang="en-US" b="1">
                              <a:latin typeface="Cambria Math" panose="02040503050406030204" pitchFamily="18" charset="0"/>
                            </a:rPr>
                            <m:t>𝟐</m:t>
                          </m:r>
                          <m:r>
                            <a:rPr lang="en-US" b="1">
                              <a:latin typeface="Cambria Math" panose="02040503050406030204" pitchFamily="18" charset="0"/>
                            </a:rPr>
                            <m:t>)⋯×</m:t>
                          </m:r>
                          <m:r>
                            <a:rPr lang="en-US" b="1">
                              <a:latin typeface="Cambria Math" panose="02040503050406030204" pitchFamily="18" charset="0"/>
                            </a:rPr>
                            <m:t>𝟐</m:t>
                          </m:r>
                        </m:e>
                      </m:nary>
                      <m:r>
                        <a:rPr lang="en-US" b="1">
                          <a:latin typeface="Cambria Math" panose="02040503050406030204" pitchFamily="18" charset="0"/>
                        </a:rPr>
                        <m:t>×</m:t>
                      </m:r>
                      <m:r>
                        <a:rPr lang="en-US" b="1">
                          <a:latin typeface="Cambria Math" panose="02040503050406030204" pitchFamily="18" charset="0"/>
                        </a:rPr>
                        <m:t>𝟏</m:t>
                      </m:r>
                    </m:oMath>
                  </m:oMathPara>
                </a14:m>
                <a:endParaRPr lang="en-US" b="1" dirty="0"/>
              </a:p>
            </p:txBody>
          </p:sp>
        </mc:Choice>
        <mc:Fallback xmlns="">
          <p:sp>
            <p:nvSpPr>
              <p:cNvPr id="5" name="Rectangle 4"/>
              <p:cNvSpPr>
                <a:spLocks noRot="1" noChangeAspect="1" noMove="1" noResize="1" noEditPoints="1" noAdjustHandles="1" noChangeArrowheads="1" noChangeShapeType="1" noTextEdit="1"/>
              </p:cNvSpPr>
              <p:nvPr/>
            </p:nvSpPr>
            <p:spPr>
              <a:xfrm>
                <a:off x="5410200" y="2909575"/>
                <a:ext cx="4407424" cy="847220"/>
              </a:xfrm>
              <a:prstGeom prst="rect">
                <a:avLst/>
              </a:prstGeom>
              <a:blipFill>
                <a:blip r:embed="rId2"/>
                <a:stretch>
                  <a:fillRect l="-4885" t="-98529" b="-152941"/>
                </a:stretch>
              </a:blipFill>
            </p:spPr>
            <p:txBody>
              <a:bodyPr/>
              <a:lstStyle/>
              <a:p>
                <a:r>
                  <a:rPr lang="en-US">
                    <a:noFill/>
                  </a:rPr>
                  <a:t> </a:t>
                </a:r>
              </a:p>
            </p:txBody>
          </p:sp>
        </mc:Fallback>
      </mc:AlternateContent>
      <p:pic>
        <p:nvPicPr>
          <p:cNvPr id="8" name="Picture 7"/>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136648" y="1524001"/>
            <a:ext cx="2362200" cy="4309285"/>
          </a:xfrm>
          <a:prstGeom prst="rect">
            <a:avLst/>
          </a:prstGeom>
        </p:spPr>
      </p:pic>
    </p:spTree>
    <p:extLst>
      <p:ext uri="{BB962C8B-B14F-4D97-AF65-F5344CB8AC3E}">
        <p14:creationId xmlns:p14="http://schemas.microsoft.com/office/powerpoint/2010/main" val="43809020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Example 1: Factorial Numbers</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14</a:t>
            </a:fld>
            <a:endParaRPr kumimoji="0" lang="en-US" dirty="0"/>
          </a:p>
        </p:txBody>
      </p:sp>
      <p:graphicFrame>
        <p:nvGraphicFramePr>
          <p:cNvPr id="5" name="Table 4"/>
          <p:cNvGraphicFramePr>
            <a:graphicFrameLocks noGrp="1"/>
          </p:cNvGraphicFramePr>
          <p:nvPr>
            <p:extLst>
              <p:ext uri="{D42A27DB-BD31-4B8C-83A1-F6EECF244321}">
                <p14:modId xmlns:p14="http://schemas.microsoft.com/office/powerpoint/2010/main" val="1246477465"/>
              </p:ext>
            </p:extLst>
          </p:nvPr>
        </p:nvGraphicFramePr>
        <p:xfrm>
          <a:off x="1981200" y="1412863"/>
          <a:ext cx="8229600" cy="4673624"/>
        </p:xfrm>
        <a:graphic>
          <a:graphicData uri="http://schemas.openxmlformats.org/drawingml/2006/table">
            <a:tbl>
              <a:tblPr firstRow="1" firstCol="1" bandRow="1">
                <a:tableStyleId>{BC89EF96-8CEA-46FF-86C4-4CE0E7609802}</a:tableStyleId>
              </a:tblPr>
              <a:tblGrid>
                <a:gridCol w="3300569">
                  <a:extLst>
                    <a:ext uri="{9D8B030D-6E8A-4147-A177-3AD203B41FA5}">
                      <a16:colId xmlns:a16="http://schemas.microsoft.com/office/drawing/2014/main" val="3476297972"/>
                    </a:ext>
                  </a:extLst>
                </a:gridCol>
                <a:gridCol w="4929031">
                  <a:extLst>
                    <a:ext uri="{9D8B030D-6E8A-4147-A177-3AD203B41FA5}">
                      <a16:colId xmlns:a16="http://schemas.microsoft.com/office/drawing/2014/main" val="4203907073"/>
                    </a:ext>
                  </a:extLst>
                </a:gridCol>
              </a:tblGrid>
              <a:tr h="213068">
                <a:tc>
                  <a:txBody>
                    <a:bodyPr/>
                    <a:lstStyle/>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C Program</a:t>
                      </a:r>
                      <a:endParaRPr lang="en-US" sz="1800" dirty="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Assembly Program</a:t>
                      </a:r>
                      <a:endParaRPr lang="en-US" sz="1800" dirty="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254880807"/>
                  </a:ext>
                </a:extLst>
              </a:tr>
              <a:tr h="981248">
                <a:tc>
                  <a:txBody>
                    <a:bodyPr/>
                    <a:lstStyle/>
                    <a:p>
                      <a:pPr marL="0" marR="0" algn="just">
                        <a:spcBef>
                          <a:spcPts val="300"/>
                        </a:spcBef>
                        <a:spcAft>
                          <a:spcPts val="0"/>
                        </a:spcAft>
                        <a:tabLst>
                          <a:tab pos="355600" algn="l"/>
                        </a:tabLst>
                      </a:pPr>
                      <a:r>
                        <a:rPr lang="en-US" sz="1600" b="0" dirty="0">
                          <a:effectLst/>
                          <a:latin typeface="Consolas" panose="020B0609020204030204" pitchFamily="49" charset="0"/>
                          <a:cs typeface="Consolas" panose="020B0609020204030204" pitchFamily="49" charset="0"/>
                        </a:rPr>
                        <a:t> </a:t>
                      </a:r>
                    </a:p>
                    <a:p>
                      <a:pPr marL="0" marR="0" algn="just">
                        <a:spcBef>
                          <a:spcPts val="0"/>
                        </a:spcBef>
                        <a:spcAft>
                          <a:spcPts val="0"/>
                        </a:spcAft>
                        <a:tabLst>
                          <a:tab pos="355600" algn="l"/>
                        </a:tabLst>
                      </a:pPr>
                      <a:r>
                        <a:rPr lang="en-US" sz="1600" b="0" dirty="0">
                          <a:effectLst/>
                          <a:latin typeface="Consolas" panose="020B0609020204030204" pitchFamily="49" charset="0"/>
                          <a:cs typeface="Consolas" panose="020B0609020204030204" pitchFamily="49" charset="0"/>
                        </a:rPr>
                        <a:t> </a:t>
                      </a:r>
                    </a:p>
                    <a:p>
                      <a:pPr marL="0" marR="0" algn="just">
                        <a:spcBef>
                          <a:spcPts val="0"/>
                        </a:spcBef>
                        <a:spcAft>
                          <a:spcPts val="0"/>
                        </a:spcAft>
                        <a:tabLst>
                          <a:tab pos="355600" algn="l"/>
                        </a:tabLst>
                      </a:pPr>
                      <a:r>
                        <a:rPr lang="en-US" sz="1600" b="0" dirty="0">
                          <a:effectLst/>
                          <a:latin typeface="Consolas" panose="020B0609020204030204" pitchFamily="49" charset="0"/>
                          <a:cs typeface="Consolas" panose="020B0609020204030204" pitchFamily="49" charset="0"/>
                        </a:rPr>
                        <a:t>int main(void) {</a:t>
                      </a:r>
                    </a:p>
                    <a:p>
                      <a:pPr marL="0" marR="0" algn="just">
                        <a:spcBef>
                          <a:spcPts val="0"/>
                        </a:spcBef>
                        <a:spcAft>
                          <a:spcPts val="0"/>
                        </a:spcAft>
                        <a:tabLst>
                          <a:tab pos="355600" algn="l"/>
                        </a:tabLst>
                      </a:pPr>
                      <a:r>
                        <a:rPr lang="en-US" sz="1600" b="0" dirty="0">
                          <a:effectLst/>
                          <a:latin typeface="Consolas" panose="020B0609020204030204" pitchFamily="49" charset="0"/>
                          <a:cs typeface="Consolas" panose="020B0609020204030204" pitchFamily="49" charset="0"/>
                        </a:rPr>
                        <a:t>  int result, n, </a:t>
                      </a:r>
                      <a:r>
                        <a:rPr lang="en-US" sz="1600" b="0" dirty="0" err="1">
                          <a:effectLst/>
                          <a:latin typeface="Consolas" panose="020B0609020204030204" pitchFamily="49" charset="0"/>
                          <a:cs typeface="Consolas" panose="020B0609020204030204" pitchFamily="49" charset="0"/>
                        </a:rPr>
                        <a:t>i</a:t>
                      </a:r>
                      <a:r>
                        <a:rPr lang="en-US" sz="1600" b="0" dirty="0">
                          <a:effectLst/>
                          <a:latin typeface="Consolas" panose="020B0609020204030204" pitchFamily="49" charset="0"/>
                          <a:cs typeface="Consolas" panose="020B0609020204030204" pitchFamily="49" charset="0"/>
                        </a:rPr>
                        <a:t>;</a:t>
                      </a:r>
                      <a:endParaRPr lang="en-US" sz="1600" b="0" dirty="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marL="0" marR="0" algn="just">
                        <a:spcBef>
                          <a:spcPts val="300"/>
                        </a:spcBef>
                        <a:spcAft>
                          <a:spcPts val="0"/>
                        </a:spcAft>
                      </a:pPr>
                      <a:r>
                        <a:rPr lang="en-US" sz="1600" b="0" dirty="0">
                          <a:effectLst/>
                          <a:latin typeface="Consolas" panose="020B0609020204030204" pitchFamily="49" charset="0"/>
                          <a:cs typeface="Consolas" panose="020B0609020204030204" pitchFamily="49" charset="0"/>
                        </a:rPr>
                        <a:t>       AREA factorial, CODE, READONLY</a:t>
                      </a:r>
                    </a:p>
                    <a:p>
                      <a:pPr marL="0" marR="0" algn="just">
                        <a:spcBef>
                          <a:spcPts val="0"/>
                        </a:spcBef>
                        <a:spcAft>
                          <a:spcPts val="0"/>
                        </a:spcAft>
                      </a:pPr>
                      <a:r>
                        <a:rPr lang="en-US" sz="1600" b="0" dirty="0">
                          <a:effectLst/>
                          <a:latin typeface="Consolas" panose="020B0609020204030204" pitchFamily="49" charset="0"/>
                          <a:cs typeface="Consolas" panose="020B0609020204030204" pitchFamily="49" charset="0"/>
                        </a:rPr>
                        <a:t>       EXPORT __main</a:t>
                      </a:r>
                    </a:p>
                    <a:p>
                      <a:pPr marL="0" marR="0" algn="just">
                        <a:spcBef>
                          <a:spcPts val="0"/>
                        </a:spcBef>
                        <a:spcAft>
                          <a:spcPts val="0"/>
                        </a:spcAft>
                      </a:pPr>
                      <a:r>
                        <a:rPr lang="en-US" sz="1600" b="0" dirty="0">
                          <a:effectLst/>
                          <a:latin typeface="Consolas" panose="020B0609020204030204" pitchFamily="49" charset="0"/>
                          <a:cs typeface="Consolas" panose="020B0609020204030204" pitchFamily="49" charset="0"/>
                        </a:rPr>
                        <a:t>       ENTRY</a:t>
                      </a:r>
                    </a:p>
                    <a:p>
                      <a:pPr marL="0" marR="0" algn="just">
                        <a:spcBef>
                          <a:spcPts val="0"/>
                        </a:spcBef>
                        <a:spcAft>
                          <a:spcPts val="300"/>
                        </a:spcAft>
                      </a:pPr>
                      <a:r>
                        <a:rPr lang="en-US" sz="1600" b="0" dirty="0">
                          <a:effectLst/>
                          <a:latin typeface="Consolas" panose="020B0609020204030204" pitchFamily="49" charset="0"/>
                          <a:cs typeface="Consolas" panose="020B0609020204030204" pitchFamily="49" charset="0"/>
                        </a:rPr>
                        <a:t>__main PROC		 </a:t>
                      </a:r>
                      <a:endParaRPr lang="en-US" sz="1600" b="0" dirty="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93365925"/>
                  </a:ext>
                </a:extLst>
              </a:tr>
              <a:tr h="784999">
                <a:tc>
                  <a:txBody>
                    <a:bodyPr/>
                    <a:lstStyle/>
                    <a:p>
                      <a:pPr marL="0" marR="0" algn="just">
                        <a:spcBef>
                          <a:spcPts val="300"/>
                        </a:spcBef>
                        <a:spcAft>
                          <a:spcPts val="0"/>
                        </a:spcAft>
                        <a:tabLst>
                          <a:tab pos="355600" algn="l"/>
                        </a:tabLst>
                      </a:pPr>
                      <a:r>
                        <a:rPr lang="en-US" sz="1600" b="0" dirty="0">
                          <a:effectLst/>
                          <a:latin typeface="Consolas" panose="020B0609020204030204" pitchFamily="49" charset="0"/>
                          <a:cs typeface="Consolas" panose="020B0609020204030204" pitchFamily="49" charset="0"/>
                        </a:rPr>
                        <a:t>  result = 1;</a:t>
                      </a:r>
                    </a:p>
                    <a:p>
                      <a:pPr marL="0" marR="0" algn="just">
                        <a:spcBef>
                          <a:spcPts val="0"/>
                        </a:spcBef>
                        <a:spcAft>
                          <a:spcPts val="0"/>
                        </a:spcAft>
                        <a:tabLst>
                          <a:tab pos="355600" algn="l"/>
                        </a:tabLst>
                      </a:pPr>
                      <a:r>
                        <a:rPr lang="en-US" sz="1600" b="0" dirty="0">
                          <a:effectLst/>
                          <a:latin typeface="Consolas" panose="020B0609020204030204" pitchFamily="49" charset="0"/>
                          <a:cs typeface="Consolas" panose="020B0609020204030204" pitchFamily="49" charset="0"/>
                        </a:rPr>
                        <a:t>  n = 5;</a:t>
                      </a:r>
                      <a:endParaRPr lang="en-US" sz="1600" b="0" dirty="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marL="0" marR="0" algn="just">
                        <a:spcBef>
                          <a:spcPts val="300"/>
                        </a:spcBef>
                        <a:spcAft>
                          <a:spcPts val="0"/>
                        </a:spcAft>
                      </a:pPr>
                      <a:r>
                        <a:rPr lang="en-US" sz="1600" b="0" dirty="0">
                          <a:effectLst/>
                          <a:latin typeface="Consolas" panose="020B0609020204030204" pitchFamily="49" charset="0"/>
                          <a:cs typeface="Consolas" panose="020B0609020204030204" pitchFamily="49" charset="0"/>
                        </a:rPr>
                        <a:t>       MOV  r0, #1      </a:t>
                      </a:r>
                      <a:r>
                        <a:rPr lang="en-US" sz="1600" b="0" dirty="0">
                          <a:solidFill>
                            <a:schemeClr val="bg1">
                              <a:lumMod val="50000"/>
                            </a:schemeClr>
                          </a:solidFill>
                          <a:effectLst/>
                          <a:latin typeface="Consolas" panose="020B0609020204030204" pitchFamily="49" charset="0"/>
                          <a:cs typeface="Consolas" panose="020B0609020204030204" pitchFamily="49" charset="0"/>
                        </a:rPr>
                        <a:t>; r0 = result</a:t>
                      </a:r>
                    </a:p>
                    <a:p>
                      <a:pPr marL="0" marR="0" algn="just">
                        <a:spcBef>
                          <a:spcPts val="0"/>
                        </a:spcBef>
                        <a:spcAft>
                          <a:spcPts val="300"/>
                        </a:spcAft>
                      </a:pPr>
                      <a:r>
                        <a:rPr lang="en-US" sz="1600" b="0" dirty="0">
                          <a:effectLst/>
                          <a:latin typeface="Consolas" panose="020B0609020204030204" pitchFamily="49" charset="0"/>
                          <a:cs typeface="Consolas" panose="020B0609020204030204" pitchFamily="49" charset="0"/>
                        </a:rPr>
                        <a:t>       MOV  r1, #5      </a:t>
                      </a:r>
                      <a:r>
                        <a:rPr lang="en-US" sz="1600" b="0" dirty="0">
                          <a:solidFill>
                            <a:schemeClr val="bg1">
                              <a:lumMod val="50000"/>
                            </a:schemeClr>
                          </a:solidFill>
                          <a:effectLst/>
                          <a:latin typeface="Consolas" panose="020B0609020204030204" pitchFamily="49" charset="0"/>
                          <a:cs typeface="Consolas" panose="020B0609020204030204" pitchFamily="49" charset="0"/>
                        </a:rPr>
                        <a:t>; r1 = n     </a:t>
                      </a:r>
                      <a:endParaRPr lang="en-US" sz="1600" b="0" dirty="0">
                        <a:solidFill>
                          <a:schemeClr val="bg1">
                            <a:lumMod val="50000"/>
                          </a:schemeClr>
                        </a:solidFill>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010582514"/>
                  </a:ext>
                </a:extLst>
              </a:tr>
              <a:tr h="1962497">
                <a:tc>
                  <a:txBody>
                    <a:bodyPr/>
                    <a:lstStyle/>
                    <a:p>
                      <a:pPr marL="0" marR="0" algn="just">
                        <a:spcBef>
                          <a:spcPts val="300"/>
                        </a:spcBef>
                        <a:spcAft>
                          <a:spcPts val="0"/>
                        </a:spcAft>
                        <a:tabLst>
                          <a:tab pos="355600" algn="l"/>
                        </a:tabLst>
                      </a:pPr>
                      <a:r>
                        <a:rPr lang="en-US" sz="1600" b="0" dirty="0">
                          <a:effectLst/>
                          <a:latin typeface="Consolas" panose="020B0609020204030204" pitchFamily="49" charset="0"/>
                          <a:cs typeface="Consolas" panose="020B0609020204030204" pitchFamily="49" charset="0"/>
                        </a:rPr>
                        <a:t>  for (</a:t>
                      </a:r>
                      <a:r>
                        <a:rPr lang="en-US" sz="1600" b="0" dirty="0" err="1">
                          <a:effectLst/>
                          <a:latin typeface="Consolas" panose="020B0609020204030204" pitchFamily="49" charset="0"/>
                          <a:cs typeface="Consolas" panose="020B0609020204030204" pitchFamily="49" charset="0"/>
                        </a:rPr>
                        <a:t>i</a:t>
                      </a:r>
                      <a:r>
                        <a:rPr lang="en-US" sz="1600" b="0" dirty="0">
                          <a:effectLst/>
                          <a:latin typeface="Consolas" panose="020B0609020204030204" pitchFamily="49" charset="0"/>
                          <a:cs typeface="Consolas" panose="020B0609020204030204" pitchFamily="49" charset="0"/>
                        </a:rPr>
                        <a:t> = 1; </a:t>
                      </a:r>
                      <a:r>
                        <a:rPr lang="en-US" sz="1600" b="0" dirty="0" err="1">
                          <a:effectLst/>
                          <a:latin typeface="Consolas" panose="020B0609020204030204" pitchFamily="49" charset="0"/>
                          <a:cs typeface="Consolas" panose="020B0609020204030204" pitchFamily="49" charset="0"/>
                        </a:rPr>
                        <a:t>i</a:t>
                      </a:r>
                      <a:r>
                        <a:rPr lang="en-US" sz="1600" b="0" dirty="0">
                          <a:effectLst/>
                          <a:latin typeface="Consolas" panose="020B0609020204030204" pitchFamily="49" charset="0"/>
                          <a:cs typeface="Consolas" panose="020B0609020204030204" pitchFamily="49" charset="0"/>
                        </a:rPr>
                        <a:t> &lt;= n; </a:t>
                      </a:r>
                      <a:r>
                        <a:rPr lang="en-US" sz="1600" b="0" dirty="0" err="1">
                          <a:effectLst/>
                          <a:latin typeface="Consolas" panose="020B0609020204030204" pitchFamily="49" charset="0"/>
                          <a:cs typeface="Consolas" panose="020B0609020204030204" pitchFamily="49" charset="0"/>
                        </a:rPr>
                        <a:t>i</a:t>
                      </a:r>
                      <a:r>
                        <a:rPr lang="en-US" sz="1600" b="0" dirty="0">
                          <a:effectLst/>
                          <a:latin typeface="Consolas" panose="020B0609020204030204" pitchFamily="49" charset="0"/>
                          <a:cs typeface="Consolas" panose="020B0609020204030204" pitchFamily="49" charset="0"/>
                        </a:rPr>
                        <a:t>++)</a:t>
                      </a:r>
                    </a:p>
                    <a:p>
                      <a:pPr marL="0" marR="0" algn="just">
                        <a:spcBef>
                          <a:spcPts val="0"/>
                        </a:spcBef>
                        <a:spcAft>
                          <a:spcPts val="0"/>
                        </a:spcAft>
                        <a:tabLst>
                          <a:tab pos="355600" algn="l"/>
                        </a:tabLst>
                      </a:pPr>
                      <a:r>
                        <a:rPr lang="en-US" sz="1600" b="0" dirty="0">
                          <a:effectLst/>
                          <a:latin typeface="Consolas" panose="020B0609020204030204" pitchFamily="49" charset="0"/>
                          <a:cs typeface="Consolas" panose="020B0609020204030204" pitchFamily="49" charset="0"/>
                        </a:rPr>
                        <a:t>    result = result * </a:t>
                      </a:r>
                      <a:r>
                        <a:rPr lang="en-US" sz="1600" b="0" dirty="0" err="1">
                          <a:effectLst/>
                          <a:latin typeface="Consolas" panose="020B0609020204030204" pitchFamily="49" charset="0"/>
                          <a:cs typeface="Consolas" panose="020B0609020204030204" pitchFamily="49" charset="0"/>
                        </a:rPr>
                        <a:t>i</a:t>
                      </a:r>
                      <a:r>
                        <a:rPr lang="en-US" sz="1600" b="0" dirty="0">
                          <a:effectLst/>
                          <a:latin typeface="Consolas" panose="020B0609020204030204" pitchFamily="49" charset="0"/>
                          <a:cs typeface="Consolas" panose="020B0609020204030204" pitchFamily="49" charset="0"/>
                        </a:rPr>
                        <a:t>;</a:t>
                      </a:r>
                    </a:p>
                    <a:p>
                      <a:pPr marL="0" marR="0" algn="just">
                        <a:spcBef>
                          <a:spcPts val="0"/>
                        </a:spcBef>
                        <a:spcAft>
                          <a:spcPts val="0"/>
                        </a:spcAft>
                        <a:tabLst>
                          <a:tab pos="355600" algn="l"/>
                        </a:tabLst>
                      </a:pPr>
                      <a:r>
                        <a:rPr lang="en-US" sz="1600" b="0" dirty="0">
                          <a:effectLst/>
                          <a:latin typeface="Consolas" panose="020B0609020204030204" pitchFamily="49" charset="0"/>
                          <a:cs typeface="Consolas" panose="020B0609020204030204" pitchFamily="49" charset="0"/>
                        </a:rPr>
                        <a:t>	</a:t>
                      </a:r>
                    </a:p>
                    <a:p>
                      <a:pPr marL="0" marR="0" algn="just">
                        <a:spcBef>
                          <a:spcPts val="0"/>
                        </a:spcBef>
                        <a:spcAft>
                          <a:spcPts val="0"/>
                        </a:spcAft>
                        <a:tabLst>
                          <a:tab pos="355600" algn="l"/>
                        </a:tabLst>
                      </a:pPr>
                      <a:r>
                        <a:rPr lang="en-US" sz="1600" b="0" dirty="0">
                          <a:effectLst/>
                          <a:latin typeface="Consolas" panose="020B0609020204030204" pitchFamily="49" charset="0"/>
                          <a:cs typeface="Consolas" panose="020B0609020204030204" pitchFamily="49" charset="0"/>
                        </a:rPr>
                        <a:t> </a:t>
                      </a:r>
                    </a:p>
                    <a:p>
                      <a:pPr marL="0" marR="0" algn="just">
                        <a:spcBef>
                          <a:spcPts val="0"/>
                        </a:spcBef>
                        <a:spcAft>
                          <a:spcPts val="0"/>
                        </a:spcAft>
                        <a:tabLst>
                          <a:tab pos="355600" algn="l"/>
                        </a:tabLst>
                      </a:pPr>
                      <a:r>
                        <a:rPr lang="en-US" sz="1600" b="0" dirty="0">
                          <a:effectLst/>
                          <a:latin typeface="Consolas" panose="020B0609020204030204" pitchFamily="49" charset="0"/>
                          <a:cs typeface="Consolas" panose="020B0609020204030204" pitchFamily="49" charset="0"/>
                        </a:rPr>
                        <a:t> </a:t>
                      </a:r>
                    </a:p>
                    <a:p>
                      <a:pPr marL="0" marR="0" algn="just">
                        <a:spcBef>
                          <a:spcPts val="0"/>
                        </a:spcBef>
                        <a:spcAft>
                          <a:spcPts val="0"/>
                        </a:spcAft>
                        <a:tabLst>
                          <a:tab pos="355600" algn="l"/>
                        </a:tabLst>
                      </a:pPr>
                      <a:r>
                        <a:rPr lang="en-US" sz="1600" b="0" dirty="0">
                          <a:effectLst/>
                          <a:latin typeface="Consolas" panose="020B0609020204030204" pitchFamily="49" charset="0"/>
                          <a:cs typeface="Consolas" panose="020B0609020204030204" pitchFamily="49" charset="0"/>
                        </a:rPr>
                        <a:t> </a:t>
                      </a:r>
                      <a:endParaRPr lang="en-US" sz="1600" b="0" dirty="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marL="0" marR="0" algn="just">
                        <a:spcBef>
                          <a:spcPts val="300"/>
                        </a:spcBef>
                        <a:spcAft>
                          <a:spcPts val="0"/>
                        </a:spcAft>
                      </a:pPr>
                      <a:r>
                        <a:rPr lang="en-US" sz="1600" b="0" dirty="0">
                          <a:effectLst/>
                          <a:latin typeface="Consolas" panose="020B0609020204030204" pitchFamily="49" charset="0"/>
                          <a:cs typeface="Consolas" panose="020B0609020204030204" pitchFamily="49" charset="0"/>
                        </a:rPr>
                        <a:t>       MOV  r2, #1      </a:t>
                      </a:r>
                      <a:r>
                        <a:rPr lang="en-US" sz="1600" b="0" dirty="0">
                          <a:solidFill>
                            <a:schemeClr val="bg1">
                              <a:lumMod val="50000"/>
                            </a:schemeClr>
                          </a:solidFill>
                          <a:effectLst/>
                          <a:latin typeface="Consolas" panose="020B0609020204030204" pitchFamily="49" charset="0"/>
                          <a:cs typeface="Consolas" panose="020B0609020204030204" pitchFamily="49" charset="0"/>
                        </a:rPr>
                        <a:t>; r2 = </a:t>
                      </a:r>
                      <a:r>
                        <a:rPr lang="en-US" sz="1600" b="0" dirty="0" err="1">
                          <a:solidFill>
                            <a:schemeClr val="bg1">
                              <a:lumMod val="50000"/>
                            </a:schemeClr>
                          </a:solidFill>
                          <a:effectLst/>
                          <a:latin typeface="Consolas" panose="020B0609020204030204" pitchFamily="49" charset="0"/>
                          <a:cs typeface="Consolas" panose="020B0609020204030204" pitchFamily="49" charset="0"/>
                        </a:rPr>
                        <a:t>i</a:t>
                      </a:r>
                      <a:r>
                        <a:rPr lang="en-US" sz="1600" b="0" dirty="0">
                          <a:solidFill>
                            <a:schemeClr val="bg1">
                              <a:lumMod val="50000"/>
                            </a:schemeClr>
                          </a:solidFill>
                          <a:effectLst/>
                          <a:latin typeface="Consolas" panose="020B0609020204030204" pitchFamily="49" charset="0"/>
                          <a:cs typeface="Consolas" panose="020B0609020204030204" pitchFamily="49" charset="0"/>
                        </a:rPr>
                        <a:t> = 1</a:t>
                      </a:r>
                    </a:p>
                    <a:p>
                      <a:pPr marL="0" marR="0" algn="just">
                        <a:spcBef>
                          <a:spcPts val="0"/>
                        </a:spcBef>
                        <a:spcAft>
                          <a:spcPts val="0"/>
                        </a:spcAft>
                      </a:pPr>
                      <a:r>
                        <a:rPr lang="en-US" sz="1600" b="0" dirty="0">
                          <a:effectLst/>
                          <a:latin typeface="Consolas" panose="020B0609020204030204" pitchFamily="49" charset="0"/>
                          <a:cs typeface="Consolas" panose="020B0609020204030204" pitchFamily="49" charset="0"/>
                        </a:rPr>
                        <a:t>loop:  CMP  r2, r1      </a:t>
                      </a:r>
                      <a:r>
                        <a:rPr lang="en-US" sz="1600" b="0" dirty="0">
                          <a:solidFill>
                            <a:schemeClr val="bg1">
                              <a:lumMod val="50000"/>
                            </a:schemeClr>
                          </a:solidFill>
                          <a:effectLst/>
                          <a:latin typeface="Consolas" panose="020B0609020204030204" pitchFamily="49" charset="0"/>
                          <a:cs typeface="Consolas" panose="020B0609020204030204" pitchFamily="49" charset="0"/>
                        </a:rPr>
                        <a:t>; compare </a:t>
                      </a:r>
                      <a:r>
                        <a:rPr lang="en-US" sz="1600" b="0" dirty="0" err="1">
                          <a:solidFill>
                            <a:schemeClr val="bg1">
                              <a:lumMod val="50000"/>
                            </a:schemeClr>
                          </a:solidFill>
                          <a:effectLst/>
                          <a:latin typeface="Consolas" panose="020B0609020204030204" pitchFamily="49" charset="0"/>
                          <a:cs typeface="Consolas" panose="020B0609020204030204" pitchFamily="49" charset="0"/>
                        </a:rPr>
                        <a:t>i</a:t>
                      </a:r>
                      <a:r>
                        <a:rPr lang="en-US" sz="1600" b="0" dirty="0">
                          <a:solidFill>
                            <a:schemeClr val="bg1">
                              <a:lumMod val="50000"/>
                            </a:schemeClr>
                          </a:solidFill>
                          <a:effectLst/>
                          <a:latin typeface="Consolas" panose="020B0609020204030204" pitchFamily="49" charset="0"/>
                          <a:cs typeface="Consolas" panose="020B0609020204030204" pitchFamily="49" charset="0"/>
                        </a:rPr>
                        <a:t> and n</a:t>
                      </a:r>
                    </a:p>
                    <a:p>
                      <a:pPr marL="0" marR="0" algn="just">
                        <a:spcBef>
                          <a:spcPts val="0"/>
                        </a:spcBef>
                        <a:spcAft>
                          <a:spcPts val="0"/>
                        </a:spcAft>
                      </a:pPr>
                      <a:r>
                        <a:rPr lang="en-US" sz="1600" b="0" dirty="0">
                          <a:effectLst/>
                          <a:latin typeface="Consolas" panose="020B0609020204030204" pitchFamily="49" charset="0"/>
                          <a:cs typeface="Consolas" panose="020B0609020204030204" pitchFamily="49" charset="0"/>
                        </a:rPr>
                        <a:t>       BGT  stop        </a:t>
                      </a:r>
                      <a:r>
                        <a:rPr lang="en-US" sz="1600" b="0" dirty="0">
                          <a:solidFill>
                            <a:schemeClr val="bg1">
                              <a:lumMod val="50000"/>
                            </a:schemeClr>
                          </a:solidFill>
                          <a:effectLst/>
                          <a:latin typeface="Consolas" panose="020B0609020204030204" pitchFamily="49" charset="0"/>
                          <a:cs typeface="Consolas" panose="020B0609020204030204" pitchFamily="49" charset="0"/>
                        </a:rPr>
                        <a:t>; if </a:t>
                      </a:r>
                      <a:r>
                        <a:rPr lang="en-US" sz="1600" b="0" dirty="0" err="1">
                          <a:solidFill>
                            <a:schemeClr val="bg1">
                              <a:lumMod val="50000"/>
                            </a:schemeClr>
                          </a:solidFill>
                          <a:effectLst/>
                          <a:latin typeface="Consolas" panose="020B0609020204030204" pitchFamily="49" charset="0"/>
                          <a:cs typeface="Consolas" panose="020B0609020204030204" pitchFamily="49" charset="0"/>
                        </a:rPr>
                        <a:t>i</a:t>
                      </a:r>
                      <a:r>
                        <a:rPr lang="en-US" sz="1600" b="0" dirty="0">
                          <a:solidFill>
                            <a:schemeClr val="bg1">
                              <a:lumMod val="50000"/>
                            </a:schemeClr>
                          </a:solidFill>
                          <a:effectLst/>
                          <a:latin typeface="Consolas" panose="020B0609020204030204" pitchFamily="49" charset="0"/>
                          <a:cs typeface="Consolas" panose="020B0609020204030204" pitchFamily="49" charset="0"/>
                        </a:rPr>
                        <a:t> &gt; n, stop</a:t>
                      </a:r>
                    </a:p>
                    <a:p>
                      <a:pPr marL="0" marR="0" algn="just">
                        <a:spcBef>
                          <a:spcPts val="0"/>
                        </a:spcBef>
                        <a:spcAft>
                          <a:spcPts val="0"/>
                        </a:spcAft>
                      </a:pPr>
                      <a:r>
                        <a:rPr lang="en-US" sz="1600" b="0" dirty="0">
                          <a:effectLst/>
                          <a:latin typeface="Consolas" panose="020B0609020204030204" pitchFamily="49" charset="0"/>
                          <a:cs typeface="Consolas" panose="020B0609020204030204" pitchFamily="49" charset="0"/>
                        </a:rPr>
                        <a:t>       MULS r0, r2, r0  </a:t>
                      </a:r>
                      <a:r>
                        <a:rPr lang="en-US" sz="1600" b="0" dirty="0">
                          <a:solidFill>
                            <a:schemeClr val="bg1">
                              <a:lumMod val="50000"/>
                            </a:schemeClr>
                          </a:solidFill>
                          <a:effectLst/>
                          <a:latin typeface="Consolas" panose="020B0609020204030204" pitchFamily="49" charset="0"/>
                          <a:cs typeface="Consolas" panose="020B0609020204030204" pitchFamily="49" charset="0"/>
                        </a:rPr>
                        <a:t>; result *= </a:t>
                      </a:r>
                      <a:r>
                        <a:rPr lang="en-US" sz="1600" b="0" dirty="0" err="1">
                          <a:solidFill>
                            <a:schemeClr val="bg1">
                              <a:lumMod val="50000"/>
                            </a:schemeClr>
                          </a:solidFill>
                          <a:effectLst/>
                          <a:latin typeface="Consolas" panose="020B0609020204030204" pitchFamily="49" charset="0"/>
                          <a:cs typeface="Consolas" panose="020B0609020204030204" pitchFamily="49" charset="0"/>
                        </a:rPr>
                        <a:t>i</a:t>
                      </a:r>
                      <a:endParaRPr lang="en-US" sz="1600" b="0" dirty="0">
                        <a:solidFill>
                          <a:schemeClr val="bg1">
                            <a:lumMod val="50000"/>
                          </a:schemeClr>
                        </a:solidFill>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600" b="0" dirty="0">
                          <a:effectLst/>
                          <a:latin typeface="Consolas" panose="020B0609020204030204" pitchFamily="49" charset="0"/>
                          <a:cs typeface="Consolas" panose="020B0609020204030204" pitchFamily="49" charset="0"/>
                        </a:rPr>
                        <a:t>       ADD  r2, r2, #1  </a:t>
                      </a:r>
                      <a:r>
                        <a:rPr lang="en-US" sz="1600" b="0" dirty="0">
                          <a:solidFill>
                            <a:schemeClr val="bg1">
                              <a:lumMod val="50000"/>
                            </a:schemeClr>
                          </a:solidFill>
                          <a:effectLst/>
                          <a:latin typeface="Consolas" panose="020B0609020204030204" pitchFamily="49" charset="0"/>
                          <a:cs typeface="Consolas" panose="020B0609020204030204" pitchFamily="49" charset="0"/>
                        </a:rPr>
                        <a:t>; </a:t>
                      </a:r>
                      <a:r>
                        <a:rPr lang="en-US" sz="1600" b="0" dirty="0" err="1">
                          <a:solidFill>
                            <a:schemeClr val="bg1">
                              <a:lumMod val="50000"/>
                            </a:schemeClr>
                          </a:solidFill>
                          <a:effectLst/>
                          <a:latin typeface="Consolas" panose="020B0609020204030204" pitchFamily="49" charset="0"/>
                          <a:cs typeface="Consolas" panose="020B0609020204030204" pitchFamily="49" charset="0"/>
                        </a:rPr>
                        <a:t>i</a:t>
                      </a:r>
                      <a:r>
                        <a:rPr lang="en-US" sz="1600" b="0" dirty="0">
                          <a:solidFill>
                            <a:schemeClr val="bg1">
                              <a:lumMod val="50000"/>
                            </a:schemeClr>
                          </a:solidFill>
                          <a:effectLst/>
                          <a:latin typeface="Consolas" panose="020B0609020204030204" pitchFamily="49" charset="0"/>
                          <a:cs typeface="Consolas" panose="020B0609020204030204" pitchFamily="49" charset="0"/>
                        </a:rPr>
                        <a:t>++</a:t>
                      </a:r>
                    </a:p>
                    <a:p>
                      <a:pPr marL="0" marR="0" algn="just">
                        <a:spcBef>
                          <a:spcPts val="0"/>
                        </a:spcBef>
                        <a:spcAft>
                          <a:spcPts val="300"/>
                        </a:spcAft>
                      </a:pPr>
                      <a:r>
                        <a:rPr lang="en-US" sz="1600" b="0" dirty="0">
                          <a:effectLst/>
                          <a:latin typeface="Consolas" panose="020B0609020204030204" pitchFamily="49" charset="0"/>
                          <a:cs typeface="Consolas" panose="020B0609020204030204" pitchFamily="49" charset="0"/>
                        </a:rPr>
                        <a:t>       B    loop:  </a:t>
                      </a:r>
                      <a:endParaRPr lang="en-US" sz="1600" b="0" dirty="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662276398"/>
                  </a:ext>
                </a:extLst>
              </a:tr>
              <a:tr h="730519">
                <a:tc>
                  <a:txBody>
                    <a:bodyPr/>
                    <a:lstStyle/>
                    <a:p>
                      <a:pPr marL="0" marR="0" algn="just">
                        <a:spcBef>
                          <a:spcPts val="300"/>
                        </a:spcBef>
                        <a:spcAft>
                          <a:spcPts val="0"/>
                        </a:spcAft>
                        <a:tabLst>
                          <a:tab pos="355600" algn="l"/>
                        </a:tabLst>
                      </a:pPr>
                      <a:r>
                        <a:rPr lang="en-US" sz="1600" b="0" dirty="0">
                          <a:effectLst/>
                          <a:latin typeface="Consolas" panose="020B0609020204030204" pitchFamily="49" charset="0"/>
                          <a:cs typeface="Consolas" panose="020B0609020204030204" pitchFamily="49" charset="0"/>
                        </a:rPr>
                        <a:t>  while(1);</a:t>
                      </a:r>
                    </a:p>
                    <a:p>
                      <a:pPr marL="0" marR="0" algn="just">
                        <a:spcBef>
                          <a:spcPts val="0"/>
                        </a:spcBef>
                        <a:spcAft>
                          <a:spcPts val="0"/>
                        </a:spcAft>
                        <a:tabLst>
                          <a:tab pos="355600" algn="l"/>
                        </a:tabLst>
                      </a:pPr>
                      <a:r>
                        <a:rPr lang="en-US" sz="1600" b="0" dirty="0">
                          <a:effectLst/>
                          <a:latin typeface="Consolas" panose="020B0609020204030204" pitchFamily="49" charset="0"/>
                          <a:cs typeface="Consolas" panose="020B0609020204030204" pitchFamily="49" charset="0"/>
                        </a:rPr>
                        <a:t>}</a:t>
                      </a:r>
                      <a:endParaRPr lang="en-US" sz="1600" b="0" dirty="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just">
                        <a:spcBef>
                          <a:spcPts val="300"/>
                        </a:spcBef>
                        <a:spcAft>
                          <a:spcPts val="0"/>
                        </a:spcAft>
                      </a:pPr>
                      <a:r>
                        <a:rPr lang="en-US" sz="1600" b="0" dirty="0">
                          <a:effectLst/>
                          <a:latin typeface="Consolas" panose="020B0609020204030204" pitchFamily="49" charset="0"/>
                          <a:cs typeface="Consolas" panose="020B0609020204030204" pitchFamily="49" charset="0"/>
                        </a:rPr>
                        <a:t>Stop:  B    stop</a:t>
                      </a:r>
                    </a:p>
                    <a:p>
                      <a:pPr marL="0" marR="0" algn="just">
                        <a:spcBef>
                          <a:spcPts val="0"/>
                        </a:spcBef>
                        <a:spcAft>
                          <a:spcPts val="0"/>
                        </a:spcAft>
                      </a:pPr>
                      <a:r>
                        <a:rPr lang="en-US" sz="1600" b="0" dirty="0">
                          <a:effectLst/>
                          <a:latin typeface="Consolas" panose="020B0609020204030204" pitchFamily="49" charset="0"/>
                          <a:cs typeface="Consolas" panose="020B0609020204030204" pitchFamily="49" charset="0"/>
                        </a:rPr>
                        <a:t>       ENDP</a:t>
                      </a:r>
                    </a:p>
                    <a:p>
                      <a:pPr marL="0" marR="0" algn="just">
                        <a:spcBef>
                          <a:spcPts val="0"/>
                        </a:spcBef>
                        <a:spcAft>
                          <a:spcPts val="300"/>
                        </a:spcAft>
                      </a:pPr>
                      <a:r>
                        <a:rPr lang="en-US" sz="1600" b="0" dirty="0">
                          <a:effectLst/>
                          <a:latin typeface="Consolas" panose="020B0609020204030204" pitchFamily="49" charset="0"/>
                          <a:cs typeface="Consolas" panose="020B0609020204030204" pitchFamily="49" charset="0"/>
                        </a:rPr>
                        <a:t>       END</a:t>
                      </a:r>
                      <a:endParaRPr lang="en-US" sz="1600" b="0" dirty="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696370182"/>
                  </a:ext>
                </a:extLst>
              </a:tr>
            </a:tbl>
          </a:graphicData>
        </a:graphic>
      </p:graphicFrame>
    </p:spTree>
    <p:extLst>
      <p:ext uri="{BB962C8B-B14F-4D97-AF65-F5344CB8AC3E}">
        <p14:creationId xmlns:p14="http://schemas.microsoft.com/office/powerpoint/2010/main" val="348273023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BAED90-AD14-33E4-CEB5-B22562F5C162}"/>
              </a:ext>
            </a:extLst>
          </p:cNvPr>
          <p:cNvSpPr>
            <a:spLocks noGrp="1"/>
          </p:cNvSpPr>
          <p:nvPr>
            <p:ph type="title"/>
          </p:nvPr>
        </p:nvSpPr>
        <p:spPr/>
        <p:txBody>
          <a:bodyPr/>
          <a:lstStyle/>
          <a:p>
            <a:r>
              <a:rPr lang="en-US" dirty="0"/>
              <a:t>Stop B stop</a:t>
            </a:r>
          </a:p>
        </p:txBody>
      </p:sp>
      <p:sp>
        <p:nvSpPr>
          <p:cNvPr id="3" name="Slide Number Placeholder 2">
            <a:extLst>
              <a:ext uri="{FF2B5EF4-FFF2-40B4-BE49-F238E27FC236}">
                <a16:creationId xmlns:a16="http://schemas.microsoft.com/office/drawing/2014/main" id="{92417091-1345-92BE-405C-77A7F7FD4C10}"/>
              </a:ext>
            </a:extLst>
          </p:cNvPr>
          <p:cNvSpPr>
            <a:spLocks noGrp="1"/>
          </p:cNvSpPr>
          <p:nvPr>
            <p:ph type="sldNum" sz="quarter" idx="12"/>
          </p:nvPr>
        </p:nvSpPr>
        <p:spPr/>
        <p:txBody>
          <a:bodyPr/>
          <a:lstStyle/>
          <a:p>
            <a:fld id="{EA7C8D44-3667-46F6-9772-CC52308E2A7F}" type="slidenum">
              <a:rPr kumimoji="0" lang="en-US" smtClean="0"/>
              <a:pPr/>
              <a:t>15</a:t>
            </a:fld>
            <a:endParaRPr kumimoji="0" lang="en-US" dirty="0"/>
          </a:p>
        </p:txBody>
      </p:sp>
      <p:sp>
        <p:nvSpPr>
          <p:cNvPr id="4" name="Content Placeholder 3">
            <a:extLst>
              <a:ext uri="{FF2B5EF4-FFF2-40B4-BE49-F238E27FC236}">
                <a16:creationId xmlns:a16="http://schemas.microsoft.com/office/drawing/2014/main" id="{9616546C-A4C9-D3B5-7FA3-9764F88CAA4D}"/>
              </a:ext>
            </a:extLst>
          </p:cNvPr>
          <p:cNvSpPr>
            <a:spLocks noGrp="1"/>
          </p:cNvSpPr>
          <p:nvPr>
            <p:ph sz="quarter" idx="1"/>
          </p:nvPr>
        </p:nvSpPr>
        <p:spPr/>
        <p:txBody>
          <a:bodyPr>
            <a:normAutofit/>
          </a:bodyPr>
          <a:lstStyle/>
          <a:p>
            <a:r>
              <a:rPr lang="en-US" dirty="0"/>
              <a:t>“stop B stop” means an infinite loop: that repeatedly branches to the label "stop".</a:t>
            </a:r>
          </a:p>
          <a:p>
            <a:pPr lvl="1"/>
            <a:r>
              <a:rPr lang="en-US" dirty="0"/>
              <a:t>B is the branch instruction in ARM, which causes the program to jump to the specified label or address.</a:t>
            </a:r>
          </a:p>
          <a:p>
            <a:pPr lvl="1"/>
            <a:r>
              <a:rPr lang="en-US" dirty="0"/>
              <a:t>Here, the label and destination are both "stop". This creates a loop: where execution never moves past this point.</a:t>
            </a:r>
          </a:p>
          <a:p>
            <a:pPr lvl="1"/>
            <a:r>
              <a:rPr lang="en-US" dirty="0"/>
              <a:t>It is commonly used to halt the program or wait indefinitely, often when the program completes or to prevent it from running into uninitialized memory.</a:t>
            </a:r>
          </a:p>
        </p:txBody>
      </p:sp>
    </p:spTree>
    <p:extLst>
      <p:ext uri="{BB962C8B-B14F-4D97-AF65-F5344CB8AC3E}">
        <p14:creationId xmlns:p14="http://schemas.microsoft.com/office/powerpoint/2010/main" val="15819252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152400"/>
            <a:ext cx="5791200" cy="990600"/>
          </a:xfrm>
        </p:spPr>
        <p:txBody>
          <a:bodyPr>
            <a:normAutofit fontScale="90000"/>
          </a:bodyPr>
          <a:lstStyle/>
          <a:p>
            <a:r>
              <a:rPr lang="en-US" dirty="0"/>
              <a:t>Example 2: Counting Ones in a Word</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16</a:t>
            </a:fld>
            <a:endParaRPr kumimoji="0" lang="en-US" dirty="0"/>
          </a:p>
        </p:txBody>
      </p:sp>
      <p:sp>
        <p:nvSpPr>
          <p:cNvPr id="5" name="Rectangle 4"/>
          <p:cNvSpPr/>
          <p:nvPr/>
        </p:nvSpPr>
        <p:spPr>
          <a:xfrm>
            <a:off x="1752601" y="1225907"/>
            <a:ext cx="4233333" cy="5047536"/>
          </a:xfrm>
          <a:prstGeom prst="rect">
            <a:avLst/>
          </a:prstGeom>
        </p:spPr>
        <p:style>
          <a:lnRef idx="2">
            <a:schemeClr val="accent1"/>
          </a:lnRef>
          <a:fillRef idx="1">
            <a:schemeClr val="lt1"/>
          </a:fillRef>
          <a:effectRef idx="0">
            <a:schemeClr val="accent1"/>
          </a:effectRef>
          <a:fontRef idx="minor">
            <a:schemeClr val="dk1"/>
          </a:fontRef>
        </p:style>
        <p:txBody>
          <a:bodyPr wrap="square">
            <a:spAutoFit/>
          </a:bodyPr>
          <a:lstStyle/>
          <a:p>
            <a:r>
              <a:rPr lang="en-US" sz="1400" dirty="0">
                <a:latin typeface="Consolas" panose="020B0609020204030204" pitchFamily="49" charset="0"/>
                <a:cs typeface="Consolas" panose="020B0609020204030204" pitchFamily="49" charset="0"/>
              </a:rPr>
              <a:t>Assembly Program</a:t>
            </a:r>
          </a:p>
          <a:p>
            <a:r>
              <a:rPr lang="en-US" sz="1400" dirty="0">
                <a:latin typeface="Consolas" panose="020B0609020204030204" pitchFamily="49" charset="0"/>
                <a:cs typeface="Consolas" panose="020B0609020204030204" pitchFamily="49" charset="0"/>
              </a:rPr>
              <a:t>        AREA </a:t>
            </a:r>
            <a:r>
              <a:rPr lang="en-US" sz="1400" dirty="0" err="1">
                <a:latin typeface="Consolas" panose="020B0609020204030204" pitchFamily="49" charset="0"/>
                <a:cs typeface="Consolas" panose="020B0609020204030204" pitchFamily="49" charset="0"/>
              </a:rPr>
              <a:t>Count_Ones</a:t>
            </a:r>
            <a:r>
              <a:rPr lang="en-US" sz="1400" dirty="0">
                <a:latin typeface="Consolas" panose="020B0609020204030204" pitchFamily="49" charset="0"/>
                <a:cs typeface="Consolas" panose="020B0609020204030204" pitchFamily="49" charset="0"/>
              </a:rPr>
              <a:t>, CODE</a:t>
            </a:r>
          </a:p>
          <a:p>
            <a:r>
              <a:rPr lang="en-US" sz="1400" dirty="0">
                <a:latin typeface="Consolas" panose="020B0609020204030204" pitchFamily="49" charset="0"/>
                <a:cs typeface="Consolas" panose="020B0609020204030204" pitchFamily="49" charset="0"/>
              </a:rPr>
              <a:t>        EXPORT __main</a:t>
            </a:r>
          </a:p>
          <a:p>
            <a:r>
              <a:rPr lang="en-US" sz="1400" dirty="0">
                <a:latin typeface="Consolas" panose="020B0609020204030204" pitchFamily="49" charset="0"/>
                <a:cs typeface="Consolas" panose="020B0609020204030204" pitchFamily="49" charset="0"/>
              </a:rPr>
              <a:t>        ALIGN</a:t>
            </a:r>
          </a:p>
          <a:p>
            <a:r>
              <a:rPr lang="en-US" sz="1400" dirty="0">
                <a:latin typeface="Consolas" panose="020B0609020204030204" pitchFamily="49" charset="0"/>
                <a:cs typeface="Consolas" panose="020B0609020204030204" pitchFamily="49" charset="0"/>
              </a:rPr>
              <a:t>        ENTRY</a:t>
            </a:r>
          </a:p>
          <a:p>
            <a:r>
              <a:rPr lang="en-US" sz="1400" dirty="0">
                <a:latin typeface="Consolas" panose="020B0609020204030204" pitchFamily="49" charset="0"/>
                <a:cs typeface="Consolas" panose="020B0609020204030204" pitchFamily="49" charset="0"/>
              </a:rPr>
              <a:t>__main  PROC</a:t>
            </a:r>
          </a:p>
          <a:p>
            <a:r>
              <a:rPr lang="en-US" sz="1400" dirty="0">
                <a:solidFill>
                  <a:schemeClr val="bg1">
                    <a:lumMod val="50000"/>
                  </a:schemeClr>
                </a:solidFill>
                <a:latin typeface="Consolas" panose="020B0609020204030204" pitchFamily="49" charset="0"/>
                <a:cs typeface="Consolas" panose="020B0609020204030204" pitchFamily="49" charset="0"/>
              </a:rPr>
              <a:t>        ; r0 = Input = x</a:t>
            </a:r>
          </a:p>
          <a:p>
            <a:r>
              <a:rPr lang="en-US" sz="1400" dirty="0">
                <a:solidFill>
                  <a:schemeClr val="bg1">
                    <a:lumMod val="50000"/>
                  </a:schemeClr>
                </a:solidFill>
                <a:latin typeface="Consolas" panose="020B0609020204030204" pitchFamily="49" charset="0"/>
                <a:cs typeface="Consolas" panose="020B0609020204030204" pitchFamily="49" charset="0"/>
              </a:rPr>
              <a:t>        ; r1 = Number of ones = counter</a:t>
            </a:r>
          </a:p>
          <a:p>
            <a:r>
              <a:rPr lang="en-US" sz="1400" dirty="0">
                <a:latin typeface="Consolas" panose="020B0609020204030204" pitchFamily="49" charset="0"/>
                <a:cs typeface="Consolas" panose="020B0609020204030204" pitchFamily="49" charset="0"/>
              </a:rPr>
              <a:t>        LDR  r0, =0xAAAAAAAA</a:t>
            </a:r>
          </a:p>
          <a:p>
            <a:endParaRPr lang="en-US" sz="1400" dirty="0">
              <a:latin typeface="Consolas" panose="020B0609020204030204" pitchFamily="49" charset="0"/>
              <a:cs typeface="Consolas" panose="020B0609020204030204" pitchFamily="49" charset="0"/>
            </a:endParaRPr>
          </a:p>
          <a:p>
            <a:r>
              <a:rPr lang="en-US" sz="1400" dirty="0">
                <a:solidFill>
                  <a:schemeClr val="bg1">
                    <a:lumMod val="50000"/>
                  </a:schemeClr>
                </a:solidFill>
                <a:latin typeface="Consolas" panose="020B0609020204030204" pitchFamily="49" charset="0"/>
                <a:cs typeface="Consolas" panose="020B0609020204030204" pitchFamily="49" charset="0"/>
              </a:rPr>
              <a:t>        ; r1 = r0 &gt;&gt; 31</a:t>
            </a:r>
          </a:p>
          <a:p>
            <a:r>
              <a:rPr lang="en-US" sz="1400" dirty="0">
                <a:latin typeface="Consolas" panose="020B0609020204030204" pitchFamily="49" charset="0"/>
                <a:cs typeface="Consolas" panose="020B0609020204030204" pitchFamily="49" charset="0"/>
              </a:rPr>
              <a:t>        </a:t>
            </a:r>
            <a:r>
              <a:rPr lang="en-US" sz="1400" dirty="0">
                <a:solidFill>
                  <a:srgbClr val="0000FF"/>
                </a:solidFill>
                <a:latin typeface="Consolas" panose="020B0609020204030204" pitchFamily="49" charset="0"/>
                <a:cs typeface="Consolas" panose="020B0609020204030204" pitchFamily="49" charset="0"/>
              </a:rPr>
              <a:t>MOV  r1, r0, LSR #31 </a:t>
            </a:r>
          </a:p>
          <a:p>
            <a:endParaRPr lang="en-US" sz="1400" dirty="0">
              <a:latin typeface="Consolas" panose="020B0609020204030204" pitchFamily="49" charset="0"/>
              <a:cs typeface="Consolas" panose="020B0609020204030204" pitchFamily="49" charset="0"/>
            </a:endParaRPr>
          </a:p>
          <a:p>
            <a:r>
              <a:rPr lang="en-US" sz="1400" dirty="0">
                <a:solidFill>
                  <a:schemeClr val="bg1">
                    <a:lumMod val="50000"/>
                  </a:schemeClr>
                </a:solidFill>
                <a:latin typeface="Consolas" panose="020B0609020204030204" pitchFamily="49" charset="0"/>
                <a:cs typeface="Consolas" panose="020B0609020204030204" pitchFamily="49" charset="0"/>
              </a:rPr>
              <a:t>        ; r0 = r0 &lt;&lt; 2 and change Carry</a:t>
            </a:r>
          </a:p>
          <a:p>
            <a:r>
              <a:rPr lang="en-US" sz="1400" dirty="0">
                <a:solidFill>
                  <a:srgbClr val="0000FF"/>
                </a:solidFill>
                <a:latin typeface="Consolas" panose="020B0609020204030204" pitchFamily="49" charset="0"/>
                <a:cs typeface="Consolas" panose="020B0609020204030204" pitchFamily="49" charset="0"/>
              </a:rPr>
              <a:t>loop:   MOVS r0, r0, LSL #2	  </a:t>
            </a:r>
          </a:p>
          <a:p>
            <a:endParaRPr lang="en-US" sz="1400" dirty="0">
              <a:solidFill>
                <a:srgbClr val="0000FF"/>
              </a:solidFill>
              <a:latin typeface="Consolas" panose="020B0609020204030204" pitchFamily="49" charset="0"/>
              <a:cs typeface="Consolas" panose="020B0609020204030204" pitchFamily="49" charset="0"/>
            </a:endParaRPr>
          </a:p>
          <a:p>
            <a:r>
              <a:rPr lang="en-US" sz="1400" dirty="0">
                <a:solidFill>
                  <a:schemeClr val="bg1">
                    <a:lumMod val="50000"/>
                  </a:schemeClr>
                </a:solidFill>
                <a:latin typeface="Consolas" panose="020B0609020204030204" pitchFamily="49" charset="0"/>
                <a:cs typeface="Consolas" panose="020B0609020204030204" pitchFamily="49" charset="0"/>
              </a:rPr>
              <a:t>        ; r1 = r1 + r0 &gt;&gt; 31 + Carry </a:t>
            </a:r>
          </a:p>
          <a:p>
            <a:r>
              <a:rPr lang="en-US" sz="1400" dirty="0">
                <a:solidFill>
                  <a:srgbClr val="0000FF"/>
                </a:solidFill>
                <a:latin typeface="Consolas" panose="020B0609020204030204" pitchFamily="49" charset="0"/>
                <a:cs typeface="Consolas" panose="020B0609020204030204" pitchFamily="49" charset="0"/>
              </a:rPr>
              <a:t>        ADC    r1, r1, r0, LSR #31	  </a:t>
            </a:r>
          </a:p>
          <a:p>
            <a:r>
              <a:rPr lang="en-US" sz="1400" dirty="0">
                <a:solidFill>
                  <a:srgbClr val="0000FF"/>
                </a:solidFill>
                <a:latin typeface="Consolas" panose="020B0609020204030204" pitchFamily="49" charset="0"/>
                <a:cs typeface="Consolas" panose="020B0609020204030204" pitchFamily="49" charset="0"/>
              </a:rPr>
              <a:t>        BNE  loop:</a:t>
            </a:r>
          </a:p>
          <a:p>
            <a:endParaRPr lang="en-US" sz="1400" dirty="0">
              <a:latin typeface="Consolas" panose="020B0609020204030204" pitchFamily="49" charset="0"/>
              <a:cs typeface="Consolas" panose="020B0609020204030204" pitchFamily="49" charset="0"/>
            </a:endParaRPr>
          </a:p>
          <a:p>
            <a:r>
              <a:rPr lang="en-US" sz="1400" dirty="0">
                <a:latin typeface="Consolas" panose="020B0609020204030204" pitchFamily="49" charset="0"/>
                <a:cs typeface="Consolas" panose="020B0609020204030204" pitchFamily="49" charset="0"/>
              </a:rPr>
              <a:t>Stop:   B	 stop</a:t>
            </a:r>
          </a:p>
          <a:p>
            <a:r>
              <a:rPr lang="en-US" sz="1400" dirty="0">
                <a:latin typeface="Consolas" panose="020B0609020204030204" pitchFamily="49" charset="0"/>
                <a:cs typeface="Consolas" panose="020B0609020204030204" pitchFamily="49" charset="0"/>
              </a:rPr>
              <a:t>        ENDP</a:t>
            </a:r>
          </a:p>
          <a:p>
            <a:r>
              <a:rPr lang="en-US" sz="1400" dirty="0">
                <a:latin typeface="Consolas" panose="020B0609020204030204" pitchFamily="49" charset="0"/>
                <a:cs typeface="Consolas" panose="020B0609020204030204" pitchFamily="49" charset="0"/>
              </a:rPr>
              <a:t>        END</a:t>
            </a:r>
          </a:p>
        </p:txBody>
      </p:sp>
      <p:pic>
        <p:nvPicPr>
          <p:cNvPr id="8" name="Picture 7"/>
          <p:cNvPicPr>
            <a:picLocks noChangeAspect="1"/>
          </p:cNvPicPr>
          <p:nvPr/>
        </p:nvPicPr>
        <p:blipFill>
          <a:blip r:embed="rId2"/>
          <a:stretch>
            <a:fillRect/>
          </a:stretch>
        </p:blipFill>
        <p:spPr>
          <a:xfrm>
            <a:off x="6858000" y="3196756"/>
            <a:ext cx="4125460" cy="2988916"/>
          </a:xfrm>
          <a:prstGeom prst="rect">
            <a:avLst/>
          </a:prstGeom>
        </p:spPr>
      </p:pic>
      <p:sp>
        <p:nvSpPr>
          <p:cNvPr id="9" name="Rectangle 8"/>
          <p:cNvSpPr/>
          <p:nvPr/>
        </p:nvSpPr>
        <p:spPr>
          <a:xfrm>
            <a:off x="6894060" y="6234627"/>
            <a:ext cx="4114800" cy="307777"/>
          </a:xfrm>
          <a:prstGeom prst="rect">
            <a:avLst/>
          </a:prstGeom>
        </p:spPr>
        <p:txBody>
          <a:bodyPr wrap="square">
            <a:spAutoFit/>
          </a:bodyPr>
          <a:lstStyle/>
          <a:p>
            <a:r>
              <a:rPr lang="en-US" sz="1400" dirty="0">
                <a:solidFill>
                  <a:srgbClr val="000000"/>
                </a:solidFill>
                <a:latin typeface="Arial" panose="020B0604020202020204" pitchFamily="34" charset="0"/>
              </a:rPr>
              <a:t>At the end of the first loop:: </a:t>
            </a:r>
            <a:r>
              <a:rPr lang="en-US" sz="1400" b="1" dirty="0">
                <a:solidFill>
                  <a:srgbClr val="FF0000"/>
                </a:solidFill>
                <a:latin typeface="Arial" panose="020B0604020202020204" pitchFamily="34" charset="0"/>
              </a:rPr>
              <a:t>r1 = b31 + b30 + b29</a:t>
            </a:r>
            <a:endParaRPr lang="en-US" sz="1400" dirty="0">
              <a:solidFill>
                <a:srgbClr val="000000"/>
              </a:solidFill>
              <a:latin typeface="Arial" panose="020B0604020202020204" pitchFamily="34" charset="0"/>
            </a:endParaRPr>
          </a:p>
        </p:txBody>
      </p:sp>
      <p:graphicFrame>
        <p:nvGraphicFramePr>
          <p:cNvPr id="4" name="Table 3">
            <a:extLst>
              <a:ext uri="{FF2B5EF4-FFF2-40B4-BE49-F238E27FC236}">
                <a16:creationId xmlns:a16="http://schemas.microsoft.com/office/drawing/2014/main" id="{E41F727E-0261-CE21-C085-FEF883720854}"/>
              </a:ext>
            </a:extLst>
          </p:cNvPr>
          <p:cNvGraphicFramePr>
            <a:graphicFrameLocks noGrp="1"/>
          </p:cNvGraphicFramePr>
          <p:nvPr>
            <p:extLst>
              <p:ext uri="{D42A27DB-BD31-4B8C-83A1-F6EECF244321}">
                <p14:modId xmlns:p14="http://schemas.microsoft.com/office/powerpoint/2010/main" val="59678810"/>
              </p:ext>
            </p:extLst>
          </p:nvPr>
        </p:nvGraphicFramePr>
        <p:xfrm>
          <a:off x="6503496" y="128546"/>
          <a:ext cx="4834467" cy="3019255"/>
        </p:xfrm>
        <a:graphic>
          <a:graphicData uri="http://schemas.openxmlformats.org/drawingml/2006/table">
            <a:tbl>
              <a:tblPr firstRow="1" firstCol="1" bandRow="1" bandCol="1">
                <a:tableStyleId>{2D5ABB26-0587-4C30-8999-92F81FD0307C}</a:tableStyleId>
              </a:tblPr>
              <a:tblGrid>
                <a:gridCol w="4834467">
                  <a:extLst>
                    <a:ext uri="{9D8B030D-6E8A-4147-A177-3AD203B41FA5}">
                      <a16:colId xmlns:a16="http://schemas.microsoft.com/office/drawing/2014/main" val="20000"/>
                    </a:ext>
                  </a:extLst>
                </a:gridCol>
              </a:tblGrid>
              <a:tr h="3019255">
                <a:tc>
                  <a:txBody>
                    <a:bodyPr/>
                    <a:lstStyle/>
                    <a:p>
                      <a:pPr marL="0" marR="0">
                        <a:spcBef>
                          <a:spcPts val="0"/>
                        </a:spcBef>
                        <a:spcAft>
                          <a:spcPts val="0"/>
                        </a:spcAft>
                      </a:pPr>
                      <a:r>
                        <a:rPr lang="en-US" sz="1400" b="0" dirty="0">
                          <a:effectLst/>
                        </a:rPr>
                        <a:t>After LDR: r0=10101010101010101010101010101010</a:t>
                      </a:r>
                    </a:p>
                    <a:p>
                      <a:pPr marL="0" marR="0">
                        <a:spcBef>
                          <a:spcPts val="0"/>
                        </a:spcBef>
                        <a:spcAft>
                          <a:spcPts val="0"/>
                        </a:spcAft>
                      </a:pPr>
                      <a:r>
                        <a:rPr lang="en-US" sz="1400" b="0" dirty="0">
                          <a:effectLst/>
                        </a:rPr>
                        <a:t>(Load input data into r0)</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400" b="0" dirty="0">
                          <a:effectLst/>
                        </a:rPr>
                        <a:t>After MOV: r1=r0 &gt;&gt; 31 = 1 (Initialize r1 with the most significant bit of r0. r0 logical shift right by 31 bits, take the leftmost bit b31)</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400" b="0" dirty="0">
                          <a:effectLst/>
                        </a:rPr>
                        <a:t>After MOVS: r0 = r0 &lt;&lt; 2 =10101010101010101010101010101000</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400" b="0" dirty="0">
                          <a:effectLst/>
                        </a:rPr>
                        <a:t>(Logical shift left r0 by 2 bits and update C = 0, as the last shifted out bit b30)</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400" b="0" dirty="0">
                          <a:effectLst/>
                        </a:rPr>
                        <a:t>After ADC: </a:t>
                      </a:r>
                      <a:r>
                        <a:rPr lang="pt-BR" sz="1400" b="0" dirty="0">
                          <a:effectLst/>
                        </a:rPr>
                        <a:t>r1 = </a:t>
                      </a:r>
                      <a:r>
                        <a:rPr lang="pt-BR" sz="1400" b="0" dirty="0">
                          <a:solidFill>
                            <a:srgbClr val="FF0000"/>
                          </a:solidFill>
                          <a:effectLst/>
                        </a:rPr>
                        <a:t>r1</a:t>
                      </a:r>
                      <a:r>
                        <a:rPr lang="pt-BR" sz="1400" b="0" dirty="0">
                          <a:effectLst/>
                        </a:rPr>
                        <a:t> + </a:t>
                      </a:r>
                      <a:r>
                        <a:rPr lang="pt-BR" sz="1400" b="0" dirty="0">
                          <a:solidFill>
                            <a:srgbClr val="0000FF"/>
                          </a:solidFill>
                          <a:effectLst/>
                        </a:rPr>
                        <a:t>r0 &gt;&gt; 31 </a:t>
                      </a:r>
                      <a:r>
                        <a:rPr lang="pt-BR" sz="1400" b="0" dirty="0">
                          <a:effectLst/>
                        </a:rPr>
                        <a:t>+ </a:t>
                      </a:r>
                      <a:r>
                        <a:rPr lang="pt-BR" sz="1400" b="0" dirty="0">
                          <a:solidFill>
                            <a:srgbClr val="7030A0"/>
                          </a:solidFill>
                          <a:effectLst/>
                        </a:rPr>
                        <a:t>Carry</a:t>
                      </a:r>
                      <a:r>
                        <a:rPr lang="pt-BR" sz="1400" b="0" dirty="0">
                          <a:effectLst/>
                        </a:rPr>
                        <a:t> = </a:t>
                      </a:r>
                      <a:r>
                        <a:rPr lang="pt-BR" sz="1400" b="0" dirty="0">
                          <a:solidFill>
                            <a:srgbClr val="FF0000"/>
                          </a:solidFill>
                          <a:effectLst/>
                        </a:rPr>
                        <a:t>b31</a:t>
                      </a:r>
                      <a:r>
                        <a:rPr lang="pt-BR" sz="1400" b="0" dirty="0">
                          <a:effectLst/>
                        </a:rPr>
                        <a:t> + </a:t>
                      </a:r>
                      <a:r>
                        <a:rPr lang="pt-BR" sz="1400" b="0" dirty="0">
                          <a:solidFill>
                            <a:srgbClr val="0000FF"/>
                          </a:solidFill>
                          <a:effectLst/>
                        </a:rPr>
                        <a:t>b29</a:t>
                      </a:r>
                      <a:r>
                        <a:rPr lang="pt-BR" sz="1400" b="0" dirty="0">
                          <a:effectLst/>
                        </a:rPr>
                        <a:t> + </a:t>
                      </a:r>
                      <a:r>
                        <a:rPr lang="pt-BR" sz="1400" b="0" dirty="0">
                          <a:solidFill>
                            <a:srgbClr val="7030A0"/>
                          </a:solidFill>
                          <a:effectLst/>
                        </a:rPr>
                        <a:t>b30</a:t>
                      </a:r>
                      <a:r>
                        <a:rPr lang="pt-BR" sz="1400" b="0" dirty="0">
                          <a:effectLst/>
                        </a:rPr>
                        <a:t> =</a:t>
                      </a:r>
                      <a:r>
                        <a:rPr lang="pt-BR" sz="1400" b="0" dirty="0">
                          <a:solidFill>
                            <a:srgbClr val="FF0000"/>
                          </a:solidFill>
                          <a:effectLst/>
                        </a:rPr>
                        <a:t>1</a:t>
                      </a:r>
                      <a:r>
                        <a:rPr lang="pt-BR" sz="1400" b="0" dirty="0">
                          <a:effectLst/>
                        </a:rPr>
                        <a:t> + </a:t>
                      </a:r>
                      <a:r>
                        <a:rPr lang="pt-BR" sz="1400" b="0" dirty="0">
                          <a:solidFill>
                            <a:srgbClr val="0000FF"/>
                          </a:solidFill>
                          <a:effectLst/>
                        </a:rPr>
                        <a:t>1</a:t>
                      </a:r>
                      <a:r>
                        <a:rPr lang="pt-BR" sz="1400" b="0" dirty="0">
                          <a:effectLst/>
                        </a:rPr>
                        <a:t> + </a:t>
                      </a:r>
                      <a:r>
                        <a:rPr lang="pt-BR" sz="1400" b="0" dirty="0">
                          <a:solidFill>
                            <a:srgbClr val="7030A0"/>
                          </a:solidFill>
                          <a:effectLst/>
                        </a:rPr>
                        <a:t>0</a:t>
                      </a:r>
                      <a:r>
                        <a:rPr lang="pt-BR" sz="1400" b="0" dirty="0">
                          <a:effectLst/>
                        </a:rPr>
                        <a:t> = 2</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kern="1200" dirty="0">
                          <a:solidFill>
                            <a:schemeClr val="tx1"/>
                          </a:solidFill>
                          <a:effectLst/>
                          <a:latin typeface="+mn-lt"/>
                          <a:ea typeface="+mn-ea"/>
                          <a:cs typeface="+mn-cs"/>
                        </a:rPr>
                        <a:t>2</a:t>
                      </a:r>
                      <a:r>
                        <a:rPr kumimoji="0" lang="en-US" sz="1400" b="0" kern="1200" baseline="30000" dirty="0">
                          <a:solidFill>
                            <a:schemeClr val="tx1"/>
                          </a:solidFill>
                          <a:effectLst/>
                          <a:latin typeface="+mn-lt"/>
                          <a:ea typeface="+mn-ea"/>
                          <a:cs typeface="+mn-cs"/>
                        </a:rPr>
                        <a:t>nd</a:t>
                      </a:r>
                      <a:r>
                        <a:rPr kumimoji="0" lang="en-US" sz="1400" b="0" kern="1200" dirty="0">
                          <a:solidFill>
                            <a:schemeClr val="tx1"/>
                          </a:solidFill>
                          <a:effectLst/>
                          <a:latin typeface="+mn-lt"/>
                          <a:ea typeface="+mn-ea"/>
                          <a:cs typeface="+mn-cs"/>
                        </a:rPr>
                        <a:t> iteration: </a:t>
                      </a:r>
                      <a:r>
                        <a:rPr lang="pt-BR" sz="1400" b="0" dirty="0">
                          <a:effectLst/>
                        </a:rPr>
                        <a:t>r1 = r1 + </a:t>
                      </a:r>
                      <a:r>
                        <a:rPr lang="pt-BR" sz="1400" b="0" dirty="0">
                          <a:solidFill>
                            <a:srgbClr val="0066FF"/>
                          </a:solidFill>
                          <a:effectLst/>
                        </a:rPr>
                        <a:t>b28</a:t>
                      </a:r>
                      <a:r>
                        <a:rPr lang="pt-BR" sz="1400" b="0" dirty="0">
                          <a:effectLst/>
                        </a:rPr>
                        <a:t> + </a:t>
                      </a:r>
                      <a:r>
                        <a:rPr lang="pt-BR" sz="1400" b="0" dirty="0">
                          <a:solidFill>
                            <a:srgbClr val="7030A0"/>
                          </a:solidFill>
                          <a:effectLst/>
                        </a:rPr>
                        <a:t>b27</a:t>
                      </a:r>
                      <a:r>
                        <a:rPr lang="pt-BR" sz="1400" b="0" dirty="0">
                          <a:effectLst/>
                        </a:rPr>
                        <a:t> = 2 + 1 + 0 = 3</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400" b="0" dirty="0">
                          <a:effectLst/>
                        </a:rPr>
                        <a:t>If after MOVS, the result in r0 is zero, (no more 1’s), Z flag is set to 1 and the loop: exits</a:t>
                      </a:r>
                    </a:p>
                  </a:txBody>
                  <a:tcPr marL="68580" marR="68580" marT="0" marB="0">
                    <a:solidFill>
                      <a:schemeClr val="bg1">
                        <a:lumMod val="85000"/>
                      </a:schemeClr>
                    </a:solidFill>
                  </a:tcPr>
                </a:tc>
                <a:extLst>
                  <a:ext uri="{0D108BD9-81ED-4DB2-BD59-A6C34878D82A}">
                    <a16:rowId xmlns:a16="http://schemas.microsoft.com/office/drawing/2014/main" val="10000"/>
                  </a:ext>
                </a:extLst>
              </a:tr>
            </a:tbl>
          </a:graphicData>
        </a:graphic>
      </p:graphicFrame>
    </p:spTree>
    <p:extLst>
      <p:ext uri="{BB962C8B-B14F-4D97-AF65-F5344CB8AC3E}">
        <p14:creationId xmlns:p14="http://schemas.microsoft.com/office/powerpoint/2010/main" val="265245272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376B9F45-2758-B02F-7856-1429961D7EC4}"/>
              </a:ext>
            </a:extLst>
          </p:cNvPr>
          <p:cNvSpPr>
            <a:spLocks noGrp="1"/>
          </p:cNvSpPr>
          <p:nvPr>
            <p:ph type="sldNum" sz="quarter" idx="12"/>
          </p:nvPr>
        </p:nvSpPr>
        <p:spPr/>
        <p:txBody>
          <a:bodyPr/>
          <a:lstStyle/>
          <a:p>
            <a:fld id="{EA7C8D44-3667-46F6-9772-CC52308E2A7F}" type="slidenum">
              <a:rPr kumimoji="0" lang="en-US" smtClean="0"/>
              <a:pPr/>
              <a:t>17</a:t>
            </a:fld>
            <a:endParaRPr kumimoji="0" lang="en-US" dirty="0"/>
          </a:p>
        </p:txBody>
      </p:sp>
      <p:graphicFrame>
        <p:nvGraphicFramePr>
          <p:cNvPr id="5" name="Content Placeholder 4">
            <a:extLst>
              <a:ext uri="{FF2B5EF4-FFF2-40B4-BE49-F238E27FC236}">
                <a16:creationId xmlns:a16="http://schemas.microsoft.com/office/drawing/2014/main" id="{48900F47-8D64-65FC-459E-04047CE0E7CF}"/>
              </a:ext>
            </a:extLst>
          </p:cNvPr>
          <p:cNvGraphicFramePr>
            <a:graphicFrameLocks noGrp="1"/>
          </p:cNvGraphicFramePr>
          <p:nvPr>
            <p:ph sz="quarter" idx="1"/>
          </p:nvPr>
        </p:nvGraphicFramePr>
        <p:xfrm>
          <a:off x="1981200" y="1219201"/>
          <a:ext cx="8229600" cy="2731997"/>
        </p:xfrm>
        <a:graphic>
          <a:graphicData uri="http://schemas.openxmlformats.org/drawingml/2006/table">
            <a:tbl>
              <a:tblPr/>
              <a:tblGrid>
                <a:gridCol w="1295400">
                  <a:extLst>
                    <a:ext uri="{9D8B030D-6E8A-4147-A177-3AD203B41FA5}">
                      <a16:colId xmlns:a16="http://schemas.microsoft.com/office/drawing/2014/main" val="3142993314"/>
                    </a:ext>
                  </a:extLst>
                </a:gridCol>
                <a:gridCol w="1524002">
                  <a:extLst>
                    <a:ext uri="{9D8B030D-6E8A-4147-A177-3AD203B41FA5}">
                      <a16:colId xmlns:a16="http://schemas.microsoft.com/office/drawing/2014/main" val="3652905342"/>
                    </a:ext>
                  </a:extLst>
                </a:gridCol>
                <a:gridCol w="1524000">
                  <a:extLst>
                    <a:ext uri="{9D8B030D-6E8A-4147-A177-3AD203B41FA5}">
                      <a16:colId xmlns:a16="http://schemas.microsoft.com/office/drawing/2014/main" val="4180672181"/>
                    </a:ext>
                  </a:extLst>
                </a:gridCol>
                <a:gridCol w="2240278">
                  <a:extLst>
                    <a:ext uri="{9D8B030D-6E8A-4147-A177-3AD203B41FA5}">
                      <a16:colId xmlns:a16="http://schemas.microsoft.com/office/drawing/2014/main" val="2934667902"/>
                    </a:ext>
                  </a:extLst>
                </a:gridCol>
                <a:gridCol w="1645920">
                  <a:extLst>
                    <a:ext uri="{9D8B030D-6E8A-4147-A177-3AD203B41FA5}">
                      <a16:colId xmlns:a16="http://schemas.microsoft.com/office/drawing/2014/main" val="595233334"/>
                    </a:ext>
                  </a:extLst>
                </a:gridCol>
              </a:tblGrid>
              <a:tr h="781277">
                <a:tc>
                  <a:txBody>
                    <a:bodyPr/>
                    <a:lstStyle/>
                    <a:p>
                      <a:pPr algn="l" fontAlgn="t" latinLnBrk="0">
                        <a:buNone/>
                      </a:pPr>
                      <a:r>
                        <a:rPr lang="en-US" sz="1600" b="0" dirty="0">
                          <a:effectLst/>
                        </a:rPr>
                        <a:t>Iteration</a:t>
                      </a:r>
                    </a:p>
                  </a:txBody>
                  <a:tcPr>
                    <a:lnL w="7620" cap="flat" cmpd="sng" algn="ctr">
                      <a:solidFill>
                        <a:srgbClr val="00180A"/>
                      </a:solidFill>
                      <a:prstDash val="solid"/>
                      <a:round/>
                      <a:headEnd type="none" w="med" len="med"/>
                      <a:tailEnd type="none" w="med" len="med"/>
                    </a:lnL>
                    <a:lnR w="7620" cap="flat" cmpd="sng" algn="ctr">
                      <a:solidFill>
                        <a:srgbClr val="800A0A"/>
                      </a:solidFill>
                      <a:prstDash val="solid"/>
                      <a:round/>
                      <a:headEnd type="none" w="med" len="med"/>
                      <a:tailEnd type="none" w="med" len="med"/>
                    </a:lnR>
                    <a:lnT w="7620" cap="flat" cmpd="sng" algn="ctr">
                      <a:solidFill>
                        <a:srgbClr val="00180A"/>
                      </a:solidFill>
                      <a:prstDash val="solid"/>
                      <a:round/>
                      <a:headEnd type="none" w="med" len="med"/>
                      <a:tailEnd type="none" w="med" len="med"/>
                    </a:lnT>
                    <a:lnB w="12700" cap="flat" cmpd="sng" algn="ctr">
                      <a:solidFill>
                        <a:srgbClr val="E0040A"/>
                      </a:solidFill>
                      <a:prstDash val="solid"/>
                      <a:round/>
                      <a:headEnd type="none" w="med" len="med"/>
                      <a:tailEnd type="none" w="med" len="med"/>
                    </a:lnB>
                    <a:solidFill>
                      <a:schemeClr val="bg1">
                        <a:lumMod val="85000"/>
                      </a:schemeClr>
                    </a:solidFill>
                  </a:tcPr>
                </a:tc>
                <a:tc>
                  <a:txBody>
                    <a:bodyPr/>
                    <a:lstStyle/>
                    <a:p>
                      <a:pPr algn="l" fontAlgn="t" latinLnBrk="0">
                        <a:buNone/>
                      </a:pPr>
                      <a:r>
                        <a:rPr lang="en-US" sz="1600" b="0">
                          <a:effectLst/>
                        </a:rPr>
                        <a:t>Shifted r0 value (MSB bit)</a:t>
                      </a:r>
                    </a:p>
                  </a:txBody>
                  <a:tcPr>
                    <a:lnL w="7620" cap="flat" cmpd="sng" algn="ctr">
                      <a:solidFill>
                        <a:srgbClr val="800A0A"/>
                      </a:solidFill>
                      <a:prstDash val="solid"/>
                      <a:round/>
                      <a:headEnd type="none" w="med" len="med"/>
                      <a:tailEnd type="none" w="med" len="med"/>
                    </a:lnL>
                    <a:lnR w="7620" cap="flat" cmpd="sng" algn="ctr">
                      <a:solidFill>
                        <a:srgbClr val="60180A"/>
                      </a:solidFill>
                      <a:prstDash val="solid"/>
                      <a:round/>
                      <a:headEnd type="none" w="med" len="med"/>
                      <a:tailEnd type="none" w="med" len="med"/>
                    </a:lnR>
                    <a:lnT w="7620" cap="flat" cmpd="sng" algn="ctr">
                      <a:solidFill>
                        <a:srgbClr val="800A0A"/>
                      </a:solidFill>
                      <a:prstDash val="solid"/>
                      <a:round/>
                      <a:headEnd type="none" w="med" len="med"/>
                      <a:tailEnd type="none" w="med" len="med"/>
                    </a:lnT>
                    <a:lnB w="12700" cap="flat" cmpd="sng" algn="ctr">
                      <a:solidFill>
                        <a:srgbClr val="00180A"/>
                      </a:solidFill>
                      <a:prstDash val="solid"/>
                      <a:round/>
                      <a:headEnd type="none" w="med" len="med"/>
                      <a:tailEnd type="none" w="med" len="med"/>
                    </a:lnB>
                    <a:solidFill>
                      <a:schemeClr val="bg1">
                        <a:lumMod val="85000"/>
                      </a:schemeClr>
                    </a:solidFill>
                  </a:tcPr>
                </a:tc>
                <a:tc>
                  <a:txBody>
                    <a:bodyPr/>
                    <a:lstStyle/>
                    <a:p>
                      <a:pPr algn="l" fontAlgn="t" latinLnBrk="0">
                        <a:buNone/>
                      </a:pPr>
                      <a:r>
                        <a:rPr lang="en-US" sz="1600" b="0">
                          <a:effectLst/>
                        </a:rPr>
                        <a:t>Carry bit (last shifted out)</a:t>
                      </a:r>
                    </a:p>
                  </a:txBody>
                  <a:tcPr>
                    <a:lnL w="7620" cap="flat" cmpd="sng" algn="ctr">
                      <a:solidFill>
                        <a:srgbClr val="60180A"/>
                      </a:solidFill>
                      <a:prstDash val="solid"/>
                      <a:round/>
                      <a:headEnd type="none" w="med" len="med"/>
                      <a:tailEnd type="none" w="med" len="med"/>
                    </a:lnL>
                    <a:lnR w="7620" cap="flat" cmpd="sng" algn="ctr">
                      <a:solidFill>
                        <a:srgbClr val="C0120A"/>
                      </a:solidFill>
                      <a:prstDash val="solid"/>
                      <a:round/>
                      <a:headEnd type="none" w="med" len="med"/>
                      <a:tailEnd type="none" w="med" len="med"/>
                    </a:lnR>
                    <a:lnT w="7620" cap="flat" cmpd="sng" algn="ctr">
                      <a:solidFill>
                        <a:srgbClr val="60180A"/>
                      </a:solidFill>
                      <a:prstDash val="solid"/>
                      <a:round/>
                      <a:headEnd type="none" w="med" len="med"/>
                      <a:tailEnd type="none" w="med" len="med"/>
                    </a:lnT>
                    <a:lnB w="12700" cap="flat" cmpd="sng" algn="ctr">
                      <a:solidFill>
                        <a:srgbClr val="20070A"/>
                      </a:solidFill>
                      <a:prstDash val="solid"/>
                      <a:round/>
                      <a:headEnd type="none" w="med" len="med"/>
                      <a:tailEnd type="none" w="med" len="med"/>
                    </a:lnB>
                    <a:solidFill>
                      <a:schemeClr val="bg1">
                        <a:lumMod val="85000"/>
                      </a:schemeClr>
                    </a:solidFill>
                  </a:tcPr>
                </a:tc>
                <a:tc>
                  <a:txBody>
                    <a:bodyPr/>
                    <a:lstStyle/>
                    <a:p>
                      <a:pPr algn="l" fontAlgn="t" latinLnBrk="0">
                        <a:buNone/>
                      </a:pPr>
                      <a:r>
                        <a:rPr lang="en-US" sz="1600" b="0">
                          <a:effectLst/>
                        </a:rPr>
                        <a:t>r1 (accumulated count)</a:t>
                      </a:r>
                    </a:p>
                  </a:txBody>
                  <a:tcPr>
                    <a:lnL w="7620" cap="flat" cmpd="sng" algn="ctr">
                      <a:solidFill>
                        <a:srgbClr val="C0120A"/>
                      </a:solidFill>
                      <a:prstDash val="solid"/>
                      <a:round/>
                      <a:headEnd type="none" w="med" len="med"/>
                      <a:tailEnd type="none" w="med" len="med"/>
                    </a:lnL>
                    <a:lnR w="7620" cap="flat" cmpd="sng" algn="ctr">
                      <a:solidFill>
                        <a:srgbClr val="C0120A"/>
                      </a:solidFill>
                      <a:prstDash val="solid"/>
                      <a:round/>
                      <a:headEnd type="none" w="med" len="med"/>
                      <a:tailEnd type="none" w="med" len="med"/>
                    </a:lnR>
                    <a:lnT w="7620" cap="flat" cmpd="sng" algn="ctr">
                      <a:solidFill>
                        <a:srgbClr val="C0120A"/>
                      </a:solidFill>
                      <a:prstDash val="solid"/>
                      <a:round/>
                      <a:headEnd type="none" w="med" len="med"/>
                      <a:tailEnd type="none" w="med" len="med"/>
                    </a:lnT>
                    <a:lnB w="12700" cap="flat" cmpd="sng" algn="ctr">
                      <a:solidFill>
                        <a:srgbClr val="00180A"/>
                      </a:solidFill>
                      <a:prstDash val="solid"/>
                      <a:round/>
                      <a:headEnd type="none" w="med" len="med"/>
                      <a:tailEnd type="none" w="med" len="med"/>
                    </a:lnB>
                    <a:solidFill>
                      <a:schemeClr val="bg1">
                        <a:lumMod val="85000"/>
                      </a:schemeClr>
                    </a:solidFill>
                  </a:tcPr>
                </a:tc>
                <a:tc>
                  <a:txBody>
                    <a:bodyPr/>
                    <a:lstStyle/>
                    <a:p>
                      <a:pPr algn="l" fontAlgn="t" latinLnBrk="0">
                        <a:buNone/>
                      </a:pPr>
                      <a:r>
                        <a:rPr lang="en-US" sz="1600" b="0" dirty="0">
                          <a:effectLst/>
                        </a:rPr>
                        <a:t>Notes</a:t>
                      </a:r>
                    </a:p>
                  </a:txBody>
                  <a:tcPr>
                    <a:lnL w="7620" cap="flat" cmpd="sng" algn="ctr">
                      <a:solidFill>
                        <a:srgbClr val="C0120A"/>
                      </a:solidFill>
                      <a:prstDash val="solid"/>
                      <a:round/>
                      <a:headEnd type="none" w="med" len="med"/>
                      <a:tailEnd type="none" w="med" len="med"/>
                    </a:lnL>
                    <a:lnR w="7620" cap="flat" cmpd="sng" algn="ctr">
                      <a:solidFill>
                        <a:srgbClr val="C0120A"/>
                      </a:solidFill>
                      <a:prstDash val="solid"/>
                      <a:round/>
                      <a:headEnd type="none" w="med" len="med"/>
                      <a:tailEnd type="none" w="med" len="med"/>
                    </a:lnR>
                    <a:lnT w="7620" cap="flat" cmpd="sng" algn="ctr">
                      <a:solidFill>
                        <a:srgbClr val="C0120A"/>
                      </a:solidFill>
                      <a:prstDash val="solid"/>
                      <a:round/>
                      <a:headEnd type="none" w="med" len="med"/>
                      <a:tailEnd type="none" w="med" len="med"/>
                    </a:lnT>
                    <a:lnB w="12700" cap="flat" cmpd="sng" algn="ctr">
                      <a:solidFill>
                        <a:srgbClr val="00180A"/>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337520952"/>
                  </a:ext>
                </a:extLst>
              </a:tr>
              <a:tr h="491915">
                <a:tc>
                  <a:txBody>
                    <a:bodyPr/>
                    <a:lstStyle/>
                    <a:p>
                      <a:pPr fontAlgn="base" latinLnBrk="0">
                        <a:buNone/>
                      </a:pPr>
                      <a:r>
                        <a:rPr lang="en-US" sz="1400">
                          <a:effectLst/>
                        </a:rPr>
                        <a:t>0 (init)</a:t>
                      </a:r>
                    </a:p>
                  </a:txBody>
                  <a:tcPr anchor="ctr">
                    <a:lnL w="12700" cap="flat" cmpd="sng" algn="ctr">
                      <a:solidFill>
                        <a:srgbClr val="E0040A"/>
                      </a:solidFill>
                      <a:prstDash val="solid"/>
                      <a:round/>
                      <a:headEnd type="none" w="med" len="med"/>
                      <a:tailEnd type="none" w="med" len="med"/>
                    </a:lnL>
                    <a:lnR w="12700" cap="flat" cmpd="sng" algn="ctr">
                      <a:solidFill>
                        <a:srgbClr val="00180A"/>
                      </a:solidFill>
                      <a:prstDash val="solid"/>
                      <a:round/>
                      <a:headEnd type="none" w="med" len="med"/>
                      <a:tailEnd type="none" w="med" len="med"/>
                    </a:lnR>
                    <a:lnT w="12700" cap="flat" cmpd="sng" algn="ctr">
                      <a:solidFill>
                        <a:srgbClr val="E0040A"/>
                      </a:solidFill>
                      <a:prstDash val="solid"/>
                      <a:round/>
                      <a:headEnd type="none" w="med" len="med"/>
                      <a:tailEnd type="none" w="med" len="med"/>
                    </a:lnT>
                    <a:lnB w="12700" cap="flat" cmpd="sng" algn="ctr">
                      <a:solidFill>
                        <a:srgbClr val="600C0A"/>
                      </a:solidFill>
                      <a:prstDash val="solid"/>
                      <a:round/>
                      <a:headEnd type="none" w="med" len="med"/>
                      <a:tailEnd type="none" w="med" len="med"/>
                    </a:lnB>
                    <a:noFill/>
                  </a:tcPr>
                </a:tc>
                <a:tc>
                  <a:txBody>
                    <a:bodyPr/>
                    <a:lstStyle/>
                    <a:p>
                      <a:pPr fontAlgn="base" latinLnBrk="0">
                        <a:buNone/>
                      </a:pPr>
                      <a:r>
                        <a:rPr lang="en-US" sz="1400">
                          <a:effectLst/>
                        </a:rPr>
                        <a:t>—</a:t>
                      </a:r>
                    </a:p>
                  </a:txBody>
                  <a:tcPr anchor="ctr">
                    <a:lnL w="12700" cap="flat" cmpd="sng" algn="ctr">
                      <a:solidFill>
                        <a:srgbClr val="00180A"/>
                      </a:solidFill>
                      <a:prstDash val="solid"/>
                      <a:round/>
                      <a:headEnd type="none" w="med" len="med"/>
                      <a:tailEnd type="none" w="med" len="med"/>
                    </a:lnL>
                    <a:lnR w="12700" cap="flat" cmpd="sng" algn="ctr">
                      <a:solidFill>
                        <a:srgbClr val="20070A"/>
                      </a:solidFill>
                      <a:prstDash val="solid"/>
                      <a:round/>
                      <a:headEnd type="none" w="med" len="med"/>
                      <a:tailEnd type="none" w="med" len="med"/>
                    </a:lnR>
                    <a:lnT w="12700" cap="flat" cmpd="sng" algn="ctr">
                      <a:solidFill>
                        <a:srgbClr val="00180A"/>
                      </a:solidFill>
                      <a:prstDash val="solid"/>
                      <a:round/>
                      <a:headEnd type="none" w="med" len="med"/>
                      <a:tailEnd type="none" w="med" len="med"/>
                    </a:lnT>
                    <a:lnB w="12700" cap="flat" cmpd="sng" algn="ctr">
                      <a:solidFill>
                        <a:srgbClr val="20070A"/>
                      </a:solidFill>
                      <a:prstDash val="solid"/>
                      <a:round/>
                      <a:headEnd type="none" w="med" len="med"/>
                      <a:tailEnd type="none" w="med" len="med"/>
                    </a:lnB>
                    <a:noFill/>
                  </a:tcPr>
                </a:tc>
                <a:tc>
                  <a:txBody>
                    <a:bodyPr/>
                    <a:lstStyle/>
                    <a:p>
                      <a:pPr fontAlgn="base" latinLnBrk="0">
                        <a:buNone/>
                      </a:pPr>
                      <a:r>
                        <a:rPr lang="en-US" sz="1400">
                          <a:effectLst/>
                        </a:rPr>
                        <a:t>—</a:t>
                      </a:r>
                    </a:p>
                  </a:txBody>
                  <a:tcPr anchor="ctr">
                    <a:lnL w="12700" cap="flat" cmpd="sng" algn="ctr">
                      <a:solidFill>
                        <a:srgbClr val="20070A"/>
                      </a:solidFill>
                      <a:prstDash val="solid"/>
                      <a:round/>
                      <a:headEnd type="none" w="med" len="med"/>
                      <a:tailEnd type="none" w="med" len="med"/>
                    </a:lnL>
                    <a:lnR w="12700" cap="flat" cmpd="sng" algn="ctr">
                      <a:solidFill>
                        <a:srgbClr val="00180A"/>
                      </a:solidFill>
                      <a:prstDash val="solid"/>
                      <a:round/>
                      <a:headEnd type="none" w="med" len="med"/>
                      <a:tailEnd type="none" w="med" len="med"/>
                    </a:lnR>
                    <a:lnT w="12700" cap="flat" cmpd="sng" algn="ctr">
                      <a:solidFill>
                        <a:srgbClr val="20070A"/>
                      </a:solidFill>
                      <a:prstDash val="solid"/>
                      <a:round/>
                      <a:headEnd type="none" w="med" len="med"/>
                      <a:tailEnd type="none" w="med" len="med"/>
                    </a:lnT>
                    <a:lnB w="12700" cap="flat" cmpd="sng" algn="ctr">
                      <a:solidFill>
                        <a:srgbClr val="800A0A"/>
                      </a:solidFill>
                      <a:prstDash val="solid"/>
                      <a:round/>
                      <a:headEnd type="none" w="med" len="med"/>
                      <a:tailEnd type="none" w="med" len="med"/>
                    </a:lnB>
                    <a:noFill/>
                  </a:tcPr>
                </a:tc>
                <a:tc>
                  <a:txBody>
                    <a:bodyPr/>
                    <a:lstStyle/>
                    <a:p>
                      <a:pPr fontAlgn="base" latinLnBrk="0">
                        <a:buNone/>
                      </a:pPr>
                      <a:r>
                        <a:rPr lang="en-US" sz="1400">
                          <a:effectLst/>
                        </a:rPr>
                        <a:t>b31 = 1</a:t>
                      </a:r>
                    </a:p>
                  </a:txBody>
                  <a:tcPr anchor="ctr">
                    <a:lnL w="12700" cap="flat" cmpd="sng" algn="ctr">
                      <a:solidFill>
                        <a:srgbClr val="00180A"/>
                      </a:solidFill>
                      <a:prstDash val="solid"/>
                      <a:round/>
                      <a:headEnd type="none" w="med" len="med"/>
                      <a:tailEnd type="none" w="med" len="med"/>
                    </a:lnL>
                    <a:lnR w="12700" cap="flat" cmpd="sng" algn="ctr">
                      <a:solidFill>
                        <a:srgbClr val="00180A"/>
                      </a:solidFill>
                      <a:prstDash val="solid"/>
                      <a:round/>
                      <a:headEnd type="none" w="med" len="med"/>
                      <a:tailEnd type="none" w="med" len="med"/>
                    </a:lnR>
                    <a:lnT w="12700" cap="flat" cmpd="sng" algn="ctr">
                      <a:solidFill>
                        <a:srgbClr val="00180A"/>
                      </a:solidFill>
                      <a:prstDash val="solid"/>
                      <a:round/>
                      <a:headEnd type="none" w="med" len="med"/>
                      <a:tailEnd type="none" w="med" len="med"/>
                    </a:lnT>
                    <a:lnB w="12700" cap="flat" cmpd="sng" algn="ctr">
                      <a:solidFill>
                        <a:srgbClr val="A0020A"/>
                      </a:solidFill>
                      <a:prstDash val="solid"/>
                      <a:round/>
                      <a:headEnd type="none" w="med" len="med"/>
                      <a:tailEnd type="none" w="med" len="med"/>
                    </a:lnB>
                    <a:noFill/>
                  </a:tcPr>
                </a:tc>
                <a:tc>
                  <a:txBody>
                    <a:bodyPr/>
                    <a:lstStyle/>
                    <a:p>
                      <a:pPr fontAlgn="base" latinLnBrk="0">
                        <a:buNone/>
                      </a:pPr>
                      <a:r>
                        <a:rPr lang="en-US" sz="1400">
                          <a:effectLst/>
                        </a:rPr>
                        <a:t>r1 initialized with b31</a:t>
                      </a:r>
                    </a:p>
                  </a:txBody>
                  <a:tcPr anchor="ctr">
                    <a:lnL w="12700" cap="flat" cmpd="sng" algn="ctr">
                      <a:solidFill>
                        <a:srgbClr val="00180A"/>
                      </a:solidFill>
                      <a:prstDash val="solid"/>
                      <a:round/>
                      <a:headEnd type="none" w="med" len="med"/>
                      <a:tailEnd type="none" w="med" len="med"/>
                    </a:lnL>
                    <a:lnR w="7620" cap="flat" cmpd="sng" algn="ctr">
                      <a:solidFill>
                        <a:srgbClr val="00180A"/>
                      </a:solidFill>
                      <a:prstDash val="solid"/>
                      <a:round/>
                      <a:headEnd type="none" w="med" len="med"/>
                      <a:tailEnd type="none" w="med" len="med"/>
                    </a:lnR>
                    <a:lnT w="12700" cap="flat" cmpd="sng" algn="ctr">
                      <a:solidFill>
                        <a:srgbClr val="00180A"/>
                      </a:solidFill>
                      <a:prstDash val="solid"/>
                      <a:round/>
                      <a:headEnd type="none" w="med" len="med"/>
                      <a:tailEnd type="none" w="med" len="med"/>
                    </a:lnT>
                    <a:lnB w="12700" cap="flat" cmpd="sng" algn="ctr">
                      <a:solidFill>
                        <a:srgbClr val="A0020A"/>
                      </a:solidFill>
                      <a:prstDash val="solid"/>
                      <a:round/>
                      <a:headEnd type="none" w="med" len="med"/>
                      <a:tailEnd type="none" w="med" len="med"/>
                    </a:lnB>
                    <a:noFill/>
                  </a:tcPr>
                </a:tc>
                <a:extLst>
                  <a:ext uri="{0D108BD9-81ED-4DB2-BD59-A6C34878D82A}">
                    <a16:rowId xmlns:a16="http://schemas.microsoft.com/office/drawing/2014/main" val="4219624736"/>
                  </a:ext>
                </a:extLst>
              </a:tr>
              <a:tr h="491915">
                <a:tc>
                  <a:txBody>
                    <a:bodyPr/>
                    <a:lstStyle/>
                    <a:p>
                      <a:pPr fontAlgn="base" latinLnBrk="0">
                        <a:buNone/>
                      </a:pPr>
                      <a:r>
                        <a:rPr lang="en-US" sz="1400">
                          <a:effectLst/>
                        </a:rPr>
                        <a:t>1</a:t>
                      </a:r>
                    </a:p>
                  </a:txBody>
                  <a:tcPr anchor="ctr">
                    <a:lnL w="12700" cap="flat" cmpd="sng" algn="ctr">
                      <a:solidFill>
                        <a:srgbClr val="600C0A"/>
                      </a:solidFill>
                      <a:prstDash val="solid"/>
                      <a:round/>
                      <a:headEnd type="none" w="med" len="med"/>
                      <a:tailEnd type="none" w="med" len="med"/>
                    </a:lnL>
                    <a:lnR w="12700" cap="flat" cmpd="sng" algn="ctr">
                      <a:solidFill>
                        <a:srgbClr val="20070A"/>
                      </a:solidFill>
                      <a:prstDash val="solid"/>
                      <a:round/>
                      <a:headEnd type="none" w="med" len="med"/>
                      <a:tailEnd type="none" w="med" len="med"/>
                    </a:lnR>
                    <a:lnT w="12700" cap="flat" cmpd="sng" algn="ctr">
                      <a:solidFill>
                        <a:srgbClr val="600C0A"/>
                      </a:solidFill>
                      <a:prstDash val="solid"/>
                      <a:round/>
                      <a:headEnd type="none" w="med" len="med"/>
                      <a:tailEnd type="none" w="med" len="med"/>
                    </a:lnT>
                    <a:lnB w="12700" cap="flat" cmpd="sng" algn="ctr">
                      <a:solidFill>
                        <a:srgbClr val="600C0A"/>
                      </a:solidFill>
                      <a:prstDash val="solid"/>
                      <a:round/>
                      <a:headEnd type="none" w="med" len="med"/>
                      <a:tailEnd type="none" w="med" len="med"/>
                    </a:lnB>
                    <a:noFill/>
                  </a:tcPr>
                </a:tc>
                <a:tc>
                  <a:txBody>
                    <a:bodyPr/>
                    <a:lstStyle/>
                    <a:p>
                      <a:pPr fontAlgn="base" latinLnBrk="0">
                        <a:buNone/>
                      </a:pPr>
                      <a:r>
                        <a:rPr lang="en-US" sz="1400">
                          <a:effectLst/>
                        </a:rPr>
                        <a:t>b29 = 1</a:t>
                      </a:r>
                    </a:p>
                  </a:txBody>
                  <a:tcPr anchor="ctr">
                    <a:lnL w="12700" cap="flat" cmpd="sng" algn="ctr">
                      <a:solidFill>
                        <a:srgbClr val="20070A"/>
                      </a:solidFill>
                      <a:prstDash val="solid"/>
                      <a:round/>
                      <a:headEnd type="none" w="med" len="med"/>
                      <a:tailEnd type="none" w="med" len="med"/>
                    </a:lnL>
                    <a:lnR w="12700" cap="flat" cmpd="sng" algn="ctr">
                      <a:solidFill>
                        <a:srgbClr val="800A0A"/>
                      </a:solidFill>
                      <a:prstDash val="solid"/>
                      <a:round/>
                      <a:headEnd type="none" w="med" len="med"/>
                      <a:tailEnd type="none" w="med" len="med"/>
                    </a:lnR>
                    <a:lnT w="12700" cap="flat" cmpd="sng" algn="ctr">
                      <a:solidFill>
                        <a:srgbClr val="20070A"/>
                      </a:solidFill>
                      <a:prstDash val="solid"/>
                      <a:round/>
                      <a:headEnd type="none" w="med" len="med"/>
                      <a:tailEnd type="none" w="med" len="med"/>
                    </a:lnT>
                    <a:lnB w="12700" cap="flat" cmpd="sng" algn="ctr">
                      <a:solidFill>
                        <a:srgbClr val="20070A"/>
                      </a:solidFill>
                      <a:prstDash val="solid"/>
                      <a:round/>
                      <a:headEnd type="none" w="med" len="med"/>
                      <a:tailEnd type="none" w="med" len="med"/>
                    </a:lnB>
                    <a:noFill/>
                  </a:tcPr>
                </a:tc>
                <a:tc>
                  <a:txBody>
                    <a:bodyPr/>
                    <a:lstStyle/>
                    <a:p>
                      <a:pPr fontAlgn="base" latinLnBrk="0">
                        <a:buNone/>
                      </a:pPr>
                      <a:r>
                        <a:rPr lang="en-US" sz="1400">
                          <a:effectLst/>
                        </a:rPr>
                        <a:t>b30 = 0</a:t>
                      </a:r>
                    </a:p>
                  </a:txBody>
                  <a:tcPr anchor="ctr">
                    <a:lnL w="12700" cap="flat" cmpd="sng" algn="ctr">
                      <a:solidFill>
                        <a:srgbClr val="800A0A"/>
                      </a:solidFill>
                      <a:prstDash val="solid"/>
                      <a:round/>
                      <a:headEnd type="none" w="med" len="med"/>
                      <a:tailEnd type="none" w="med" len="med"/>
                    </a:lnL>
                    <a:lnR w="12700" cap="flat" cmpd="sng" algn="ctr">
                      <a:solidFill>
                        <a:srgbClr val="A0020A"/>
                      </a:solidFill>
                      <a:prstDash val="solid"/>
                      <a:round/>
                      <a:headEnd type="none" w="med" len="med"/>
                      <a:tailEnd type="none" w="med" len="med"/>
                    </a:lnR>
                    <a:lnT w="12700" cap="flat" cmpd="sng" algn="ctr">
                      <a:solidFill>
                        <a:srgbClr val="800A0A"/>
                      </a:solidFill>
                      <a:prstDash val="solid"/>
                      <a:round/>
                      <a:headEnd type="none" w="med" len="med"/>
                      <a:tailEnd type="none" w="med" len="med"/>
                    </a:lnT>
                    <a:lnB w="12700" cap="flat" cmpd="sng" algn="ctr">
                      <a:solidFill>
                        <a:srgbClr val="800A0A"/>
                      </a:solidFill>
                      <a:prstDash val="solid"/>
                      <a:round/>
                      <a:headEnd type="none" w="med" len="med"/>
                      <a:tailEnd type="none" w="med" len="med"/>
                    </a:lnB>
                    <a:noFill/>
                  </a:tcPr>
                </a:tc>
                <a:tc>
                  <a:txBody>
                    <a:bodyPr/>
                    <a:lstStyle/>
                    <a:p>
                      <a:pPr fontAlgn="base" latinLnBrk="0">
                        <a:buNone/>
                      </a:pPr>
                      <a:r>
                        <a:rPr lang="en-US" sz="1400">
                          <a:effectLst/>
                        </a:rPr>
                        <a:t>1 (b31) + 1 (b29) + 0 (b30) = 2</a:t>
                      </a:r>
                    </a:p>
                  </a:txBody>
                  <a:tcPr anchor="ctr">
                    <a:lnL w="12700" cap="flat" cmpd="sng" algn="ctr">
                      <a:solidFill>
                        <a:srgbClr val="A0020A"/>
                      </a:solidFill>
                      <a:prstDash val="solid"/>
                      <a:round/>
                      <a:headEnd type="none" w="med" len="med"/>
                      <a:tailEnd type="none" w="med" len="med"/>
                    </a:lnL>
                    <a:lnR w="12700" cap="flat" cmpd="sng" algn="ctr">
                      <a:solidFill>
                        <a:srgbClr val="A0020A"/>
                      </a:solidFill>
                      <a:prstDash val="solid"/>
                      <a:round/>
                      <a:headEnd type="none" w="med" len="med"/>
                      <a:tailEnd type="none" w="med" len="med"/>
                    </a:lnR>
                    <a:lnT w="12700" cap="flat" cmpd="sng" algn="ctr">
                      <a:solidFill>
                        <a:srgbClr val="A0020A"/>
                      </a:solidFill>
                      <a:prstDash val="solid"/>
                      <a:round/>
                      <a:headEnd type="none" w="med" len="med"/>
                      <a:tailEnd type="none" w="med" len="med"/>
                    </a:lnT>
                    <a:lnB w="12700" cap="flat" cmpd="sng" algn="ctr">
                      <a:solidFill>
                        <a:srgbClr val="A0020A"/>
                      </a:solidFill>
                      <a:prstDash val="solid"/>
                      <a:round/>
                      <a:headEnd type="none" w="med" len="med"/>
                      <a:tailEnd type="none" w="med" len="med"/>
                    </a:lnB>
                    <a:noFill/>
                  </a:tcPr>
                </a:tc>
                <a:tc>
                  <a:txBody>
                    <a:bodyPr/>
                    <a:lstStyle/>
                    <a:p>
                      <a:pPr fontAlgn="base" latinLnBrk="0">
                        <a:buNone/>
                      </a:pPr>
                      <a:r>
                        <a:rPr lang="en-US" sz="1400">
                          <a:effectLst/>
                        </a:rPr>
                        <a:t>r0 shifted left by 2 bits</a:t>
                      </a:r>
                    </a:p>
                  </a:txBody>
                  <a:tcPr anchor="ctr">
                    <a:lnL w="12700" cap="flat" cmpd="sng" algn="ctr">
                      <a:solidFill>
                        <a:srgbClr val="A0020A"/>
                      </a:solidFill>
                      <a:prstDash val="solid"/>
                      <a:round/>
                      <a:headEnd type="none" w="med" len="med"/>
                      <a:tailEnd type="none" w="med" len="med"/>
                    </a:lnL>
                    <a:lnR w="7620" cap="flat" cmpd="sng" algn="ctr">
                      <a:solidFill>
                        <a:srgbClr val="A0020A"/>
                      </a:solidFill>
                      <a:prstDash val="solid"/>
                      <a:round/>
                      <a:headEnd type="none" w="med" len="med"/>
                      <a:tailEnd type="none" w="med" len="med"/>
                    </a:lnR>
                    <a:lnT w="12700" cap="flat" cmpd="sng" algn="ctr">
                      <a:solidFill>
                        <a:srgbClr val="A0020A"/>
                      </a:solidFill>
                      <a:prstDash val="solid"/>
                      <a:round/>
                      <a:headEnd type="none" w="med" len="med"/>
                      <a:tailEnd type="none" w="med" len="med"/>
                    </a:lnT>
                    <a:lnB w="12700" cap="flat" cmpd="sng" algn="ctr">
                      <a:solidFill>
                        <a:srgbClr val="A0020A"/>
                      </a:solidFill>
                      <a:prstDash val="solid"/>
                      <a:round/>
                      <a:headEnd type="none" w="med" len="med"/>
                      <a:tailEnd type="none" w="med" len="med"/>
                    </a:lnB>
                    <a:noFill/>
                  </a:tcPr>
                </a:tc>
                <a:extLst>
                  <a:ext uri="{0D108BD9-81ED-4DB2-BD59-A6C34878D82A}">
                    <a16:rowId xmlns:a16="http://schemas.microsoft.com/office/drawing/2014/main" val="664033524"/>
                  </a:ext>
                </a:extLst>
              </a:tr>
              <a:tr h="289362">
                <a:tc>
                  <a:txBody>
                    <a:bodyPr/>
                    <a:lstStyle/>
                    <a:p>
                      <a:pPr fontAlgn="base" latinLnBrk="0">
                        <a:buNone/>
                      </a:pPr>
                      <a:r>
                        <a:rPr lang="en-US" sz="1400">
                          <a:effectLst/>
                        </a:rPr>
                        <a:t>2</a:t>
                      </a:r>
                    </a:p>
                  </a:txBody>
                  <a:tcPr anchor="ctr">
                    <a:lnL w="12700" cap="flat" cmpd="sng" algn="ctr">
                      <a:solidFill>
                        <a:srgbClr val="600C0A"/>
                      </a:solidFill>
                      <a:prstDash val="solid"/>
                      <a:round/>
                      <a:headEnd type="none" w="med" len="med"/>
                      <a:tailEnd type="none" w="med" len="med"/>
                    </a:lnL>
                    <a:lnR w="12700" cap="flat" cmpd="sng" algn="ctr">
                      <a:solidFill>
                        <a:srgbClr val="20070A"/>
                      </a:solidFill>
                      <a:prstDash val="solid"/>
                      <a:round/>
                      <a:headEnd type="none" w="med" len="med"/>
                      <a:tailEnd type="none" w="med" len="med"/>
                    </a:lnR>
                    <a:lnT w="12700" cap="flat" cmpd="sng" algn="ctr">
                      <a:solidFill>
                        <a:srgbClr val="600C0A"/>
                      </a:solidFill>
                      <a:prstDash val="solid"/>
                      <a:round/>
                      <a:headEnd type="none" w="med" len="med"/>
                      <a:tailEnd type="none" w="med" len="med"/>
                    </a:lnT>
                    <a:lnB w="12700" cap="flat" cmpd="sng" algn="ctr">
                      <a:solidFill>
                        <a:srgbClr val="600C0A"/>
                      </a:solidFill>
                      <a:prstDash val="solid"/>
                      <a:round/>
                      <a:headEnd type="none" w="med" len="med"/>
                      <a:tailEnd type="none" w="med" len="med"/>
                    </a:lnB>
                    <a:noFill/>
                  </a:tcPr>
                </a:tc>
                <a:tc>
                  <a:txBody>
                    <a:bodyPr/>
                    <a:lstStyle/>
                    <a:p>
                      <a:pPr fontAlgn="base" latinLnBrk="0">
                        <a:buNone/>
                      </a:pPr>
                      <a:r>
                        <a:rPr lang="en-US" sz="1400">
                          <a:effectLst/>
                        </a:rPr>
                        <a:t>b27 = 1</a:t>
                      </a:r>
                    </a:p>
                  </a:txBody>
                  <a:tcPr anchor="ctr">
                    <a:lnL w="12700" cap="flat" cmpd="sng" algn="ctr">
                      <a:solidFill>
                        <a:srgbClr val="20070A"/>
                      </a:solidFill>
                      <a:prstDash val="solid"/>
                      <a:round/>
                      <a:headEnd type="none" w="med" len="med"/>
                      <a:tailEnd type="none" w="med" len="med"/>
                    </a:lnL>
                    <a:lnR w="12700" cap="flat" cmpd="sng" algn="ctr">
                      <a:solidFill>
                        <a:srgbClr val="800A0A"/>
                      </a:solidFill>
                      <a:prstDash val="solid"/>
                      <a:round/>
                      <a:headEnd type="none" w="med" len="med"/>
                      <a:tailEnd type="none" w="med" len="med"/>
                    </a:lnR>
                    <a:lnT w="12700" cap="flat" cmpd="sng" algn="ctr">
                      <a:solidFill>
                        <a:srgbClr val="20070A"/>
                      </a:solidFill>
                      <a:prstDash val="solid"/>
                      <a:round/>
                      <a:headEnd type="none" w="med" len="med"/>
                      <a:tailEnd type="none" w="med" len="med"/>
                    </a:lnT>
                    <a:lnB w="12700" cap="flat" cmpd="sng" algn="ctr">
                      <a:solidFill>
                        <a:srgbClr val="20070A"/>
                      </a:solidFill>
                      <a:prstDash val="solid"/>
                      <a:round/>
                      <a:headEnd type="none" w="med" len="med"/>
                      <a:tailEnd type="none" w="med" len="med"/>
                    </a:lnB>
                    <a:noFill/>
                  </a:tcPr>
                </a:tc>
                <a:tc>
                  <a:txBody>
                    <a:bodyPr/>
                    <a:lstStyle/>
                    <a:p>
                      <a:pPr fontAlgn="base" latinLnBrk="0">
                        <a:buNone/>
                      </a:pPr>
                      <a:r>
                        <a:rPr lang="en-US" sz="1400">
                          <a:effectLst/>
                        </a:rPr>
                        <a:t>b28 = 0</a:t>
                      </a:r>
                    </a:p>
                  </a:txBody>
                  <a:tcPr anchor="ctr">
                    <a:lnL w="12700" cap="flat" cmpd="sng" algn="ctr">
                      <a:solidFill>
                        <a:srgbClr val="800A0A"/>
                      </a:solidFill>
                      <a:prstDash val="solid"/>
                      <a:round/>
                      <a:headEnd type="none" w="med" len="med"/>
                      <a:tailEnd type="none" w="med" len="med"/>
                    </a:lnL>
                    <a:lnR w="12700" cap="flat" cmpd="sng" algn="ctr">
                      <a:solidFill>
                        <a:srgbClr val="A0020A"/>
                      </a:solidFill>
                      <a:prstDash val="solid"/>
                      <a:round/>
                      <a:headEnd type="none" w="med" len="med"/>
                      <a:tailEnd type="none" w="med" len="med"/>
                    </a:lnR>
                    <a:lnT w="12700" cap="flat" cmpd="sng" algn="ctr">
                      <a:solidFill>
                        <a:srgbClr val="800A0A"/>
                      </a:solidFill>
                      <a:prstDash val="solid"/>
                      <a:round/>
                      <a:headEnd type="none" w="med" len="med"/>
                      <a:tailEnd type="none" w="med" len="med"/>
                    </a:lnT>
                    <a:lnB w="12700" cap="flat" cmpd="sng" algn="ctr">
                      <a:solidFill>
                        <a:srgbClr val="800A0A"/>
                      </a:solidFill>
                      <a:prstDash val="solid"/>
                      <a:round/>
                      <a:headEnd type="none" w="med" len="med"/>
                      <a:tailEnd type="none" w="med" len="med"/>
                    </a:lnB>
                    <a:noFill/>
                  </a:tcPr>
                </a:tc>
                <a:tc>
                  <a:txBody>
                    <a:bodyPr/>
                    <a:lstStyle/>
                    <a:p>
                      <a:pPr fontAlgn="base" latinLnBrk="0">
                        <a:buNone/>
                      </a:pPr>
                      <a:r>
                        <a:rPr lang="en-US" sz="1400">
                          <a:effectLst/>
                        </a:rPr>
                        <a:t>2 + 1 (b27) + 0 (b28) = 3</a:t>
                      </a:r>
                    </a:p>
                  </a:txBody>
                  <a:tcPr anchor="ctr">
                    <a:lnL w="12700" cap="flat" cmpd="sng" algn="ctr">
                      <a:solidFill>
                        <a:srgbClr val="A0020A"/>
                      </a:solidFill>
                      <a:prstDash val="solid"/>
                      <a:round/>
                      <a:headEnd type="none" w="med" len="med"/>
                      <a:tailEnd type="none" w="med" len="med"/>
                    </a:lnL>
                    <a:lnR w="12700" cap="flat" cmpd="sng" algn="ctr">
                      <a:solidFill>
                        <a:srgbClr val="A0020A"/>
                      </a:solidFill>
                      <a:prstDash val="solid"/>
                      <a:round/>
                      <a:headEnd type="none" w="med" len="med"/>
                      <a:tailEnd type="none" w="med" len="med"/>
                    </a:lnR>
                    <a:lnT w="12700" cap="flat" cmpd="sng" algn="ctr">
                      <a:solidFill>
                        <a:srgbClr val="A0020A"/>
                      </a:solidFill>
                      <a:prstDash val="solid"/>
                      <a:round/>
                      <a:headEnd type="none" w="med" len="med"/>
                      <a:tailEnd type="none" w="med" len="med"/>
                    </a:lnT>
                    <a:lnB w="12700" cap="flat" cmpd="sng" algn="ctr">
                      <a:solidFill>
                        <a:srgbClr val="A0020A"/>
                      </a:solidFill>
                      <a:prstDash val="solid"/>
                      <a:round/>
                      <a:headEnd type="none" w="med" len="med"/>
                      <a:tailEnd type="none" w="med" len="med"/>
                    </a:lnB>
                    <a:noFill/>
                  </a:tcPr>
                </a:tc>
                <a:tc>
                  <a:txBody>
                    <a:bodyPr/>
                    <a:lstStyle/>
                    <a:p>
                      <a:pPr fontAlgn="base" latinLnBrk="0">
                        <a:buNone/>
                      </a:pPr>
                      <a:endParaRPr lang="en-US" sz="1400">
                        <a:effectLst/>
                      </a:endParaRPr>
                    </a:p>
                  </a:txBody>
                  <a:tcPr anchor="ctr">
                    <a:lnL w="12700" cap="flat" cmpd="sng" algn="ctr">
                      <a:solidFill>
                        <a:srgbClr val="A0020A"/>
                      </a:solidFill>
                      <a:prstDash val="solid"/>
                      <a:round/>
                      <a:headEnd type="none" w="med" len="med"/>
                      <a:tailEnd type="none" w="med" len="med"/>
                    </a:lnL>
                    <a:lnR w="7620" cap="flat" cmpd="sng" algn="ctr">
                      <a:solidFill>
                        <a:srgbClr val="A0020A"/>
                      </a:solidFill>
                      <a:prstDash val="solid"/>
                      <a:round/>
                      <a:headEnd type="none" w="med" len="med"/>
                      <a:tailEnd type="none" w="med" len="med"/>
                    </a:lnR>
                    <a:lnT w="12700" cap="flat" cmpd="sng" algn="ctr">
                      <a:solidFill>
                        <a:srgbClr val="A0020A"/>
                      </a:solidFill>
                      <a:prstDash val="solid"/>
                      <a:round/>
                      <a:headEnd type="none" w="med" len="med"/>
                      <a:tailEnd type="none" w="med" len="med"/>
                    </a:lnT>
                    <a:lnB w="12700" cap="flat" cmpd="sng" algn="ctr">
                      <a:solidFill>
                        <a:srgbClr val="A0020A"/>
                      </a:solidFill>
                      <a:prstDash val="solid"/>
                      <a:round/>
                      <a:headEnd type="none" w="med" len="med"/>
                      <a:tailEnd type="none" w="med" len="med"/>
                    </a:lnB>
                    <a:noFill/>
                  </a:tcPr>
                </a:tc>
                <a:extLst>
                  <a:ext uri="{0D108BD9-81ED-4DB2-BD59-A6C34878D82A}">
                    <a16:rowId xmlns:a16="http://schemas.microsoft.com/office/drawing/2014/main" val="3195877701"/>
                  </a:ext>
                </a:extLst>
              </a:tr>
              <a:tr h="289362">
                <a:tc>
                  <a:txBody>
                    <a:bodyPr/>
                    <a:lstStyle/>
                    <a:p>
                      <a:pPr fontAlgn="base" latinLnBrk="0">
                        <a:buNone/>
                      </a:pPr>
                      <a:r>
                        <a:rPr lang="en-US" sz="1400">
                          <a:effectLst/>
                        </a:rPr>
                        <a:t>3</a:t>
                      </a:r>
                    </a:p>
                  </a:txBody>
                  <a:tcPr anchor="ctr">
                    <a:lnL w="12700" cap="flat" cmpd="sng" algn="ctr">
                      <a:solidFill>
                        <a:srgbClr val="600C0A"/>
                      </a:solidFill>
                      <a:prstDash val="solid"/>
                      <a:round/>
                      <a:headEnd type="none" w="med" len="med"/>
                      <a:tailEnd type="none" w="med" len="med"/>
                    </a:lnL>
                    <a:lnR w="12700" cap="flat" cmpd="sng" algn="ctr">
                      <a:solidFill>
                        <a:srgbClr val="20070A"/>
                      </a:solidFill>
                      <a:prstDash val="solid"/>
                      <a:round/>
                      <a:headEnd type="none" w="med" len="med"/>
                      <a:tailEnd type="none" w="med" len="med"/>
                    </a:lnR>
                    <a:lnT w="12700" cap="flat" cmpd="sng" algn="ctr">
                      <a:solidFill>
                        <a:srgbClr val="600C0A"/>
                      </a:solidFill>
                      <a:prstDash val="solid"/>
                      <a:round/>
                      <a:headEnd type="none" w="med" len="med"/>
                      <a:tailEnd type="none" w="med" len="med"/>
                    </a:lnT>
                    <a:lnB w="12700" cap="flat" cmpd="sng" algn="ctr">
                      <a:solidFill>
                        <a:srgbClr val="600C0A"/>
                      </a:solidFill>
                      <a:prstDash val="solid"/>
                      <a:round/>
                      <a:headEnd type="none" w="med" len="med"/>
                      <a:tailEnd type="none" w="med" len="med"/>
                    </a:lnB>
                    <a:noFill/>
                  </a:tcPr>
                </a:tc>
                <a:tc>
                  <a:txBody>
                    <a:bodyPr/>
                    <a:lstStyle/>
                    <a:p>
                      <a:pPr fontAlgn="base" latinLnBrk="0">
                        <a:buNone/>
                      </a:pPr>
                      <a:r>
                        <a:rPr lang="en-US" sz="1400">
                          <a:effectLst/>
                        </a:rPr>
                        <a:t>b25 = 1</a:t>
                      </a:r>
                    </a:p>
                  </a:txBody>
                  <a:tcPr anchor="ctr">
                    <a:lnL w="12700" cap="flat" cmpd="sng" algn="ctr">
                      <a:solidFill>
                        <a:srgbClr val="20070A"/>
                      </a:solidFill>
                      <a:prstDash val="solid"/>
                      <a:round/>
                      <a:headEnd type="none" w="med" len="med"/>
                      <a:tailEnd type="none" w="med" len="med"/>
                    </a:lnL>
                    <a:lnR w="12700" cap="flat" cmpd="sng" algn="ctr">
                      <a:solidFill>
                        <a:srgbClr val="800A0A"/>
                      </a:solidFill>
                      <a:prstDash val="solid"/>
                      <a:round/>
                      <a:headEnd type="none" w="med" len="med"/>
                      <a:tailEnd type="none" w="med" len="med"/>
                    </a:lnR>
                    <a:lnT w="12700" cap="flat" cmpd="sng" algn="ctr">
                      <a:solidFill>
                        <a:srgbClr val="20070A"/>
                      </a:solidFill>
                      <a:prstDash val="solid"/>
                      <a:round/>
                      <a:headEnd type="none" w="med" len="med"/>
                      <a:tailEnd type="none" w="med" len="med"/>
                    </a:lnT>
                    <a:lnB w="12700" cap="flat" cmpd="sng" algn="ctr">
                      <a:solidFill>
                        <a:srgbClr val="20070A"/>
                      </a:solidFill>
                      <a:prstDash val="solid"/>
                      <a:round/>
                      <a:headEnd type="none" w="med" len="med"/>
                      <a:tailEnd type="none" w="med" len="med"/>
                    </a:lnB>
                    <a:noFill/>
                  </a:tcPr>
                </a:tc>
                <a:tc>
                  <a:txBody>
                    <a:bodyPr/>
                    <a:lstStyle/>
                    <a:p>
                      <a:pPr fontAlgn="base" latinLnBrk="0">
                        <a:buNone/>
                      </a:pPr>
                      <a:r>
                        <a:rPr lang="en-US" sz="1400">
                          <a:effectLst/>
                        </a:rPr>
                        <a:t>b26 = 0</a:t>
                      </a:r>
                    </a:p>
                  </a:txBody>
                  <a:tcPr anchor="ctr">
                    <a:lnL w="12700" cap="flat" cmpd="sng" algn="ctr">
                      <a:solidFill>
                        <a:srgbClr val="800A0A"/>
                      </a:solidFill>
                      <a:prstDash val="solid"/>
                      <a:round/>
                      <a:headEnd type="none" w="med" len="med"/>
                      <a:tailEnd type="none" w="med" len="med"/>
                    </a:lnL>
                    <a:lnR w="12700" cap="flat" cmpd="sng" algn="ctr">
                      <a:solidFill>
                        <a:srgbClr val="A0020A"/>
                      </a:solidFill>
                      <a:prstDash val="solid"/>
                      <a:round/>
                      <a:headEnd type="none" w="med" len="med"/>
                      <a:tailEnd type="none" w="med" len="med"/>
                    </a:lnR>
                    <a:lnT w="12700" cap="flat" cmpd="sng" algn="ctr">
                      <a:solidFill>
                        <a:srgbClr val="800A0A"/>
                      </a:solidFill>
                      <a:prstDash val="solid"/>
                      <a:round/>
                      <a:headEnd type="none" w="med" len="med"/>
                      <a:tailEnd type="none" w="med" len="med"/>
                    </a:lnT>
                    <a:lnB w="12700" cap="flat" cmpd="sng" algn="ctr">
                      <a:solidFill>
                        <a:srgbClr val="800A0A"/>
                      </a:solidFill>
                      <a:prstDash val="solid"/>
                      <a:round/>
                      <a:headEnd type="none" w="med" len="med"/>
                      <a:tailEnd type="none" w="med" len="med"/>
                    </a:lnB>
                    <a:noFill/>
                  </a:tcPr>
                </a:tc>
                <a:tc>
                  <a:txBody>
                    <a:bodyPr/>
                    <a:lstStyle/>
                    <a:p>
                      <a:pPr fontAlgn="base" latinLnBrk="0">
                        <a:buNone/>
                      </a:pPr>
                      <a:r>
                        <a:rPr lang="en-US" sz="1400">
                          <a:effectLst/>
                        </a:rPr>
                        <a:t>3 + 1 (b25) + 0 (b26) = 4</a:t>
                      </a:r>
                    </a:p>
                  </a:txBody>
                  <a:tcPr anchor="ctr">
                    <a:lnL w="12700" cap="flat" cmpd="sng" algn="ctr">
                      <a:solidFill>
                        <a:srgbClr val="A0020A"/>
                      </a:solidFill>
                      <a:prstDash val="solid"/>
                      <a:round/>
                      <a:headEnd type="none" w="med" len="med"/>
                      <a:tailEnd type="none" w="med" len="med"/>
                    </a:lnL>
                    <a:lnR w="12700" cap="flat" cmpd="sng" algn="ctr">
                      <a:solidFill>
                        <a:srgbClr val="A0020A"/>
                      </a:solidFill>
                      <a:prstDash val="solid"/>
                      <a:round/>
                      <a:headEnd type="none" w="med" len="med"/>
                      <a:tailEnd type="none" w="med" len="med"/>
                    </a:lnR>
                    <a:lnT w="12700" cap="flat" cmpd="sng" algn="ctr">
                      <a:solidFill>
                        <a:srgbClr val="A0020A"/>
                      </a:solidFill>
                      <a:prstDash val="solid"/>
                      <a:round/>
                      <a:headEnd type="none" w="med" len="med"/>
                      <a:tailEnd type="none" w="med" len="med"/>
                    </a:lnT>
                    <a:lnB w="12700" cap="flat" cmpd="sng" algn="ctr">
                      <a:solidFill>
                        <a:srgbClr val="A0020A"/>
                      </a:solidFill>
                      <a:prstDash val="solid"/>
                      <a:round/>
                      <a:headEnd type="none" w="med" len="med"/>
                      <a:tailEnd type="none" w="med" len="med"/>
                    </a:lnB>
                    <a:noFill/>
                  </a:tcPr>
                </a:tc>
                <a:tc>
                  <a:txBody>
                    <a:bodyPr/>
                    <a:lstStyle/>
                    <a:p>
                      <a:pPr fontAlgn="base" latinLnBrk="0">
                        <a:buNone/>
                      </a:pPr>
                      <a:endParaRPr lang="en-US" sz="1400">
                        <a:effectLst/>
                      </a:endParaRPr>
                    </a:p>
                  </a:txBody>
                  <a:tcPr anchor="ctr">
                    <a:lnL w="12700" cap="flat" cmpd="sng" algn="ctr">
                      <a:solidFill>
                        <a:srgbClr val="A0020A"/>
                      </a:solidFill>
                      <a:prstDash val="solid"/>
                      <a:round/>
                      <a:headEnd type="none" w="med" len="med"/>
                      <a:tailEnd type="none" w="med" len="med"/>
                    </a:lnL>
                    <a:lnR w="7620" cap="flat" cmpd="sng" algn="ctr">
                      <a:solidFill>
                        <a:srgbClr val="A0020A"/>
                      </a:solidFill>
                      <a:prstDash val="solid"/>
                      <a:round/>
                      <a:headEnd type="none" w="med" len="med"/>
                      <a:tailEnd type="none" w="med" len="med"/>
                    </a:lnR>
                    <a:lnT w="12700" cap="flat" cmpd="sng" algn="ctr">
                      <a:solidFill>
                        <a:srgbClr val="A0020A"/>
                      </a:solidFill>
                      <a:prstDash val="solid"/>
                      <a:round/>
                      <a:headEnd type="none" w="med" len="med"/>
                      <a:tailEnd type="none" w="med" len="med"/>
                    </a:lnT>
                    <a:lnB w="12700" cap="flat" cmpd="sng" algn="ctr">
                      <a:solidFill>
                        <a:srgbClr val="A0020A"/>
                      </a:solidFill>
                      <a:prstDash val="solid"/>
                      <a:round/>
                      <a:headEnd type="none" w="med" len="med"/>
                      <a:tailEnd type="none" w="med" len="med"/>
                    </a:lnB>
                    <a:noFill/>
                  </a:tcPr>
                </a:tc>
                <a:extLst>
                  <a:ext uri="{0D108BD9-81ED-4DB2-BD59-A6C34878D82A}">
                    <a16:rowId xmlns:a16="http://schemas.microsoft.com/office/drawing/2014/main" val="346364300"/>
                  </a:ext>
                </a:extLst>
              </a:tr>
              <a:tr h="289362">
                <a:tc>
                  <a:txBody>
                    <a:bodyPr/>
                    <a:lstStyle/>
                    <a:p>
                      <a:pPr fontAlgn="base" latinLnBrk="0">
                        <a:buNone/>
                      </a:pPr>
                      <a:r>
                        <a:rPr lang="en-US" sz="1400">
                          <a:effectLst/>
                        </a:rPr>
                        <a:t>4</a:t>
                      </a:r>
                    </a:p>
                  </a:txBody>
                  <a:tcPr anchor="ctr">
                    <a:lnL w="12700" cap="flat" cmpd="sng" algn="ctr">
                      <a:solidFill>
                        <a:srgbClr val="600C0A"/>
                      </a:solidFill>
                      <a:prstDash val="solid"/>
                      <a:round/>
                      <a:headEnd type="none" w="med" len="med"/>
                      <a:tailEnd type="none" w="med" len="med"/>
                    </a:lnL>
                    <a:lnR w="12700" cap="flat" cmpd="sng" algn="ctr">
                      <a:solidFill>
                        <a:srgbClr val="20070A"/>
                      </a:solidFill>
                      <a:prstDash val="solid"/>
                      <a:round/>
                      <a:headEnd type="none" w="med" len="med"/>
                      <a:tailEnd type="none" w="med" len="med"/>
                    </a:lnR>
                    <a:lnT w="12700" cap="flat" cmpd="sng" algn="ctr">
                      <a:solidFill>
                        <a:srgbClr val="600C0A"/>
                      </a:solidFill>
                      <a:prstDash val="solid"/>
                      <a:round/>
                      <a:headEnd type="none" w="med" len="med"/>
                      <a:tailEnd type="none" w="med" len="med"/>
                    </a:lnT>
                    <a:lnB w="12700" cap="flat" cmpd="sng" algn="ctr">
                      <a:solidFill>
                        <a:srgbClr val="600C0A"/>
                      </a:solidFill>
                      <a:prstDash val="solid"/>
                      <a:round/>
                      <a:headEnd type="none" w="med" len="med"/>
                      <a:tailEnd type="none" w="med" len="med"/>
                    </a:lnB>
                    <a:noFill/>
                  </a:tcPr>
                </a:tc>
                <a:tc>
                  <a:txBody>
                    <a:bodyPr/>
                    <a:lstStyle/>
                    <a:p>
                      <a:pPr fontAlgn="base" latinLnBrk="0">
                        <a:buNone/>
                      </a:pPr>
                      <a:r>
                        <a:rPr lang="en-US" sz="1400">
                          <a:effectLst/>
                        </a:rPr>
                        <a:t>b23 = 1</a:t>
                      </a:r>
                    </a:p>
                  </a:txBody>
                  <a:tcPr anchor="ctr">
                    <a:lnL w="12700" cap="flat" cmpd="sng" algn="ctr">
                      <a:solidFill>
                        <a:srgbClr val="20070A"/>
                      </a:solidFill>
                      <a:prstDash val="solid"/>
                      <a:round/>
                      <a:headEnd type="none" w="med" len="med"/>
                      <a:tailEnd type="none" w="med" len="med"/>
                    </a:lnL>
                    <a:lnR w="12700" cap="flat" cmpd="sng" algn="ctr">
                      <a:solidFill>
                        <a:srgbClr val="800A0A"/>
                      </a:solidFill>
                      <a:prstDash val="solid"/>
                      <a:round/>
                      <a:headEnd type="none" w="med" len="med"/>
                      <a:tailEnd type="none" w="med" len="med"/>
                    </a:lnR>
                    <a:lnT w="12700" cap="flat" cmpd="sng" algn="ctr">
                      <a:solidFill>
                        <a:srgbClr val="20070A"/>
                      </a:solidFill>
                      <a:prstDash val="solid"/>
                      <a:round/>
                      <a:headEnd type="none" w="med" len="med"/>
                      <a:tailEnd type="none" w="med" len="med"/>
                    </a:lnT>
                    <a:lnB w="12700" cap="flat" cmpd="sng" algn="ctr">
                      <a:solidFill>
                        <a:srgbClr val="20070A"/>
                      </a:solidFill>
                      <a:prstDash val="solid"/>
                      <a:round/>
                      <a:headEnd type="none" w="med" len="med"/>
                      <a:tailEnd type="none" w="med" len="med"/>
                    </a:lnB>
                    <a:noFill/>
                  </a:tcPr>
                </a:tc>
                <a:tc>
                  <a:txBody>
                    <a:bodyPr/>
                    <a:lstStyle/>
                    <a:p>
                      <a:pPr fontAlgn="base" latinLnBrk="0">
                        <a:buNone/>
                      </a:pPr>
                      <a:r>
                        <a:rPr lang="en-US" sz="1400">
                          <a:effectLst/>
                        </a:rPr>
                        <a:t>b24 = 0</a:t>
                      </a:r>
                    </a:p>
                  </a:txBody>
                  <a:tcPr anchor="ctr">
                    <a:lnL w="12700" cap="flat" cmpd="sng" algn="ctr">
                      <a:solidFill>
                        <a:srgbClr val="800A0A"/>
                      </a:solidFill>
                      <a:prstDash val="solid"/>
                      <a:round/>
                      <a:headEnd type="none" w="med" len="med"/>
                      <a:tailEnd type="none" w="med" len="med"/>
                    </a:lnL>
                    <a:lnR w="12700" cap="flat" cmpd="sng" algn="ctr">
                      <a:solidFill>
                        <a:srgbClr val="A0020A"/>
                      </a:solidFill>
                      <a:prstDash val="solid"/>
                      <a:round/>
                      <a:headEnd type="none" w="med" len="med"/>
                      <a:tailEnd type="none" w="med" len="med"/>
                    </a:lnR>
                    <a:lnT w="12700" cap="flat" cmpd="sng" algn="ctr">
                      <a:solidFill>
                        <a:srgbClr val="800A0A"/>
                      </a:solidFill>
                      <a:prstDash val="solid"/>
                      <a:round/>
                      <a:headEnd type="none" w="med" len="med"/>
                      <a:tailEnd type="none" w="med" len="med"/>
                    </a:lnT>
                    <a:lnB w="12700" cap="flat" cmpd="sng" algn="ctr">
                      <a:solidFill>
                        <a:srgbClr val="800A0A"/>
                      </a:solidFill>
                      <a:prstDash val="solid"/>
                      <a:round/>
                      <a:headEnd type="none" w="med" len="med"/>
                      <a:tailEnd type="none" w="med" len="med"/>
                    </a:lnB>
                    <a:noFill/>
                  </a:tcPr>
                </a:tc>
                <a:tc>
                  <a:txBody>
                    <a:bodyPr/>
                    <a:lstStyle/>
                    <a:p>
                      <a:pPr fontAlgn="base" latinLnBrk="0">
                        <a:buNone/>
                      </a:pPr>
                      <a:r>
                        <a:rPr lang="en-US" sz="1400">
                          <a:effectLst/>
                        </a:rPr>
                        <a:t>4 + 1 (b23) + 0 (b24) = 5</a:t>
                      </a:r>
                    </a:p>
                  </a:txBody>
                  <a:tcPr anchor="ctr">
                    <a:lnL w="12700" cap="flat" cmpd="sng" algn="ctr">
                      <a:solidFill>
                        <a:srgbClr val="A0020A"/>
                      </a:solidFill>
                      <a:prstDash val="solid"/>
                      <a:round/>
                      <a:headEnd type="none" w="med" len="med"/>
                      <a:tailEnd type="none" w="med" len="med"/>
                    </a:lnL>
                    <a:lnR w="12700" cap="flat" cmpd="sng" algn="ctr">
                      <a:solidFill>
                        <a:srgbClr val="A0020A"/>
                      </a:solidFill>
                      <a:prstDash val="solid"/>
                      <a:round/>
                      <a:headEnd type="none" w="med" len="med"/>
                      <a:tailEnd type="none" w="med" len="med"/>
                    </a:lnR>
                    <a:lnT w="12700" cap="flat" cmpd="sng" algn="ctr">
                      <a:solidFill>
                        <a:srgbClr val="A0020A"/>
                      </a:solidFill>
                      <a:prstDash val="solid"/>
                      <a:round/>
                      <a:headEnd type="none" w="med" len="med"/>
                      <a:tailEnd type="none" w="med" len="med"/>
                    </a:lnT>
                    <a:lnB w="12700" cap="flat" cmpd="sng" algn="ctr">
                      <a:solidFill>
                        <a:srgbClr val="A0020A"/>
                      </a:solidFill>
                      <a:prstDash val="solid"/>
                      <a:round/>
                      <a:headEnd type="none" w="med" len="med"/>
                      <a:tailEnd type="none" w="med" len="med"/>
                    </a:lnB>
                    <a:noFill/>
                  </a:tcPr>
                </a:tc>
                <a:tc>
                  <a:txBody>
                    <a:bodyPr/>
                    <a:lstStyle/>
                    <a:p>
                      <a:pPr fontAlgn="base" latinLnBrk="0">
                        <a:buNone/>
                      </a:pPr>
                      <a:endParaRPr lang="en-US" sz="1400" dirty="0">
                        <a:effectLst/>
                      </a:endParaRPr>
                    </a:p>
                  </a:txBody>
                  <a:tcPr anchor="ctr">
                    <a:lnL w="12700" cap="flat" cmpd="sng" algn="ctr">
                      <a:solidFill>
                        <a:srgbClr val="A0020A"/>
                      </a:solidFill>
                      <a:prstDash val="solid"/>
                      <a:round/>
                      <a:headEnd type="none" w="med" len="med"/>
                      <a:tailEnd type="none" w="med" len="med"/>
                    </a:lnL>
                    <a:lnR w="7620" cap="flat" cmpd="sng" algn="ctr">
                      <a:solidFill>
                        <a:srgbClr val="A0020A"/>
                      </a:solidFill>
                      <a:prstDash val="solid"/>
                      <a:round/>
                      <a:headEnd type="none" w="med" len="med"/>
                      <a:tailEnd type="none" w="med" len="med"/>
                    </a:lnR>
                    <a:lnT w="12700" cap="flat" cmpd="sng" algn="ctr">
                      <a:solidFill>
                        <a:srgbClr val="A0020A"/>
                      </a:solidFill>
                      <a:prstDash val="solid"/>
                      <a:round/>
                      <a:headEnd type="none" w="med" len="med"/>
                      <a:tailEnd type="none" w="med" len="med"/>
                    </a:lnT>
                    <a:lnB w="12700" cap="flat" cmpd="sng" algn="ctr">
                      <a:solidFill>
                        <a:srgbClr val="A0020A"/>
                      </a:solidFill>
                      <a:prstDash val="solid"/>
                      <a:round/>
                      <a:headEnd type="none" w="med" len="med"/>
                      <a:tailEnd type="none" w="med" len="med"/>
                    </a:lnB>
                    <a:noFill/>
                  </a:tcPr>
                </a:tc>
                <a:extLst>
                  <a:ext uri="{0D108BD9-81ED-4DB2-BD59-A6C34878D82A}">
                    <a16:rowId xmlns:a16="http://schemas.microsoft.com/office/drawing/2014/main" val="3715003147"/>
                  </a:ext>
                </a:extLst>
              </a:tr>
            </a:tbl>
          </a:graphicData>
        </a:graphic>
      </p:graphicFrame>
      <p:sp>
        <p:nvSpPr>
          <p:cNvPr id="7" name="Content Placeholder 3">
            <a:extLst>
              <a:ext uri="{FF2B5EF4-FFF2-40B4-BE49-F238E27FC236}">
                <a16:creationId xmlns:a16="http://schemas.microsoft.com/office/drawing/2014/main" id="{82CEF9EB-49EB-B2D5-DAC8-544A858734B1}"/>
              </a:ext>
            </a:extLst>
          </p:cNvPr>
          <p:cNvSpPr txBox="1">
            <a:spLocks/>
          </p:cNvSpPr>
          <p:nvPr/>
        </p:nvSpPr>
        <p:spPr>
          <a:xfrm>
            <a:off x="914400" y="4038600"/>
            <a:ext cx="9982200" cy="2362200"/>
          </a:xfrm>
          <a:prstGeom prst="rect">
            <a:avLst/>
          </a:prstGeom>
        </p:spPr>
        <p:txBody>
          <a:bodyPr vert="horz">
            <a:normAutofit fontScale="92500" lnSpcReduction="10000"/>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r>
              <a:rPr lang="en-US" sz="1800" dirty="0"/>
              <a:t>In 0xAAAAAAAA, bits at odd positions (31, 29, 27, ..., 1) are all 1, bits at even positions (30, 28, 26, ..., 0) are all 0.</a:t>
            </a:r>
          </a:p>
          <a:p>
            <a:r>
              <a:rPr lang="en-US" sz="1800" dirty="0"/>
              <a:t>Carry bit is always the even bit index at each iteration.</a:t>
            </a:r>
          </a:p>
          <a:p>
            <a:r>
              <a:rPr lang="en-US" sz="1800" dirty="0"/>
              <a:t>At each iteration, r1 accumulates 1 (highest bit, odd index) + 0 (carry bit, even index).</a:t>
            </a:r>
          </a:p>
          <a:p>
            <a:r>
              <a:rPr lang="en-US" sz="1800" dirty="0"/>
              <a:t>The loop: ends when r0 becomes zero after the last shift, triggering the Zero flag and exiting the branch.</a:t>
            </a:r>
          </a:p>
          <a:p>
            <a:r>
              <a:rPr lang="en-US" sz="1800" dirty="0"/>
              <a:t>The count accumulates to 16, consistent with the fact that 0xAAAAAAAA has exactly 16 ones in 32 bits.</a:t>
            </a:r>
          </a:p>
          <a:p>
            <a:r>
              <a:rPr lang="en-US" sz="1800" dirty="0"/>
              <a:t>This program counts two bits per loop: iteration, leveraging the Carry bit, and will take 16 iterations for a 32-bit word.</a:t>
            </a:r>
          </a:p>
          <a:p>
            <a:endParaRPr lang="en-US" sz="1800" dirty="0"/>
          </a:p>
        </p:txBody>
      </p:sp>
      <p:sp>
        <p:nvSpPr>
          <p:cNvPr id="10" name="Title 1">
            <a:extLst>
              <a:ext uri="{FF2B5EF4-FFF2-40B4-BE49-F238E27FC236}">
                <a16:creationId xmlns:a16="http://schemas.microsoft.com/office/drawing/2014/main" id="{A24DBF6A-3007-9C2E-516B-574051B498AE}"/>
              </a:ext>
            </a:extLst>
          </p:cNvPr>
          <p:cNvSpPr>
            <a:spLocks noGrp="1"/>
          </p:cNvSpPr>
          <p:nvPr>
            <p:ph type="title"/>
          </p:nvPr>
        </p:nvSpPr>
        <p:spPr>
          <a:xfrm>
            <a:off x="533400" y="152400"/>
            <a:ext cx="9677400" cy="990600"/>
          </a:xfrm>
        </p:spPr>
        <p:txBody>
          <a:bodyPr>
            <a:normAutofit fontScale="90000"/>
          </a:bodyPr>
          <a:lstStyle/>
          <a:p>
            <a:r>
              <a:rPr lang="en-US" dirty="0"/>
              <a:t>Example 2: Counting Ones in a Word: Explanations</a:t>
            </a:r>
          </a:p>
        </p:txBody>
      </p:sp>
    </p:spTree>
    <p:extLst>
      <p:ext uri="{BB962C8B-B14F-4D97-AF65-F5344CB8AC3E}">
        <p14:creationId xmlns:p14="http://schemas.microsoft.com/office/powerpoint/2010/main" val="4504413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29ABC4-B7FA-DAD8-98D5-0A2B9B62816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DEEF352-897B-A6C1-C4BB-F38174DC27FB}"/>
              </a:ext>
            </a:extLst>
          </p:cNvPr>
          <p:cNvSpPr>
            <a:spLocks noGrp="1"/>
          </p:cNvSpPr>
          <p:nvPr>
            <p:ph type="title"/>
          </p:nvPr>
        </p:nvSpPr>
        <p:spPr>
          <a:xfrm>
            <a:off x="609600" y="82085"/>
            <a:ext cx="10591800" cy="990600"/>
          </a:xfrm>
        </p:spPr>
        <p:txBody>
          <a:bodyPr>
            <a:normAutofit fontScale="90000"/>
          </a:bodyPr>
          <a:lstStyle/>
          <a:p>
            <a:r>
              <a:rPr lang="en-US" dirty="0"/>
              <a:t>Example 2: Counting Ones in a Word: Simpler Programs</a:t>
            </a:r>
          </a:p>
        </p:txBody>
      </p:sp>
      <p:sp>
        <p:nvSpPr>
          <p:cNvPr id="3" name="Slide Number Placeholder 2">
            <a:extLst>
              <a:ext uri="{FF2B5EF4-FFF2-40B4-BE49-F238E27FC236}">
                <a16:creationId xmlns:a16="http://schemas.microsoft.com/office/drawing/2014/main" id="{86670F0C-5593-00D6-5B5C-A0FFD4E762D5}"/>
              </a:ext>
            </a:extLst>
          </p:cNvPr>
          <p:cNvSpPr>
            <a:spLocks noGrp="1"/>
          </p:cNvSpPr>
          <p:nvPr>
            <p:ph type="sldNum" sz="quarter" idx="12"/>
          </p:nvPr>
        </p:nvSpPr>
        <p:spPr/>
        <p:txBody>
          <a:bodyPr/>
          <a:lstStyle/>
          <a:p>
            <a:fld id="{EA7C8D44-3667-46F6-9772-CC52308E2A7F}" type="slidenum">
              <a:rPr kumimoji="0" lang="en-US" smtClean="0"/>
              <a:pPr/>
              <a:t>18</a:t>
            </a:fld>
            <a:endParaRPr kumimoji="0" lang="en-US" dirty="0"/>
          </a:p>
        </p:txBody>
      </p:sp>
      <p:sp>
        <p:nvSpPr>
          <p:cNvPr id="5" name="Rectangle 4">
            <a:extLst>
              <a:ext uri="{FF2B5EF4-FFF2-40B4-BE49-F238E27FC236}">
                <a16:creationId xmlns:a16="http://schemas.microsoft.com/office/drawing/2014/main" id="{44997A61-5705-1D7B-A434-1D7CF5D089E4}"/>
              </a:ext>
            </a:extLst>
          </p:cNvPr>
          <p:cNvSpPr/>
          <p:nvPr/>
        </p:nvSpPr>
        <p:spPr>
          <a:xfrm>
            <a:off x="1981200" y="1225907"/>
            <a:ext cx="8229600" cy="1815882"/>
          </a:xfrm>
          <a:prstGeom prst="rect">
            <a:avLst/>
          </a:prstGeom>
        </p:spPr>
        <p:style>
          <a:lnRef idx="2">
            <a:schemeClr val="accent1"/>
          </a:lnRef>
          <a:fillRef idx="1">
            <a:schemeClr val="lt1"/>
          </a:fillRef>
          <a:effectRef idx="0">
            <a:schemeClr val="accent1"/>
          </a:effectRef>
          <a:fontRef idx="minor">
            <a:schemeClr val="dk1"/>
          </a:fontRef>
        </p:style>
        <p:txBody>
          <a:bodyPr wrap="square">
            <a:spAutoFit/>
          </a:bodyPr>
          <a:lstStyle/>
          <a:p>
            <a:r>
              <a:rPr lang="en-US" sz="1400" b="1" dirty="0">
                <a:latin typeface="Consolas" panose="020B0609020204030204" pitchFamily="49" charset="0"/>
                <a:cs typeface="Consolas" panose="020B0609020204030204" pitchFamily="49" charset="0"/>
              </a:rPr>
              <a:t>   LDR r0, =0xAAAAAAAA    </a:t>
            </a:r>
            <a:r>
              <a:rPr lang="en-US" sz="1400" b="1" dirty="0">
                <a:solidFill>
                  <a:schemeClr val="bg1">
                    <a:lumMod val="50000"/>
                  </a:schemeClr>
                </a:solidFill>
                <a:latin typeface="Consolas" panose="020B0609020204030204" pitchFamily="49" charset="0"/>
              </a:rPr>
              <a:t>; Load input data into r0</a:t>
            </a:r>
          </a:p>
          <a:p>
            <a:r>
              <a:rPr lang="en-US" sz="1400" b="1" dirty="0">
                <a:latin typeface="Consolas" panose="020B0609020204030204" pitchFamily="49" charset="0"/>
                <a:cs typeface="Consolas" panose="020B0609020204030204" pitchFamily="49" charset="0"/>
              </a:rPr>
              <a:t>   MOV r2, #0             </a:t>
            </a:r>
            <a:r>
              <a:rPr lang="en-US" sz="1400" b="1" dirty="0">
                <a:solidFill>
                  <a:schemeClr val="bg1">
                    <a:lumMod val="50000"/>
                  </a:schemeClr>
                </a:solidFill>
                <a:latin typeface="Consolas" panose="020B0609020204030204" pitchFamily="49" charset="0"/>
              </a:rPr>
              <a:t>; Initialize count (r2) to 0</a:t>
            </a:r>
          </a:p>
          <a:p>
            <a:endParaRPr lang="en-US" sz="1400" b="1" dirty="0">
              <a:latin typeface="Consolas" panose="020B0609020204030204" pitchFamily="49" charset="0"/>
              <a:cs typeface="Consolas" panose="020B0609020204030204" pitchFamily="49" charset="0"/>
            </a:endParaRPr>
          </a:p>
          <a:p>
            <a:r>
              <a:rPr lang="en-US" sz="1400" b="1" dirty="0">
                <a:latin typeface="Consolas" panose="020B0609020204030204" pitchFamily="49" charset="0"/>
                <a:cs typeface="Consolas" panose="020B0609020204030204" pitchFamily="49" charset="0"/>
              </a:rPr>
              <a:t>loop:</a:t>
            </a:r>
          </a:p>
          <a:p>
            <a:r>
              <a:rPr lang="en-US" sz="1400" b="1" dirty="0">
                <a:latin typeface="Consolas" panose="020B0609020204030204" pitchFamily="49" charset="0"/>
                <a:cs typeface="Consolas" panose="020B0609020204030204" pitchFamily="49" charset="0"/>
              </a:rPr>
              <a:t>    </a:t>
            </a:r>
            <a:r>
              <a:rPr lang="en-US" sz="1400" b="1" dirty="0">
                <a:solidFill>
                  <a:schemeClr val="tx1"/>
                </a:solidFill>
                <a:latin typeface="Consolas" panose="020B0609020204030204" pitchFamily="49" charset="0"/>
                <a:cs typeface="Consolas" panose="020B0609020204030204" pitchFamily="49" charset="0"/>
              </a:rPr>
              <a:t>MOV r1, r0, LSR #31    </a:t>
            </a:r>
            <a:r>
              <a:rPr lang="en-US" sz="1400" b="1" dirty="0">
                <a:solidFill>
                  <a:schemeClr val="bg1">
                    <a:lumMod val="50000"/>
                  </a:schemeClr>
                </a:solidFill>
                <a:latin typeface="Consolas" panose="020B0609020204030204" pitchFamily="49" charset="0"/>
              </a:rPr>
              <a:t>; Extract leftmost bit of r0 into r1 (0 or 1)</a:t>
            </a:r>
          </a:p>
          <a:p>
            <a:r>
              <a:rPr lang="en-US" sz="1400" b="1" dirty="0">
                <a:latin typeface="Consolas" panose="020B0609020204030204" pitchFamily="49" charset="0"/>
                <a:cs typeface="Consolas" panose="020B0609020204030204" pitchFamily="49" charset="0"/>
              </a:rPr>
              <a:t>    ADD r2, r2, r1         </a:t>
            </a:r>
            <a:r>
              <a:rPr lang="en-US" sz="1400" b="1" dirty="0">
                <a:solidFill>
                  <a:schemeClr val="bg1">
                    <a:lumMod val="50000"/>
                  </a:schemeClr>
                </a:solidFill>
                <a:latin typeface="Consolas" panose="020B0609020204030204" pitchFamily="49" charset="0"/>
              </a:rPr>
              <a:t>; Add extracted bit to count in r2</a:t>
            </a:r>
          </a:p>
          <a:p>
            <a:r>
              <a:rPr lang="en-US" sz="1400" b="1" dirty="0">
                <a:latin typeface="Consolas" panose="020B0609020204030204" pitchFamily="49" charset="0"/>
                <a:cs typeface="Consolas" panose="020B0609020204030204" pitchFamily="49" charset="0"/>
              </a:rPr>
              <a:t>    MOVS r0, r0, LSL #1    </a:t>
            </a:r>
            <a:r>
              <a:rPr lang="en-US" sz="1400" b="1" dirty="0">
                <a:solidFill>
                  <a:schemeClr val="bg1">
                    <a:lumMod val="50000"/>
                  </a:schemeClr>
                </a:solidFill>
                <a:latin typeface="Consolas" panose="020B0609020204030204" pitchFamily="49" charset="0"/>
              </a:rPr>
              <a:t>; Shift r0 left by 1 bit, update flags</a:t>
            </a:r>
          </a:p>
          <a:p>
            <a:r>
              <a:rPr lang="en-US" sz="1400" b="1" dirty="0">
                <a:latin typeface="Consolas" panose="020B0609020204030204" pitchFamily="49" charset="0"/>
                <a:cs typeface="Consolas" panose="020B0609020204030204" pitchFamily="49" charset="0"/>
              </a:rPr>
              <a:t>    BNE loop               </a:t>
            </a:r>
            <a:r>
              <a:rPr lang="en-US" sz="1400" b="1" dirty="0">
                <a:solidFill>
                  <a:schemeClr val="bg1">
                    <a:lumMod val="50000"/>
                  </a:schemeClr>
                </a:solidFill>
                <a:latin typeface="Consolas" panose="020B0609020204030204" pitchFamily="49" charset="0"/>
              </a:rPr>
              <a:t>; If r0 != 0, repeat loop</a:t>
            </a:r>
          </a:p>
        </p:txBody>
      </p:sp>
      <p:sp>
        <p:nvSpPr>
          <p:cNvPr id="6" name="Content Placeholder 3">
            <a:extLst>
              <a:ext uri="{FF2B5EF4-FFF2-40B4-BE49-F238E27FC236}">
                <a16:creationId xmlns:a16="http://schemas.microsoft.com/office/drawing/2014/main" id="{E7734E33-14F6-8B11-E461-A9D8453483A3}"/>
              </a:ext>
            </a:extLst>
          </p:cNvPr>
          <p:cNvSpPr txBox="1">
            <a:spLocks/>
          </p:cNvSpPr>
          <p:nvPr/>
        </p:nvSpPr>
        <p:spPr>
          <a:xfrm>
            <a:off x="1295400" y="4854076"/>
            <a:ext cx="9448800" cy="1669915"/>
          </a:xfrm>
          <a:prstGeom prst="rect">
            <a:avLst/>
          </a:prstGeom>
        </p:spPr>
        <p:txBody>
          <a:bodyPr vert="horz">
            <a:normAutofit fontScale="92500" lnSpcReduction="20000"/>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r>
              <a:rPr lang="en-US" sz="1600" dirty="0"/>
              <a:t>Algo 1: use MOV r1, r0, LSR #31 to extract the highest bit from r0 and accumulates the per-bit count. (Carry flag is set but ignored.)</a:t>
            </a:r>
          </a:p>
          <a:p>
            <a:r>
              <a:rPr lang="en-US" sz="1600" dirty="0"/>
              <a:t>Algo 2: use MOVS r0, r0, LSL #1 to shift left by 1 bit and update the carry flag with the bit shifted out (the leftmost bit of the original value).  Use ADC (Add with Carry) to add the carry bit to accumulator r2 without needing to move the leftmost bit explicitly.</a:t>
            </a:r>
          </a:p>
          <a:p>
            <a:r>
              <a:rPr lang="en-US" sz="1600" dirty="0"/>
              <a:t>Both programs count one bit per loop iteration, discarding the Carry bit, and will take 32 iterations for a 32-bit word. </a:t>
            </a:r>
          </a:p>
        </p:txBody>
      </p:sp>
      <p:sp>
        <p:nvSpPr>
          <p:cNvPr id="7" name="Rectangle 6">
            <a:extLst>
              <a:ext uri="{FF2B5EF4-FFF2-40B4-BE49-F238E27FC236}">
                <a16:creationId xmlns:a16="http://schemas.microsoft.com/office/drawing/2014/main" id="{4A9545C3-0A7C-8F1C-0A5E-BDEBE4931DE7}"/>
              </a:ext>
            </a:extLst>
          </p:cNvPr>
          <p:cNvSpPr/>
          <p:nvPr/>
        </p:nvSpPr>
        <p:spPr>
          <a:xfrm>
            <a:off x="1989268" y="3147713"/>
            <a:ext cx="8229600" cy="1600438"/>
          </a:xfrm>
          <a:prstGeom prst="rect">
            <a:avLst/>
          </a:prstGeom>
        </p:spPr>
        <p:style>
          <a:lnRef idx="2">
            <a:schemeClr val="accent1"/>
          </a:lnRef>
          <a:fillRef idx="1">
            <a:schemeClr val="lt1"/>
          </a:fillRef>
          <a:effectRef idx="0">
            <a:schemeClr val="accent1"/>
          </a:effectRef>
          <a:fontRef idx="minor">
            <a:schemeClr val="dk1"/>
          </a:fontRef>
        </p:style>
        <p:txBody>
          <a:bodyPr wrap="square">
            <a:spAutoFit/>
          </a:bodyPr>
          <a:lstStyle/>
          <a:p>
            <a:r>
              <a:rPr lang="en-US" sz="1400" b="1" dirty="0">
                <a:solidFill>
                  <a:schemeClr val="tx1"/>
                </a:solidFill>
                <a:latin typeface="Consolas" panose="020B0609020204030204" pitchFamily="49" charset="0"/>
              </a:rPr>
              <a:t>    LDR r0, =0xAAAAAAAA     </a:t>
            </a:r>
            <a:r>
              <a:rPr lang="en-US" sz="1400" b="1" dirty="0">
                <a:solidFill>
                  <a:schemeClr val="bg1">
                    <a:lumMod val="50000"/>
                  </a:schemeClr>
                </a:solidFill>
                <a:latin typeface="Consolas" panose="020B0609020204030204" pitchFamily="49" charset="0"/>
              </a:rPr>
              <a:t>; Load input data into r0</a:t>
            </a:r>
          </a:p>
          <a:p>
            <a:r>
              <a:rPr lang="en-US" sz="1400" b="1" dirty="0">
                <a:solidFill>
                  <a:schemeClr val="bg1">
                    <a:lumMod val="50000"/>
                  </a:schemeClr>
                </a:solidFill>
                <a:latin typeface="Consolas" panose="020B0609020204030204" pitchFamily="49" charset="0"/>
              </a:rPr>
              <a:t>    </a:t>
            </a:r>
            <a:r>
              <a:rPr lang="en-US" sz="1400" b="1" dirty="0">
                <a:solidFill>
                  <a:schemeClr val="tx1"/>
                </a:solidFill>
                <a:latin typeface="Consolas" panose="020B0609020204030204" pitchFamily="49" charset="0"/>
              </a:rPr>
              <a:t>MOV r2, #0              </a:t>
            </a:r>
            <a:r>
              <a:rPr lang="en-US" sz="1400" b="1" dirty="0">
                <a:solidFill>
                  <a:schemeClr val="bg1">
                    <a:lumMod val="50000"/>
                  </a:schemeClr>
                </a:solidFill>
                <a:latin typeface="Consolas" panose="020B0609020204030204" pitchFamily="49" charset="0"/>
              </a:rPr>
              <a:t>; Initialize bit count accumulator (r2) to 0</a:t>
            </a:r>
          </a:p>
          <a:p>
            <a:endParaRPr lang="en-US" sz="1400" b="1" dirty="0">
              <a:solidFill>
                <a:schemeClr val="bg1">
                  <a:lumMod val="50000"/>
                </a:schemeClr>
              </a:solidFill>
              <a:latin typeface="Consolas" panose="020B0609020204030204" pitchFamily="49" charset="0"/>
            </a:endParaRPr>
          </a:p>
          <a:p>
            <a:r>
              <a:rPr lang="en-US" sz="1400" b="1" dirty="0">
                <a:solidFill>
                  <a:schemeClr val="tx1"/>
                </a:solidFill>
                <a:latin typeface="Consolas" panose="020B0609020204030204" pitchFamily="49" charset="0"/>
              </a:rPr>
              <a:t>loop:</a:t>
            </a:r>
          </a:p>
          <a:p>
            <a:r>
              <a:rPr lang="en-US" sz="1400" b="1" dirty="0">
                <a:solidFill>
                  <a:schemeClr val="bg1">
                    <a:lumMod val="50000"/>
                  </a:schemeClr>
                </a:solidFill>
                <a:latin typeface="Consolas" panose="020B0609020204030204" pitchFamily="49" charset="0"/>
              </a:rPr>
              <a:t>    </a:t>
            </a:r>
            <a:r>
              <a:rPr lang="en-US" sz="1400" b="1" dirty="0">
                <a:solidFill>
                  <a:schemeClr val="tx1"/>
                </a:solidFill>
                <a:latin typeface="Consolas" panose="020B0609020204030204" pitchFamily="49" charset="0"/>
              </a:rPr>
              <a:t>MOVS r0, r0, LSL #1     </a:t>
            </a:r>
            <a:r>
              <a:rPr lang="en-US" sz="1400" b="1" dirty="0">
                <a:solidFill>
                  <a:schemeClr val="bg1">
                    <a:lumMod val="50000"/>
                  </a:schemeClr>
                </a:solidFill>
                <a:latin typeface="Consolas" panose="020B0609020204030204" pitchFamily="49" charset="0"/>
              </a:rPr>
              <a:t>; Shift left by 1 bit, carry gets old MSB</a:t>
            </a:r>
          </a:p>
          <a:p>
            <a:r>
              <a:rPr lang="en-US" sz="1400" b="1" dirty="0">
                <a:solidFill>
                  <a:schemeClr val="tx1"/>
                </a:solidFill>
                <a:latin typeface="Consolas" panose="020B0609020204030204" pitchFamily="49" charset="0"/>
              </a:rPr>
              <a:t>    ADC r2, r2, #0          </a:t>
            </a:r>
            <a:r>
              <a:rPr lang="en-US" sz="1400" b="1" dirty="0">
                <a:solidFill>
                  <a:schemeClr val="bg1">
                    <a:lumMod val="50000"/>
                  </a:schemeClr>
                </a:solidFill>
                <a:latin typeface="Consolas" panose="020B0609020204030204" pitchFamily="49" charset="0"/>
              </a:rPr>
              <a:t>; Add carry (0 + carry) to r2</a:t>
            </a:r>
          </a:p>
          <a:p>
            <a:r>
              <a:rPr lang="en-US" sz="1400" b="1" dirty="0">
                <a:solidFill>
                  <a:schemeClr val="bg1">
                    <a:lumMod val="50000"/>
                  </a:schemeClr>
                </a:solidFill>
                <a:latin typeface="Consolas" panose="020B0609020204030204" pitchFamily="49" charset="0"/>
              </a:rPr>
              <a:t>    </a:t>
            </a:r>
            <a:r>
              <a:rPr lang="en-US" sz="1400" b="1" dirty="0">
                <a:solidFill>
                  <a:schemeClr val="tx1"/>
                </a:solidFill>
                <a:latin typeface="Consolas" panose="020B0609020204030204" pitchFamily="49" charset="0"/>
              </a:rPr>
              <a:t>BNE loop          </a:t>
            </a:r>
            <a:r>
              <a:rPr lang="en-US" sz="1400" b="1" dirty="0">
                <a:solidFill>
                  <a:schemeClr val="bg1">
                    <a:lumMod val="50000"/>
                  </a:schemeClr>
                </a:solidFill>
                <a:latin typeface="Consolas" panose="020B0609020204030204" pitchFamily="49" charset="0"/>
              </a:rPr>
              <a:t>; Loop while r0 != 0 (Zero flag clear) </a:t>
            </a:r>
          </a:p>
        </p:txBody>
      </p:sp>
      <p:sp>
        <p:nvSpPr>
          <p:cNvPr id="10" name="TextBox 9">
            <a:extLst>
              <a:ext uri="{FF2B5EF4-FFF2-40B4-BE49-F238E27FC236}">
                <a16:creationId xmlns:a16="http://schemas.microsoft.com/office/drawing/2014/main" id="{6A0B167A-847C-BE0D-AD59-13AE06E98AF8}"/>
              </a:ext>
            </a:extLst>
          </p:cNvPr>
          <p:cNvSpPr txBox="1"/>
          <p:nvPr/>
        </p:nvSpPr>
        <p:spPr>
          <a:xfrm>
            <a:off x="9363654" y="1268939"/>
            <a:ext cx="791563" cy="369332"/>
          </a:xfrm>
          <a:prstGeom prst="rect">
            <a:avLst/>
          </a:prstGeom>
          <a:solidFill>
            <a:schemeClr val="bg1">
              <a:lumMod val="85000"/>
            </a:schemeClr>
          </a:solidFill>
        </p:spPr>
        <p:style>
          <a:lnRef idx="1">
            <a:schemeClr val="dk1"/>
          </a:lnRef>
          <a:fillRef idx="2">
            <a:schemeClr val="dk1"/>
          </a:fillRef>
          <a:effectRef idx="1">
            <a:schemeClr val="dk1"/>
          </a:effectRef>
          <a:fontRef idx="minor">
            <a:schemeClr val="dk1"/>
          </a:fontRef>
        </p:style>
        <p:txBody>
          <a:bodyPr wrap="none" rtlCol="0">
            <a:spAutoFit/>
          </a:bodyPr>
          <a:lstStyle/>
          <a:p>
            <a:r>
              <a:rPr lang="en-US" dirty="0"/>
              <a:t>Algo 1</a:t>
            </a:r>
          </a:p>
        </p:txBody>
      </p:sp>
      <p:sp>
        <p:nvSpPr>
          <p:cNvPr id="11" name="TextBox 10">
            <a:extLst>
              <a:ext uri="{FF2B5EF4-FFF2-40B4-BE49-F238E27FC236}">
                <a16:creationId xmlns:a16="http://schemas.microsoft.com/office/drawing/2014/main" id="{A40D0424-D278-5C68-B76D-B3370F68FE7D}"/>
              </a:ext>
            </a:extLst>
          </p:cNvPr>
          <p:cNvSpPr txBox="1"/>
          <p:nvPr/>
        </p:nvSpPr>
        <p:spPr>
          <a:xfrm>
            <a:off x="9376206" y="3196671"/>
            <a:ext cx="791563" cy="369332"/>
          </a:xfrm>
          <a:prstGeom prst="rect">
            <a:avLst/>
          </a:prstGeom>
          <a:solidFill>
            <a:schemeClr val="bg1">
              <a:lumMod val="85000"/>
            </a:schemeClr>
          </a:solidFill>
        </p:spPr>
        <p:style>
          <a:lnRef idx="1">
            <a:schemeClr val="dk1"/>
          </a:lnRef>
          <a:fillRef idx="2">
            <a:schemeClr val="dk1"/>
          </a:fillRef>
          <a:effectRef idx="1">
            <a:schemeClr val="dk1"/>
          </a:effectRef>
          <a:fontRef idx="minor">
            <a:schemeClr val="dk1"/>
          </a:fontRef>
        </p:style>
        <p:txBody>
          <a:bodyPr wrap="none" rtlCol="0">
            <a:spAutoFit/>
          </a:bodyPr>
          <a:lstStyle/>
          <a:p>
            <a:r>
              <a:rPr lang="en-US" dirty="0"/>
              <a:t>Algo 2</a:t>
            </a:r>
          </a:p>
        </p:txBody>
      </p:sp>
    </p:spTree>
    <p:extLst>
      <p:ext uri="{BB962C8B-B14F-4D97-AF65-F5344CB8AC3E}">
        <p14:creationId xmlns:p14="http://schemas.microsoft.com/office/powerpoint/2010/main" val="83186687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979F69-849B-B539-A65C-913A183CA49B}"/>
              </a:ext>
            </a:extLst>
          </p:cNvPr>
          <p:cNvSpPr>
            <a:spLocks noGrp="1"/>
          </p:cNvSpPr>
          <p:nvPr>
            <p:ph type="title"/>
          </p:nvPr>
        </p:nvSpPr>
        <p:spPr/>
        <p:txBody>
          <a:bodyPr/>
          <a:lstStyle/>
          <a:p>
            <a:r>
              <a:rPr lang="en-US" dirty="0"/>
              <a:t>Quiz ANS</a:t>
            </a:r>
          </a:p>
        </p:txBody>
      </p:sp>
      <p:sp>
        <p:nvSpPr>
          <p:cNvPr id="3" name="Slide Number Placeholder 2">
            <a:extLst>
              <a:ext uri="{FF2B5EF4-FFF2-40B4-BE49-F238E27FC236}">
                <a16:creationId xmlns:a16="http://schemas.microsoft.com/office/drawing/2014/main" id="{F44888C6-7A5B-5AE0-676F-A299A52BC941}"/>
              </a:ext>
            </a:extLst>
          </p:cNvPr>
          <p:cNvSpPr>
            <a:spLocks noGrp="1"/>
          </p:cNvSpPr>
          <p:nvPr>
            <p:ph type="sldNum" sz="quarter" idx="12"/>
          </p:nvPr>
        </p:nvSpPr>
        <p:spPr/>
        <p:txBody>
          <a:bodyPr/>
          <a:lstStyle/>
          <a:p>
            <a:fld id="{EA7C8D44-3667-46F6-9772-CC52308E2A7F}" type="slidenum">
              <a:rPr kumimoji="0" lang="en-US" smtClean="0"/>
              <a:pPr/>
              <a:t>19</a:t>
            </a:fld>
            <a:endParaRPr kumimoji="0" lang="en-US" dirty="0"/>
          </a:p>
        </p:txBody>
      </p:sp>
      <p:sp>
        <p:nvSpPr>
          <p:cNvPr id="4" name="Content Placeholder 3">
            <a:extLst>
              <a:ext uri="{FF2B5EF4-FFF2-40B4-BE49-F238E27FC236}">
                <a16:creationId xmlns:a16="http://schemas.microsoft.com/office/drawing/2014/main" id="{D6AF2571-8504-EBAC-5FF2-F032D20EFA36}"/>
              </a:ext>
            </a:extLst>
          </p:cNvPr>
          <p:cNvSpPr>
            <a:spLocks noGrp="1"/>
          </p:cNvSpPr>
          <p:nvPr>
            <p:ph sz="quarter" idx="1"/>
          </p:nvPr>
        </p:nvSpPr>
        <p:spPr/>
        <p:txBody>
          <a:bodyPr>
            <a:normAutofit/>
          </a:bodyPr>
          <a:lstStyle/>
          <a:p>
            <a:r>
              <a:rPr lang="pt-BR" dirty="0"/>
              <a:t>Q:  In Algo 1 and Algo 2, can we change </a:t>
            </a:r>
            <a:r>
              <a:rPr lang="pt-BR" dirty="0">
                <a:solidFill>
                  <a:srgbClr val="FF0000"/>
                </a:solidFill>
              </a:rPr>
              <a:t>MOVS</a:t>
            </a:r>
            <a:r>
              <a:rPr lang="pt-BR" dirty="0"/>
              <a:t> r0, r0, LSL #1 to </a:t>
            </a:r>
            <a:r>
              <a:rPr lang="pt-BR" dirty="0">
                <a:solidFill>
                  <a:srgbClr val="FF0000"/>
                </a:solidFill>
              </a:rPr>
              <a:t>MOV</a:t>
            </a:r>
            <a:r>
              <a:rPr lang="pt-BR" dirty="0"/>
              <a:t> r0, r0, LSL #1?</a:t>
            </a:r>
          </a:p>
          <a:p>
            <a:r>
              <a:rPr lang="pt-BR" dirty="0"/>
              <a:t>ANS:  </a:t>
            </a:r>
          </a:p>
          <a:p>
            <a:r>
              <a:rPr lang="pt-BR" dirty="0"/>
              <a:t>Q: In Algo 1, can we change </a:t>
            </a:r>
            <a:r>
              <a:rPr lang="pt-BR" dirty="0">
                <a:solidFill>
                  <a:srgbClr val="FF0000"/>
                </a:solidFill>
              </a:rPr>
              <a:t>MOV</a:t>
            </a:r>
            <a:r>
              <a:rPr lang="pt-BR" dirty="0"/>
              <a:t> r1, r0, LSR #31 to </a:t>
            </a:r>
            <a:r>
              <a:rPr lang="pt-BR" dirty="0">
                <a:solidFill>
                  <a:srgbClr val="FF0000"/>
                </a:solidFill>
              </a:rPr>
              <a:t>MOVS</a:t>
            </a:r>
            <a:r>
              <a:rPr lang="pt-BR" dirty="0"/>
              <a:t> r1, r0, LSR #31</a:t>
            </a:r>
          </a:p>
          <a:p>
            <a:r>
              <a:rPr lang="pt-BR" dirty="0"/>
              <a:t>ANS:  </a:t>
            </a:r>
          </a:p>
          <a:p>
            <a:r>
              <a:rPr lang="pt-BR" dirty="0"/>
              <a:t>Q: In Algo 1,  can we change </a:t>
            </a:r>
            <a:r>
              <a:rPr lang="pt-BR" dirty="0">
                <a:solidFill>
                  <a:srgbClr val="FF0000"/>
                </a:solidFill>
              </a:rPr>
              <a:t>ADD</a:t>
            </a:r>
            <a:r>
              <a:rPr lang="pt-BR" dirty="0"/>
              <a:t> r2, r2, r1 to </a:t>
            </a:r>
            <a:r>
              <a:rPr lang="pt-BR" dirty="0">
                <a:solidFill>
                  <a:srgbClr val="FF0000"/>
                </a:solidFill>
              </a:rPr>
              <a:t>ADC</a:t>
            </a:r>
            <a:r>
              <a:rPr lang="pt-BR" dirty="0"/>
              <a:t> r2, r2, r1 </a:t>
            </a:r>
          </a:p>
          <a:p>
            <a:r>
              <a:rPr lang="pt-BR" dirty="0"/>
              <a:t>ANS:</a:t>
            </a:r>
          </a:p>
          <a:p>
            <a:r>
              <a:rPr lang="pt-BR" dirty="0"/>
              <a:t>Q: In Algo 2,  can we change </a:t>
            </a:r>
            <a:r>
              <a:rPr lang="pt-BR" dirty="0">
                <a:solidFill>
                  <a:srgbClr val="FF0000"/>
                </a:solidFill>
              </a:rPr>
              <a:t>ADC</a:t>
            </a:r>
            <a:r>
              <a:rPr lang="pt-BR" dirty="0"/>
              <a:t> r2, r2, #0 to </a:t>
            </a:r>
            <a:r>
              <a:rPr lang="pt-BR" dirty="0">
                <a:solidFill>
                  <a:srgbClr val="FF0000"/>
                </a:solidFill>
              </a:rPr>
              <a:t>ADD</a:t>
            </a:r>
            <a:r>
              <a:rPr lang="pt-BR" dirty="0"/>
              <a:t> r2, r2, #0? </a:t>
            </a:r>
          </a:p>
          <a:p>
            <a:r>
              <a:rPr lang="pt-BR" dirty="0"/>
              <a:t>ANS:</a:t>
            </a:r>
          </a:p>
          <a:p>
            <a:endParaRPr lang="pt-BR" dirty="0"/>
          </a:p>
          <a:p>
            <a:endParaRPr lang="en-US" dirty="0"/>
          </a:p>
        </p:txBody>
      </p:sp>
    </p:spTree>
    <p:extLst>
      <p:ext uri="{BB962C8B-B14F-4D97-AF65-F5344CB8AC3E}">
        <p14:creationId xmlns:p14="http://schemas.microsoft.com/office/powerpoint/2010/main" val="24644599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F7DCB4-8598-A080-8448-20AC1642E3A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4259F04-1FC4-3FBB-1C8A-54A3EB7102DF}"/>
              </a:ext>
            </a:extLst>
          </p:cNvPr>
          <p:cNvSpPr>
            <a:spLocks noGrp="1"/>
          </p:cNvSpPr>
          <p:nvPr>
            <p:ph type="title"/>
          </p:nvPr>
        </p:nvSpPr>
        <p:spPr/>
        <p:txBody>
          <a:bodyPr/>
          <a:lstStyle/>
          <a:p>
            <a:r>
              <a:rPr lang="en-US" dirty="0"/>
              <a:t>Quiz</a:t>
            </a:r>
          </a:p>
        </p:txBody>
      </p:sp>
      <p:sp>
        <p:nvSpPr>
          <p:cNvPr id="3" name="Slide Number Placeholder 2">
            <a:extLst>
              <a:ext uri="{FF2B5EF4-FFF2-40B4-BE49-F238E27FC236}">
                <a16:creationId xmlns:a16="http://schemas.microsoft.com/office/drawing/2014/main" id="{C9A5D7B9-900A-226D-37C2-B20CF1A04476}"/>
              </a:ext>
            </a:extLst>
          </p:cNvPr>
          <p:cNvSpPr>
            <a:spLocks noGrp="1"/>
          </p:cNvSpPr>
          <p:nvPr>
            <p:ph type="sldNum" sz="quarter" idx="12"/>
          </p:nvPr>
        </p:nvSpPr>
        <p:spPr/>
        <p:txBody>
          <a:bodyPr/>
          <a:lstStyle/>
          <a:p>
            <a:fld id="{EA7C8D44-3667-46F6-9772-CC52308E2A7F}" type="slidenum">
              <a:rPr kumimoji="0" lang="en-US" smtClean="0"/>
              <a:pPr/>
              <a:t>20</a:t>
            </a:fld>
            <a:endParaRPr kumimoji="0" lang="en-US" dirty="0"/>
          </a:p>
        </p:txBody>
      </p:sp>
      <p:sp>
        <p:nvSpPr>
          <p:cNvPr id="4" name="Content Placeholder 3">
            <a:extLst>
              <a:ext uri="{FF2B5EF4-FFF2-40B4-BE49-F238E27FC236}">
                <a16:creationId xmlns:a16="http://schemas.microsoft.com/office/drawing/2014/main" id="{0D6CD66F-EA18-10B1-497D-5403077EABBA}"/>
              </a:ext>
            </a:extLst>
          </p:cNvPr>
          <p:cNvSpPr>
            <a:spLocks noGrp="1"/>
          </p:cNvSpPr>
          <p:nvPr>
            <p:ph sz="quarter" idx="1"/>
          </p:nvPr>
        </p:nvSpPr>
        <p:spPr/>
        <p:txBody>
          <a:bodyPr>
            <a:normAutofit/>
          </a:bodyPr>
          <a:lstStyle/>
          <a:p>
            <a:r>
              <a:rPr lang="pt-BR" dirty="0"/>
              <a:t>Q:  In Algo 1 and Algo 2, can we change </a:t>
            </a:r>
            <a:r>
              <a:rPr lang="pt-BR" dirty="0">
                <a:solidFill>
                  <a:srgbClr val="FF0000"/>
                </a:solidFill>
              </a:rPr>
              <a:t>MOVS</a:t>
            </a:r>
            <a:r>
              <a:rPr lang="pt-BR" dirty="0"/>
              <a:t> r0, r0, LSL #1 to </a:t>
            </a:r>
            <a:r>
              <a:rPr lang="pt-BR" dirty="0">
                <a:solidFill>
                  <a:srgbClr val="FF0000"/>
                </a:solidFill>
              </a:rPr>
              <a:t>MOV</a:t>
            </a:r>
            <a:r>
              <a:rPr lang="pt-BR" dirty="0"/>
              <a:t> r0, r0, LSL #1?</a:t>
            </a:r>
          </a:p>
          <a:p>
            <a:r>
              <a:rPr lang="pt-BR" dirty="0"/>
              <a:t>ANS:  </a:t>
            </a:r>
          </a:p>
          <a:p>
            <a:r>
              <a:rPr lang="pt-BR" dirty="0"/>
              <a:t>Q: In Algo 1, can we change </a:t>
            </a:r>
            <a:r>
              <a:rPr lang="pt-BR" dirty="0">
                <a:solidFill>
                  <a:srgbClr val="FF0000"/>
                </a:solidFill>
              </a:rPr>
              <a:t>MOV</a:t>
            </a:r>
            <a:r>
              <a:rPr lang="pt-BR" dirty="0"/>
              <a:t> r1, r0, LSR #31 to </a:t>
            </a:r>
            <a:r>
              <a:rPr lang="pt-BR" dirty="0">
                <a:solidFill>
                  <a:srgbClr val="FF0000"/>
                </a:solidFill>
              </a:rPr>
              <a:t>MOVS</a:t>
            </a:r>
            <a:r>
              <a:rPr lang="pt-BR" dirty="0"/>
              <a:t> r1, r0, LSR #31</a:t>
            </a:r>
          </a:p>
          <a:p>
            <a:r>
              <a:rPr lang="pt-BR" dirty="0"/>
              <a:t>ANS:  </a:t>
            </a:r>
          </a:p>
          <a:p>
            <a:r>
              <a:rPr lang="pt-BR" dirty="0"/>
              <a:t>Q: In Algo 1,  can we change </a:t>
            </a:r>
            <a:r>
              <a:rPr lang="pt-BR" dirty="0">
                <a:solidFill>
                  <a:srgbClr val="FF0000"/>
                </a:solidFill>
              </a:rPr>
              <a:t>ADD</a:t>
            </a:r>
            <a:r>
              <a:rPr lang="pt-BR" dirty="0"/>
              <a:t> r2, r2, r1 to </a:t>
            </a:r>
            <a:r>
              <a:rPr lang="pt-BR" dirty="0">
                <a:solidFill>
                  <a:srgbClr val="FF0000"/>
                </a:solidFill>
              </a:rPr>
              <a:t>ADC</a:t>
            </a:r>
            <a:r>
              <a:rPr lang="pt-BR" dirty="0"/>
              <a:t> r2, r2, r1 </a:t>
            </a:r>
          </a:p>
          <a:p>
            <a:r>
              <a:rPr lang="pt-BR" dirty="0"/>
              <a:t>ANS:</a:t>
            </a:r>
          </a:p>
          <a:p>
            <a:r>
              <a:rPr lang="pt-BR" dirty="0"/>
              <a:t>Q: In Algo 2,  can we change </a:t>
            </a:r>
            <a:r>
              <a:rPr lang="pt-BR" dirty="0">
                <a:solidFill>
                  <a:srgbClr val="FF0000"/>
                </a:solidFill>
              </a:rPr>
              <a:t>ADC</a:t>
            </a:r>
            <a:r>
              <a:rPr lang="pt-BR" dirty="0"/>
              <a:t> r2, r2, #0 to </a:t>
            </a:r>
            <a:r>
              <a:rPr lang="pt-BR" dirty="0">
                <a:solidFill>
                  <a:srgbClr val="FF0000"/>
                </a:solidFill>
              </a:rPr>
              <a:t>ADD</a:t>
            </a:r>
            <a:r>
              <a:rPr lang="pt-BR" dirty="0"/>
              <a:t> r2, r2, #0? </a:t>
            </a:r>
          </a:p>
          <a:p>
            <a:r>
              <a:rPr lang="pt-BR" dirty="0"/>
              <a:t>ANS:</a:t>
            </a:r>
          </a:p>
          <a:p>
            <a:endParaRPr lang="pt-BR" dirty="0"/>
          </a:p>
          <a:p>
            <a:endParaRPr lang="en-US" dirty="0"/>
          </a:p>
        </p:txBody>
      </p:sp>
    </p:spTree>
    <p:extLst>
      <p:ext uri="{BB962C8B-B14F-4D97-AF65-F5344CB8AC3E}">
        <p14:creationId xmlns:p14="http://schemas.microsoft.com/office/powerpoint/2010/main" val="26036410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132791"/>
            <a:ext cx="8229600" cy="990600"/>
          </a:xfrm>
        </p:spPr>
        <p:txBody>
          <a:bodyPr>
            <a:normAutofit fontScale="90000"/>
          </a:bodyPr>
          <a:lstStyle/>
          <a:p>
            <a:r>
              <a:rPr lang="en-US" dirty="0"/>
              <a:t>Example 3: Finding </a:t>
            </a:r>
            <a:br>
              <a:rPr lang="en-US" dirty="0"/>
            </a:br>
            <a:r>
              <a:rPr lang="en-US" dirty="0"/>
              <a:t>Max of an Array</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21</a:t>
            </a:fld>
            <a:endParaRPr kumimoji="0" lang="en-US" dirty="0"/>
          </a:p>
        </p:txBody>
      </p:sp>
      <p:pic>
        <p:nvPicPr>
          <p:cNvPr id="4" name="Pictur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553200" y="233470"/>
            <a:ext cx="2667000" cy="6340714"/>
          </a:xfrm>
          <a:prstGeom prst="rect">
            <a:avLst/>
          </a:prstGeom>
        </p:spPr>
      </p:pic>
      <p:graphicFrame>
        <p:nvGraphicFramePr>
          <p:cNvPr id="5" name="Table 4"/>
          <p:cNvGraphicFramePr>
            <a:graphicFrameLocks noGrp="1"/>
          </p:cNvGraphicFramePr>
          <p:nvPr>
            <p:extLst>
              <p:ext uri="{D42A27DB-BD31-4B8C-83A1-F6EECF244321}">
                <p14:modId xmlns:p14="http://schemas.microsoft.com/office/powerpoint/2010/main" val="4162103810"/>
              </p:ext>
            </p:extLst>
          </p:nvPr>
        </p:nvGraphicFramePr>
        <p:xfrm>
          <a:off x="838202" y="2057400"/>
          <a:ext cx="4800599" cy="3413760"/>
        </p:xfrm>
        <a:graphic>
          <a:graphicData uri="http://schemas.openxmlformats.org/drawingml/2006/table">
            <a:tbl>
              <a:tblPr firstRow="1" firstCol="1" bandRow="1">
                <a:tableStyleId>{BC89EF96-8CEA-46FF-86C4-4CE0E7609802}</a:tableStyleId>
              </a:tblPr>
              <a:tblGrid>
                <a:gridCol w="4800599">
                  <a:extLst>
                    <a:ext uri="{9D8B030D-6E8A-4147-A177-3AD203B41FA5}">
                      <a16:colId xmlns:a16="http://schemas.microsoft.com/office/drawing/2014/main" val="601765188"/>
                    </a:ext>
                  </a:extLst>
                </a:gridCol>
              </a:tblGrid>
              <a:tr h="702629">
                <a:tc>
                  <a:txBody>
                    <a:bodyPr/>
                    <a:lstStyle/>
                    <a:p>
                      <a:pPr marL="0" marR="0" algn="just">
                        <a:spcBef>
                          <a:spcPts val="300"/>
                        </a:spcBef>
                        <a:spcAft>
                          <a:spcPts val="0"/>
                        </a:spcAft>
                      </a:pPr>
                      <a:r>
                        <a:rPr lang="en-US" sz="1600" b="1" dirty="0">
                          <a:solidFill>
                            <a:schemeClr val="bg1">
                              <a:lumMod val="50000"/>
                            </a:schemeClr>
                          </a:solidFill>
                          <a:effectLst/>
                          <a:latin typeface="Consolas" panose="020B0609020204030204" pitchFamily="49" charset="0"/>
                          <a:cs typeface="Consolas" panose="020B0609020204030204" pitchFamily="49" charset="0"/>
                        </a:rPr>
                        <a:t>  // Initialize max and location</a:t>
                      </a:r>
                    </a:p>
                    <a:p>
                      <a:pPr marL="0" marR="0" algn="just">
                        <a:spcBef>
                          <a:spcPts val="0"/>
                        </a:spcBef>
                        <a:spcAft>
                          <a:spcPts val="0"/>
                        </a:spcAft>
                      </a:pPr>
                      <a:r>
                        <a:rPr lang="en-US" sz="1600" b="1" dirty="0">
                          <a:effectLst/>
                          <a:latin typeface="Consolas" panose="020B0609020204030204" pitchFamily="49" charset="0"/>
                          <a:cs typeface="Consolas" panose="020B0609020204030204" pitchFamily="49" charset="0"/>
                        </a:rPr>
                        <a:t>  </a:t>
                      </a:r>
                      <a:r>
                        <a:rPr lang="en-US" sz="1600" b="1" dirty="0" err="1">
                          <a:effectLst/>
                          <a:latin typeface="Consolas" panose="020B0609020204030204" pitchFamily="49" charset="0"/>
                          <a:cs typeface="Consolas" panose="020B0609020204030204" pitchFamily="49" charset="0"/>
                        </a:rPr>
                        <a:t>maxLocation</a:t>
                      </a:r>
                      <a:r>
                        <a:rPr lang="en-US" sz="1600" b="1" dirty="0">
                          <a:effectLst/>
                          <a:latin typeface="Consolas" panose="020B0609020204030204" pitchFamily="49" charset="0"/>
                          <a:cs typeface="Consolas" panose="020B0609020204030204" pitchFamily="49" charset="0"/>
                        </a:rPr>
                        <a:t> = 0;</a:t>
                      </a:r>
                    </a:p>
                    <a:p>
                      <a:pPr marL="0" marR="0" algn="just">
                        <a:spcBef>
                          <a:spcPts val="0"/>
                        </a:spcBef>
                        <a:spcAft>
                          <a:spcPts val="0"/>
                        </a:spcAft>
                      </a:pPr>
                      <a:r>
                        <a:rPr lang="en-US" sz="1600" b="1" dirty="0">
                          <a:effectLst/>
                          <a:latin typeface="Consolas" panose="020B0609020204030204" pitchFamily="49" charset="0"/>
                          <a:cs typeface="Consolas" panose="020B0609020204030204" pitchFamily="49" charset="0"/>
                        </a:rPr>
                        <a:t>  </a:t>
                      </a:r>
                      <a:r>
                        <a:rPr lang="en-US" sz="1600" b="1" dirty="0" err="1">
                          <a:effectLst/>
                          <a:latin typeface="Consolas" panose="020B0609020204030204" pitchFamily="49" charset="0"/>
                          <a:cs typeface="Consolas" panose="020B0609020204030204" pitchFamily="49" charset="0"/>
                        </a:rPr>
                        <a:t>maxValue</a:t>
                      </a:r>
                      <a:r>
                        <a:rPr lang="en-US" sz="1600" b="1" dirty="0">
                          <a:effectLst/>
                          <a:latin typeface="Consolas" panose="020B0609020204030204" pitchFamily="49" charset="0"/>
                          <a:cs typeface="Consolas" panose="020B0609020204030204" pitchFamily="49" charset="0"/>
                        </a:rPr>
                        <a:t> = array[0];</a:t>
                      </a:r>
                    </a:p>
                    <a:p>
                      <a:pPr marL="0" marR="0" algn="just">
                        <a:spcBef>
                          <a:spcPts val="0"/>
                        </a:spcBef>
                        <a:spcAft>
                          <a:spcPts val="0"/>
                        </a:spcAft>
                      </a:pPr>
                      <a:endParaRPr lang="en-US" sz="1600" b="1" dirty="0">
                        <a:effectLst/>
                        <a:latin typeface="Consolas" panose="020B0609020204030204" pitchFamily="49" charset="0"/>
                        <a:ea typeface="宋体" panose="02010600030101010101" pitchFamily="2" charset="-122"/>
                        <a:cs typeface="Consolas" panose="020B0609020204030204" pitchFamily="49" charset="0"/>
                      </a:endParaRPr>
                    </a:p>
                  </a:txBody>
                  <a:tcPr marL="49802" marR="49802" marT="0" marB="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801708693"/>
                  </a:ext>
                </a:extLst>
              </a:tr>
              <a:tr h="1756572">
                <a:tc>
                  <a:txBody>
                    <a:bodyPr/>
                    <a:lstStyle/>
                    <a:p>
                      <a:pPr marL="0" marR="0" algn="just">
                        <a:spcBef>
                          <a:spcPts val="300"/>
                        </a:spcBef>
                        <a:spcAft>
                          <a:spcPts val="0"/>
                        </a:spcAft>
                      </a:pPr>
                      <a:r>
                        <a:rPr lang="en-US" sz="1600" b="1" dirty="0">
                          <a:solidFill>
                            <a:schemeClr val="bg1">
                              <a:lumMod val="50000"/>
                            </a:schemeClr>
                          </a:solidFill>
                          <a:effectLst/>
                          <a:latin typeface="Consolas" panose="020B0609020204030204" pitchFamily="49" charset="0"/>
                          <a:cs typeface="Consolas" panose="020B0609020204030204" pitchFamily="49" charset="0"/>
                        </a:rPr>
                        <a:t>  // loop: through the array</a:t>
                      </a:r>
                    </a:p>
                    <a:p>
                      <a:pPr marL="0" marR="0" algn="just">
                        <a:spcBef>
                          <a:spcPts val="0"/>
                        </a:spcBef>
                        <a:spcAft>
                          <a:spcPts val="0"/>
                        </a:spcAft>
                      </a:pPr>
                      <a:r>
                        <a:rPr lang="en-US" sz="1600" b="1" dirty="0">
                          <a:effectLst/>
                          <a:latin typeface="Consolas" panose="020B0609020204030204" pitchFamily="49" charset="0"/>
                          <a:cs typeface="Consolas" panose="020B0609020204030204" pitchFamily="49" charset="0"/>
                        </a:rPr>
                        <a:t>  for (</a:t>
                      </a:r>
                      <a:r>
                        <a:rPr lang="en-US" sz="1600" b="1" dirty="0" err="1">
                          <a:effectLst/>
                          <a:latin typeface="Consolas" panose="020B0609020204030204" pitchFamily="49" charset="0"/>
                          <a:cs typeface="Consolas" panose="020B0609020204030204" pitchFamily="49" charset="0"/>
                        </a:rPr>
                        <a:t>i</a:t>
                      </a:r>
                      <a:r>
                        <a:rPr lang="en-US" sz="1600" b="1" dirty="0">
                          <a:effectLst/>
                          <a:latin typeface="Consolas" panose="020B0609020204030204" pitchFamily="49" charset="0"/>
                          <a:cs typeface="Consolas" panose="020B0609020204030204" pitchFamily="49" charset="0"/>
                        </a:rPr>
                        <a:t> = 0; </a:t>
                      </a:r>
                      <a:r>
                        <a:rPr lang="en-US" sz="1600" b="1" dirty="0" err="1">
                          <a:effectLst/>
                          <a:latin typeface="Consolas" panose="020B0609020204030204" pitchFamily="49" charset="0"/>
                          <a:cs typeface="Consolas" panose="020B0609020204030204" pitchFamily="49" charset="0"/>
                        </a:rPr>
                        <a:t>i</a:t>
                      </a:r>
                      <a:r>
                        <a:rPr lang="en-US" sz="1600" b="1" dirty="0">
                          <a:effectLst/>
                          <a:latin typeface="Consolas" panose="020B0609020204030204" pitchFamily="49" charset="0"/>
                          <a:cs typeface="Consolas" panose="020B0609020204030204" pitchFamily="49" charset="0"/>
                        </a:rPr>
                        <a:t> &lt; </a:t>
                      </a:r>
                      <a:r>
                        <a:rPr lang="en-US" sz="1600" b="1" dirty="0" err="1">
                          <a:effectLst/>
                          <a:latin typeface="Consolas" panose="020B0609020204030204" pitchFamily="49" charset="0"/>
                          <a:cs typeface="Consolas" panose="020B0609020204030204" pitchFamily="49" charset="0"/>
                        </a:rPr>
                        <a:t>arraySize</a:t>
                      </a:r>
                      <a:r>
                        <a:rPr lang="en-US" sz="1600" b="1" dirty="0">
                          <a:effectLst/>
                          <a:latin typeface="Consolas" panose="020B0609020204030204" pitchFamily="49" charset="0"/>
                          <a:cs typeface="Consolas" panose="020B0609020204030204" pitchFamily="49" charset="0"/>
                        </a:rPr>
                        <a:t>; </a:t>
                      </a:r>
                      <a:r>
                        <a:rPr lang="en-US" sz="1600" b="1" dirty="0" err="1">
                          <a:effectLst/>
                          <a:latin typeface="Consolas" panose="020B0609020204030204" pitchFamily="49" charset="0"/>
                          <a:cs typeface="Consolas" panose="020B0609020204030204" pitchFamily="49" charset="0"/>
                        </a:rPr>
                        <a:t>i</a:t>
                      </a:r>
                      <a:r>
                        <a:rPr lang="en-US" sz="1600" b="1"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600" b="1" dirty="0">
                          <a:effectLst/>
                          <a:latin typeface="Consolas" panose="020B0609020204030204" pitchFamily="49" charset="0"/>
                          <a:cs typeface="Consolas" panose="020B0609020204030204" pitchFamily="49" charset="0"/>
                        </a:rPr>
                        <a:t>      if (array[</a:t>
                      </a:r>
                      <a:r>
                        <a:rPr lang="en-US" sz="1600" b="1" dirty="0" err="1">
                          <a:effectLst/>
                          <a:latin typeface="Consolas" panose="020B0609020204030204" pitchFamily="49" charset="0"/>
                          <a:cs typeface="Consolas" panose="020B0609020204030204" pitchFamily="49" charset="0"/>
                        </a:rPr>
                        <a:t>i</a:t>
                      </a:r>
                      <a:r>
                        <a:rPr lang="en-US" sz="1600" b="1" dirty="0">
                          <a:effectLst/>
                          <a:latin typeface="Consolas" panose="020B0609020204030204" pitchFamily="49" charset="0"/>
                          <a:cs typeface="Consolas" panose="020B0609020204030204" pitchFamily="49" charset="0"/>
                        </a:rPr>
                        <a:t>] &gt; </a:t>
                      </a:r>
                      <a:r>
                        <a:rPr lang="en-US" sz="1600" b="1" dirty="0" err="1">
                          <a:effectLst/>
                          <a:latin typeface="Consolas" panose="020B0609020204030204" pitchFamily="49" charset="0"/>
                          <a:cs typeface="Consolas" panose="020B0609020204030204" pitchFamily="49" charset="0"/>
                        </a:rPr>
                        <a:t>maxValue</a:t>
                      </a:r>
                      <a:r>
                        <a:rPr lang="en-US" sz="1600" b="1"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600" b="1" dirty="0">
                          <a:effectLst/>
                          <a:latin typeface="Consolas" panose="020B0609020204030204" pitchFamily="49" charset="0"/>
                          <a:cs typeface="Consolas" panose="020B0609020204030204" pitchFamily="49" charset="0"/>
                        </a:rPr>
                        <a:t>          </a:t>
                      </a:r>
                      <a:r>
                        <a:rPr lang="en-US" sz="1600" b="1" dirty="0" err="1">
                          <a:effectLst/>
                          <a:latin typeface="Consolas" panose="020B0609020204030204" pitchFamily="49" charset="0"/>
                          <a:cs typeface="Consolas" panose="020B0609020204030204" pitchFamily="49" charset="0"/>
                        </a:rPr>
                        <a:t>maxValue</a:t>
                      </a:r>
                      <a:r>
                        <a:rPr lang="en-US" sz="1600" b="1" dirty="0">
                          <a:effectLst/>
                          <a:latin typeface="Consolas" panose="020B0609020204030204" pitchFamily="49" charset="0"/>
                          <a:cs typeface="Consolas" panose="020B0609020204030204" pitchFamily="49" charset="0"/>
                        </a:rPr>
                        <a:t>  = array[</a:t>
                      </a:r>
                      <a:r>
                        <a:rPr lang="en-US" sz="1600" b="1" dirty="0" err="1">
                          <a:effectLst/>
                          <a:latin typeface="Consolas" panose="020B0609020204030204" pitchFamily="49" charset="0"/>
                          <a:cs typeface="Consolas" panose="020B0609020204030204" pitchFamily="49" charset="0"/>
                        </a:rPr>
                        <a:t>i</a:t>
                      </a:r>
                      <a:r>
                        <a:rPr lang="en-US" sz="1600" b="1"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600" b="1" dirty="0">
                          <a:effectLst/>
                          <a:latin typeface="Consolas" panose="020B0609020204030204" pitchFamily="49" charset="0"/>
                          <a:cs typeface="Consolas" panose="020B0609020204030204" pitchFamily="49" charset="0"/>
                        </a:rPr>
                        <a:t>          </a:t>
                      </a:r>
                      <a:r>
                        <a:rPr lang="en-US" sz="1600" b="1" dirty="0" err="1">
                          <a:effectLst/>
                          <a:latin typeface="Consolas" panose="020B0609020204030204" pitchFamily="49" charset="0"/>
                          <a:cs typeface="Consolas" panose="020B0609020204030204" pitchFamily="49" charset="0"/>
                        </a:rPr>
                        <a:t>maxLocation</a:t>
                      </a:r>
                      <a:r>
                        <a:rPr lang="en-US" sz="1600" b="1" dirty="0">
                          <a:effectLst/>
                          <a:latin typeface="Consolas" panose="020B0609020204030204" pitchFamily="49" charset="0"/>
                          <a:cs typeface="Consolas" panose="020B0609020204030204" pitchFamily="49" charset="0"/>
                        </a:rPr>
                        <a:t> = </a:t>
                      </a:r>
                      <a:r>
                        <a:rPr lang="en-US" sz="1600" b="1" dirty="0" err="1">
                          <a:effectLst/>
                          <a:latin typeface="Consolas" panose="020B0609020204030204" pitchFamily="49" charset="0"/>
                          <a:cs typeface="Consolas" panose="020B0609020204030204" pitchFamily="49" charset="0"/>
                        </a:rPr>
                        <a:t>i</a:t>
                      </a:r>
                      <a:r>
                        <a:rPr lang="en-US" sz="1600" b="1"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600" b="1"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600" b="1"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600" b="1"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600" b="1"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600" b="1" dirty="0">
                          <a:effectLst/>
                          <a:latin typeface="Consolas" panose="020B0609020204030204" pitchFamily="49" charset="0"/>
                          <a:cs typeface="Consolas" panose="020B0609020204030204" pitchFamily="49" charset="0"/>
                        </a:rPr>
                        <a:t> </a:t>
                      </a:r>
                      <a:endParaRPr lang="en-US" sz="1600" b="1" dirty="0">
                        <a:effectLst/>
                        <a:latin typeface="Consolas" panose="020B0609020204030204" pitchFamily="49" charset="0"/>
                        <a:ea typeface="宋体" panose="02010600030101010101" pitchFamily="2" charset="-122"/>
                        <a:cs typeface="Consolas" panose="020B0609020204030204" pitchFamily="49" charset="0"/>
                      </a:endParaRPr>
                    </a:p>
                  </a:txBody>
                  <a:tcPr marL="49802" marR="49802" marT="0" marB="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47586613"/>
                  </a:ext>
                </a:extLst>
              </a:tr>
            </a:tbl>
          </a:graphicData>
        </a:graphic>
      </p:graphicFrame>
    </p:spTree>
    <p:extLst>
      <p:ext uri="{BB962C8B-B14F-4D97-AF65-F5344CB8AC3E}">
        <p14:creationId xmlns:p14="http://schemas.microsoft.com/office/powerpoint/2010/main" val="5786352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EA7C8D44-3667-46F6-9772-CC52308E2A7F}" type="slidenum">
              <a:rPr kumimoji="0" lang="en-US" smtClean="0"/>
              <a:pPr/>
              <a:t>22</a:t>
            </a:fld>
            <a:endParaRPr kumimoji="0" lang="en-US" dirty="0"/>
          </a:p>
        </p:txBody>
      </p:sp>
      <p:sp>
        <p:nvSpPr>
          <p:cNvPr id="2" name="Title 1"/>
          <p:cNvSpPr>
            <a:spLocks noGrp="1"/>
          </p:cNvSpPr>
          <p:nvPr>
            <p:ph type="title" idx="4294967295"/>
          </p:nvPr>
        </p:nvSpPr>
        <p:spPr>
          <a:xfrm>
            <a:off x="152400" y="137719"/>
            <a:ext cx="8229600" cy="533400"/>
          </a:xfrm>
        </p:spPr>
        <p:txBody>
          <a:bodyPr>
            <a:normAutofit/>
          </a:bodyPr>
          <a:lstStyle/>
          <a:p>
            <a:r>
              <a:rPr lang="en-US" sz="2400" dirty="0"/>
              <a:t>Example 3: Finding Max of an Array</a:t>
            </a:r>
          </a:p>
        </p:txBody>
      </p:sp>
      <p:graphicFrame>
        <p:nvGraphicFramePr>
          <p:cNvPr id="5" name="Table 4"/>
          <p:cNvGraphicFramePr>
            <a:graphicFrameLocks noGrp="1"/>
          </p:cNvGraphicFramePr>
          <p:nvPr>
            <p:extLst>
              <p:ext uri="{D42A27DB-BD31-4B8C-83A1-F6EECF244321}">
                <p14:modId xmlns:p14="http://schemas.microsoft.com/office/powerpoint/2010/main" val="4140253720"/>
              </p:ext>
            </p:extLst>
          </p:nvPr>
        </p:nvGraphicFramePr>
        <p:xfrm>
          <a:off x="1752600" y="789631"/>
          <a:ext cx="8610600" cy="5779932"/>
        </p:xfrm>
        <a:graphic>
          <a:graphicData uri="http://schemas.openxmlformats.org/drawingml/2006/table">
            <a:tbl>
              <a:tblPr firstRow="1" firstCol="1" bandRow="1">
                <a:tableStyleId>{BC89EF96-8CEA-46FF-86C4-4CE0E7609802}</a:tableStyleId>
              </a:tblPr>
              <a:tblGrid>
                <a:gridCol w="3774483">
                  <a:extLst>
                    <a:ext uri="{9D8B030D-6E8A-4147-A177-3AD203B41FA5}">
                      <a16:colId xmlns:a16="http://schemas.microsoft.com/office/drawing/2014/main" val="3633442227"/>
                    </a:ext>
                  </a:extLst>
                </a:gridCol>
                <a:gridCol w="4836117">
                  <a:extLst>
                    <a:ext uri="{9D8B030D-6E8A-4147-A177-3AD203B41FA5}">
                      <a16:colId xmlns:a16="http://schemas.microsoft.com/office/drawing/2014/main" val="2773081148"/>
                    </a:ext>
                  </a:extLst>
                </a:gridCol>
              </a:tblGrid>
              <a:tr h="175657">
                <a:tc>
                  <a:txBody>
                    <a:bodyPr/>
                    <a:lstStyle/>
                    <a:p>
                      <a:pPr marL="0" marR="0" algn="just">
                        <a:spcBef>
                          <a:spcPts val="0"/>
                        </a:spcBef>
                        <a:spcAft>
                          <a:spcPts val="0"/>
                        </a:spcAft>
                      </a:pPr>
                      <a:r>
                        <a:rPr lang="en-US" sz="1200" b="1" dirty="0">
                          <a:effectLst/>
                          <a:latin typeface="Consolas" panose="020B0609020204030204" pitchFamily="49" charset="0"/>
                          <a:cs typeface="Consolas" panose="020B0609020204030204" pitchFamily="49" charset="0"/>
                        </a:rPr>
                        <a:t>C Program</a:t>
                      </a:r>
                      <a:endParaRPr lang="en-US" sz="1200" b="1" dirty="0">
                        <a:effectLst/>
                        <a:latin typeface="Consolas" panose="020B0609020204030204" pitchFamily="49" charset="0"/>
                        <a:ea typeface="宋体" panose="02010600030101010101" pitchFamily="2" charset="-122"/>
                        <a:cs typeface="Consolas" panose="020B0609020204030204" pitchFamily="49" charset="0"/>
                      </a:endParaRPr>
                    </a:p>
                  </a:txBody>
                  <a:tcPr marL="49802" marR="49802"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just">
                        <a:spcBef>
                          <a:spcPts val="0"/>
                        </a:spcBef>
                        <a:spcAft>
                          <a:spcPts val="0"/>
                        </a:spcAft>
                      </a:pPr>
                      <a:r>
                        <a:rPr lang="en-US" sz="1200" b="1" dirty="0">
                          <a:effectLst/>
                          <a:latin typeface="Consolas" panose="020B0609020204030204" pitchFamily="49" charset="0"/>
                          <a:cs typeface="Consolas" panose="020B0609020204030204" pitchFamily="49" charset="0"/>
                        </a:rPr>
                        <a:t>Assembly Program</a:t>
                      </a:r>
                      <a:endParaRPr lang="en-US" sz="1200" b="1" dirty="0">
                        <a:effectLst/>
                        <a:latin typeface="Consolas" panose="020B0609020204030204" pitchFamily="49" charset="0"/>
                        <a:ea typeface="宋体" panose="02010600030101010101" pitchFamily="2" charset="-122"/>
                        <a:cs typeface="Consolas" panose="020B0609020204030204" pitchFamily="49" charset="0"/>
                      </a:endParaRPr>
                    </a:p>
                  </a:txBody>
                  <a:tcPr marL="49802" marR="49802"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516366986"/>
                  </a:ext>
                </a:extLst>
              </a:tr>
              <a:tr h="702629">
                <a:tc>
                  <a:txBody>
                    <a:bodyPr/>
                    <a:lstStyle/>
                    <a:p>
                      <a:pPr marL="0" marR="0" algn="just">
                        <a:spcBef>
                          <a:spcPts val="300"/>
                        </a:spcBef>
                        <a:spcAft>
                          <a:spcPts val="0"/>
                        </a:spcAft>
                      </a:pPr>
                      <a:r>
                        <a:rPr lang="en-US" sz="1200" b="1" dirty="0">
                          <a:effectLst/>
                          <a:latin typeface="Consolas" panose="020B0609020204030204" pitchFamily="49" charset="0"/>
                          <a:cs typeface="Consolas" panose="020B0609020204030204" pitchFamily="49" charset="0"/>
                        </a:rPr>
                        <a:t>int array[10] = {-1, 5, 3, 8, 10, 23, 6, 5, 2, -10};</a:t>
                      </a:r>
                    </a:p>
                    <a:p>
                      <a:pPr marL="0" marR="0" algn="just">
                        <a:spcBef>
                          <a:spcPts val="0"/>
                        </a:spcBef>
                        <a:spcAft>
                          <a:spcPts val="0"/>
                        </a:spcAft>
                      </a:pPr>
                      <a:r>
                        <a:rPr lang="en-US" sz="1200" b="1"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200" b="1" dirty="0">
                          <a:effectLst/>
                          <a:latin typeface="Consolas" panose="020B0609020204030204" pitchFamily="49" charset="0"/>
                          <a:cs typeface="Consolas" panose="020B0609020204030204" pitchFamily="49" charset="0"/>
                        </a:rPr>
                        <a:t>int size = 10;</a:t>
                      </a:r>
                      <a:endParaRPr lang="en-US" sz="1200" b="1" dirty="0">
                        <a:effectLst/>
                        <a:latin typeface="Consolas" panose="020B0609020204030204" pitchFamily="49" charset="0"/>
                        <a:ea typeface="宋体" panose="02010600030101010101" pitchFamily="2" charset="-122"/>
                        <a:cs typeface="Consolas" panose="020B0609020204030204" pitchFamily="49" charset="0"/>
                      </a:endParaRPr>
                    </a:p>
                  </a:txBody>
                  <a:tcPr marL="49802" marR="49802"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marL="0" marR="0" algn="just">
                        <a:spcBef>
                          <a:spcPts val="300"/>
                        </a:spcBef>
                        <a:spcAft>
                          <a:spcPts val="0"/>
                        </a:spcAft>
                      </a:pPr>
                      <a:r>
                        <a:rPr lang="en-US" sz="1200" b="1" dirty="0">
                          <a:effectLst/>
                          <a:latin typeface="Consolas" panose="020B0609020204030204" pitchFamily="49" charset="0"/>
                          <a:cs typeface="Consolas" panose="020B0609020204030204" pitchFamily="49" charset="0"/>
                        </a:rPr>
                        <a:t>	AREA </a:t>
                      </a:r>
                      <a:r>
                        <a:rPr lang="en-US" sz="1200" b="1" dirty="0" err="1">
                          <a:effectLst/>
                          <a:latin typeface="Consolas" panose="020B0609020204030204" pitchFamily="49" charset="0"/>
                          <a:cs typeface="Consolas" panose="020B0609020204030204" pitchFamily="49" charset="0"/>
                        </a:rPr>
                        <a:t>myData</a:t>
                      </a:r>
                      <a:r>
                        <a:rPr lang="en-US" sz="1200" b="1" dirty="0">
                          <a:effectLst/>
                          <a:latin typeface="Consolas" panose="020B0609020204030204" pitchFamily="49" charset="0"/>
                          <a:cs typeface="Consolas" panose="020B0609020204030204" pitchFamily="49" charset="0"/>
                        </a:rPr>
                        <a:t>, DATA</a:t>
                      </a:r>
                    </a:p>
                    <a:p>
                      <a:pPr marL="0" marR="0" algn="just">
                        <a:spcBef>
                          <a:spcPts val="0"/>
                        </a:spcBef>
                        <a:spcAft>
                          <a:spcPts val="0"/>
                        </a:spcAft>
                      </a:pPr>
                      <a:r>
                        <a:rPr lang="en-US" sz="1200" b="1" dirty="0">
                          <a:effectLst/>
                          <a:latin typeface="Consolas" panose="020B0609020204030204" pitchFamily="49" charset="0"/>
                          <a:cs typeface="Consolas" panose="020B0609020204030204" pitchFamily="49" charset="0"/>
                        </a:rPr>
                        <a:t>	ALIGN		</a:t>
                      </a:r>
                    </a:p>
                    <a:p>
                      <a:pPr marL="0" marR="0" algn="just">
                        <a:spcBef>
                          <a:spcPts val="0"/>
                        </a:spcBef>
                        <a:spcAft>
                          <a:spcPts val="0"/>
                        </a:spcAft>
                      </a:pPr>
                      <a:r>
                        <a:rPr lang="en-US" sz="1200" b="1" dirty="0">
                          <a:effectLst/>
                          <a:latin typeface="Consolas" panose="020B0609020204030204" pitchFamily="49" charset="0"/>
                          <a:cs typeface="Consolas" panose="020B0609020204030204" pitchFamily="49" charset="0"/>
                        </a:rPr>
                        <a:t>array	DCD -1,5,3,8,10,23,6,5,2,-10</a:t>
                      </a:r>
                    </a:p>
                    <a:p>
                      <a:pPr marL="0" marR="0" algn="just">
                        <a:spcBef>
                          <a:spcPts val="0"/>
                        </a:spcBef>
                        <a:spcAft>
                          <a:spcPts val="0"/>
                        </a:spcAft>
                      </a:pPr>
                      <a:r>
                        <a:rPr lang="en-US" sz="1200" b="1" dirty="0">
                          <a:effectLst/>
                          <a:latin typeface="Consolas" panose="020B0609020204030204" pitchFamily="49" charset="0"/>
                          <a:cs typeface="Consolas" panose="020B0609020204030204" pitchFamily="49" charset="0"/>
                        </a:rPr>
                        <a:t>size	DCD 10</a:t>
                      </a:r>
                      <a:endParaRPr lang="en-US" sz="1200" b="1" dirty="0">
                        <a:effectLst/>
                        <a:latin typeface="Consolas" panose="020B0609020204030204" pitchFamily="49" charset="0"/>
                        <a:ea typeface="宋体" panose="02010600030101010101" pitchFamily="2" charset="-122"/>
                        <a:cs typeface="Consolas" panose="020B0609020204030204" pitchFamily="49" charset="0"/>
                      </a:endParaRPr>
                    </a:p>
                  </a:txBody>
                  <a:tcPr marL="49802" marR="49802"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443530074"/>
                  </a:ext>
                </a:extLst>
              </a:tr>
              <a:tr h="1756572">
                <a:tc>
                  <a:txBody>
                    <a:bodyPr/>
                    <a:lstStyle/>
                    <a:p>
                      <a:pPr marL="0" marR="0" algn="just">
                        <a:spcBef>
                          <a:spcPts val="300"/>
                        </a:spcBef>
                        <a:spcAft>
                          <a:spcPts val="0"/>
                        </a:spcAft>
                      </a:pPr>
                      <a:r>
                        <a:rPr lang="en-US" sz="1200" b="1" dirty="0">
                          <a:effectLst/>
                          <a:latin typeface="Consolas" panose="020B0609020204030204" pitchFamily="49" charset="0"/>
                          <a:cs typeface="Consolas" panose="020B0609020204030204" pitchFamily="49" charset="0"/>
                        </a:rPr>
                        <a:t>int main(void) {</a:t>
                      </a:r>
                    </a:p>
                    <a:p>
                      <a:pPr marL="0" marR="0" algn="just">
                        <a:spcBef>
                          <a:spcPts val="0"/>
                        </a:spcBef>
                        <a:spcAft>
                          <a:spcPts val="0"/>
                        </a:spcAft>
                      </a:pPr>
                      <a:r>
                        <a:rPr lang="en-US" sz="1200" b="1" dirty="0">
                          <a:effectLst/>
                          <a:latin typeface="Consolas" panose="020B0609020204030204" pitchFamily="49" charset="0"/>
                          <a:cs typeface="Consolas" panose="020B0609020204030204" pitchFamily="49" charset="0"/>
                        </a:rPr>
                        <a:t>  int </a:t>
                      </a:r>
                      <a:r>
                        <a:rPr lang="en-US" sz="1200" b="1" dirty="0" err="1">
                          <a:effectLst/>
                          <a:latin typeface="Consolas" panose="020B0609020204030204" pitchFamily="49" charset="0"/>
                          <a:cs typeface="Consolas" panose="020B0609020204030204" pitchFamily="49" charset="0"/>
                        </a:rPr>
                        <a:t>i</a:t>
                      </a:r>
                      <a:r>
                        <a:rPr lang="en-US" sz="1200" b="1" dirty="0">
                          <a:effectLst/>
                          <a:latin typeface="Consolas" panose="020B0609020204030204" pitchFamily="49" charset="0"/>
                          <a:cs typeface="Consolas" panose="020B0609020204030204" pitchFamily="49" charset="0"/>
                        </a:rPr>
                        <a:t>, </a:t>
                      </a:r>
                      <a:r>
                        <a:rPr lang="en-US" sz="1200" b="1" dirty="0" err="1">
                          <a:effectLst/>
                          <a:latin typeface="Consolas" panose="020B0609020204030204" pitchFamily="49" charset="0"/>
                          <a:cs typeface="Consolas" panose="020B0609020204030204" pitchFamily="49" charset="0"/>
                        </a:rPr>
                        <a:t>maxLocation</a:t>
                      </a:r>
                      <a:r>
                        <a:rPr lang="en-US" sz="1200" b="1" dirty="0">
                          <a:effectLst/>
                          <a:latin typeface="Consolas" panose="020B0609020204030204" pitchFamily="49" charset="0"/>
                          <a:cs typeface="Consolas" panose="020B0609020204030204" pitchFamily="49" charset="0"/>
                        </a:rPr>
                        <a:t>, </a:t>
                      </a:r>
                      <a:r>
                        <a:rPr lang="en-US" sz="1200" b="1" dirty="0" err="1">
                          <a:effectLst/>
                          <a:latin typeface="Consolas" panose="020B0609020204030204" pitchFamily="49" charset="0"/>
                          <a:cs typeface="Consolas" panose="020B0609020204030204" pitchFamily="49" charset="0"/>
                        </a:rPr>
                        <a:t>maxValue</a:t>
                      </a:r>
                      <a:r>
                        <a:rPr lang="en-US" sz="1200" b="1"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200" b="1"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200" b="1"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200" b="1"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200" b="1"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200" b="1"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200" b="1" dirty="0">
                          <a:effectLst/>
                          <a:latin typeface="Consolas" panose="020B0609020204030204" pitchFamily="49" charset="0"/>
                          <a:cs typeface="Consolas" panose="020B0609020204030204" pitchFamily="49" charset="0"/>
                        </a:rPr>
                        <a:t> </a:t>
                      </a:r>
                      <a:endParaRPr lang="en-US" sz="1200" b="1" dirty="0">
                        <a:effectLst/>
                        <a:latin typeface="Consolas" panose="020B0609020204030204" pitchFamily="49" charset="0"/>
                        <a:ea typeface="宋体" panose="02010600030101010101" pitchFamily="2" charset="-122"/>
                        <a:cs typeface="Consolas" panose="020B0609020204030204" pitchFamily="49" charset="0"/>
                      </a:endParaRPr>
                    </a:p>
                  </a:txBody>
                  <a:tcPr marL="49802" marR="49802"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marL="0" marR="0" algn="just">
                        <a:spcBef>
                          <a:spcPts val="300"/>
                        </a:spcBef>
                        <a:spcAft>
                          <a:spcPts val="0"/>
                        </a:spcAft>
                      </a:pPr>
                      <a:r>
                        <a:rPr lang="en-US" sz="1200" b="1" dirty="0">
                          <a:effectLst/>
                          <a:latin typeface="Consolas" panose="020B0609020204030204" pitchFamily="49" charset="0"/>
                          <a:cs typeface="Consolas" panose="020B0609020204030204" pitchFamily="49" charset="0"/>
                        </a:rPr>
                        <a:t>	AREA </a:t>
                      </a:r>
                      <a:r>
                        <a:rPr lang="en-US" sz="1200" b="1" dirty="0" err="1">
                          <a:effectLst/>
                          <a:latin typeface="Consolas" panose="020B0609020204030204" pitchFamily="49" charset="0"/>
                          <a:cs typeface="Consolas" panose="020B0609020204030204" pitchFamily="49" charset="0"/>
                        </a:rPr>
                        <a:t>findMax</a:t>
                      </a:r>
                      <a:r>
                        <a:rPr lang="en-US" sz="1200" b="1" dirty="0">
                          <a:effectLst/>
                          <a:latin typeface="Consolas" panose="020B0609020204030204" pitchFamily="49" charset="0"/>
                          <a:cs typeface="Consolas" panose="020B0609020204030204" pitchFamily="49" charset="0"/>
                        </a:rPr>
                        <a:t>, CODE</a:t>
                      </a:r>
                    </a:p>
                    <a:p>
                      <a:pPr marL="0" marR="0" algn="just">
                        <a:spcBef>
                          <a:spcPts val="0"/>
                        </a:spcBef>
                        <a:spcAft>
                          <a:spcPts val="0"/>
                        </a:spcAft>
                      </a:pPr>
                      <a:r>
                        <a:rPr lang="en-US" sz="1200" b="1" dirty="0">
                          <a:effectLst/>
                          <a:latin typeface="Consolas" panose="020B0609020204030204" pitchFamily="49" charset="0"/>
                          <a:cs typeface="Consolas" panose="020B0609020204030204" pitchFamily="49" charset="0"/>
                        </a:rPr>
                        <a:t>	EXPORT __main</a:t>
                      </a:r>
                    </a:p>
                    <a:p>
                      <a:pPr marL="0" marR="0" algn="just">
                        <a:spcBef>
                          <a:spcPts val="0"/>
                        </a:spcBef>
                        <a:spcAft>
                          <a:spcPts val="0"/>
                        </a:spcAft>
                      </a:pPr>
                      <a:r>
                        <a:rPr lang="en-US" sz="1200" b="1" dirty="0">
                          <a:effectLst/>
                          <a:latin typeface="Consolas" panose="020B0609020204030204" pitchFamily="49" charset="0"/>
                          <a:cs typeface="Consolas" panose="020B0609020204030204" pitchFamily="49" charset="0"/>
                        </a:rPr>
                        <a:t>	ALIGN</a:t>
                      </a:r>
                    </a:p>
                    <a:p>
                      <a:pPr marL="0" marR="0" algn="just">
                        <a:spcBef>
                          <a:spcPts val="0"/>
                        </a:spcBef>
                        <a:spcAft>
                          <a:spcPts val="0"/>
                        </a:spcAft>
                      </a:pPr>
                      <a:r>
                        <a:rPr lang="en-US" sz="1200" b="1" dirty="0">
                          <a:effectLst/>
                          <a:latin typeface="Consolas" panose="020B0609020204030204" pitchFamily="49" charset="0"/>
                          <a:cs typeface="Consolas" panose="020B0609020204030204" pitchFamily="49" charset="0"/>
                        </a:rPr>
                        <a:t>	ENTRY</a:t>
                      </a:r>
                    </a:p>
                    <a:p>
                      <a:pPr marL="0" marR="0" algn="just">
                        <a:spcBef>
                          <a:spcPts val="0"/>
                        </a:spcBef>
                        <a:spcAft>
                          <a:spcPts val="0"/>
                        </a:spcAft>
                      </a:pPr>
                      <a:r>
                        <a:rPr lang="en-US" sz="1200" b="1" dirty="0">
                          <a:effectLst/>
                          <a:latin typeface="Consolas" panose="020B0609020204030204" pitchFamily="49" charset="0"/>
                          <a:cs typeface="Consolas" panose="020B0609020204030204" pitchFamily="49" charset="0"/>
                        </a:rPr>
                        <a:t>__main	PROC			</a:t>
                      </a:r>
                    </a:p>
                    <a:p>
                      <a:pPr marL="0" marR="0" algn="just">
                        <a:spcBef>
                          <a:spcPts val="0"/>
                        </a:spcBef>
                        <a:spcAft>
                          <a:spcPts val="0"/>
                        </a:spcAft>
                      </a:pPr>
                      <a:r>
                        <a:rPr lang="en-US" sz="1200" b="1" dirty="0">
                          <a:solidFill>
                            <a:schemeClr val="bg1">
                              <a:lumMod val="50000"/>
                            </a:schemeClr>
                          </a:solidFill>
                          <a:effectLst/>
                          <a:latin typeface="Consolas" panose="020B0609020204030204" pitchFamily="49" charset="0"/>
                          <a:cs typeface="Consolas" panose="020B0609020204030204" pitchFamily="49" charset="0"/>
                        </a:rPr>
                        <a:t>	; Identify the array size 		</a:t>
                      </a:r>
                    </a:p>
                    <a:p>
                      <a:pPr marL="0" marR="0" algn="just">
                        <a:spcBef>
                          <a:spcPts val="0"/>
                        </a:spcBef>
                        <a:spcAft>
                          <a:spcPts val="0"/>
                        </a:spcAft>
                      </a:pPr>
                      <a:r>
                        <a:rPr lang="en-US" sz="1200" b="1" dirty="0">
                          <a:effectLst/>
                          <a:latin typeface="Consolas" panose="020B0609020204030204" pitchFamily="49" charset="0"/>
                          <a:cs typeface="Consolas" panose="020B0609020204030204" pitchFamily="49" charset="0"/>
                        </a:rPr>
                        <a:t>	LDR   r3, =size</a:t>
                      </a:r>
                    </a:p>
                    <a:p>
                      <a:pPr marL="0" marR="0" algn="just">
                        <a:spcBef>
                          <a:spcPts val="0"/>
                        </a:spcBef>
                        <a:spcAft>
                          <a:spcPts val="0"/>
                        </a:spcAft>
                      </a:pPr>
                      <a:r>
                        <a:rPr lang="en-US" sz="1200" b="1" dirty="0">
                          <a:effectLst/>
                          <a:latin typeface="Consolas" panose="020B0609020204030204" pitchFamily="49" charset="0"/>
                          <a:cs typeface="Consolas" panose="020B0609020204030204" pitchFamily="49" charset="0"/>
                        </a:rPr>
                        <a:t>	LDR   r3, [r3]    </a:t>
                      </a:r>
                      <a:r>
                        <a:rPr lang="en-US" sz="1200" b="1" dirty="0">
                          <a:solidFill>
                            <a:schemeClr val="bg1">
                              <a:lumMod val="50000"/>
                            </a:schemeClr>
                          </a:solidFill>
                          <a:effectLst/>
                          <a:latin typeface="Consolas" panose="020B0609020204030204" pitchFamily="49" charset="0"/>
                          <a:cs typeface="Consolas" panose="020B0609020204030204" pitchFamily="49" charset="0"/>
                        </a:rPr>
                        <a:t>; array size</a:t>
                      </a:r>
                    </a:p>
                    <a:p>
                      <a:pPr marL="0" marR="0" algn="just">
                        <a:spcBef>
                          <a:spcPts val="0"/>
                        </a:spcBef>
                        <a:spcAft>
                          <a:spcPts val="0"/>
                        </a:spcAft>
                      </a:pPr>
                      <a:r>
                        <a:rPr lang="en-US" sz="1200" b="1" dirty="0">
                          <a:effectLst/>
                          <a:latin typeface="Consolas" panose="020B0609020204030204" pitchFamily="49" charset="0"/>
                          <a:cs typeface="Consolas" panose="020B0609020204030204" pitchFamily="49" charset="0"/>
                        </a:rPr>
                        <a:t>	SUB   r3, r3, #1	</a:t>
                      </a:r>
                      <a:endParaRPr lang="en-US" sz="1200" b="1" dirty="0">
                        <a:effectLst/>
                        <a:latin typeface="Consolas" panose="020B0609020204030204" pitchFamily="49" charset="0"/>
                        <a:ea typeface="宋体" panose="02010600030101010101" pitchFamily="2" charset="-122"/>
                        <a:cs typeface="Consolas" panose="020B0609020204030204" pitchFamily="49" charset="0"/>
                      </a:endParaRPr>
                    </a:p>
                  </a:txBody>
                  <a:tcPr marL="49802" marR="49802"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4263250658"/>
                  </a:ext>
                </a:extLst>
              </a:tr>
              <a:tr h="702629">
                <a:tc>
                  <a:txBody>
                    <a:bodyPr/>
                    <a:lstStyle/>
                    <a:p>
                      <a:pPr marL="0" marR="0" algn="just">
                        <a:spcBef>
                          <a:spcPts val="300"/>
                        </a:spcBef>
                        <a:spcAft>
                          <a:spcPts val="0"/>
                        </a:spcAft>
                      </a:pPr>
                      <a:r>
                        <a:rPr lang="en-US" sz="1200" b="1" dirty="0">
                          <a:solidFill>
                            <a:schemeClr val="bg1">
                              <a:lumMod val="50000"/>
                            </a:schemeClr>
                          </a:solidFill>
                          <a:effectLst/>
                          <a:latin typeface="Consolas" panose="020B0609020204030204" pitchFamily="49" charset="0"/>
                          <a:cs typeface="Consolas" panose="020B0609020204030204" pitchFamily="49" charset="0"/>
                        </a:rPr>
                        <a:t>  // Initialize max and location</a:t>
                      </a:r>
                    </a:p>
                    <a:p>
                      <a:pPr marL="0" marR="0" algn="just">
                        <a:spcBef>
                          <a:spcPts val="0"/>
                        </a:spcBef>
                        <a:spcAft>
                          <a:spcPts val="0"/>
                        </a:spcAft>
                      </a:pPr>
                      <a:r>
                        <a:rPr lang="en-US" sz="1200" b="1" dirty="0">
                          <a:effectLst/>
                          <a:latin typeface="Consolas" panose="020B0609020204030204" pitchFamily="49" charset="0"/>
                          <a:cs typeface="Consolas" panose="020B0609020204030204" pitchFamily="49" charset="0"/>
                        </a:rPr>
                        <a:t>  </a:t>
                      </a:r>
                      <a:r>
                        <a:rPr lang="en-US" sz="1200" b="1" dirty="0" err="1">
                          <a:effectLst/>
                          <a:latin typeface="Consolas" panose="020B0609020204030204" pitchFamily="49" charset="0"/>
                          <a:cs typeface="Consolas" panose="020B0609020204030204" pitchFamily="49" charset="0"/>
                        </a:rPr>
                        <a:t>maxLocation</a:t>
                      </a:r>
                      <a:r>
                        <a:rPr lang="en-US" sz="1200" b="1" dirty="0">
                          <a:effectLst/>
                          <a:latin typeface="Consolas" panose="020B0609020204030204" pitchFamily="49" charset="0"/>
                          <a:cs typeface="Consolas" panose="020B0609020204030204" pitchFamily="49" charset="0"/>
                        </a:rPr>
                        <a:t> = 0;</a:t>
                      </a:r>
                    </a:p>
                    <a:p>
                      <a:pPr marL="0" marR="0" algn="just">
                        <a:spcBef>
                          <a:spcPts val="0"/>
                        </a:spcBef>
                        <a:spcAft>
                          <a:spcPts val="0"/>
                        </a:spcAft>
                      </a:pPr>
                      <a:r>
                        <a:rPr lang="en-US" sz="1200" b="1" dirty="0">
                          <a:effectLst/>
                          <a:latin typeface="Consolas" panose="020B0609020204030204" pitchFamily="49" charset="0"/>
                          <a:cs typeface="Consolas" panose="020B0609020204030204" pitchFamily="49" charset="0"/>
                        </a:rPr>
                        <a:t>  </a:t>
                      </a:r>
                      <a:r>
                        <a:rPr lang="en-US" sz="1200" b="1" dirty="0" err="1">
                          <a:effectLst/>
                          <a:latin typeface="Consolas" panose="020B0609020204030204" pitchFamily="49" charset="0"/>
                          <a:cs typeface="Consolas" panose="020B0609020204030204" pitchFamily="49" charset="0"/>
                        </a:rPr>
                        <a:t>maxValue</a:t>
                      </a:r>
                      <a:r>
                        <a:rPr lang="en-US" sz="1200" b="1" dirty="0">
                          <a:effectLst/>
                          <a:latin typeface="Consolas" panose="020B0609020204030204" pitchFamily="49" charset="0"/>
                          <a:cs typeface="Consolas" panose="020B0609020204030204" pitchFamily="49" charset="0"/>
                        </a:rPr>
                        <a:t> = array[0];</a:t>
                      </a:r>
                      <a:endParaRPr lang="en-US" sz="1200" b="1" dirty="0">
                        <a:effectLst/>
                        <a:latin typeface="Consolas" panose="020B0609020204030204" pitchFamily="49" charset="0"/>
                        <a:ea typeface="宋体" panose="02010600030101010101" pitchFamily="2" charset="-122"/>
                        <a:cs typeface="Consolas" panose="020B0609020204030204" pitchFamily="49" charset="0"/>
                      </a:endParaRPr>
                    </a:p>
                  </a:txBody>
                  <a:tcPr marL="49802" marR="49802"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marL="0" marR="0" algn="just">
                        <a:spcBef>
                          <a:spcPts val="300"/>
                        </a:spcBef>
                        <a:spcAft>
                          <a:spcPts val="0"/>
                        </a:spcAft>
                      </a:pPr>
                      <a:r>
                        <a:rPr lang="en-US" sz="1200" b="1" dirty="0">
                          <a:solidFill>
                            <a:schemeClr val="bg1">
                              <a:lumMod val="50000"/>
                            </a:schemeClr>
                          </a:solidFill>
                          <a:effectLst/>
                          <a:latin typeface="Consolas" panose="020B0609020204030204" pitchFamily="49" charset="0"/>
                          <a:cs typeface="Consolas" panose="020B0609020204030204" pitchFamily="49" charset="0"/>
                        </a:rPr>
                        <a:t>	; Initialize max value and location</a:t>
                      </a:r>
                    </a:p>
                    <a:p>
                      <a:pPr marL="0" marR="0" algn="just">
                        <a:spcBef>
                          <a:spcPts val="0"/>
                        </a:spcBef>
                        <a:spcAft>
                          <a:spcPts val="0"/>
                        </a:spcAft>
                      </a:pPr>
                      <a:r>
                        <a:rPr lang="en-US" sz="1200" b="1" dirty="0">
                          <a:effectLst/>
                          <a:latin typeface="Consolas" panose="020B0609020204030204" pitchFamily="49" charset="0"/>
                          <a:cs typeface="Consolas" panose="020B0609020204030204" pitchFamily="49" charset="0"/>
                        </a:rPr>
                        <a:t>	LDR   r4, =array</a:t>
                      </a:r>
                    </a:p>
                    <a:p>
                      <a:pPr marL="0" marR="0" algn="just">
                        <a:spcBef>
                          <a:spcPts val="0"/>
                        </a:spcBef>
                        <a:spcAft>
                          <a:spcPts val="0"/>
                        </a:spcAft>
                      </a:pPr>
                      <a:r>
                        <a:rPr lang="en-US" sz="1200" b="1" dirty="0">
                          <a:effectLst/>
                          <a:latin typeface="Consolas" panose="020B0609020204030204" pitchFamily="49" charset="0"/>
                          <a:cs typeface="Consolas" panose="020B0609020204030204" pitchFamily="49" charset="0"/>
                        </a:rPr>
                        <a:t>	LDR   r0, [r4]    </a:t>
                      </a:r>
                      <a:r>
                        <a:rPr lang="en-US" sz="1200" b="1" dirty="0">
                          <a:solidFill>
                            <a:schemeClr val="bg1">
                              <a:lumMod val="50000"/>
                            </a:schemeClr>
                          </a:solidFill>
                          <a:effectLst/>
                          <a:latin typeface="Consolas" panose="020B0609020204030204" pitchFamily="49" charset="0"/>
                          <a:cs typeface="Consolas" panose="020B0609020204030204" pitchFamily="49" charset="0"/>
                        </a:rPr>
                        <a:t>; r0 = default max</a:t>
                      </a:r>
                    </a:p>
                    <a:p>
                      <a:pPr marL="0" marR="0" algn="just">
                        <a:spcBef>
                          <a:spcPts val="0"/>
                        </a:spcBef>
                        <a:spcAft>
                          <a:spcPts val="0"/>
                        </a:spcAft>
                      </a:pPr>
                      <a:r>
                        <a:rPr lang="en-US" sz="1200" b="1" dirty="0">
                          <a:effectLst/>
                          <a:latin typeface="Consolas" panose="020B0609020204030204" pitchFamily="49" charset="0"/>
                          <a:cs typeface="Consolas" panose="020B0609020204030204" pitchFamily="49" charset="0"/>
                        </a:rPr>
                        <a:t>	MOV   r1, #0      </a:t>
                      </a:r>
                      <a:r>
                        <a:rPr lang="en-US" sz="1200" b="1" dirty="0">
                          <a:solidFill>
                            <a:schemeClr val="bg1">
                              <a:lumMod val="50000"/>
                            </a:schemeClr>
                          </a:solidFill>
                          <a:effectLst/>
                          <a:latin typeface="Consolas" panose="020B0609020204030204" pitchFamily="49" charset="0"/>
                          <a:cs typeface="Consolas" panose="020B0609020204030204" pitchFamily="49" charset="0"/>
                        </a:rPr>
                        <a:t>; r1 = max location</a:t>
                      </a:r>
                      <a:endParaRPr lang="en-US" sz="1200" b="1" dirty="0">
                        <a:solidFill>
                          <a:schemeClr val="bg1">
                            <a:lumMod val="50000"/>
                          </a:schemeClr>
                        </a:solidFill>
                        <a:effectLst/>
                        <a:latin typeface="Consolas" panose="020B0609020204030204" pitchFamily="49" charset="0"/>
                        <a:ea typeface="宋体" panose="02010600030101010101" pitchFamily="2" charset="-122"/>
                        <a:cs typeface="Consolas" panose="020B0609020204030204" pitchFamily="49" charset="0"/>
                      </a:endParaRPr>
                    </a:p>
                  </a:txBody>
                  <a:tcPr marL="49802" marR="49802"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997998839"/>
                  </a:ext>
                </a:extLst>
              </a:tr>
              <a:tr h="1756572">
                <a:tc>
                  <a:txBody>
                    <a:bodyPr/>
                    <a:lstStyle/>
                    <a:p>
                      <a:pPr marL="0" marR="0" algn="just">
                        <a:spcBef>
                          <a:spcPts val="300"/>
                        </a:spcBef>
                        <a:spcAft>
                          <a:spcPts val="0"/>
                        </a:spcAft>
                      </a:pPr>
                      <a:r>
                        <a:rPr lang="en-US" sz="1200" b="1" dirty="0">
                          <a:solidFill>
                            <a:schemeClr val="bg1">
                              <a:lumMod val="50000"/>
                            </a:schemeClr>
                          </a:solidFill>
                          <a:effectLst/>
                          <a:latin typeface="Consolas" panose="020B0609020204030204" pitchFamily="49" charset="0"/>
                          <a:cs typeface="Consolas" panose="020B0609020204030204" pitchFamily="49" charset="0"/>
                        </a:rPr>
                        <a:t>  // loop: through the array</a:t>
                      </a:r>
                    </a:p>
                    <a:p>
                      <a:pPr marL="0" marR="0" algn="just">
                        <a:spcBef>
                          <a:spcPts val="0"/>
                        </a:spcBef>
                        <a:spcAft>
                          <a:spcPts val="0"/>
                        </a:spcAft>
                      </a:pPr>
                      <a:r>
                        <a:rPr lang="en-US" sz="1200" b="1" dirty="0">
                          <a:effectLst/>
                          <a:latin typeface="Consolas" panose="020B0609020204030204" pitchFamily="49" charset="0"/>
                          <a:cs typeface="Consolas" panose="020B0609020204030204" pitchFamily="49" charset="0"/>
                        </a:rPr>
                        <a:t>  for (</a:t>
                      </a:r>
                      <a:r>
                        <a:rPr lang="en-US" sz="1200" b="1" dirty="0" err="1">
                          <a:effectLst/>
                          <a:latin typeface="Consolas" panose="020B0609020204030204" pitchFamily="49" charset="0"/>
                          <a:cs typeface="Consolas" panose="020B0609020204030204" pitchFamily="49" charset="0"/>
                        </a:rPr>
                        <a:t>i</a:t>
                      </a:r>
                      <a:r>
                        <a:rPr lang="en-US" sz="1200" b="1" dirty="0">
                          <a:effectLst/>
                          <a:latin typeface="Consolas" panose="020B0609020204030204" pitchFamily="49" charset="0"/>
                          <a:cs typeface="Consolas" panose="020B0609020204030204" pitchFamily="49" charset="0"/>
                        </a:rPr>
                        <a:t> = 0; </a:t>
                      </a:r>
                      <a:r>
                        <a:rPr lang="en-US" sz="1200" b="1" dirty="0" err="1">
                          <a:effectLst/>
                          <a:latin typeface="Consolas" panose="020B0609020204030204" pitchFamily="49" charset="0"/>
                          <a:cs typeface="Consolas" panose="020B0609020204030204" pitchFamily="49" charset="0"/>
                        </a:rPr>
                        <a:t>i</a:t>
                      </a:r>
                      <a:r>
                        <a:rPr lang="en-US" sz="1200" b="1" dirty="0">
                          <a:effectLst/>
                          <a:latin typeface="Consolas" panose="020B0609020204030204" pitchFamily="49" charset="0"/>
                          <a:cs typeface="Consolas" panose="020B0609020204030204" pitchFamily="49" charset="0"/>
                        </a:rPr>
                        <a:t> &lt; size; </a:t>
                      </a:r>
                      <a:r>
                        <a:rPr lang="en-US" sz="1200" b="1" dirty="0" err="1">
                          <a:effectLst/>
                          <a:latin typeface="Consolas" panose="020B0609020204030204" pitchFamily="49" charset="0"/>
                          <a:cs typeface="Consolas" panose="020B0609020204030204" pitchFamily="49" charset="0"/>
                        </a:rPr>
                        <a:t>i</a:t>
                      </a:r>
                      <a:r>
                        <a:rPr lang="en-US" sz="1200" b="1"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200" b="1" dirty="0">
                          <a:effectLst/>
                          <a:latin typeface="Consolas" panose="020B0609020204030204" pitchFamily="49" charset="0"/>
                          <a:cs typeface="Consolas" panose="020B0609020204030204" pitchFamily="49" charset="0"/>
                        </a:rPr>
                        <a:t>    if (array[</a:t>
                      </a:r>
                      <a:r>
                        <a:rPr lang="en-US" sz="1200" b="1" dirty="0" err="1">
                          <a:effectLst/>
                          <a:latin typeface="Consolas" panose="020B0609020204030204" pitchFamily="49" charset="0"/>
                          <a:cs typeface="Consolas" panose="020B0609020204030204" pitchFamily="49" charset="0"/>
                        </a:rPr>
                        <a:t>i</a:t>
                      </a:r>
                      <a:r>
                        <a:rPr lang="en-US" sz="1200" b="1" dirty="0">
                          <a:effectLst/>
                          <a:latin typeface="Consolas" panose="020B0609020204030204" pitchFamily="49" charset="0"/>
                          <a:cs typeface="Consolas" panose="020B0609020204030204" pitchFamily="49" charset="0"/>
                        </a:rPr>
                        <a:t>] &gt; </a:t>
                      </a:r>
                      <a:r>
                        <a:rPr lang="en-US" sz="1200" b="1" dirty="0" err="1">
                          <a:effectLst/>
                          <a:latin typeface="Consolas" panose="020B0609020204030204" pitchFamily="49" charset="0"/>
                          <a:cs typeface="Consolas" panose="020B0609020204030204" pitchFamily="49" charset="0"/>
                        </a:rPr>
                        <a:t>maxValue</a:t>
                      </a:r>
                      <a:r>
                        <a:rPr lang="en-US" sz="1200" b="1"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200" b="1" dirty="0">
                          <a:effectLst/>
                          <a:latin typeface="Consolas" panose="020B0609020204030204" pitchFamily="49" charset="0"/>
                          <a:cs typeface="Consolas" panose="020B0609020204030204" pitchFamily="49" charset="0"/>
                        </a:rPr>
                        <a:t>	 </a:t>
                      </a:r>
                      <a:r>
                        <a:rPr lang="en-US" sz="1200" b="1" dirty="0" err="1">
                          <a:effectLst/>
                          <a:latin typeface="Consolas" panose="020B0609020204030204" pitchFamily="49" charset="0"/>
                          <a:cs typeface="Consolas" panose="020B0609020204030204" pitchFamily="49" charset="0"/>
                        </a:rPr>
                        <a:t>maxValue</a:t>
                      </a:r>
                      <a:r>
                        <a:rPr lang="en-US" sz="1200" b="1" dirty="0">
                          <a:effectLst/>
                          <a:latin typeface="Consolas" panose="020B0609020204030204" pitchFamily="49" charset="0"/>
                          <a:cs typeface="Consolas" panose="020B0609020204030204" pitchFamily="49" charset="0"/>
                        </a:rPr>
                        <a:t>  = array[</a:t>
                      </a:r>
                      <a:r>
                        <a:rPr lang="en-US" sz="1200" b="1" dirty="0" err="1">
                          <a:effectLst/>
                          <a:latin typeface="Consolas" panose="020B0609020204030204" pitchFamily="49" charset="0"/>
                          <a:cs typeface="Consolas" panose="020B0609020204030204" pitchFamily="49" charset="0"/>
                        </a:rPr>
                        <a:t>i</a:t>
                      </a:r>
                      <a:r>
                        <a:rPr lang="en-US" sz="1200" b="1"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200" b="1" dirty="0">
                          <a:effectLst/>
                          <a:latin typeface="Consolas" panose="020B0609020204030204" pitchFamily="49" charset="0"/>
                          <a:cs typeface="Consolas" panose="020B0609020204030204" pitchFamily="49" charset="0"/>
                        </a:rPr>
                        <a:t>	 </a:t>
                      </a:r>
                      <a:r>
                        <a:rPr lang="en-US" sz="1200" b="1" dirty="0" err="1">
                          <a:effectLst/>
                          <a:latin typeface="Consolas" panose="020B0609020204030204" pitchFamily="49" charset="0"/>
                          <a:cs typeface="Consolas" panose="020B0609020204030204" pitchFamily="49" charset="0"/>
                        </a:rPr>
                        <a:t>maxLocation</a:t>
                      </a:r>
                      <a:r>
                        <a:rPr lang="en-US" sz="1200" b="1" dirty="0">
                          <a:effectLst/>
                          <a:latin typeface="Consolas" panose="020B0609020204030204" pitchFamily="49" charset="0"/>
                          <a:cs typeface="Consolas" panose="020B0609020204030204" pitchFamily="49" charset="0"/>
                        </a:rPr>
                        <a:t> = </a:t>
                      </a:r>
                      <a:r>
                        <a:rPr lang="en-US" sz="1200" b="1" dirty="0" err="1">
                          <a:effectLst/>
                          <a:latin typeface="Consolas" panose="020B0609020204030204" pitchFamily="49" charset="0"/>
                          <a:cs typeface="Consolas" panose="020B0609020204030204" pitchFamily="49" charset="0"/>
                        </a:rPr>
                        <a:t>i</a:t>
                      </a:r>
                      <a:r>
                        <a:rPr lang="en-US" sz="1200" b="1"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200" b="1"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200" b="1"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200" b="1"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200" b="1"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200" b="1" dirty="0">
                          <a:effectLst/>
                          <a:latin typeface="Consolas" panose="020B0609020204030204" pitchFamily="49" charset="0"/>
                          <a:cs typeface="Consolas" panose="020B0609020204030204" pitchFamily="49" charset="0"/>
                        </a:rPr>
                        <a:t> </a:t>
                      </a:r>
                      <a:endParaRPr lang="en-US" sz="1200" b="1" dirty="0">
                        <a:effectLst/>
                        <a:latin typeface="Consolas" panose="020B0609020204030204" pitchFamily="49" charset="0"/>
                        <a:ea typeface="宋体" panose="02010600030101010101" pitchFamily="2" charset="-122"/>
                        <a:cs typeface="Consolas" panose="020B0609020204030204" pitchFamily="49" charset="0"/>
                      </a:endParaRPr>
                    </a:p>
                  </a:txBody>
                  <a:tcPr marL="49802" marR="49802"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marL="0" marR="0" algn="just">
                        <a:spcBef>
                          <a:spcPts val="300"/>
                        </a:spcBef>
                        <a:spcAft>
                          <a:spcPts val="0"/>
                        </a:spcAft>
                      </a:pPr>
                      <a:r>
                        <a:rPr lang="en-US" sz="1200" b="1" dirty="0">
                          <a:solidFill>
                            <a:schemeClr val="bg1">
                              <a:lumMod val="50000"/>
                            </a:schemeClr>
                          </a:solidFill>
                          <a:effectLst/>
                          <a:latin typeface="Consolas" panose="020B0609020204030204" pitchFamily="49" charset="0"/>
                          <a:cs typeface="Consolas" panose="020B0609020204030204" pitchFamily="49" charset="0"/>
                        </a:rPr>
                        <a:t>	; loop: over the array</a:t>
                      </a:r>
                    </a:p>
                    <a:p>
                      <a:pPr marL="0" marR="0" algn="just">
                        <a:spcBef>
                          <a:spcPts val="0"/>
                        </a:spcBef>
                        <a:spcAft>
                          <a:spcPts val="0"/>
                        </a:spcAft>
                      </a:pPr>
                      <a:r>
                        <a:rPr lang="en-US" sz="1200" b="1" dirty="0">
                          <a:effectLst/>
                          <a:latin typeface="Consolas" panose="020B0609020204030204" pitchFamily="49" charset="0"/>
                          <a:cs typeface="Consolas" panose="020B0609020204030204" pitchFamily="49" charset="0"/>
                        </a:rPr>
                        <a:t>	MOV   r2, #0      </a:t>
                      </a:r>
                      <a:r>
                        <a:rPr lang="en-US" sz="1200" b="1" dirty="0">
                          <a:solidFill>
                            <a:schemeClr val="bg1">
                              <a:lumMod val="50000"/>
                            </a:schemeClr>
                          </a:solidFill>
                          <a:effectLst/>
                          <a:latin typeface="Consolas" panose="020B0609020204030204" pitchFamily="49" charset="0"/>
                          <a:cs typeface="Consolas" panose="020B0609020204030204" pitchFamily="49" charset="0"/>
                        </a:rPr>
                        <a:t>; loop: index </a:t>
                      </a:r>
                      <a:r>
                        <a:rPr lang="en-US" sz="1200" b="1" dirty="0" err="1">
                          <a:solidFill>
                            <a:schemeClr val="bg1">
                              <a:lumMod val="50000"/>
                            </a:schemeClr>
                          </a:solidFill>
                          <a:effectLst/>
                          <a:latin typeface="Consolas" panose="020B0609020204030204" pitchFamily="49" charset="0"/>
                          <a:cs typeface="Consolas" panose="020B0609020204030204" pitchFamily="49" charset="0"/>
                        </a:rPr>
                        <a:t>i</a:t>
                      </a:r>
                      <a:endParaRPr lang="en-US" sz="1200" b="1" dirty="0">
                        <a:solidFill>
                          <a:schemeClr val="bg1">
                            <a:lumMod val="50000"/>
                          </a:schemeClr>
                        </a:solidFill>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200" b="1" dirty="0">
                          <a:effectLst/>
                          <a:latin typeface="Consolas" panose="020B0609020204030204" pitchFamily="49" charset="0"/>
                          <a:cs typeface="Consolas" panose="020B0609020204030204" pitchFamily="49" charset="0"/>
                        </a:rPr>
                        <a:t>loop:	CMP   r2, r3      </a:t>
                      </a:r>
                      <a:r>
                        <a:rPr lang="en-US" sz="1200" b="1" dirty="0">
                          <a:solidFill>
                            <a:schemeClr val="bg1">
                              <a:lumMod val="50000"/>
                            </a:schemeClr>
                          </a:solidFill>
                          <a:effectLst/>
                          <a:latin typeface="Consolas" panose="020B0609020204030204" pitchFamily="49" charset="0"/>
                          <a:cs typeface="Consolas" panose="020B0609020204030204" pitchFamily="49" charset="0"/>
                        </a:rPr>
                        <a:t>; compare </a:t>
                      </a:r>
                      <a:r>
                        <a:rPr lang="en-US" sz="1200" b="1" dirty="0" err="1">
                          <a:solidFill>
                            <a:schemeClr val="bg1">
                              <a:lumMod val="50000"/>
                            </a:schemeClr>
                          </a:solidFill>
                          <a:effectLst/>
                          <a:latin typeface="Consolas" panose="020B0609020204030204" pitchFamily="49" charset="0"/>
                          <a:cs typeface="Consolas" panose="020B0609020204030204" pitchFamily="49" charset="0"/>
                        </a:rPr>
                        <a:t>i</a:t>
                      </a:r>
                      <a:r>
                        <a:rPr lang="en-US" sz="1200" b="1" dirty="0">
                          <a:solidFill>
                            <a:schemeClr val="bg1">
                              <a:lumMod val="50000"/>
                            </a:schemeClr>
                          </a:solidFill>
                          <a:effectLst/>
                          <a:latin typeface="Consolas" panose="020B0609020204030204" pitchFamily="49" charset="0"/>
                          <a:cs typeface="Consolas" panose="020B0609020204030204" pitchFamily="49" charset="0"/>
                        </a:rPr>
                        <a:t> &amp; size</a:t>
                      </a:r>
                    </a:p>
                    <a:p>
                      <a:pPr marL="0" marR="0" algn="just">
                        <a:spcBef>
                          <a:spcPts val="0"/>
                        </a:spcBef>
                        <a:spcAft>
                          <a:spcPts val="0"/>
                        </a:spcAft>
                      </a:pPr>
                      <a:r>
                        <a:rPr lang="en-US" sz="1200" b="1" dirty="0">
                          <a:effectLst/>
                          <a:latin typeface="Consolas" panose="020B0609020204030204" pitchFamily="49" charset="0"/>
                          <a:cs typeface="Consolas" panose="020B0609020204030204" pitchFamily="49" charset="0"/>
                        </a:rPr>
                        <a:t>	BGE   stop        </a:t>
                      </a:r>
                      <a:r>
                        <a:rPr lang="en-US" sz="1200" b="1" dirty="0">
                          <a:solidFill>
                            <a:schemeClr val="bg1">
                              <a:lumMod val="50000"/>
                            </a:schemeClr>
                          </a:solidFill>
                          <a:effectLst/>
                          <a:latin typeface="Consolas" panose="020B0609020204030204" pitchFamily="49" charset="0"/>
                          <a:cs typeface="Consolas" panose="020B0609020204030204" pitchFamily="49" charset="0"/>
                        </a:rPr>
                        <a:t>; stop if </a:t>
                      </a:r>
                      <a:r>
                        <a:rPr lang="en-US" sz="1200" b="1" dirty="0" err="1">
                          <a:solidFill>
                            <a:schemeClr val="bg1">
                              <a:lumMod val="50000"/>
                            </a:schemeClr>
                          </a:solidFill>
                          <a:effectLst/>
                          <a:latin typeface="Consolas" panose="020B0609020204030204" pitchFamily="49" charset="0"/>
                          <a:cs typeface="Consolas" panose="020B0609020204030204" pitchFamily="49" charset="0"/>
                        </a:rPr>
                        <a:t>i</a:t>
                      </a:r>
                      <a:r>
                        <a:rPr lang="en-US" sz="1200" b="1" dirty="0">
                          <a:solidFill>
                            <a:schemeClr val="bg1">
                              <a:lumMod val="50000"/>
                            </a:schemeClr>
                          </a:solidFill>
                          <a:effectLst/>
                          <a:latin typeface="Consolas" panose="020B0609020204030204" pitchFamily="49" charset="0"/>
                          <a:cs typeface="Consolas" panose="020B0609020204030204" pitchFamily="49" charset="0"/>
                        </a:rPr>
                        <a:t> ≥ size</a:t>
                      </a:r>
                    </a:p>
                    <a:p>
                      <a:pPr marL="0" marR="0" algn="just">
                        <a:spcBef>
                          <a:spcPts val="0"/>
                        </a:spcBef>
                        <a:spcAft>
                          <a:spcPts val="0"/>
                        </a:spcAft>
                      </a:pPr>
                      <a:r>
                        <a:rPr lang="en-US" sz="1200" b="1" dirty="0">
                          <a:effectLst/>
                          <a:latin typeface="Consolas" panose="020B0609020204030204" pitchFamily="49" charset="0"/>
                          <a:cs typeface="Consolas" panose="020B0609020204030204" pitchFamily="49" charset="0"/>
                        </a:rPr>
                        <a:t>	LDR   r5, [r4,r2,LSL #2]   </a:t>
                      </a:r>
                      <a:r>
                        <a:rPr lang="en-US" sz="1200" b="1" dirty="0">
                          <a:solidFill>
                            <a:schemeClr val="bg1">
                              <a:lumMod val="50000"/>
                            </a:schemeClr>
                          </a:solidFill>
                          <a:effectLst/>
                          <a:latin typeface="Consolas" panose="020B0609020204030204" pitchFamily="49" charset="0"/>
                          <a:cs typeface="Consolas" panose="020B0609020204030204" pitchFamily="49" charset="0"/>
                        </a:rPr>
                        <a:t>; array[</a:t>
                      </a:r>
                      <a:r>
                        <a:rPr lang="en-US" sz="1200" b="1" dirty="0" err="1">
                          <a:solidFill>
                            <a:schemeClr val="bg1">
                              <a:lumMod val="50000"/>
                            </a:schemeClr>
                          </a:solidFill>
                          <a:effectLst/>
                          <a:latin typeface="Consolas" panose="020B0609020204030204" pitchFamily="49" charset="0"/>
                          <a:cs typeface="Consolas" panose="020B0609020204030204" pitchFamily="49" charset="0"/>
                        </a:rPr>
                        <a:t>i</a:t>
                      </a:r>
                      <a:r>
                        <a:rPr lang="en-US" sz="1200" b="1" dirty="0">
                          <a:solidFill>
                            <a:schemeClr val="bg1">
                              <a:lumMod val="50000"/>
                            </a:schemeClr>
                          </a:solidFill>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200" b="1" dirty="0">
                          <a:effectLst/>
                          <a:latin typeface="Consolas" panose="020B0609020204030204" pitchFamily="49" charset="0"/>
                          <a:cs typeface="Consolas" panose="020B0609020204030204" pitchFamily="49" charset="0"/>
                        </a:rPr>
                        <a:t>	CMP   r5, r0      </a:t>
                      </a:r>
                      <a:r>
                        <a:rPr lang="en-US" sz="1200" b="1" dirty="0">
                          <a:solidFill>
                            <a:schemeClr val="bg1">
                              <a:lumMod val="50000"/>
                            </a:schemeClr>
                          </a:solidFill>
                          <a:effectLst/>
                          <a:latin typeface="Consolas" panose="020B0609020204030204" pitchFamily="49" charset="0"/>
                          <a:cs typeface="Consolas" panose="020B0609020204030204" pitchFamily="49" charset="0"/>
                        </a:rPr>
                        <a:t>; compare with max</a:t>
                      </a:r>
                    </a:p>
                    <a:p>
                      <a:pPr marL="0" marR="0" algn="just">
                        <a:spcBef>
                          <a:spcPts val="0"/>
                        </a:spcBef>
                        <a:spcAft>
                          <a:spcPts val="0"/>
                        </a:spcAft>
                      </a:pPr>
                      <a:r>
                        <a:rPr lang="en-US" sz="1200" b="1" dirty="0">
                          <a:effectLst/>
                          <a:latin typeface="Consolas" panose="020B0609020204030204" pitchFamily="49" charset="0"/>
                          <a:cs typeface="Consolas" panose="020B0609020204030204" pitchFamily="49" charset="0"/>
                        </a:rPr>
                        <a:t>	MOVGT r0, r5      </a:t>
                      </a:r>
                      <a:r>
                        <a:rPr lang="en-US" sz="1200" b="1" dirty="0">
                          <a:solidFill>
                            <a:schemeClr val="bg1">
                              <a:lumMod val="50000"/>
                            </a:schemeClr>
                          </a:solidFill>
                          <a:effectLst/>
                          <a:latin typeface="Consolas" panose="020B0609020204030204" pitchFamily="49" charset="0"/>
                          <a:cs typeface="Consolas" panose="020B0609020204030204" pitchFamily="49" charset="0"/>
                        </a:rPr>
                        <a:t>; update max value</a:t>
                      </a:r>
                    </a:p>
                    <a:p>
                      <a:pPr marL="0" marR="0" algn="just">
                        <a:spcBef>
                          <a:spcPts val="0"/>
                        </a:spcBef>
                        <a:spcAft>
                          <a:spcPts val="0"/>
                        </a:spcAft>
                      </a:pPr>
                      <a:r>
                        <a:rPr lang="en-US" sz="1200" b="1" dirty="0">
                          <a:effectLst/>
                          <a:latin typeface="Consolas" panose="020B0609020204030204" pitchFamily="49" charset="0"/>
                          <a:cs typeface="Consolas" panose="020B0609020204030204" pitchFamily="49" charset="0"/>
                        </a:rPr>
                        <a:t>	MOVGT r1, r2      </a:t>
                      </a:r>
                      <a:r>
                        <a:rPr lang="en-US" sz="1200" b="1" dirty="0">
                          <a:solidFill>
                            <a:schemeClr val="bg1">
                              <a:lumMod val="50000"/>
                            </a:schemeClr>
                          </a:solidFill>
                          <a:effectLst/>
                          <a:latin typeface="Consolas" panose="020B0609020204030204" pitchFamily="49" charset="0"/>
                          <a:cs typeface="Consolas" panose="020B0609020204030204" pitchFamily="49" charset="0"/>
                        </a:rPr>
                        <a:t>; update location</a:t>
                      </a:r>
                    </a:p>
                    <a:p>
                      <a:pPr marL="0" marR="0" algn="just">
                        <a:spcBef>
                          <a:spcPts val="0"/>
                        </a:spcBef>
                        <a:spcAft>
                          <a:spcPts val="0"/>
                        </a:spcAft>
                      </a:pPr>
                      <a:r>
                        <a:rPr lang="en-US" sz="1200" b="1" dirty="0">
                          <a:effectLst/>
                          <a:latin typeface="Consolas" panose="020B0609020204030204" pitchFamily="49" charset="0"/>
                          <a:cs typeface="Consolas" panose="020B0609020204030204" pitchFamily="49" charset="0"/>
                        </a:rPr>
                        <a:t>	ADD   r2, r2, #1  </a:t>
                      </a:r>
                      <a:r>
                        <a:rPr lang="en-US" sz="1200" b="1" dirty="0">
                          <a:solidFill>
                            <a:schemeClr val="bg1">
                              <a:lumMod val="50000"/>
                            </a:schemeClr>
                          </a:solidFill>
                          <a:effectLst/>
                          <a:latin typeface="Consolas" panose="020B0609020204030204" pitchFamily="49" charset="0"/>
                          <a:cs typeface="Consolas" panose="020B0609020204030204" pitchFamily="49" charset="0"/>
                        </a:rPr>
                        <a:t>; update index </a:t>
                      </a:r>
                      <a:r>
                        <a:rPr lang="en-US" sz="1200" b="1" dirty="0" err="1">
                          <a:solidFill>
                            <a:schemeClr val="bg1">
                              <a:lumMod val="50000"/>
                            </a:schemeClr>
                          </a:solidFill>
                          <a:effectLst/>
                          <a:latin typeface="Consolas" panose="020B0609020204030204" pitchFamily="49" charset="0"/>
                          <a:cs typeface="Consolas" panose="020B0609020204030204" pitchFamily="49" charset="0"/>
                        </a:rPr>
                        <a:t>i</a:t>
                      </a:r>
                      <a:endParaRPr lang="en-US" sz="1200" b="1" dirty="0">
                        <a:solidFill>
                          <a:schemeClr val="bg1">
                            <a:lumMod val="50000"/>
                          </a:schemeClr>
                        </a:solidFill>
                        <a:effectLst/>
                        <a:latin typeface="Consolas" panose="020B0609020204030204" pitchFamily="49" charset="0"/>
                        <a:cs typeface="Consolas" panose="020B0609020204030204" pitchFamily="49" charset="0"/>
                      </a:endParaRPr>
                    </a:p>
                    <a:p>
                      <a:pPr marL="0" marR="0" algn="just">
                        <a:spcBef>
                          <a:spcPts val="0"/>
                        </a:spcBef>
                        <a:spcAft>
                          <a:spcPts val="300"/>
                        </a:spcAft>
                      </a:pPr>
                      <a:r>
                        <a:rPr lang="en-US" sz="1200" b="1" dirty="0">
                          <a:effectLst/>
                          <a:latin typeface="Consolas" panose="020B0609020204030204" pitchFamily="49" charset="0"/>
                          <a:cs typeface="Consolas" panose="020B0609020204030204" pitchFamily="49" charset="0"/>
                        </a:rPr>
                        <a:t>	B     loop:</a:t>
                      </a:r>
                      <a:endParaRPr lang="en-US" sz="1200" b="1" dirty="0">
                        <a:effectLst/>
                        <a:latin typeface="Consolas" panose="020B0609020204030204" pitchFamily="49" charset="0"/>
                        <a:ea typeface="宋体" panose="02010600030101010101" pitchFamily="2" charset="-122"/>
                        <a:cs typeface="Consolas" panose="020B0609020204030204" pitchFamily="49" charset="0"/>
                      </a:endParaRPr>
                    </a:p>
                  </a:txBody>
                  <a:tcPr marL="49802" marR="49802"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883144900"/>
                  </a:ext>
                </a:extLst>
              </a:tr>
              <a:tr h="526972">
                <a:tc>
                  <a:txBody>
                    <a:bodyPr/>
                    <a:lstStyle/>
                    <a:p>
                      <a:pPr marL="0" marR="0" algn="just">
                        <a:spcBef>
                          <a:spcPts val="0"/>
                        </a:spcBef>
                        <a:spcAft>
                          <a:spcPts val="0"/>
                        </a:spcAft>
                      </a:pPr>
                      <a:r>
                        <a:rPr lang="en-US" sz="1200" b="1" dirty="0">
                          <a:effectLst/>
                          <a:latin typeface="Consolas" panose="020B0609020204030204" pitchFamily="49" charset="0"/>
                          <a:cs typeface="Consolas" panose="020B0609020204030204" pitchFamily="49" charset="0"/>
                        </a:rPr>
                        <a:t>  while(1); </a:t>
                      </a:r>
                      <a:r>
                        <a:rPr lang="en-US" sz="1200" b="1" dirty="0">
                          <a:solidFill>
                            <a:schemeClr val="bg1">
                              <a:lumMod val="50000"/>
                            </a:schemeClr>
                          </a:solidFill>
                          <a:effectLst/>
                          <a:latin typeface="Consolas" panose="020B0609020204030204" pitchFamily="49" charset="0"/>
                          <a:cs typeface="Consolas" panose="020B0609020204030204" pitchFamily="49" charset="0"/>
                        </a:rPr>
                        <a:t>//dead loop:</a:t>
                      </a:r>
                    </a:p>
                    <a:p>
                      <a:pPr marL="0" marR="0" algn="just">
                        <a:spcBef>
                          <a:spcPts val="0"/>
                        </a:spcBef>
                        <a:spcAft>
                          <a:spcPts val="0"/>
                        </a:spcAft>
                      </a:pPr>
                      <a:r>
                        <a:rPr lang="en-US" sz="1200" b="1" dirty="0">
                          <a:effectLst/>
                          <a:latin typeface="Consolas" panose="020B0609020204030204" pitchFamily="49" charset="0"/>
                          <a:cs typeface="Consolas" panose="020B0609020204030204" pitchFamily="49" charset="0"/>
                        </a:rPr>
                        <a:t>}</a:t>
                      </a:r>
                      <a:endParaRPr lang="en-US" sz="1200" b="1" dirty="0">
                        <a:effectLst/>
                        <a:latin typeface="Consolas" panose="020B0609020204030204" pitchFamily="49" charset="0"/>
                        <a:ea typeface="宋体" panose="02010600030101010101" pitchFamily="2" charset="-122"/>
                        <a:cs typeface="Consolas" panose="020B0609020204030204" pitchFamily="49" charset="0"/>
                      </a:endParaRPr>
                    </a:p>
                  </a:txBody>
                  <a:tcPr marL="49802" marR="49802"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just">
                        <a:spcBef>
                          <a:spcPts val="0"/>
                        </a:spcBef>
                        <a:spcAft>
                          <a:spcPts val="0"/>
                        </a:spcAft>
                      </a:pPr>
                      <a:r>
                        <a:rPr lang="en-US" sz="1200" b="1" dirty="0">
                          <a:effectLst/>
                          <a:latin typeface="Consolas" panose="020B0609020204030204" pitchFamily="49" charset="0"/>
                          <a:cs typeface="Consolas" panose="020B0609020204030204" pitchFamily="49" charset="0"/>
                        </a:rPr>
                        <a:t>stop	B     stop        </a:t>
                      </a:r>
                      <a:r>
                        <a:rPr lang="en-US" sz="1200" b="1" dirty="0">
                          <a:solidFill>
                            <a:schemeClr val="bg1">
                              <a:lumMod val="50000"/>
                            </a:schemeClr>
                          </a:solidFill>
                          <a:effectLst/>
                          <a:latin typeface="Consolas" panose="020B0609020204030204" pitchFamily="49" charset="0"/>
                          <a:cs typeface="Consolas" panose="020B0609020204030204" pitchFamily="49" charset="0"/>
                        </a:rPr>
                        <a:t>; dead loop:</a:t>
                      </a:r>
                    </a:p>
                    <a:p>
                      <a:pPr marL="0" marR="0" algn="just">
                        <a:spcBef>
                          <a:spcPts val="0"/>
                        </a:spcBef>
                        <a:spcAft>
                          <a:spcPts val="0"/>
                        </a:spcAft>
                      </a:pPr>
                      <a:r>
                        <a:rPr lang="en-US" sz="1200" b="1" dirty="0">
                          <a:effectLst/>
                          <a:latin typeface="Consolas" panose="020B0609020204030204" pitchFamily="49" charset="0"/>
                          <a:cs typeface="Consolas" panose="020B0609020204030204" pitchFamily="49" charset="0"/>
                        </a:rPr>
                        <a:t>	ENDP</a:t>
                      </a:r>
                    </a:p>
                    <a:p>
                      <a:pPr marL="0" marR="0" algn="just">
                        <a:spcBef>
                          <a:spcPts val="0"/>
                        </a:spcBef>
                        <a:spcAft>
                          <a:spcPts val="0"/>
                        </a:spcAft>
                      </a:pPr>
                      <a:r>
                        <a:rPr lang="en-US" sz="1200" b="1" dirty="0">
                          <a:effectLst/>
                          <a:latin typeface="Consolas" panose="020B0609020204030204" pitchFamily="49" charset="0"/>
                          <a:cs typeface="Consolas" panose="020B0609020204030204" pitchFamily="49" charset="0"/>
                        </a:rPr>
                        <a:t>	END</a:t>
                      </a:r>
                      <a:endParaRPr lang="en-US" sz="1200" b="1" dirty="0">
                        <a:effectLst/>
                        <a:latin typeface="Consolas" panose="020B0609020204030204" pitchFamily="49" charset="0"/>
                        <a:ea typeface="宋体" panose="02010600030101010101" pitchFamily="2" charset="-122"/>
                        <a:cs typeface="Consolas" panose="020B0609020204030204" pitchFamily="49" charset="0"/>
                      </a:endParaRPr>
                    </a:p>
                  </a:txBody>
                  <a:tcPr marL="49802" marR="49802"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270235498"/>
                  </a:ext>
                </a:extLst>
              </a:tr>
            </a:tbl>
          </a:graphicData>
        </a:graphic>
      </p:graphicFrame>
    </p:spTree>
    <p:extLst>
      <p:ext uri="{BB962C8B-B14F-4D97-AF65-F5344CB8AC3E}">
        <p14:creationId xmlns:p14="http://schemas.microsoft.com/office/powerpoint/2010/main" val="302695716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DBC4B7-4C1E-80D5-A5A4-63C2791461CB}"/>
              </a:ext>
            </a:extLst>
          </p:cNvPr>
          <p:cNvSpPr>
            <a:spLocks noGrp="1"/>
          </p:cNvSpPr>
          <p:nvPr>
            <p:ph type="title"/>
          </p:nvPr>
        </p:nvSpPr>
        <p:spPr/>
        <p:txBody>
          <a:bodyPr/>
          <a:lstStyle/>
          <a:p>
            <a:r>
              <a:rPr lang="en-US" dirty="0"/>
              <a:t>Quiz</a:t>
            </a:r>
          </a:p>
        </p:txBody>
      </p:sp>
      <p:sp>
        <p:nvSpPr>
          <p:cNvPr id="3" name="Slide Number Placeholder 2">
            <a:extLst>
              <a:ext uri="{FF2B5EF4-FFF2-40B4-BE49-F238E27FC236}">
                <a16:creationId xmlns:a16="http://schemas.microsoft.com/office/drawing/2014/main" id="{3CA58CE4-4E94-7AB3-A81A-4DD0E63037D5}"/>
              </a:ext>
            </a:extLst>
          </p:cNvPr>
          <p:cNvSpPr>
            <a:spLocks noGrp="1"/>
          </p:cNvSpPr>
          <p:nvPr>
            <p:ph type="sldNum" sz="quarter" idx="12"/>
          </p:nvPr>
        </p:nvSpPr>
        <p:spPr/>
        <p:txBody>
          <a:bodyPr/>
          <a:lstStyle/>
          <a:p>
            <a:fld id="{EA7C8D44-3667-46F6-9772-CC52308E2A7F}" type="slidenum">
              <a:rPr kumimoji="0" lang="en-US" smtClean="0"/>
              <a:pPr/>
              <a:t>23</a:t>
            </a:fld>
            <a:endParaRPr kumimoji="0" lang="en-US" dirty="0"/>
          </a:p>
        </p:txBody>
      </p:sp>
      <p:sp>
        <p:nvSpPr>
          <p:cNvPr id="4" name="Content Placeholder 3">
            <a:extLst>
              <a:ext uri="{FF2B5EF4-FFF2-40B4-BE49-F238E27FC236}">
                <a16:creationId xmlns:a16="http://schemas.microsoft.com/office/drawing/2014/main" id="{C9D707D4-F1E6-C541-2401-C54ADC73E257}"/>
              </a:ext>
            </a:extLst>
          </p:cNvPr>
          <p:cNvSpPr>
            <a:spLocks noGrp="1"/>
          </p:cNvSpPr>
          <p:nvPr>
            <p:ph sz="quarter" idx="1"/>
          </p:nvPr>
        </p:nvSpPr>
        <p:spPr/>
        <p:txBody>
          <a:bodyPr>
            <a:normAutofit/>
          </a:bodyPr>
          <a:lstStyle/>
          <a:p>
            <a:r>
              <a:rPr lang="pt-BR" dirty="0"/>
              <a:t>Instruction LDR r5, [r4,r2,LSL #2] has the form:</a:t>
            </a:r>
          </a:p>
          <a:p>
            <a:r>
              <a:rPr lang="pt-BR" dirty="0"/>
              <a:t>LDR &lt;destination register&gt;, [&lt;base register&gt;, &lt;index register&gt;, LSL #&lt;shift amount&gt;]</a:t>
            </a:r>
          </a:p>
          <a:p>
            <a:r>
              <a:rPr lang="en-US" dirty="0"/>
              <a:t>Address=value in r4+(value in r2×2</a:t>
            </a:r>
            <a:r>
              <a:rPr lang="en-US" baseline="30000" dirty="0"/>
              <a:t>2</a:t>
            </a:r>
            <a:r>
              <a:rPr lang="en-US" dirty="0"/>
              <a:t> )</a:t>
            </a:r>
          </a:p>
          <a:p>
            <a:pPr lvl="1"/>
            <a:r>
              <a:rPr lang="en-US" dirty="0"/>
              <a:t>The memory address is calculated by taking the value in the &lt;base register&gt; (here r4) plus the value in the &lt;index register&gt; (here r2) shifted left (logical shift left, LSL) by a certain number of bits (#2 means shifted by 2 bits, or multiplied by 4).</a:t>
            </a:r>
          </a:p>
          <a:p>
            <a:r>
              <a:rPr lang="en-US" dirty="0"/>
              <a:t>Q: why do we perform r2×2</a:t>
            </a:r>
            <a:r>
              <a:rPr lang="en-US" baseline="30000" dirty="0"/>
              <a:t>2 </a:t>
            </a:r>
            <a:r>
              <a:rPr lang="en-US" dirty="0"/>
              <a:t>here?</a:t>
            </a:r>
          </a:p>
          <a:p>
            <a:r>
              <a:rPr lang="en-US" dirty="0"/>
              <a:t>ANS: </a:t>
            </a:r>
          </a:p>
        </p:txBody>
      </p:sp>
    </p:spTree>
    <p:extLst>
      <p:ext uri="{BB962C8B-B14F-4D97-AF65-F5344CB8AC3E}">
        <p14:creationId xmlns:p14="http://schemas.microsoft.com/office/powerpoint/2010/main" val="4128704563"/>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Origi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rigin">
      <a:majorFont>
        <a:latin typeface="Bookman Old Style"/>
        <a:ea typeface=""/>
        <a:cs typeface=""/>
        <a:font script="Grek" typeface="Cambria"/>
        <a:font script="Cyrl" typeface="Cambria"/>
        <a:font script="Jpan" typeface="HG明朝E"/>
        <a:font script="Hang" typeface="돋움"/>
        <a:font script="Hans" typeface="宋体"/>
        <a:font script="Hant" typeface="標楷體"/>
        <a:font script="Arab" typeface="Times New Roman"/>
        <a:font script="Hebr" typeface="Times New Roman"/>
        <a:font script="Thai" typeface="Browalli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Gill Sans MT"/>
        <a:ea typeface=""/>
        <a:cs typeface=""/>
        <a:font script="Grek" typeface="Calibri"/>
        <a:font script="Cyrl" typeface="Calibri"/>
        <a:font script="Jpan" typeface="ＭＳ Ｐゴシック"/>
        <a:font script="Hang" typeface="맑은 고딕"/>
        <a:font script="Hans" typeface="华文新魏"/>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rigin">
      <a:fillStyleLst>
        <a:solidFill>
          <a:schemeClr val="phClr"/>
        </a:solidFill>
        <a:gradFill rotWithShape="1">
          <a:gsLst>
            <a:gs pos="0">
              <a:schemeClr val="phClr">
                <a:tint val="45000"/>
                <a:satMod val="200000"/>
              </a:schemeClr>
            </a:gs>
            <a:gs pos="30000">
              <a:schemeClr val="phClr">
                <a:tint val="61000"/>
                <a:satMod val="200000"/>
              </a:schemeClr>
            </a:gs>
            <a:gs pos="45000">
              <a:schemeClr val="phClr">
                <a:tint val="66000"/>
                <a:satMod val="200000"/>
              </a:schemeClr>
            </a:gs>
            <a:gs pos="55000">
              <a:schemeClr val="phClr">
                <a:tint val="66000"/>
                <a:satMod val="200000"/>
              </a:schemeClr>
            </a:gs>
            <a:gs pos="73000">
              <a:schemeClr val="phClr">
                <a:tint val="61000"/>
                <a:satMod val="200000"/>
              </a:schemeClr>
            </a:gs>
            <a:gs pos="100000">
              <a:schemeClr val="phClr">
                <a:tint val="45000"/>
                <a:satMod val="200000"/>
              </a:schemeClr>
            </a:gs>
          </a:gsLst>
          <a:lin ang="950000" scaled="1"/>
        </a:gradFill>
        <a:gradFill rotWithShape="1">
          <a:gsLst>
            <a:gs pos="0">
              <a:schemeClr val="phClr">
                <a:shade val="63000"/>
              </a:schemeClr>
            </a:gs>
            <a:gs pos="30000">
              <a:schemeClr val="phClr">
                <a:shade val="90000"/>
                <a:satMod val="110000"/>
              </a:schemeClr>
            </a:gs>
            <a:gs pos="45000">
              <a:schemeClr val="phClr">
                <a:shade val="100000"/>
                <a:satMod val="118000"/>
              </a:schemeClr>
            </a:gs>
            <a:gs pos="55000">
              <a:schemeClr val="phClr">
                <a:shade val="100000"/>
                <a:satMod val="118000"/>
              </a:schemeClr>
            </a:gs>
            <a:gs pos="73000">
              <a:schemeClr val="phClr">
                <a:shade val="90000"/>
                <a:satMod val="110000"/>
              </a:schemeClr>
            </a:gs>
            <a:gs pos="100000">
              <a:schemeClr val="phClr">
                <a:shade val="63000"/>
              </a:schemeClr>
            </a:gs>
          </a:gsLst>
          <a:lin ang="950000" scaled="1"/>
        </a:gradFill>
      </a:fillStyleLst>
      <a:lnStyleLst>
        <a:ln w="9525" cap="flat" cmpd="sng" algn="ctr">
          <a:solidFill>
            <a:schemeClr val="phClr"/>
          </a:solidFill>
          <a:prstDash val="solid"/>
        </a:ln>
        <a:ln w="19050" cap="flat" cmpd="sng" algn="ctr">
          <a:solidFill>
            <a:schemeClr val="phClr"/>
          </a:solidFill>
          <a:prstDash val="solid"/>
        </a:ln>
        <a:ln w="25400" cap="flat" cmpd="sng" algn="ctr">
          <a:solidFill>
            <a:schemeClr val="phClr"/>
          </a:solidFill>
          <a:prstDash val="solid"/>
        </a:ln>
      </a:lnStyleLst>
      <a:effectStyleLst>
        <a:effectStyle>
          <a:effectLst>
            <a:outerShdw blurRad="38100" dist="25400" dir="5400000" rotWithShape="0">
              <a:srgbClr val="000000">
                <a:alpha val="40000"/>
              </a:srgbClr>
            </a:outerShdw>
          </a:effectLst>
        </a:effectStyle>
        <a:effectStyle>
          <a:effectLst>
            <a:outerShdw blurRad="50800" dist="43000" dir="5400000" rotWithShape="0">
              <a:srgbClr val="000000">
                <a:alpha val="40000"/>
              </a:srgbClr>
            </a:outerShdw>
          </a:effectLst>
          <a:scene3d>
            <a:camera prst="orthographicFront" fov="0">
              <a:rot lat="0" lon="0" rev="0"/>
            </a:camera>
            <a:lightRig rig="balanced" dir="t">
              <a:rot lat="0" lon="0" rev="0"/>
            </a:lightRig>
          </a:scene3d>
          <a:sp3d prstMaterial="matte">
            <a:bevelT w="0" h="0"/>
            <a:contourClr>
              <a:schemeClr val="phClr">
                <a:tint val="100000"/>
                <a:shade val="100000"/>
                <a:hueMod val="100000"/>
                <a:satMod val="100000"/>
              </a:schemeClr>
            </a:contourClr>
          </a:sp3d>
        </a:effectStyle>
        <a:effectStyle>
          <a:effectLst>
            <a:outerShdw blurRad="50800" dist="25400" dir="5400000" rotWithShape="0">
              <a:srgbClr val="000000">
                <a:alpha val="50000"/>
              </a:srgbClr>
            </a:outerShdw>
          </a:effectLst>
          <a:scene3d>
            <a:camera prst="orthographicFront" fov="0">
              <a:rot lat="0" lon="0" rev="0"/>
            </a:camera>
            <a:lightRig rig="soft" dir="t">
              <a:rot lat="0" lon="0" rev="2700000"/>
            </a:lightRig>
          </a:scene3d>
          <a:sp3d prstMaterial="matte">
            <a:bevelT w="50800" h="50800"/>
            <a:contourClr>
              <a:schemeClr val="phClr"/>
            </a:contourClr>
          </a:sp3d>
        </a:effectStyle>
      </a:effectStyleLst>
      <a:bgFillStyleLst>
        <a:solidFill>
          <a:schemeClr val="phClr"/>
        </a:solidFill>
        <a:gradFill rotWithShape="1">
          <a:gsLst>
            <a:gs pos="0">
              <a:schemeClr val="phClr">
                <a:shade val="60000"/>
                <a:satMod val="300000"/>
              </a:schemeClr>
            </a:gs>
            <a:gs pos="30000">
              <a:schemeClr val="phClr">
                <a:shade val="80000"/>
                <a:satMod val="230000"/>
              </a:schemeClr>
            </a:gs>
            <a:gs pos="100000">
              <a:schemeClr val="phClr">
                <a:tint val="97000"/>
                <a:satMod val="220000"/>
              </a:schemeClr>
            </a:gs>
          </a:gsLst>
          <a:lin ang="16200000" scaled="1"/>
        </a:gradFill>
        <a:blipFill>
          <a:blip xmlns:r="http://schemas.openxmlformats.org/officeDocument/2006/relationships" r:embed="rId1">
            <a:duotone>
              <a:schemeClr val="phClr">
                <a:shade val="6000"/>
                <a:satMod val="120000"/>
              </a:schemeClr>
              <a:schemeClr val="phClr">
                <a:tint val="90000"/>
              </a:schemeClr>
            </a:duotone>
          </a:blip>
          <a:tile tx="0" ty="0" sx="35000" sy="40000" flip="x" algn="tl"/>
        </a:blip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
  <TotalTime>2612</TotalTime>
  <Words>3389</Words>
  <Application>Microsoft Office PowerPoint</Application>
  <PresentationFormat>Widescreen</PresentationFormat>
  <Paragraphs>400</Paragraphs>
  <Slides>23</Slides>
  <Notes>4</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23</vt:i4>
      </vt:variant>
    </vt:vector>
  </HeadingPairs>
  <TitlesOfParts>
    <vt:vector size="34" baseType="lpstr">
      <vt:lpstr>Bookman Old Style (Headings)</vt:lpstr>
      <vt:lpstr>Gill Sans Light</vt:lpstr>
      <vt:lpstr>Arial</vt:lpstr>
      <vt:lpstr>Bookman Old Style</vt:lpstr>
      <vt:lpstr>Calibri</vt:lpstr>
      <vt:lpstr>Cambria Math</vt:lpstr>
      <vt:lpstr>Consolas</vt:lpstr>
      <vt:lpstr>Gill Sans MT</vt:lpstr>
      <vt:lpstr>Wingdings</vt:lpstr>
      <vt:lpstr>Wingdings 3</vt:lpstr>
      <vt:lpstr>Origin</vt:lpstr>
      <vt:lpstr>Z. Gu</vt:lpstr>
      <vt:lpstr>Basic Control Structures</vt:lpstr>
      <vt:lpstr>History</vt:lpstr>
      <vt:lpstr>Importance of Structured Programming</vt:lpstr>
      <vt:lpstr>Software Design Strategy: Top-Down Design</vt:lpstr>
      <vt:lpstr>Top-Down Design Example</vt:lpstr>
      <vt:lpstr>Top-Down Design Example</vt:lpstr>
      <vt:lpstr>Top-Down Design Example</vt:lpstr>
      <vt:lpstr>Top-Down Design Example: Counting digits</vt:lpstr>
      <vt:lpstr>Reuse Registers</vt:lpstr>
      <vt:lpstr>Reuse Registers</vt:lpstr>
      <vt:lpstr>Reuse Registers</vt:lpstr>
      <vt:lpstr>Example 1: Factorial Numbers</vt:lpstr>
      <vt:lpstr>Example 1: Factorial Numbers</vt:lpstr>
      <vt:lpstr>Stop B stop</vt:lpstr>
      <vt:lpstr>Example 2: Counting Ones in a Word</vt:lpstr>
      <vt:lpstr>Example 2: Counting Ones in a Word: Explanations</vt:lpstr>
      <vt:lpstr>Example 2: Counting Ones in a Word: Simpler Programs</vt:lpstr>
      <vt:lpstr>Quiz ANS</vt:lpstr>
      <vt:lpstr>Quiz</vt:lpstr>
      <vt:lpstr>Example 3: Finding  Max of an Array</vt:lpstr>
      <vt:lpstr>Example 3: Finding Max of an Array</vt:lpstr>
      <vt:lpstr>Quiz</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Dr. Yifeng Zhu Electrical and Computer Engineering University of Maine</dc:title>
  <dc:creator>zhu</dc:creator>
  <cp:lastModifiedBy>Zonghua Gu</cp:lastModifiedBy>
  <cp:revision>275</cp:revision>
  <dcterms:created xsi:type="dcterms:W3CDTF">2013-02-03T05:36:57Z</dcterms:created>
  <dcterms:modified xsi:type="dcterms:W3CDTF">2025-10-05T00:57:09Z</dcterms:modified>
</cp:coreProperties>
</file>