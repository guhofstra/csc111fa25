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351" r:id="rId3"/>
    <p:sldId id="553" r:id="rId4"/>
    <p:sldId id="555" r:id="rId5"/>
    <p:sldId id="556" r:id="rId6"/>
    <p:sldId id="557" r:id="rId7"/>
    <p:sldId id="558" r:id="rId8"/>
    <p:sldId id="564" r:id="rId9"/>
    <p:sldId id="565" r:id="rId10"/>
    <p:sldId id="576" r:id="rId11"/>
    <p:sldId id="575" r:id="rId12"/>
    <p:sldId id="578" r:id="rId13"/>
    <p:sldId id="577" r:id="rId14"/>
    <p:sldId id="566" r:id="rId15"/>
    <p:sldId id="567" r:id="rId16"/>
    <p:sldId id="257" r:id="rId17"/>
    <p:sldId id="258" r:id="rId18"/>
    <p:sldId id="259" r:id="rId19"/>
    <p:sldId id="260" r:id="rId20"/>
    <p:sldId id="262" r:id="rId21"/>
    <p:sldId id="261" r:id="rId22"/>
    <p:sldId id="352" r:id="rId23"/>
    <p:sldId id="353" r:id="rId24"/>
    <p:sldId id="560" r:id="rId25"/>
    <p:sldId id="592" r:id="rId26"/>
    <p:sldId id="562" r:id="rId27"/>
    <p:sldId id="561" r:id="rId28"/>
    <p:sldId id="593" r:id="rId29"/>
    <p:sldId id="568" r:id="rId30"/>
    <p:sldId id="570" r:id="rId31"/>
    <p:sldId id="571" r:id="rId32"/>
    <p:sldId id="572" r:id="rId33"/>
    <p:sldId id="574" r:id="rId34"/>
    <p:sldId id="573" r:id="rId35"/>
    <p:sldId id="579" r:id="rId36"/>
    <p:sldId id="582" r:id="rId37"/>
    <p:sldId id="580" r:id="rId38"/>
    <p:sldId id="354" r:id="rId39"/>
    <p:sldId id="356" r:id="rId40"/>
    <p:sldId id="357" r:id="rId41"/>
    <p:sldId id="358" r:id="rId42"/>
    <p:sldId id="384" r:id="rId43"/>
    <p:sldId id="385" r:id="rId44"/>
    <p:sldId id="387" r:id="rId45"/>
    <p:sldId id="589" r:id="rId46"/>
    <p:sldId id="591" r:id="rId47"/>
    <p:sldId id="590" r:id="rId48"/>
    <p:sldId id="587" r:id="rId49"/>
    <p:sldId id="583" r:id="rId50"/>
    <p:sldId id="585" r:id="rId51"/>
    <p:sldId id="586" r:id="rId5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9F66C0-3357-40C2-B5B1-DCDAC1289C61}" v="65" dt="2025-10-17T12:08:44.1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176" autoAdjust="0"/>
    <p:restoredTop sz="82222" autoAdjust="0"/>
  </p:normalViewPr>
  <p:slideViewPr>
    <p:cSldViewPr>
      <p:cViewPr varScale="1">
        <p:scale>
          <a:sx n="68" d="100"/>
          <a:sy n="68" d="100"/>
        </p:scale>
        <p:origin x="1858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807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">
      <pc:chgData name="Zonghua Gu" userId="9a7e1853e1951ef5" providerId="LiveId" clId="{CF1FAA12-072C-4ED5-BA76-0FFFAEFDB88A}" dt="2025-10-17T12:08:57.755" v="5791" actId="47"/>
      <pc:docMkLst>
        <pc:docMk/>
      </pc:docMkLst>
      <pc:sldChg chg="addSp modSp mod">
        <pc:chgData name="Zonghua Gu" userId="9a7e1853e1951ef5" providerId="LiveId" clId="{CF1FAA12-072C-4ED5-BA76-0FFFAEFDB88A}" dt="2025-09-18T00:01:33.595" v="35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8T00:01:33.595" v="35" actId="20577"/>
          <ac:spMkLst>
            <pc:docMk/>
            <pc:sldMk cId="1227639730" sldId="256"/>
            <ac:spMk id="2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409396528" sldId="257"/>
        </pc:sldMkLst>
      </pc:sldChg>
      <pc:sldChg chg="addSp delSp modSp new add del mod">
        <pc:chgData name="Zonghua Gu" userId="9a7e1853e1951ef5" providerId="LiveId" clId="{CF1FAA12-072C-4ED5-BA76-0FFFAEFDB88A}" dt="2025-09-24T02:20:27.869" v="3260" actId="2696"/>
        <pc:sldMkLst>
          <pc:docMk/>
          <pc:sldMk cId="86837204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85579249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461519423" sldId="258"/>
        </pc:sldMkLst>
      </pc:sldChg>
      <pc:sldChg chg="modSp add mod">
        <pc:chgData name="Zonghua Gu" userId="9a7e1853e1951ef5" providerId="LiveId" clId="{CF1FAA12-072C-4ED5-BA76-0FFFAEFDB88A}" dt="2025-10-16T22:18:35.499" v="4996" actId="20577"/>
        <pc:sldMkLst>
          <pc:docMk/>
          <pc:sldMk cId="3148296310" sldId="258"/>
        </pc:sldMkLst>
        <pc:spChg chg="mod">
          <ac:chgData name="Zonghua Gu" userId="9a7e1853e1951ef5" providerId="LiveId" clId="{CF1FAA12-072C-4ED5-BA76-0FFFAEFDB88A}" dt="2025-10-16T22:18:35.499" v="4996" actId="20577"/>
          <ac:spMkLst>
            <pc:docMk/>
            <pc:sldMk cId="3148296310" sldId="258"/>
            <ac:spMk id="4" creationId="{53E5C410-5B5B-9673-EACF-102D341F6238}"/>
          </ac:spMkLst>
        </pc:spChg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884576026" sldId="258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819414722" sldId="259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2205104917" sldId="259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350803268" sldId="259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028930370" sldId="260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2309965032" sldId="260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642733396" sldId="260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602997527" sldId="261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881216825" sldId="26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3895715509" sldId="261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358582707" sldId="26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531244333" sldId="262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348230435" sldId="26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6T21:32:05.630" v="31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4838406" sldId="30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20761071" sldId="32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3200898" sldId="32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975851832" sldId="32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16386607" sldId="33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32066556" sldId="346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612384028" sldId="351"/>
        </pc:sldMkLst>
      </pc:sldChg>
      <pc:sldChg chg="add del">
        <pc:chgData name="Zonghua Gu" userId="9a7e1853e1951ef5" providerId="LiveId" clId="{CF1FAA12-072C-4ED5-BA76-0FFFAEFDB88A}" dt="2025-10-09T21:56:52.699" v="4345" actId="2696"/>
        <pc:sldMkLst>
          <pc:docMk/>
          <pc:sldMk cId="2716811776" sldId="351"/>
        </pc:sldMkLst>
      </pc:sldChg>
      <pc:sldChg chg="addSp delSp modSp add del mod">
        <pc:chgData name="Zonghua Gu" userId="9a7e1853e1951ef5" providerId="LiveId" clId="{CF1FAA12-072C-4ED5-BA76-0FFFAEFDB88A}" dt="2025-09-24T02:20:27.869" v="3260" actId="2696"/>
        <pc:sldMkLst>
          <pc:docMk/>
          <pc:sldMk cId="2996946337" sldId="351"/>
        </pc:sldMkLst>
      </pc:sldChg>
      <pc:sldChg chg="add">
        <pc:chgData name="Zonghua Gu" userId="9a7e1853e1951ef5" providerId="LiveId" clId="{CF1FAA12-072C-4ED5-BA76-0FFFAEFDB88A}" dt="2025-10-09T21:56:54.308" v="4346"/>
        <pc:sldMkLst>
          <pc:docMk/>
          <pc:sldMk cId="3279631536" sldId="35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544675658" sldId="35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1087481199" sldId="352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721358592" sldId="352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188395404" sldId="353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254334378" sldId="353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3476543109" sldId="353"/>
        </pc:sldMkLst>
      </pc:sldChg>
      <pc:sldChg chg="addSp delSp modSp new mod">
        <pc:chgData name="Zonghua Gu" userId="9a7e1853e1951ef5" providerId="LiveId" clId="{CF1FAA12-072C-4ED5-BA76-0FFFAEFDB88A}" dt="2025-10-16T23:50:46.662" v="5760" actId="20577"/>
        <pc:sldMkLst>
          <pc:docMk/>
          <pc:sldMk cId="2291445225" sldId="354"/>
        </pc:sldMkLst>
        <pc:spChg chg="mod">
          <ac:chgData name="Zonghua Gu" userId="9a7e1853e1951ef5" providerId="LiveId" clId="{CF1FAA12-072C-4ED5-BA76-0FFFAEFDB88A}" dt="2025-09-22T01:30:33.790" v="1120" actId="20577"/>
          <ac:spMkLst>
            <pc:docMk/>
            <pc:sldMk cId="2291445225" sldId="354"/>
            <ac:spMk id="2" creationId="{11B52526-FDDF-35FA-A44E-1A2334442F74}"/>
          </ac:spMkLst>
        </pc:spChg>
        <pc:spChg chg="mod">
          <ac:chgData name="Zonghua Gu" userId="9a7e1853e1951ef5" providerId="LiveId" clId="{CF1FAA12-072C-4ED5-BA76-0FFFAEFDB88A}" dt="2025-09-22T01:34:53.799" v="1274" actId="20577"/>
          <ac:spMkLst>
            <pc:docMk/>
            <pc:sldMk cId="2291445225" sldId="354"/>
            <ac:spMk id="4" creationId="{43995D49-573C-6129-4E24-762AAEB6BD07}"/>
          </ac:spMkLst>
        </pc:spChg>
        <pc:spChg chg="add mod">
          <ac:chgData name="Zonghua Gu" userId="9a7e1853e1951ef5" providerId="LiveId" clId="{CF1FAA12-072C-4ED5-BA76-0FFFAEFDB88A}" dt="2025-10-16T23:50:46.662" v="5760" actId="20577"/>
          <ac:spMkLst>
            <pc:docMk/>
            <pc:sldMk cId="2291445225" sldId="354"/>
            <ac:spMk id="7" creationId="{BCB598EB-3D73-A532-9DE0-CBC965E702FA}"/>
          </ac:spMkLst>
        </pc:spChg>
      </pc:sldChg>
      <pc:sldChg chg="modSp new del mod">
        <pc:chgData name="Zonghua Gu" userId="9a7e1853e1951ef5" providerId="LiveId" clId="{CF1FAA12-072C-4ED5-BA76-0FFFAEFDB88A}" dt="2025-09-21T20:35:19.056" v="1107" actId="47"/>
        <pc:sldMkLst>
          <pc:docMk/>
          <pc:sldMk cId="3325406462" sldId="355"/>
        </pc:sldMkLst>
      </pc:sldChg>
      <pc:sldChg chg="addSp delSp modSp add mod">
        <pc:chgData name="Zonghua Gu" userId="9a7e1853e1951ef5" providerId="LiveId" clId="{CF1FAA12-072C-4ED5-BA76-0FFFAEFDB88A}" dt="2025-10-16T23:50:40.281" v="5758" actId="6549"/>
        <pc:sldMkLst>
          <pc:docMk/>
          <pc:sldMk cId="3592227053" sldId="356"/>
        </pc:sldMkLst>
        <pc:spChg chg="mod">
          <ac:chgData name="Zonghua Gu" userId="9a7e1853e1951ef5" providerId="LiveId" clId="{CF1FAA12-072C-4ED5-BA76-0FFFAEFDB88A}" dt="2025-09-22T01:30:35.864" v="1121" actId="20577"/>
          <ac:spMkLst>
            <pc:docMk/>
            <pc:sldMk cId="3592227053" sldId="356"/>
            <ac:spMk id="2" creationId="{64E3212C-AC3A-BD60-BBB1-8FEACA89464F}"/>
          </ac:spMkLst>
        </pc:spChg>
        <pc:spChg chg="mod">
          <ac:chgData name="Zonghua Gu" userId="9a7e1853e1951ef5" providerId="LiveId" clId="{CF1FAA12-072C-4ED5-BA76-0FFFAEFDB88A}" dt="2025-10-16T23:22:01.678" v="5566" actId="404"/>
          <ac:spMkLst>
            <pc:docMk/>
            <pc:sldMk cId="3592227053" sldId="356"/>
            <ac:spMk id="4" creationId="{2D018A86-8DB2-795C-FF88-161C2A00B316}"/>
          </ac:spMkLst>
        </pc:spChg>
        <pc:spChg chg="add mod">
          <ac:chgData name="Zonghua Gu" userId="9a7e1853e1951ef5" providerId="LiveId" clId="{CF1FAA12-072C-4ED5-BA76-0FFFAEFDB88A}" dt="2025-10-16T23:22:45.485" v="5586" actId="20577"/>
          <ac:spMkLst>
            <pc:docMk/>
            <pc:sldMk cId="3592227053" sldId="356"/>
            <ac:spMk id="5" creationId="{FA200113-936A-759C-DAEA-A0CA7E874220}"/>
          </ac:spMkLst>
        </pc:spChg>
        <pc:spChg chg="mod">
          <ac:chgData name="Zonghua Gu" userId="9a7e1853e1951ef5" providerId="LiveId" clId="{CF1FAA12-072C-4ED5-BA76-0FFFAEFDB88A}" dt="2025-10-16T23:50:40.281" v="5758" actId="6549"/>
          <ac:spMkLst>
            <pc:docMk/>
            <pc:sldMk cId="3592227053" sldId="356"/>
            <ac:spMk id="7" creationId="{024CB201-5D7D-1A95-A3C5-0B501ADFE4ED}"/>
          </ac:spMkLst>
        </pc:spChg>
      </pc:sldChg>
      <pc:sldChg chg="addSp delSp modSp new mod">
        <pc:chgData name="Zonghua Gu" userId="9a7e1853e1951ef5" providerId="LiveId" clId="{CF1FAA12-072C-4ED5-BA76-0FFFAEFDB88A}" dt="2025-10-16T23:20:39.970" v="5533" actId="1076"/>
        <pc:sldMkLst>
          <pc:docMk/>
          <pc:sldMk cId="1401545001" sldId="357"/>
        </pc:sldMkLst>
        <pc:spChg chg="mod">
          <ac:chgData name="Zonghua Gu" userId="9a7e1853e1951ef5" providerId="LiveId" clId="{CF1FAA12-072C-4ED5-BA76-0FFFAEFDB88A}" dt="2025-09-22T01:30:42.060" v="1124" actId="20577"/>
          <ac:spMkLst>
            <pc:docMk/>
            <pc:sldMk cId="1401545001" sldId="357"/>
            <ac:spMk id="2" creationId="{E3C709F9-4905-FD89-18E1-B8EB2F602C94}"/>
          </ac:spMkLst>
        </pc:spChg>
        <pc:spChg chg="add mod">
          <ac:chgData name="Zonghua Gu" userId="9a7e1853e1951ef5" providerId="LiveId" clId="{CF1FAA12-072C-4ED5-BA76-0FFFAEFDB88A}" dt="2025-10-16T23:20:37.088" v="5532" actId="404"/>
          <ac:spMkLst>
            <pc:docMk/>
            <pc:sldMk cId="1401545001" sldId="357"/>
            <ac:spMk id="7" creationId="{B21BD5E1-8C43-5CBF-BEB4-B430BDD4D73C}"/>
          </ac:spMkLst>
        </pc:spChg>
        <pc:spChg chg="add mod">
          <ac:chgData name="Zonghua Gu" userId="9a7e1853e1951ef5" providerId="LiveId" clId="{CF1FAA12-072C-4ED5-BA76-0FFFAEFDB88A}" dt="2025-10-16T23:20:39.970" v="5533" actId="1076"/>
          <ac:spMkLst>
            <pc:docMk/>
            <pc:sldMk cId="1401545001" sldId="357"/>
            <ac:spMk id="8" creationId="{D43F8B0C-9B9C-5AAA-26B5-003AE580EB61}"/>
          </ac:spMkLst>
        </pc:spChg>
      </pc:sldChg>
      <pc:sldChg chg="addSp modSp add mod">
        <pc:chgData name="Zonghua Gu" userId="9a7e1853e1951ef5" providerId="LiveId" clId="{CF1FAA12-072C-4ED5-BA76-0FFFAEFDB88A}" dt="2025-10-16T23:25:10.584" v="5657" actId="20577"/>
        <pc:sldMkLst>
          <pc:docMk/>
          <pc:sldMk cId="1087692432" sldId="358"/>
        </pc:sldMkLst>
        <pc:spChg chg="mod">
          <ac:chgData name="Zonghua Gu" userId="9a7e1853e1951ef5" providerId="LiveId" clId="{CF1FAA12-072C-4ED5-BA76-0FFFAEFDB88A}" dt="2025-09-22T01:30:45.532" v="1130" actId="20577"/>
          <ac:spMkLst>
            <pc:docMk/>
            <pc:sldMk cId="1087692432" sldId="358"/>
            <ac:spMk id="2" creationId="{2F6691BF-E76C-EDC4-020F-C2C90681E1C6}"/>
          </ac:spMkLst>
        </pc:spChg>
        <pc:spChg chg="add mod">
          <ac:chgData name="Zonghua Gu" userId="9a7e1853e1951ef5" providerId="LiveId" clId="{CF1FAA12-072C-4ED5-BA76-0FFFAEFDB88A}" dt="2025-10-16T23:25:10.584" v="5657" actId="20577"/>
          <ac:spMkLst>
            <pc:docMk/>
            <pc:sldMk cId="1087692432" sldId="358"/>
            <ac:spMk id="4" creationId="{72C864CC-AEF5-15FA-F8F8-33E8C3B92231}"/>
          </ac:spMkLst>
        </pc:spChg>
        <pc:spChg chg="mod">
          <ac:chgData name="Zonghua Gu" userId="9a7e1853e1951ef5" providerId="LiveId" clId="{CF1FAA12-072C-4ED5-BA76-0FFFAEFDB88A}" dt="2025-10-16T23:19:43.615" v="5518" actId="404"/>
          <ac:spMkLst>
            <pc:docMk/>
            <pc:sldMk cId="1087692432" sldId="358"/>
            <ac:spMk id="7" creationId="{7B3059B3-E7CA-6A88-ECC8-ADFF4594B569}"/>
          </ac:spMkLst>
        </pc:spChg>
        <pc:spChg chg="mod">
          <ac:chgData name="Zonghua Gu" userId="9a7e1853e1951ef5" providerId="LiveId" clId="{CF1FAA12-072C-4ED5-BA76-0FFFAEFDB88A}" dt="2025-10-16T23:19:53.729" v="5519" actId="1076"/>
          <ac:spMkLst>
            <pc:docMk/>
            <pc:sldMk cId="1087692432" sldId="358"/>
            <ac:spMk id="8" creationId="{63728C00-95CC-7E30-18AF-775A46A3C6BF}"/>
          </ac:spMkLst>
        </pc:spChg>
      </pc:sldChg>
      <pc:sldChg chg="modSp add del mod">
        <pc:chgData name="Zonghua Gu" userId="9a7e1853e1951ef5" providerId="LiveId" clId="{CF1FAA12-072C-4ED5-BA76-0FFFAEFDB88A}" dt="2025-10-07T21:15:02.945" v="3909" actId="47"/>
        <pc:sldMkLst>
          <pc:docMk/>
          <pc:sldMk cId="2623990252" sldId="383"/>
        </pc:sldMkLst>
      </pc:sldChg>
      <pc:sldChg chg="addSp delSp modSp add mod modNotes">
        <pc:chgData name="Zonghua Gu" userId="9a7e1853e1951ef5" providerId="LiveId" clId="{CF1FAA12-072C-4ED5-BA76-0FFFAEFDB88A}" dt="2025-10-16T23:21:29.466" v="5557" actId="20577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09-22T01:30:49.455" v="1131" actId="20577"/>
          <ac:spMkLst>
            <pc:docMk/>
            <pc:sldMk cId="1456166100" sldId="384"/>
            <ac:spMk id="2" creationId="{F03CE9CC-DEC3-BC36-FF0A-FD088EB33CA9}"/>
          </ac:spMkLst>
        </pc:spChg>
        <pc:spChg chg="mod">
          <ac:chgData name="Zonghua Gu" userId="9a7e1853e1951ef5" providerId="LiveId" clId="{CF1FAA12-072C-4ED5-BA76-0FFFAEFDB88A}" dt="2025-10-16T23:21:29.466" v="5557" actId="20577"/>
          <ac:spMkLst>
            <pc:docMk/>
            <pc:sldMk cId="1456166100" sldId="384"/>
            <ac:spMk id="4" creationId="{FD21DA5F-0B0C-5E4B-FFBA-4A8692F7A975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1456166100" sldId="384"/>
            <ac:graphicFrameMk id="6" creationId="{F6C027E4-0F54-2503-6E54-155E1BC92737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6T23:24:23.268" v="5627" actId="20577"/>
        <pc:sldMkLst>
          <pc:docMk/>
          <pc:sldMk cId="3808152940" sldId="385"/>
        </pc:sldMkLst>
        <pc:spChg chg="mod">
          <ac:chgData name="Zonghua Gu" userId="9a7e1853e1951ef5" providerId="LiveId" clId="{CF1FAA12-072C-4ED5-BA76-0FFFAEFDB88A}" dt="2025-09-22T01:44:39.972" v="1352" actId="20577"/>
          <ac:spMkLst>
            <pc:docMk/>
            <pc:sldMk cId="3808152940" sldId="385"/>
            <ac:spMk id="2" creationId="{864E7231-82FF-C0A5-9383-A83CE2517596}"/>
          </ac:spMkLst>
        </pc:spChg>
        <pc:spChg chg="mod">
          <ac:chgData name="Zonghua Gu" userId="9a7e1853e1951ef5" providerId="LiveId" clId="{CF1FAA12-072C-4ED5-BA76-0FFFAEFDB88A}" dt="2025-10-16T23:24:23.268" v="5627" actId="20577"/>
          <ac:spMkLst>
            <pc:docMk/>
            <pc:sldMk cId="3808152940" sldId="385"/>
            <ac:spMk id="4" creationId="{20AF534B-2417-B92D-61EA-CC2082CC62B6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3808152940" sldId="385"/>
            <ac:graphicFrameMk id="6" creationId="{9F3E2C1E-31D7-D8FB-CE9D-0E062ADEFB6A}"/>
          </ac:graphicFrameMkLst>
        </pc:graphicFrameChg>
      </pc:sldChg>
      <pc:sldChg chg="new del">
        <pc:chgData name="Zonghua Gu" userId="9a7e1853e1951ef5" providerId="LiveId" clId="{CF1FAA12-072C-4ED5-BA76-0FFFAEFDB88A}" dt="2025-09-22T02:41:34.751" v="1619" actId="47"/>
        <pc:sldMkLst>
          <pc:docMk/>
          <pc:sldMk cId="2474693556" sldId="386"/>
        </pc:sldMkLst>
      </pc:sldChg>
      <pc:sldChg chg="addSp delSp modSp add mod">
        <pc:chgData name="Zonghua Gu" userId="9a7e1853e1951ef5" providerId="LiveId" clId="{CF1FAA12-072C-4ED5-BA76-0FFFAEFDB88A}" dt="2025-10-08T01:21:20.761" v="4283" actId="20577"/>
        <pc:sldMkLst>
          <pc:docMk/>
          <pc:sldMk cId="1496054644" sldId="387"/>
        </pc:sldMkLst>
        <pc:spChg chg="mod">
          <ac:chgData name="Zonghua Gu" userId="9a7e1853e1951ef5" providerId="LiveId" clId="{CF1FAA12-072C-4ED5-BA76-0FFFAEFDB88A}" dt="2025-10-08T01:21:20.761" v="4283" actId="20577"/>
          <ac:spMkLst>
            <pc:docMk/>
            <pc:sldMk cId="1496054644" sldId="387"/>
            <ac:spMk id="4" creationId="{5645CD76-A90D-FFA9-784E-A81C0CBBBD11}"/>
          </ac:spMkLst>
        </pc:spChg>
        <pc:graphicFrameChg chg="mod modGraphic">
          <ac:chgData name="Zonghua Gu" userId="9a7e1853e1951ef5" providerId="LiveId" clId="{CF1FAA12-072C-4ED5-BA76-0FFFAEFDB88A}" dt="2025-10-08T01:02:22.988" v="3966" actId="21"/>
          <ac:graphicFrameMkLst>
            <pc:docMk/>
            <pc:sldMk cId="1496054644" sldId="387"/>
            <ac:graphicFrameMk id="5" creationId="{9BFC7784-AC7A-8159-74B8-C94D84BE48E4}"/>
          </ac:graphicFrameMkLst>
        </pc:graphicFrameChg>
      </pc:sldChg>
      <pc:sldChg chg="addSp modSp add del mod">
        <pc:chgData name="Zonghua Gu" userId="9a7e1853e1951ef5" providerId="LiveId" clId="{CF1FAA12-072C-4ED5-BA76-0FFFAEFDB88A}" dt="2025-10-09T21:56:52.699" v="4345" actId="2696"/>
        <pc:sldMkLst>
          <pc:docMk/>
          <pc:sldMk cId="1202265337" sldId="553"/>
        </pc:sldMkLst>
      </pc:sldChg>
      <pc:sldChg chg="modSp add mod">
        <pc:chgData name="Zonghua Gu" userId="9a7e1853e1951ef5" providerId="LiveId" clId="{CF1FAA12-072C-4ED5-BA76-0FFFAEFDB88A}" dt="2025-10-09T21:59:29.534" v="4352" actId="403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7:11.061" v="4348" actId="1076"/>
          <ac:spMkLst>
            <pc:docMk/>
            <pc:sldMk cId="3531879706" sldId="553"/>
            <ac:spMk id="4" creationId="{3666F114-4345-426E-8C76-29F4A48DFE0E}"/>
          </ac:spMkLst>
        </pc:spChg>
        <pc:spChg chg="mod">
          <ac:chgData name="Zonghua Gu" userId="9a7e1853e1951ef5" providerId="LiveId" clId="{CF1FAA12-072C-4ED5-BA76-0FFFAEFDB88A}" dt="2025-10-09T21:59:29.534" v="4352" actId="403"/>
          <ac:spMkLst>
            <pc:docMk/>
            <pc:sldMk cId="3531879706" sldId="553"/>
            <ac:spMk id="38917" creationId="{00000000-0000-0000-0000-000000000000}"/>
          </ac:spMkLst>
        </pc:spChg>
        <pc:spChg chg="mod">
          <ac:chgData name="Zonghua Gu" userId="9a7e1853e1951ef5" providerId="LiveId" clId="{CF1FAA12-072C-4ED5-BA76-0FFFAEFDB88A}" dt="2025-10-09T21:57:14.218" v="4349" actId="1076"/>
          <ac:spMkLst>
            <pc:docMk/>
            <pc:sldMk cId="3531879706" sldId="553"/>
            <ac:spMk id="323587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10-09T21:57:14.218" v="4349" actId="1076"/>
          <ac:graphicFrameMkLst>
            <pc:docMk/>
            <pc:sldMk cId="3531879706" sldId="553"/>
            <ac:graphicFrameMk id="2" creationId="{00000000-0000-0000-0000-000000000000}"/>
          </ac:graphicFrameMkLst>
        </pc:graphicFrame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5" creationId="{E2ACC35D-CF95-407F-B222-DF5A1F69BA9F}"/>
          </ac:inkMkLst>
        </pc:ink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6" creationId="{641399B7-0992-4159-AA56-A61464B0489C}"/>
          </ac:inkMkLst>
        </pc:inkChg>
      </pc:sldChg>
      <pc:sldChg chg="addSp modSp add del mod">
        <pc:chgData name="Zonghua Gu" userId="9a7e1853e1951ef5" providerId="LiveId" clId="{CF1FAA12-072C-4ED5-BA76-0FFFAEFDB88A}" dt="2025-10-07T21:15:02.945" v="3909" actId="47"/>
        <pc:sldMkLst>
          <pc:docMk/>
          <pc:sldMk cId="4009754153" sldId="554"/>
        </pc:sldMkLst>
      </pc:sldChg>
      <pc:sldChg chg="modSp new mod">
        <pc:chgData name="Zonghua Gu" userId="9a7e1853e1951ef5" providerId="LiveId" clId="{CF1FAA12-072C-4ED5-BA76-0FFFAEFDB88A}" dt="2025-10-16T23:43:30.900" v="5674" actId="20577"/>
        <pc:sldMkLst>
          <pc:docMk/>
          <pc:sldMk cId="1248622466" sldId="555"/>
        </pc:sldMkLst>
        <pc:spChg chg="mod">
          <ac:chgData name="Zonghua Gu" userId="9a7e1853e1951ef5" providerId="LiveId" clId="{CF1FAA12-072C-4ED5-BA76-0FFFAEFDB88A}" dt="2025-09-23T00:46:25.426" v="1969"/>
          <ac:spMkLst>
            <pc:docMk/>
            <pc:sldMk cId="1248622466" sldId="555"/>
            <ac:spMk id="2" creationId="{6BA372BA-4E36-5939-EA5D-65E91EDB30B3}"/>
          </ac:spMkLst>
        </pc:spChg>
        <pc:spChg chg="mod">
          <ac:chgData name="Zonghua Gu" userId="9a7e1853e1951ef5" providerId="LiveId" clId="{CF1FAA12-072C-4ED5-BA76-0FFFAEFDB88A}" dt="2025-10-16T23:43:30.900" v="5674" actId="20577"/>
          <ac:spMkLst>
            <pc:docMk/>
            <pc:sldMk cId="1248622466" sldId="555"/>
            <ac:spMk id="4" creationId="{0DBB9D86-D583-CABE-4B85-A5314A655FCE}"/>
          </ac:spMkLst>
        </pc:spChg>
      </pc:sldChg>
      <pc:sldChg chg="addSp modSp add mod">
        <pc:chgData name="Zonghua Gu" userId="9a7e1853e1951ef5" providerId="LiveId" clId="{CF1FAA12-072C-4ED5-BA76-0FFFAEFDB88A}" dt="2025-10-16T23:46:24.446" v="5696" actId="20577"/>
        <pc:sldMkLst>
          <pc:docMk/>
          <pc:sldMk cId="3198797166" sldId="556"/>
        </pc:sldMkLst>
        <pc:spChg chg="mod">
          <ac:chgData name="Zonghua Gu" userId="9a7e1853e1951ef5" providerId="LiveId" clId="{CF1FAA12-072C-4ED5-BA76-0FFFAEFDB88A}" dt="2025-09-23T00:46:29.484" v="1971" actId="20577"/>
          <ac:spMkLst>
            <pc:docMk/>
            <pc:sldMk cId="3198797166" sldId="556"/>
            <ac:spMk id="2" creationId="{92206104-88B9-F7DD-C7CF-BD3C5A8DDA25}"/>
          </ac:spMkLst>
        </pc:spChg>
        <pc:spChg chg="mod">
          <ac:chgData name="Zonghua Gu" userId="9a7e1853e1951ef5" providerId="LiveId" clId="{CF1FAA12-072C-4ED5-BA76-0FFFAEFDB88A}" dt="2025-10-16T23:43:35.841" v="5676" actId="20577"/>
          <ac:spMkLst>
            <pc:docMk/>
            <pc:sldMk cId="3198797166" sldId="556"/>
            <ac:spMk id="4" creationId="{26C07159-9E90-34FC-FD37-707ADD2978CD}"/>
          </ac:spMkLst>
        </pc:spChg>
        <pc:spChg chg="add mod">
          <ac:chgData name="Zonghua Gu" userId="9a7e1853e1951ef5" providerId="LiveId" clId="{CF1FAA12-072C-4ED5-BA76-0FFFAEFDB88A}" dt="2025-10-16T23:46:24.446" v="5696" actId="20577"/>
          <ac:spMkLst>
            <pc:docMk/>
            <pc:sldMk cId="3198797166" sldId="556"/>
            <ac:spMk id="5" creationId="{F62F52E9-C913-0809-7AFE-FB9B6517BE16}"/>
          </ac:spMkLst>
        </pc:spChg>
        <pc:spChg chg="add mod">
          <ac:chgData name="Zonghua Gu" userId="9a7e1853e1951ef5" providerId="LiveId" clId="{CF1FAA12-072C-4ED5-BA76-0FFFAEFDB88A}" dt="2025-09-23T00:42:54.420" v="1905" actId="1076"/>
          <ac:spMkLst>
            <pc:docMk/>
            <pc:sldMk cId="3198797166" sldId="556"/>
            <ac:spMk id="6" creationId="{A362AD7A-A16D-A5D7-1F8E-3C4D2AEFE54C}"/>
          </ac:spMkLst>
        </pc:spChg>
      </pc:sldChg>
      <pc:sldChg chg="modSp new mod">
        <pc:chgData name="Zonghua Gu" userId="9a7e1853e1951ef5" providerId="LiveId" clId="{CF1FAA12-072C-4ED5-BA76-0FFFAEFDB88A}" dt="2025-09-23T00:46:22.658" v="1968" actId="20577"/>
        <pc:sldMkLst>
          <pc:docMk/>
          <pc:sldMk cId="3231632688" sldId="557"/>
        </pc:sldMkLst>
        <pc:spChg chg="mod">
          <ac:chgData name="Zonghua Gu" userId="9a7e1853e1951ef5" providerId="LiveId" clId="{CF1FAA12-072C-4ED5-BA76-0FFFAEFDB88A}" dt="2025-09-23T00:46:22.658" v="1968" actId="20577"/>
          <ac:spMkLst>
            <pc:docMk/>
            <pc:sldMk cId="3231632688" sldId="557"/>
            <ac:spMk id="2" creationId="{FB628AA0-0F84-7DF4-92EB-BAB974776EB4}"/>
          </ac:spMkLst>
        </pc:spChg>
        <pc:spChg chg="mod">
          <ac:chgData name="Zonghua Gu" userId="9a7e1853e1951ef5" providerId="LiveId" clId="{CF1FAA12-072C-4ED5-BA76-0FFFAEFDB88A}" dt="2025-09-23T00:46:09.449" v="1939" actId="20577"/>
          <ac:spMkLst>
            <pc:docMk/>
            <pc:sldMk cId="3231632688" sldId="557"/>
            <ac:spMk id="4" creationId="{DCB60A19-0F6C-A6C2-28CD-C5006FC4799E}"/>
          </ac:spMkLst>
        </pc:spChg>
      </pc:sldChg>
      <pc:sldChg chg="modSp add mod">
        <pc:chgData name="Zonghua Gu" userId="9a7e1853e1951ef5" providerId="LiveId" clId="{CF1FAA12-072C-4ED5-BA76-0FFFAEFDB88A}" dt="2025-10-16T23:49:22.171" v="5754" actId="20577"/>
        <pc:sldMkLst>
          <pc:docMk/>
          <pc:sldMk cId="3001218416" sldId="558"/>
        </pc:sldMkLst>
        <pc:spChg chg="mod">
          <ac:chgData name="Zonghua Gu" userId="9a7e1853e1951ef5" providerId="LiveId" clId="{CF1FAA12-072C-4ED5-BA76-0FFFAEFDB88A}" dt="2025-09-23T00:46:34.747" v="1976" actId="20577"/>
          <ac:spMkLst>
            <pc:docMk/>
            <pc:sldMk cId="3001218416" sldId="558"/>
            <ac:spMk id="2" creationId="{8E96AA65-B209-1287-7606-ED7A0C24505B}"/>
          </ac:spMkLst>
        </pc:spChg>
        <pc:spChg chg="mod">
          <ac:chgData name="Zonghua Gu" userId="9a7e1853e1951ef5" providerId="LiveId" clId="{CF1FAA12-072C-4ED5-BA76-0FFFAEFDB88A}" dt="2025-10-16T23:49:22.171" v="5754" actId="20577"/>
          <ac:spMkLst>
            <pc:docMk/>
            <pc:sldMk cId="3001218416" sldId="558"/>
            <ac:spMk id="4" creationId="{65B1C0D2-DA1A-E3F6-EAF4-BA1DF53BEE99}"/>
          </ac:spMkLst>
        </pc:spChg>
      </pc:sldChg>
      <pc:sldChg chg="modSp new del mod">
        <pc:chgData name="Zonghua Gu" userId="9a7e1853e1951ef5" providerId="LiveId" clId="{CF1FAA12-072C-4ED5-BA76-0FFFAEFDB88A}" dt="2025-10-17T12:08:49.988" v="5790" actId="47"/>
        <pc:sldMkLst>
          <pc:docMk/>
          <pc:sldMk cId="1899289889" sldId="559"/>
        </pc:sldMkLst>
        <pc:spChg chg="mod">
          <ac:chgData name="Zonghua Gu" userId="9a7e1853e1951ef5" providerId="LiveId" clId="{CF1FAA12-072C-4ED5-BA76-0FFFAEFDB88A}" dt="2025-09-23T01:06:50.883" v="2199" actId="20577"/>
          <ac:spMkLst>
            <pc:docMk/>
            <pc:sldMk cId="1899289889" sldId="559"/>
            <ac:spMk id="2" creationId="{629A276C-A661-6DC1-DE38-563A3E2C7AF2}"/>
          </ac:spMkLst>
        </pc:spChg>
        <pc:spChg chg="mod">
          <ac:chgData name="Zonghua Gu" userId="9a7e1853e1951ef5" providerId="LiveId" clId="{CF1FAA12-072C-4ED5-BA76-0FFFAEFDB88A}" dt="2025-10-16T22:22:22.164" v="5006" actId="20577"/>
          <ac:spMkLst>
            <pc:docMk/>
            <pc:sldMk cId="1899289889" sldId="559"/>
            <ac:spMk id="4" creationId="{3CAEC62D-8983-5B00-CA77-5B8D7EF4098B}"/>
          </ac:spMkLst>
        </pc:spChg>
      </pc:sldChg>
      <pc:sldChg chg="modSp add mod">
        <pc:chgData name="Zonghua Gu" userId="9a7e1853e1951ef5" providerId="LiveId" clId="{CF1FAA12-072C-4ED5-BA76-0FFFAEFDB88A}" dt="2025-10-17T12:08:46.152" v="5789" actId="14100"/>
        <pc:sldMkLst>
          <pc:docMk/>
          <pc:sldMk cId="1329116476" sldId="560"/>
        </pc:sldMkLst>
        <pc:spChg chg="mod">
          <ac:chgData name="Zonghua Gu" userId="9a7e1853e1951ef5" providerId="LiveId" clId="{CF1FAA12-072C-4ED5-BA76-0FFFAEFDB88A}" dt="2025-09-23T01:06:54.735" v="2203" actId="20577"/>
          <ac:spMkLst>
            <pc:docMk/>
            <pc:sldMk cId="1329116476" sldId="560"/>
            <ac:spMk id="2" creationId="{AF60BD31-36DB-8B14-43C7-875373D2BC3D}"/>
          </ac:spMkLst>
        </pc:spChg>
        <pc:spChg chg="mod">
          <ac:chgData name="Zonghua Gu" userId="9a7e1853e1951ef5" providerId="LiveId" clId="{CF1FAA12-072C-4ED5-BA76-0FFFAEFDB88A}" dt="2025-10-17T12:08:46.152" v="5789" actId="14100"/>
          <ac:spMkLst>
            <pc:docMk/>
            <pc:sldMk cId="1329116476" sldId="560"/>
            <ac:spMk id="4" creationId="{4D005CE6-6347-A24A-DCDF-0579A282CE42}"/>
          </ac:spMkLst>
        </pc:spChg>
      </pc:sldChg>
      <pc:sldChg chg="modSp add mod modNotesTx">
        <pc:chgData name="Zonghua Gu" userId="9a7e1853e1951ef5" providerId="LiveId" clId="{CF1FAA12-072C-4ED5-BA76-0FFFAEFDB88A}" dt="2025-09-23T01:19:15.565" v="2321" actId="5793"/>
        <pc:sldMkLst>
          <pc:docMk/>
          <pc:sldMk cId="3280752258" sldId="561"/>
        </pc:sldMkLst>
        <pc:spChg chg="mod">
          <ac:chgData name="Zonghua Gu" userId="9a7e1853e1951ef5" providerId="LiveId" clId="{CF1FAA12-072C-4ED5-BA76-0FFFAEFDB88A}" dt="2025-09-23T01:11:04.512" v="2274" actId="20577"/>
          <ac:spMkLst>
            <pc:docMk/>
            <pc:sldMk cId="3280752258" sldId="561"/>
            <ac:spMk id="2" creationId="{3C452DBC-650F-2FD6-D799-9D9632A6EF51}"/>
          </ac:spMkLst>
        </pc:spChg>
        <pc:spChg chg="mod">
          <ac:chgData name="Zonghua Gu" userId="9a7e1853e1951ef5" providerId="LiveId" clId="{CF1FAA12-072C-4ED5-BA76-0FFFAEFDB88A}" dt="2025-09-23T01:19:15.565" v="2321" actId="5793"/>
          <ac:spMkLst>
            <pc:docMk/>
            <pc:sldMk cId="3280752258" sldId="561"/>
            <ac:spMk id="4" creationId="{8B96A0C6-9296-BA88-C598-6B260416FC42}"/>
          </ac:spMkLst>
        </pc:spChg>
      </pc:sldChg>
      <pc:sldChg chg="modSp new del mod">
        <pc:chgData name="Zonghua Gu" userId="9a7e1853e1951ef5" providerId="LiveId" clId="{CF1FAA12-072C-4ED5-BA76-0FFFAEFDB88A}" dt="2025-10-17T12:05:36.897" v="5783" actId="2696"/>
        <pc:sldMkLst>
          <pc:docMk/>
          <pc:sldMk cId="2226504781" sldId="562"/>
        </pc:sldMkLst>
      </pc:sldChg>
      <pc:sldChg chg="add">
        <pc:chgData name="Zonghua Gu" userId="9a7e1853e1951ef5" providerId="LiveId" clId="{CF1FAA12-072C-4ED5-BA76-0FFFAEFDB88A}" dt="2025-10-17T12:05:52.117" v="5784"/>
        <pc:sldMkLst>
          <pc:docMk/>
          <pc:sldMk cId="4168816101" sldId="562"/>
        </pc:sldMkLst>
      </pc:sldChg>
      <pc:sldChg chg="modSp add del mod">
        <pc:chgData name="Zonghua Gu" userId="9a7e1853e1951ef5" providerId="LiveId" clId="{CF1FAA12-072C-4ED5-BA76-0FFFAEFDB88A}" dt="2025-10-17T12:05:36.897" v="5783" actId="2696"/>
        <pc:sldMkLst>
          <pc:docMk/>
          <pc:sldMk cId="1151160017" sldId="563"/>
        </pc:sldMkLst>
      </pc:sldChg>
      <pc:sldChg chg="add del">
        <pc:chgData name="Zonghua Gu" userId="9a7e1853e1951ef5" providerId="LiveId" clId="{CF1FAA12-072C-4ED5-BA76-0FFFAEFDB88A}" dt="2025-10-17T12:08:57.755" v="5791" actId="47"/>
        <pc:sldMkLst>
          <pc:docMk/>
          <pc:sldMk cId="3649951717" sldId="563"/>
        </pc:sldMkLst>
      </pc:sldChg>
      <pc:sldChg chg="modSp new mod">
        <pc:chgData name="Zonghua Gu" userId="9a7e1853e1951ef5" providerId="LiveId" clId="{CF1FAA12-072C-4ED5-BA76-0FFFAEFDB88A}" dt="2025-09-24T01:12:03.612" v="2476" actId="20577"/>
        <pc:sldMkLst>
          <pc:docMk/>
          <pc:sldMk cId="791286695" sldId="564"/>
        </pc:sldMkLst>
        <pc:spChg chg="mod">
          <ac:chgData name="Zonghua Gu" userId="9a7e1853e1951ef5" providerId="LiveId" clId="{CF1FAA12-072C-4ED5-BA76-0FFFAEFDB88A}" dt="2025-09-24T01:11:45.788" v="2464" actId="20577"/>
          <ac:spMkLst>
            <pc:docMk/>
            <pc:sldMk cId="791286695" sldId="564"/>
            <ac:spMk id="2" creationId="{2D58574D-6CB2-432B-DAD7-C3017391DD19}"/>
          </ac:spMkLst>
        </pc:spChg>
        <pc:spChg chg="mod">
          <ac:chgData name="Zonghua Gu" userId="9a7e1853e1951ef5" providerId="LiveId" clId="{CF1FAA12-072C-4ED5-BA76-0FFFAEFDB88A}" dt="2025-09-24T01:12:03.612" v="2476" actId="20577"/>
          <ac:spMkLst>
            <pc:docMk/>
            <pc:sldMk cId="791286695" sldId="564"/>
            <ac:spMk id="4" creationId="{563E4A31-F545-9835-7A37-FDD37464641E}"/>
          </ac:spMkLst>
        </pc:spChg>
      </pc:sldChg>
      <pc:sldChg chg="addSp delSp modSp add mod">
        <pc:chgData name="Zonghua Gu" userId="9a7e1853e1951ef5" providerId="LiveId" clId="{CF1FAA12-072C-4ED5-BA76-0FFFAEFDB88A}" dt="2025-09-24T02:05:08.635" v="3087" actId="478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5-09-24T01:11:56.923" v="2475" actId="20577"/>
          <ac:spMkLst>
            <pc:docMk/>
            <pc:sldMk cId="3678485956" sldId="565"/>
            <ac:spMk id="2" creationId="{AA489A8F-E6AE-D7A6-6FBF-16368A2F65FD}"/>
          </ac:spMkLst>
        </pc:spChg>
      </pc:sldChg>
      <pc:sldChg chg="modSp new mod">
        <pc:chgData name="Zonghua Gu" userId="9a7e1853e1951ef5" providerId="LiveId" clId="{CF1FAA12-072C-4ED5-BA76-0FFFAEFDB88A}" dt="2025-09-24T01:21:53.250" v="2491"/>
        <pc:sldMkLst>
          <pc:docMk/>
          <pc:sldMk cId="4213128627" sldId="566"/>
        </pc:sldMkLst>
        <pc:spChg chg="mod">
          <ac:chgData name="Zonghua Gu" userId="9a7e1853e1951ef5" providerId="LiveId" clId="{CF1FAA12-072C-4ED5-BA76-0FFFAEFDB88A}" dt="2025-09-24T01:21:53.250" v="2491"/>
          <ac:spMkLst>
            <pc:docMk/>
            <pc:sldMk cId="4213128627" sldId="566"/>
            <ac:spMk id="2" creationId="{2F38FA36-801E-6E7F-57F4-2BD21817F1E5}"/>
          </ac:spMkLst>
        </pc:spChg>
        <pc:spChg chg="mod">
          <ac:chgData name="Zonghua Gu" userId="9a7e1853e1951ef5" providerId="LiveId" clId="{CF1FAA12-072C-4ED5-BA76-0FFFAEFDB88A}" dt="2025-09-24T01:21:42.746" v="2483" actId="20577"/>
          <ac:spMkLst>
            <pc:docMk/>
            <pc:sldMk cId="4213128627" sldId="566"/>
            <ac:spMk id="4" creationId="{2EC864E1-964B-A3AB-442A-DD3628D6986C}"/>
          </ac:spMkLst>
        </pc:spChg>
      </pc:sldChg>
      <pc:sldChg chg="modSp add mod">
        <pc:chgData name="Zonghua Gu" userId="9a7e1853e1951ef5" providerId="LiveId" clId="{CF1FAA12-072C-4ED5-BA76-0FFFAEFDB88A}" dt="2025-09-24T01:22:24.584" v="2507" actId="15"/>
        <pc:sldMkLst>
          <pc:docMk/>
          <pc:sldMk cId="4150398855" sldId="567"/>
        </pc:sldMkLst>
        <pc:spChg chg="mod">
          <ac:chgData name="Zonghua Gu" userId="9a7e1853e1951ef5" providerId="LiveId" clId="{CF1FAA12-072C-4ED5-BA76-0FFFAEFDB88A}" dt="2025-09-24T01:22:01.929" v="2496" actId="20577"/>
          <ac:spMkLst>
            <pc:docMk/>
            <pc:sldMk cId="4150398855" sldId="567"/>
            <ac:spMk id="2" creationId="{90E3EADC-BA4A-4303-25AD-FB3AC0C918E5}"/>
          </ac:spMkLst>
        </pc:spChg>
        <pc:spChg chg="mod">
          <ac:chgData name="Zonghua Gu" userId="9a7e1853e1951ef5" providerId="LiveId" clId="{CF1FAA12-072C-4ED5-BA76-0FFFAEFDB88A}" dt="2025-09-24T01:22:24.584" v="2507" actId="15"/>
          <ac:spMkLst>
            <pc:docMk/>
            <pc:sldMk cId="4150398855" sldId="567"/>
            <ac:spMk id="4" creationId="{BA646EEC-0834-DAC4-3147-4F3D501AA71A}"/>
          </ac:spMkLst>
        </pc:spChg>
      </pc:sldChg>
      <pc:sldChg chg="modSp new mod">
        <pc:chgData name="Zonghua Gu" userId="9a7e1853e1951ef5" providerId="LiveId" clId="{CF1FAA12-072C-4ED5-BA76-0FFFAEFDB88A}" dt="2025-09-24T02:24:00.725" v="3262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1:29:26.912" v="2542" actId="20577"/>
          <ac:spMkLst>
            <pc:docMk/>
            <pc:sldMk cId="570184693" sldId="568"/>
            <ac:spMk id="2" creationId="{0C2E5212-EBBF-507A-8939-5B24EAC68025}"/>
          </ac:spMkLst>
        </pc:spChg>
        <pc:spChg chg="mod">
          <ac:chgData name="Zonghua Gu" userId="9a7e1853e1951ef5" providerId="LiveId" clId="{CF1FAA12-072C-4ED5-BA76-0FFFAEFDB88A}" dt="2025-09-24T02:24:00.725" v="3262"/>
          <ac:spMkLst>
            <pc:docMk/>
            <pc:sldMk cId="570184693" sldId="568"/>
            <ac:spMk id="4" creationId="{90B6A678-F78A-5E7F-A0E9-3A3B773CE733}"/>
          </ac:spMkLst>
        </pc:spChg>
      </pc:sldChg>
      <pc:sldChg chg="modSp add del mod">
        <pc:chgData name="Zonghua Gu" userId="9a7e1853e1951ef5" providerId="LiveId" clId="{CF1FAA12-072C-4ED5-BA76-0FFFAEFDB88A}" dt="2025-09-24T02:24:17.929" v="3263" actId="47"/>
        <pc:sldMkLst>
          <pc:docMk/>
          <pc:sldMk cId="979784967" sldId="569"/>
        </pc:sldMkLst>
      </pc:sldChg>
      <pc:sldChg chg="modSp add mod">
        <pc:chgData name="Zonghua Gu" userId="9a7e1853e1951ef5" providerId="LiveId" clId="{CF1FAA12-072C-4ED5-BA76-0FFFAEFDB88A}" dt="2025-09-24T01:42:22.327" v="2758" actId="20577"/>
        <pc:sldMkLst>
          <pc:docMk/>
          <pc:sldMk cId="210341446" sldId="570"/>
        </pc:sldMkLst>
        <pc:spChg chg="mod">
          <ac:chgData name="Zonghua Gu" userId="9a7e1853e1951ef5" providerId="LiveId" clId="{CF1FAA12-072C-4ED5-BA76-0FFFAEFDB88A}" dt="2025-09-24T01:42:22.327" v="2758" actId="20577"/>
          <ac:spMkLst>
            <pc:docMk/>
            <pc:sldMk cId="210341446" sldId="570"/>
            <ac:spMk id="4" creationId="{E7CAC4D7-2D14-2E25-93CD-623479AB15DB}"/>
          </ac:spMkLst>
        </pc:spChg>
      </pc:sldChg>
      <pc:sldChg chg="modSp new mod">
        <pc:chgData name="Zonghua Gu" userId="9a7e1853e1951ef5" providerId="LiveId" clId="{CF1FAA12-072C-4ED5-BA76-0FFFAEFDB88A}" dt="2025-09-24T01:52:50.149" v="2889"/>
        <pc:sldMkLst>
          <pc:docMk/>
          <pc:sldMk cId="498654524" sldId="571"/>
        </pc:sldMkLst>
        <pc:spChg chg="mod">
          <ac:chgData name="Zonghua Gu" userId="9a7e1853e1951ef5" providerId="LiveId" clId="{CF1FAA12-072C-4ED5-BA76-0FFFAEFDB88A}" dt="2025-09-24T01:46:24.602" v="2794" actId="20577"/>
          <ac:spMkLst>
            <pc:docMk/>
            <pc:sldMk cId="498654524" sldId="571"/>
            <ac:spMk id="2" creationId="{0130680A-E82D-BBE9-C61F-EB0A6FEBF49E}"/>
          </ac:spMkLst>
        </pc:spChg>
        <pc:spChg chg="mod">
          <ac:chgData name="Zonghua Gu" userId="9a7e1853e1951ef5" providerId="LiveId" clId="{CF1FAA12-072C-4ED5-BA76-0FFFAEFDB88A}" dt="2025-09-24T01:52:50.149" v="2889"/>
          <ac:spMkLst>
            <pc:docMk/>
            <pc:sldMk cId="498654524" sldId="571"/>
            <ac:spMk id="4" creationId="{00C41A2D-28FB-F7BC-6CAD-42CE944332B1}"/>
          </ac:spMkLst>
        </pc:spChg>
      </pc:sldChg>
      <pc:sldChg chg="modSp add mod">
        <pc:chgData name="Zonghua Gu" userId="9a7e1853e1951ef5" providerId="LiveId" clId="{CF1FAA12-072C-4ED5-BA76-0FFFAEFDB88A}" dt="2025-09-24T01:52:46.060" v="2888" actId="20577"/>
        <pc:sldMkLst>
          <pc:docMk/>
          <pc:sldMk cId="1649707196" sldId="572"/>
        </pc:sldMkLst>
        <pc:spChg chg="mod">
          <ac:chgData name="Zonghua Gu" userId="9a7e1853e1951ef5" providerId="LiveId" clId="{CF1FAA12-072C-4ED5-BA76-0FFFAEFDB88A}" dt="2025-09-24T01:52:46.060" v="2888" actId="20577"/>
          <ac:spMkLst>
            <pc:docMk/>
            <pc:sldMk cId="1649707196" sldId="572"/>
            <ac:spMk id="4" creationId="{0869879D-131C-C42E-D9BE-DA4B7A44B6F3}"/>
          </ac:spMkLst>
        </pc:spChg>
      </pc:sldChg>
      <pc:sldChg chg="addSp modSp add mod">
        <pc:chgData name="Zonghua Gu" userId="9a7e1853e1951ef5" providerId="LiveId" clId="{CF1FAA12-072C-4ED5-BA76-0FFFAEFDB88A}" dt="2025-09-24T02:08:01.894" v="3171" actId="6549"/>
        <pc:sldMkLst>
          <pc:docMk/>
          <pc:sldMk cId="4233569648" sldId="573"/>
        </pc:sldMkLst>
        <pc:spChg chg="mod">
          <ac:chgData name="Zonghua Gu" userId="9a7e1853e1951ef5" providerId="LiveId" clId="{CF1FAA12-072C-4ED5-BA76-0FFFAEFDB88A}" dt="2025-09-24T01:46:57.358" v="2802" actId="20577"/>
          <ac:spMkLst>
            <pc:docMk/>
            <pc:sldMk cId="4233569648" sldId="573"/>
            <ac:spMk id="2" creationId="{8BE76027-E858-BDF6-8FD3-20349087B8B3}"/>
          </ac:spMkLst>
        </pc:spChg>
        <pc:spChg chg="mod">
          <ac:chgData name="Zonghua Gu" userId="9a7e1853e1951ef5" providerId="LiveId" clId="{CF1FAA12-072C-4ED5-BA76-0FFFAEFDB88A}" dt="2025-09-24T02:08:01.894" v="3171" actId="6549"/>
          <ac:spMkLst>
            <pc:docMk/>
            <pc:sldMk cId="4233569648" sldId="573"/>
            <ac:spMk id="4" creationId="{9E78F09B-0D79-10B8-9B5A-BD5E2ECFCCE5}"/>
          </ac:spMkLst>
        </pc:spChg>
        <pc:spChg chg="add mod">
          <ac:chgData name="Zonghua Gu" userId="9a7e1853e1951ef5" providerId="LiveId" clId="{CF1FAA12-072C-4ED5-BA76-0FFFAEFDB88A}" dt="2025-09-24T02:03:03.374" v="3057" actId="1076"/>
          <ac:spMkLst>
            <pc:docMk/>
            <pc:sldMk cId="4233569648" sldId="573"/>
            <ac:spMk id="5" creationId="{7D9C9950-623A-C446-86E3-ABAF4DE8E5CB}"/>
          </ac:spMkLst>
        </pc:spChg>
      </pc:sldChg>
      <pc:sldChg chg="delSp modSp add mod">
        <pc:chgData name="Zonghua Gu" userId="9a7e1853e1951ef5" providerId="LiveId" clId="{CF1FAA12-072C-4ED5-BA76-0FFFAEFDB88A}" dt="2025-09-24T02:08:34.479" v="3172" actId="21"/>
        <pc:sldMkLst>
          <pc:docMk/>
          <pc:sldMk cId="2952282065" sldId="574"/>
        </pc:sldMkLst>
        <pc:spChg chg="mod">
          <ac:chgData name="Zonghua Gu" userId="9a7e1853e1951ef5" providerId="LiveId" clId="{CF1FAA12-072C-4ED5-BA76-0FFFAEFDB88A}" dt="2025-09-24T02:04:08.782" v="3079" actId="20577"/>
          <ac:spMkLst>
            <pc:docMk/>
            <pc:sldMk cId="2952282065" sldId="574"/>
            <ac:spMk id="2" creationId="{DBC93014-01D8-9E5D-845A-870F048F2095}"/>
          </ac:spMkLst>
        </pc:spChg>
        <pc:spChg chg="mod">
          <ac:chgData name="Zonghua Gu" userId="9a7e1853e1951ef5" providerId="LiveId" clId="{CF1FAA12-072C-4ED5-BA76-0FFFAEFDB88A}" dt="2025-09-24T02:08:34.479" v="3172" actId="21"/>
          <ac:spMkLst>
            <pc:docMk/>
            <pc:sldMk cId="2952282065" sldId="574"/>
            <ac:spMk id="4" creationId="{F7E59F7F-A91F-C3AC-6F2E-7E041BC2CCCA}"/>
          </ac:spMkLst>
        </pc:spChg>
      </pc:sldChg>
      <pc:sldChg chg="modSp new mod">
        <pc:chgData name="Zonghua Gu" userId="9a7e1853e1951ef5" providerId="LiveId" clId="{CF1FAA12-072C-4ED5-BA76-0FFFAEFDB88A}" dt="2025-09-24T02:14:35.538" v="3219" actId="20577"/>
        <pc:sldMkLst>
          <pc:docMk/>
          <pc:sldMk cId="736856981" sldId="575"/>
        </pc:sldMkLst>
        <pc:spChg chg="mod">
          <ac:chgData name="Zonghua Gu" userId="9a7e1853e1951ef5" providerId="LiveId" clId="{CF1FAA12-072C-4ED5-BA76-0FFFAEFDB88A}" dt="2025-09-24T02:06:09.223" v="3102" actId="20577"/>
          <ac:spMkLst>
            <pc:docMk/>
            <pc:sldMk cId="736856981" sldId="575"/>
            <ac:spMk id="2" creationId="{C52BA9A8-82E2-4F95-D8FB-0D4CE48628B3}"/>
          </ac:spMkLst>
        </pc:spChg>
        <pc:spChg chg="mod">
          <ac:chgData name="Zonghua Gu" userId="9a7e1853e1951ef5" providerId="LiveId" clId="{CF1FAA12-072C-4ED5-BA76-0FFFAEFDB88A}" dt="2025-09-24T02:14:35.538" v="3219" actId="20577"/>
          <ac:spMkLst>
            <pc:docMk/>
            <pc:sldMk cId="736856981" sldId="575"/>
            <ac:spMk id="4" creationId="{51D630C7-7636-313D-8356-C87C2A00863C}"/>
          </ac:spMkLst>
        </pc:spChg>
      </pc:sldChg>
      <pc:sldChg chg="modSp add mod">
        <pc:chgData name="Zonghua Gu" userId="9a7e1853e1951ef5" providerId="LiveId" clId="{CF1FAA12-072C-4ED5-BA76-0FFFAEFDB88A}" dt="2025-09-24T02:09:45.627" v="3193" actId="20577"/>
        <pc:sldMkLst>
          <pc:docMk/>
          <pc:sldMk cId="1974797326" sldId="576"/>
        </pc:sldMkLst>
        <pc:spChg chg="mod">
          <ac:chgData name="Zonghua Gu" userId="9a7e1853e1951ef5" providerId="LiveId" clId="{CF1FAA12-072C-4ED5-BA76-0FFFAEFDB88A}" dt="2025-09-24T02:09:29.485" v="3182" actId="20577"/>
          <ac:spMkLst>
            <pc:docMk/>
            <pc:sldMk cId="1974797326" sldId="576"/>
            <ac:spMk id="2" creationId="{2791E9D1-8834-4A04-E3FB-A8A892930257}"/>
          </ac:spMkLst>
        </pc:spChg>
        <pc:spChg chg="mod">
          <ac:chgData name="Zonghua Gu" userId="9a7e1853e1951ef5" providerId="LiveId" clId="{CF1FAA12-072C-4ED5-BA76-0FFFAEFDB88A}" dt="2025-09-24T02:09:45.627" v="3193" actId="20577"/>
          <ac:spMkLst>
            <pc:docMk/>
            <pc:sldMk cId="1974797326" sldId="576"/>
            <ac:spMk id="4" creationId="{050617DE-1F04-17A2-9FAA-2F9FDE23E530}"/>
          </ac:spMkLst>
        </pc:spChg>
      </pc:sldChg>
      <pc:sldChg chg="modSp new mod">
        <pc:chgData name="Zonghua Gu" userId="9a7e1853e1951ef5" providerId="LiveId" clId="{CF1FAA12-072C-4ED5-BA76-0FFFAEFDB88A}" dt="2025-10-16T22:15:34.056" v="4992" actId="20577"/>
        <pc:sldMkLst>
          <pc:docMk/>
          <pc:sldMk cId="183442351" sldId="577"/>
        </pc:sldMkLst>
        <pc:spChg chg="mod">
          <ac:chgData name="Zonghua Gu" userId="9a7e1853e1951ef5" providerId="LiveId" clId="{CF1FAA12-072C-4ED5-BA76-0FFFAEFDB88A}" dt="2025-09-24T02:15:41.793" v="3227" actId="20577"/>
          <ac:spMkLst>
            <pc:docMk/>
            <pc:sldMk cId="183442351" sldId="577"/>
            <ac:spMk id="2" creationId="{D8D72A67-D3E0-8D9E-1017-79B664244872}"/>
          </ac:spMkLst>
        </pc:spChg>
        <pc:spChg chg="mod">
          <ac:chgData name="Zonghua Gu" userId="9a7e1853e1951ef5" providerId="LiveId" clId="{CF1FAA12-072C-4ED5-BA76-0FFFAEFDB88A}" dt="2025-10-16T22:15:34.056" v="4992" actId="20577"/>
          <ac:spMkLst>
            <pc:docMk/>
            <pc:sldMk cId="183442351" sldId="577"/>
            <ac:spMk id="4" creationId="{1E92B818-9E8A-D4F7-35C5-0DE946EE802E}"/>
          </ac:spMkLst>
        </pc:spChg>
      </pc:sldChg>
      <pc:sldChg chg="modSp add mod">
        <pc:chgData name="Zonghua Gu" userId="9a7e1853e1951ef5" providerId="LiveId" clId="{CF1FAA12-072C-4ED5-BA76-0FFFAEFDB88A}" dt="2025-09-24T02:16:24.045" v="3255" actId="20577"/>
        <pc:sldMkLst>
          <pc:docMk/>
          <pc:sldMk cId="299759429" sldId="578"/>
        </pc:sldMkLst>
        <pc:spChg chg="mod">
          <ac:chgData name="Zonghua Gu" userId="9a7e1853e1951ef5" providerId="LiveId" clId="{CF1FAA12-072C-4ED5-BA76-0FFFAEFDB88A}" dt="2025-09-24T02:16:19.074" v="3252" actId="20577"/>
          <ac:spMkLst>
            <pc:docMk/>
            <pc:sldMk cId="299759429" sldId="578"/>
            <ac:spMk id="2" creationId="{A7E5474F-F6FD-D4BC-236C-33597AE2951C}"/>
          </ac:spMkLst>
        </pc:spChg>
        <pc:spChg chg="mod">
          <ac:chgData name="Zonghua Gu" userId="9a7e1853e1951ef5" providerId="LiveId" clId="{CF1FAA12-072C-4ED5-BA76-0FFFAEFDB88A}" dt="2025-09-24T02:16:24.045" v="3255" actId="20577"/>
          <ac:spMkLst>
            <pc:docMk/>
            <pc:sldMk cId="299759429" sldId="578"/>
            <ac:spMk id="4" creationId="{F81B9F09-071E-CC84-8518-D0A895AF2677}"/>
          </ac:spMkLst>
        </pc:spChg>
      </pc:sldChg>
      <pc:sldChg chg="modSp new mod">
        <pc:chgData name="Zonghua Gu" userId="9a7e1853e1951ef5" providerId="LiveId" clId="{CF1FAA12-072C-4ED5-BA76-0FFFAEFDB88A}" dt="2025-09-25T01:44:27.267" v="3518" actId="20577"/>
        <pc:sldMkLst>
          <pc:docMk/>
          <pc:sldMk cId="714092882" sldId="579"/>
        </pc:sldMkLst>
        <pc:spChg chg="mod">
          <ac:chgData name="Zonghua Gu" userId="9a7e1853e1951ef5" providerId="LiveId" clId="{CF1FAA12-072C-4ED5-BA76-0FFFAEFDB88A}" dt="2025-09-25T01:24:21.032" v="3296" actId="20577"/>
          <ac:spMkLst>
            <pc:docMk/>
            <pc:sldMk cId="714092882" sldId="579"/>
            <ac:spMk id="2" creationId="{8F9008DE-522A-498D-6E3F-C54CB6A4D536}"/>
          </ac:spMkLst>
        </pc:spChg>
        <pc:spChg chg="mod">
          <ac:chgData name="Zonghua Gu" userId="9a7e1853e1951ef5" providerId="LiveId" clId="{CF1FAA12-072C-4ED5-BA76-0FFFAEFDB88A}" dt="2025-09-25T01:44:27.267" v="3518" actId="20577"/>
          <ac:spMkLst>
            <pc:docMk/>
            <pc:sldMk cId="714092882" sldId="579"/>
            <ac:spMk id="4" creationId="{4E668C4B-C7E5-9534-B165-9B7E9107CB94}"/>
          </ac:spMkLst>
        </pc:spChg>
      </pc:sldChg>
      <pc:sldChg chg="addSp delSp modSp new mod">
        <pc:chgData name="Zonghua Gu" userId="9a7e1853e1951ef5" providerId="LiveId" clId="{CF1FAA12-072C-4ED5-BA76-0FFFAEFDB88A}" dt="2025-09-25T01:46:20.890" v="3589" actId="20577"/>
        <pc:sldMkLst>
          <pc:docMk/>
          <pc:sldMk cId="2592113441" sldId="580"/>
        </pc:sldMkLst>
        <pc:spChg chg="mod">
          <ac:chgData name="Zonghua Gu" userId="9a7e1853e1951ef5" providerId="LiveId" clId="{CF1FAA12-072C-4ED5-BA76-0FFFAEFDB88A}" dt="2025-09-25T01:30:48.786" v="3378" actId="1076"/>
          <ac:spMkLst>
            <pc:docMk/>
            <pc:sldMk cId="2592113441" sldId="580"/>
            <ac:spMk id="3" creationId="{6E3554BE-2738-205C-F3A8-BC35BC861743}"/>
          </ac:spMkLst>
        </pc:spChg>
        <pc:spChg chg="add mod">
          <ac:chgData name="Zonghua Gu" userId="9a7e1853e1951ef5" providerId="LiveId" clId="{CF1FAA12-072C-4ED5-BA76-0FFFAEFDB88A}" dt="2025-09-25T01:46:01.007" v="3584"/>
          <ac:spMkLst>
            <pc:docMk/>
            <pc:sldMk cId="2592113441" sldId="580"/>
            <ac:spMk id="13" creationId="{99AD0913-B118-F87E-249C-6E68B0892D1C}"/>
          </ac:spMkLst>
        </pc:spChg>
        <pc:graphicFrameChg chg="add mod modGraphic">
          <ac:chgData name="Zonghua Gu" userId="9a7e1853e1951ef5" providerId="LiveId" clId="{CF1FAA12-072C-4ED5-BA76-0FFFAEFDB88A}" dt="2025-09-25T01:46:17.337" v="3588" actId="20577"/>
          <ac:graphicFrameMkLst>
            <pc:docMk/>
            <pc:sldMk cId="2592113441" sldId="580"/>
            <ac:graphicFrameMk id="6" creationId="{9AFCFA25-F4A6-2026-7853-D78B19A985A7}"/>
          </ac:graphicFrameMkLst>
        </pc:graphicFrameChg>
        <pc:graphicFrameChg chg="add mod modGraphic">
          <ac:chgData name="Zonghua Gu" userId="9a7e1853e1951ef5" providerId="LiveId" clId="{CF1FAA12-072C-4ED5-BA76-0FFFAEFDB88A}" dt="2025-09-25T01:46:11.706" v="3587" actId="20577"/>
          <ac:graphicFrameMkLst>
            <pc:docMk/>
            <pc:sldMk cId="2592113441" sldId="580"/>
            <ac:graphicFrameMk id="7" creationId="{BEE53F05-AEE5-4C73-59D1-FB738C8FC371}"/>
          </ac:graphicFrameMkLst>
        </pc:graphicFrameChg>
        <pc:graphicFrameChg chg="add mod modGraphic">
          <ac:chgData name="Zonghua Gu" userId="9a7e1853e1951ef5" providerId="LiveId" clId="{CF1FAA12-072C-4ED5-BA76-0FFFAEFDB88A}" dt="2025-09-25T01:46:20.890" v="3589" actId="20577"/>
          <ac:graphicFrameMkLst>
            <pc:docMk/>
            <pc:sldMk cId="2592113441" sldId="580"/>
            <ac:graphicFrameMk id="8" creationId="{90108726-902A-C6CC-1647-A81D62B6124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01:46:33.923" v="3590" actId="47"/>
        <pc:sldMkLst>
          <pc:docMk/>
          <pc:sldMk cId="4257322909" sldId="581"/>
        </pc:sldMkLst>
      </pc:sldChg>
      <pc:sldChg chg="addSp delSp modSp add mod ord">
        <pc:chgData name="Zonghua Gu" userId="9a7e1853e1951ef5" providerId="LiveId" clId="{CF1FAA12-072C-4ED5-BA76-0FFFAEFDB88A}" dt="2025-09-25T01:45:52.206" v="3581"/>
        <pc:sldMkLst>
          <pc:docMk/>
          <pc:sldMk cId="1535224969" sldId="582"/>
        </pc:sldMkLst>
        <pc:spChg chg="add mod">
          <ac:chgData name="Zonghua Gu" userId="9a7e1853e1951ef5" providerId="LiveId" clId="{CF1FAA12-072C-4ED5-BA76-0FFFAEFDB88A}" dt="2025-09-25T01:45:38.633" v="3574" actId="1076"/>
          <ac:spMkLst>
            <pc:docMk/>
            <pc:sldMk cId="1535224969" sldId="582"/>
            <ac:spMk id="4" creationId="{8C172DA9-F89E-86B9-22FF-347E4B139A9D}"/>
          </ac:spMkLst>
        </pc:spChg>
        <pc:spChg chg="add mod">
          <ac:chgData name="Zonghua Gu" userId="9a7e1853e1951ef5" providerId="LiveId" clId="{CF1FAA12-072C-4ED5-BA76-0FFFAEFDB88A}" dt="2025-09-25T01:45:49.543" v="3579"/>
          <ac:spMkLst>
            <pc:docMk/>
            <pc:sldMk cId="1535224969" sldId="582"/>
            <ac:spMk id="11" creationId="{BE83309C-FA8B-6F99-8A51-4E5D49379006}"/>
          </ac:spMkLst>
        </pc:spChg>
        <pc:graphicFrameChg chg="mod modGraphic">
          <ac:chgData name="Zonghua Gu" userId="9a7e1853e1951ef5" providerId="LiveId" clId="{CF1FAA12-072C-4ED5-BA76-0FFFAEFDB88A}" dt="2025-09-25T01:44:24.186" v="3516" actId="20577"/>
          <ac:graphicFrameMkLst>
            <pc:docMk/>
            <pc:sldMk cId="1535224969" sldId="582"/>
            <ac:graphicFrameMk id="7" creationId="{473EDD55-4B34-E9B0-90CE-5D12E387F5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5T00:22:35.321" v="4949" actId="1076"/>
        <pc:sldMkLst>
          <pc:docMk/>
          <pc:sldMk cId="2830003090" sldId="583"/>
        </pc:sldMkLst>
        <pc:spChg chg="mod">
          <ac:chgData name="Zonghua Gu" userId="9a7e1853e1951ef5" providerId="LiveId" clId="{CF1FAA12-072C-4ED5-BA76-0FFFAEFDB88A}" dt="2025-10-07T21:12:54.151" v="3908" actId="20577"/>
          <ac:spMkLst>
            <pc:docMk/>
            <pc:sldMk cId="2830003090" sldId="583"/>
            <ac:spMk id="2" creationId="{1E173C70-86D1-2699-001E-17FB9C6BE226}"/>
          </ac:spMkLst>
        </pc:spChg>
        <pc:spChg chg="add mod">
          <ac:chgData name="Zonghua Gu" userId="9a7e1853e1951ef5" providerId="LiveId" clId="{CF1FAA12-072C-4ED5-BA76-0FFFAEFDB88A}" dt="2025-10-15T00:20:26.474" v="4943" actId="20577"/>
          <ac:spMkLst>
            <pc:docMk/>
            <pc:sldMk cId="2830003090" sldId="583"/>
            <ac:spMk id="7" creationId="{0D49BC51-81B0-0099-8662-2532F481FECD}"/>
          </ac:spMkLst>
        </pc:spChg>
        <pc:graphicFrameChg chg="add mod modGraphic">
          <ac:chgData name="Zonghua Gu" userId="9a7e1853e1951ef5" providerId="LiveId" clId="{CF1FAA12-072C-4ED5-BA76-0FFFAEFDB88A}" dt="2025-10-15T00:22:35.321" v="4949" actId="1076"/>
          <ac:graphicFrameMkLst>
            <pc:docMk/>
            <pc:sldMk cId="2830003090" sldId="583"/>
            <ac:graphicFrameMk id="6" creationId="{9B855329-644D-B313-F6DA-A77E9B02AAE4}"/>
          </ac:graphicFrameMkLst>
        </pc:graphicFrameChg>
      </pc:sldChg>
      <pc:sldChg chg="modSp new del mod">
        <pc:chgData name="Zonghua Gu" userId="9a7e1853e1951ef5" providerId="LiveId" clId="{CF1FAA12-072C-4ED5-BA76-0FFFAEFDB88A}" dt="2025-10-07T21:15:42.525" v="3910" actId="47"/>
        <pc:sldMkLst>
          <pc:docMk/>
          <pc:sldMk cId="10749404" sldId="584"/>
        </pc:sldMkLst>
      </pc:sldChg>
      <pc:sldChg chg="addSp delSp modSp new mod">
        <pc:chgData name="Zonghua Gu" userId="9a7e1853e1951ef5" providerId="LiveId" clId="{CF1FAA12-072C-4ED5-BA76-0FFFAEFDB88A}" dt="2025-10-15T00:15:20.072" v="4862" actId="571"/>
        <pc:sldMkLst>
          <pc:docMk/>
          <pc:sldMk cId="753812427" sldId="585"/>
        </pc:sldMkLst>
        <pc:spChg chg="mod">
          <ac:chgData name="Zonghua Gu" userId="9a7e1853e1951ef5" providerId="LiveId" clId="{CF1FAA12-072C-4ED5-BA76-0FFFAEFDB88A}" dt="2025-10-07T21:15:51.119" v="3911"/>
          <ac:spMkLst>
            <pc:docMk/>
            <pc:sldMk cId="753812427" sldId="585"/>
            <ac:spMk id="2" creationId="{B2F387BE-21EF-D8F5-98CC-8E638AA4C3CB}"/>
          </ac:spMkLst>
        </pc:spChg>
        <pc:spChg chg="add mod">
          <ac:chgData name="Zonghua Gu" userId="9a7e1853e1951ef5" providerId="LiveId" clId="{CF1FAA12-072C-4ED5-BA76-0FFFAEFDB88A}" dt="2025-10-07T20:20:15.077" v="3750" actId="1076"/>
          <ac:spMkLst>
            <pc:docMk/>
            <pc:sldMk cId="753812427" sldId="585"/>
            <ac:spMk id="7" creationId="{3DC6837D-2422-BFB8-F87C-7FA5B761C9E2}"/>
          </ac:spMkLst>
        </pc:spChg>
        <pc:spChg chg="add mod">
          <ac:chgData name="Zonghua Gu" userId="9a7e1853e1951ef5" providerId="LiveId" clId="{CF1FAA12-072C-4ED5-BA76-0FFFAEFDB88A}" dt="2025-10-15T00:15:02.630" v="4857" actId="1076"/>
          <ac:spMkLst>
            <pc:docMk/>
            <pc:sldMk cId="753812427" sldId="585"/>
            <ac:spMk id="8" creationId="{BCCAC2F7-7B48-A7B1-D707-D63B0BCE4A2D}"/>
          </ac:spMkLst>
        </pc:spChg>
        <pc:spChg chg="add mod">
          <ac:chgData name="Zonghua Gu" userId="9a7e1853e1951ef5" providerId="LiveId" clId="{CF1FAA12-072C-4ED5-BA76-0FFFAEFDB88A}" dt="2025-10-15T00:15:11.266" v="4860" actId="1076"/>
          <ac:spMkLst>
            <pc:docMk/>
            <pc:sldMk cId="753812427" sldId="585"/>
            <ac:spMk id="9" creationId="{E691C844-4BC0-0B20-B37E-D78145261753}"/>
          </ac:spMkLst>
        </pc:spChg>
        <pc:spChg chg="add mod">
          <ac:chgData name="Zonghua Gu" userId="9a7e1853e1951ef5" providerId="LiveId" clId="{CF1FAA12-072C-4ED5-BA76-0FFFAEFDB88A}" dt="2025-10-15T00:15:16.403" v="4861" actId="571"/>
          <ac:spMkLst>
            <pc:docMk/>
            <pc:sldMk cId="753812427" sldId="585"/>
            <ac:spMk id="10" creationId="{EDCEFAB5-9995-5D1A-7108-FE6877E0AFFF}"/>
          </ac:spMkLst>
        </pc:spChg>
        <pc:spChg chg="add mod">
          <ac:chgData name="Zonghua Gu" userId="9a7e1853e1951ef5" providerId="LiveId" clId="{CF1FAA12-072C-4ED5-BA76-0FFFAEFDB88A}" dt="2025-10-15T00:15:20.072" v="4862" actId="571"/>
          <ac:spMkLst>
            <pc:docMk/>
            <pc:sldMk cId="753812427" sldId="585"/>
            <ac:spMk id="11" creationId="{91BA33C9-48DD-5A86-81ED-82377FB93AD6}"/>
          </ac:spMkLst>
        </pc:spChg>
        <pc:spChg chg="add mod">
          <ac:chgData name="Zonghua Gu" userId="9a7e1853e1951ef5" providerId="LiveId" clId="{CF1FAA12-072C-4ED5-BA76-0FFFAEFDB88A}" dt="2025-10-07T20:21:16.408" v="3757" actId="20577"/>
          <ac:spMkLst>
            <pc:docMk/>
            <pc:sldMk cId="753812427" sldId="585"/>
            <ac:spMk id="15" creationId="{6C131644-8E94-FA19-4A25-27C373117556}"/>
          </ac:spMkLst>
        </pc:spChg>
        <pc:spChg chg="add mod">
          <ac:chgData name="Zonghua Gu" userId="9a7e1853e1951ef5" providerId="LiveId" clId="{CF1FAA12-072C-4ED5-BA76-0FFFAEFDB88A}" dt="2025-10-07T20:49:33.419" v="3769" actId="20577"/>
          <ac:spMkLst>
            <pc:docMk/>
            <pc:sldMk cId="753812427" sldId="585"/>
            <ac:spMk id="18" creationId="{A7D0E2EB-4643-8298-6FFB-F644054699CA}"/>
          </ac:spMkLst>
        </pc:spChg>
        <pc:spChg chg="add mod">
          <ac:chgData name="Zonghua Gu" userId="9a7e1853e1951ef5" providerId="LiveId" clId="{CF1FAA12-072C-4ED5-BA76-0FFFAEFDB88A}" dt="2025-10-07T20:50:36.213" v="3774" actId="20577"/>
          <ac:spMkLst>
            <pc:docMk/>
            <pc:sldMk cId="753812427" sldId="585"/>
            <ac:spMk id="21" creationId="{3F78BDCB-4750-D7AD-9448-AC89996468A5}"/>
          </ac:spMkLst>
        </pc:spChg>
        <pc:graphicFrameChg chg="add mod modGraphic">
          <ac:chgData name="Zonghua Gu" userId="9a7e1853e1951ef5" providerId="LiveId" clId="{CF1FAA12-072C-4ED5-BA76-0FFFAEFDB88A}" dt="2025-10-07T20:20:15.077" v="3750" actId="1076"/>
          <ac:graphicFrameMkLst>
            <pc:docMk/>
            <pc:sldMk cId="753812427" sldId="585"/>
            <ac:graphicFrameMk id="5" creationId="{1F15F41E-EB7A-6ECD-3CFB-38D27911E9F1}"/>
          </ac:graphicFrameMkLst>
        </pc:graphicFrameChg>
        <pc:graphicFrameChg chg="add mod modGraphic">
          <ac:chgData name="Zonghua Gu" userId="9a7e1853e1951ef5" providerId="LiveId" clId="{CF1FAA12-072C-4ED5-BA76-0FFFAEFDB88A}" dt="2025-10-07T20:21:10.121" v="3756" actId="20577"/>
          <ac:graphicFrameMkLst>
            <pc:docMk/>
            <pc:sldMk cId="753812427" sldId="585"/>
            <ac:graphicFrameMk id="13" creationId="{BF5E2B1E-1943-38C7-5905-F4C88EAC39E0}"/>
          </ac:graphicFrameMkLst>
        </pc:graphicFrameChg>
        <pc:graphicFrameChg chg="add mod modGraphic">
          <ac:chgData name="Zonghua Gu" userId="9a7e1853e1951ef5" providerId="LiveId" clId="{CF1FAA12-072C-4ED5-BA76-0FFFAEFDB88A}" dt="2025-10-07T20:49:31.386" v="3768" actId="20577"/>
          <ac:graphicFrameMkLst>
            <pc:docMk/>
            <pc:sldMk cId="753812427" sldId="585"/>
            <ac:graphicFrameMk id="16" creationId="{967EEEEF-DB31-16C1-E51E-AA11ED143EE0}"/>
          </ac:graphicFrameMkLst>
        </pc:graphicFrameChg>
        <pc:graphicFrameChg chg="add mod modGraphic">
          <ac:chgData name="Zonghua Gu" userId="9a7e1853e1951ef5" providerId="LiveId" clId="{CF1FAA12-072C-4ED5-BA76-0FFFAEFDB88A}" dt="2025-10-15T00:13:41.253" v="4839" actId="20577"/>
          <ac:graphicFrameMkLst>
            <pc:docMk/>
            <pc:sldMk cId="753812427" sldId="585"/>
            <ac:graphicFrameMk id="19" creationId="{6FCB6396-85EE-B89A-4A0B-9D70E0C24EB3}"/>
          </ac:graphicFrameMkLst>
        </pc:graphicFrameChg>
        <pc:cxnChg chg="add mod">
          <ac:chgData name="Zonghua Gu" userId="9a7e1853e1951ef5" providerId="LiveId" clId="{CF1FAA12-072C-4ED5-BA76-0FFFAEFDB88A}" dt="2025-10-07T20:20:15.077" v="3750" actId="1076"/>
          <ac:cxnSpMkLst>
            <pc:docMk/>
            <pc:sldMk cId="753812427" sldId="585"/>
            <ac:cxnSpMk id="6" creationId="{064E99EB-A80A-64E3-3DC8-0F9341ACD6FF}"/>
          </ac:cxnSpMkLst>
        </pc:cxnChg>
        <pc:cxnChg chg="add mod">
          <ac:chgData name="Zonghua Gu" userId="9a7e1853e1951ef5" providerId="LiveId" clId="{CF1FAA12-072C-4ED5-BA76-0FFFAEFDB88A}" dt="2025-10-07T20:20:09.514" v="3749" actId="571"/>
          <ac:cxnSpMkLst>
            <pc:docMk/>
            <pc:sldMk cId="753812427" sldId="585"/>
            <ac:cxnSpMk id="14" creationId="{D8606BFC-23E4-2641-7362-BF44732DFAC4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17" creationId="{C9696F67-3162-0CEE-5F9F-C340110C76D5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20" creationId="{ED5303E1-F393-2BF6-3DF5-89ED60AD5E31}"/>
          </ac:cxnSpMkLst>
        </pc:cxnChg>
      </pc:sldChg>
      <pc:sldChg chg="addSp delSp modSp add mod">
        <pc:chgData name="Zonghua Gu" userId="9a7e1853e1951ef5" providerId="LiveId" clId="{CF1FAA12-072C-4ED5-BA76-0FFFAEFDB88A}" dt="2025-10-15T00:15:33.611" v="4867" actId="478"/>
        <pc:sldMkLst>
          <pc:docMk/>
          <pc:sldMk cId="908488964" sldId="586"/>
        </pc:sldMkLst>
        <pc:spChg chg="add mod">
          <ac:chgData name="Zonghua Gu" userId="9a7e1853e1951ef5" providerId="LiveId" clId="{CF1FAA12-072C-4ED5-BA76-0FFFAEFDB88A}" dt="2025-10-15T00:15:21.641" v="4863"/>
          <ac:spMkLst>
            <pc:docMk/>
            <pc:sldMk cId="908488964" sldId="586"/>
            <ac:spMk id="2" creationId="{59936A83-1579-8CB9-0726-27085A2456A7}"/>
          </ac:spMkLst>
        </pc:spChg>
        <pc:spChg chg="add mod">
          <ac:chgData name="Zonghua Gu" userId="9a7e1853e1951ef5" providerId="LiveId" clId="{CF1FAA12-072C-4ED5-BA76-0FFFAEFDB88A}" dt="2025-10-07T20:54:05.119" v="3843" actId="1076"/>
          <ac:spMkLst>
            <pc:docMk/>
            <pc:sldMk cId="908488964" sldId="586"/>
            <ac:spMk id="4" creationId="{D782C3D1-9D60-C236-C2F8-5F422D8F9736}"/>
          </ac:spMkLst>
        </pc:spChg>
        <pc:spChg chg="mod">
          <ac:chgData name="Zonghua Gu" userId="9a7e1853e1951ef5" providerId="LiveId" clId="{CF1FAA12-072C-4ED5-BA76-0FFFAEFDB88A}" dt="2025-10-07T20:52:31.565" v="3823" actId="20577"/>
          <ac:spMkLst>
            <pc:docMk/>
            <pc:sldMk cId="908488964" sldId="586"/>
            <ac:spMk id="7" creationId="{99412AA8-0F73-4034-C9CE-818495B51FCF}"/>
          </ac:spMkLst>
        </pc:spChg>
        <pc:spChg chg="add mod">
          <ac:chgData name="Zonghua Gu" userId="9a7e1853e1951ef5" providerId="LiveId" clId="{CF1FAA12-072C-4ED5-BA76-0FFFAEFDB88A}" dt="2025-10-07T20:53:28.452" v="3835" actId="20577"/>
          <ac:spMkLst>
            <pc:docMk/>
            <pc:sldMk cId="908488964" sldId="586"/>
            <ac:spMk id="8" creationId="{10473BA3-1C93-0ECA-CF12-1C0F34AEF3F8}"/>
          </ac:spMkLst>
        </pc:spChg>
        <pc:spChg chg="add mod">
          <ac:chgData name="Zonghua Gu" userId="9a7e1853e1951ef5" providerId="LiveId" clId="{CF1FAA12-072C-4ED5-BA76-0FFFAEFDB88A}" dt="2025-10-07T20:54:28.963" v="3850" actId="20577"/>
          <ac:spMkLst>
            <pc:docMk/>
            <pc:sldMk cId="908488964" sldId="586"/>
            <ac:spMk id="9" creationId="{959289A5-B78D-C5A1-6E73-CEAD62EBFA85}"/>
          </ac:spMkLst>
        </pc:spChg>
        <pc:spChg chg="add mod">
          <ac:chgData name="Zonghua Gu" userId="9a7e1853e1951ef5" providerId="LiveId" clId="{CF1FAA12-072C-4ED5-BA76-0FFFAEFDB88A}" dt="2025-10-07T20:55:18.483" v="3864" actId="20577"/>
          <ac:spMkLst>
            <pc:docMk/>
            <pc:sldMk cId="908488964" sldId="586"/>
            <ac:spMk id="10" creationId="{1989D623-F045-D185-C4D1-81732EF37614}"/>
          </ac:spMkLst>
        </pc:spChg>
        <pc:spChg chg="add mod">
          <ac:chgData name="Zonghua Gu" userId="9a7e1853e1951ef5" providerId="LiveId" clId="{CF1FAA12-072C-4ED5-BA76-0FFFAEFDB88A}" dt="2025-10-07T21:16:01.098" v="3913" actId="1076"/>
          <ac:spMkLst>
            <pc:docMk/>
            <pc:sldMk cId="908488964" sldId="586"/>
            <ac:spMk id="11" creationId="{A0645D20-AFA0-6C43-3DA8-702124B76FCB}"/>
          </ac:spMkLst>
        </pc:spChg>
        <pc:spChg chg="mod">
          <ac:chgData name="Zonghua Gu" userId="9a7e1853e1951ef5" providerId="LiveId" clId="{CF1FAA12-072C-4ED5-BA76-0FFFAEFDB88A}" dt="2025-10-07T20:53:45.434" v="3840" actId="20577"/>
          <ac:spMkLst>
            <pc:docMk/>
            <pc:sldMk cId="908488964" sldId="586"/>
            <ac:spMk id="15" creationId="{5BBCA20D-EC11-8C63-568E-AF5BE0B4B92B}"/>
          </ac:spMkLst>
        </pc:spChg>
        <pc:spChg chg="mod">
          <ac:chgData name="Zonghua Gu" userId="9a7e1853e1951ef5" providerId="LiveId" clId="{CF1FAA12-072C-4ED5-BA76-0FFFAEFDB88A}" dt="2025-10-07T20:54:50.838" v="3857" actId="20577"/>
          <ac:spMkLst>
            <pc:docMk/>
            <pc:sldMk cId="908488964" sldId="586"/>
            <ac:spMk id="18" creationId="{BB306B94-61E9-E613-CFA2-1C08136B278D}"/>
          </ac:spMkLst>
        </pc:spChg>
        <pc:spChg chg="mod">
          <ac:chgData name="Zonghua Gu" userId="9a7e1853e1951ef5" providerId="LiveId" clId="{CF1FAA12-072C-4ED5-BA76-0FFFAEFDB88A}" dt="2025-10-07T20:55:37.241" v="3871" actId="20577"/>
          <ac:spMkLst>
            <pc:docMk/>
            <pc:sldMk cId="908488964" sldId="586"/>
            <ac:spMk id="21" creationId="{7BA59ECF-E539-3CF2-7331-F24D28CA3E52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3" creationId="{7D1CF86A-D4ED-E25F-19E3-E1F021E47C8F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4" creationId="{8F7C7F06-67DF-7BC1-E659-4759B0125435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5" creationId="{0BE27724-9882-64E4-9FA6-DF613F1C77AE}"/>
          </ac:spMkLst>
        </pc:spChg>
        <pc:graphicFrameChg chg="modGraphic">
          <ac:chgData name="Zonghua Gu" userId="9a7e1853e1951ef5" providerId="LiveId" clId="{CF1FAA12-072C-4ED5-BA76-0FFFAEFDB88A}" dt="2025-10-07T20:52:20.289" v="3822" actId="20577"/>
          <ac:graphicFrameMkLst>
            <pc:docMk/>
            <pc:sldMk cId="908488964" sldId="586"/>
            <ac:graphicFrameMk id="5" creationId="{65E83F07-A072-D782-6A5E-2BFF083E04B3}"/>
          </ac:graphicFrameMkLst>
        </pc:graphicFrameChg>
        <pc:graphicFrameChg chg="modGraphic">
          <ac:chgData name="Zonghua Gu" userId="9a7e1853e1951ef5" providerId="LiveId" clId="{CF1FAA12-072C-4ED5-BA76-0FFFAEFDB88A}" dt="2025-10-14T23:08:59.529" v="4353" actId="20577"/>
          <ac:graphicFrameMkLst>
            <pc:docMk/>
            <pc:sldMk cId="908488964" sldId="586"/>
            <ac:graphicFrameMk id="13" creationId="{F63A0396-E875-E526-563F-9D73C0C90D13}"/>
          </ac:graphicFrameMkLst>
        </pc:graphicFrameChg>
        <pc:graphicFrameChg chg="modGraphic">
          <ac:chgData name="Zonghua Gu" userId="9a7e1853e1951ef5" providerId="LiveId" clId="{CF1FAA12-072C-4ED5-BA76-0FFFAEFDB88A}" dt="2025-10-07T21:11:04.012" v="3876" actId="20577"/>
          <ac:graphicFrameMkLst>
            <pc:docMk/>
            <pc:sldMk cId="908488964" sldId="586"/>
            <ac:graphicFrameMk id="16" creationId="{18815F9F-0A77-C53E-5E6E-AFCEED2346CE}"/>
          </ac:graphicFrameMkLst>
        </pc:graphicFrameChg>
        <pc:graphicFrameChg chg="modGraphic">
          <ac:chgData name="Zonghua Gu" userId="9a7e1853e1951ef5" providerId="LiveId" clId="{CF1FAA12-072C-4ED5-BA76-0FFFAEFDB88A}" dt="2025-10-07T21:10:58.008" v="3875" actId="20577"/>
          <ac:graphicFrameMkLst>
            <pc:docMk/>
            <pc:sldMk cId="908488964" sldId="586"/>
            <ac:graphicFrameMk id="19" creationId="{84DB85B8-7574-25F2-060F-F0E37FAF8037}"/>
          </ac:graphicFrameMkLst>
        </pc:graphicFrameChg>
      </pc:sldChg>
      <pc:sldChg chg="addSp delSp modSp add mod ord">
        <pc:chgData name="Zonghua Gu" userId="9a7e1853e1951ef5" providerId="LiveId" clId="{CF1FAA12-072C-4ED5-BA76-0FFFAEFDB88A}" dt="2025-10-15T00:15:55.115" v="4871" actId="6549"/>
        <pc:sldMkLst>
          <pc:docMk/>
          <pc:sldMk cId="3350438353" sldId="587"/>
        </pc:sldMkLst>
        <pc:spChg chg="mod">
          <ac:chgData name="Zonghua Gu" userId="9a7e1853e1951ef5" providerId="LiveId" clId="{CF1FAA12-072C-4ED5-BA76-0FFFAEFDB88A}" dt="2025-10-07T21:12:48.454" v="3906" actId="20577"/>
          <ac:spMkLst>
            <pc:docMk/>
            <pc:sldMk cId="3350438353" sldId="587"/>
            <ac:spMk id="2" creationId="{7FA9ABE5-E35E-9995-C450-C422553E96B1}"/>
          </ac:spMkLst>
        </pc:spChg>
        <pc:graphicFrameChg chg="add mod modGraphic">
          <ac:chgData name="Zonghua Gu" userId="9a7e1853e1951ef5" providerId="LiveId" clId="{CF1FAA12-072C-4ED5-BA76-0FFFAEFDB88A}" dt="2025-10-15T00:15:55.115" v="4871" actId="6549"/>
          <ac:graphicFrameMkLst>
            <pc:docMk/>
            <pc:sldMk cId="3350438353" sldId="587"/>
            <ac:graphicFrameMk id="4" creationId="{39EE1C15-FF51-08AC-2A57-2CF578AEDA18}"/>
          </ac:graphicFrameMkLst>
        </pc:graphicFrameChg>
      </pc:sldChg>
      <pc:sldChg chg="modSp new del mod ord">
        <pc:chgData name="Zonghua Gu" userId="9a7e1853e1951ef5" providerId="LiveId" clId="{CF1FAA12-072C-4ED5-BA76-0FFFAEFDB88A}" dt="2025-10-08T01:03:54.128" v="4054" actId="47"/>
        <pc:sldMkLst>
          <pc:docMk/>
          <pc:sldMk cId="2666113646" sldId="588"/>
        </pc:sldMkLst>
      </pc:sldChg>
      <pc:sldChg chg="addSp delSp modSp add mod">
        <pc:chgData name="Zonghua Gu" userId="9a7e1853e1951ef5" providerId="LiveId" clId="{CF1FAA12-072C-4ED5-BA76-0FFFAEFDB88A}" dt="2025-10-08T01:23:45.059" v="4321" actId="20577"/>
        <pc:sldMkLst>
          <pc:docMk/>
          <pc:sldMk cId="3677126747" sldId="589"/>
        </pc:sldMkLst>
        <pc:spChg chg="mod">
          <ac:chgData name="Zonghua Gu" userId="9a7e1853e1951ef5" providerId="LiveId" clId="{CF1FAA12-072C-4ED5-BA76-0FFFAEFDB88A}" dt="2025-10-08T01:04:06.916" v="4056" actId="20577"/>
          <ac:spMkLst>
            <pc:docMk/>
            <pc:sldMk cId="3677126747" sldId="589"/>
            <ac:spMk id="2" creationId="{CB69B07D-F698-D274-049D-5A851970124B}"/>
          </ac:spMkLst>
        </pc:spChg>
        <pc:spChg chg="mod">
          <ac:chgData name="Zonghua Gu" userId="9a7e1853e1951ef5" providerId="LiveId" clId="{CF1FAA12-072C-4ED5-BA76-0FFFAEFDB88A}" dt="2025-10-08T01:23:45.059" v="4321" actId="20577"/>
          <ac:spMkLst>
            <pc:docMk/>
            <pc:sldMk cId="3677126747" sldId="589"/>
            <ac:spMk id="4" creationId="{0A380CFB-3CFF-ED04-FB0F-0B0AEF72870A}"/>
          </ac:spMkLst>
        </pc:spChg>
        <pc:graphicFrameChg chg="add mod">
          <ac:chgData name="Zonghua Gu" userId="9a7e1853e1951ef5" providerId="LiveId" clId="{CF1FAA12-072C-4ED5-BA76-0FFFAEFDB88A}" dt="2025-10-08T01:08:41.220" v="4112"/>
          <ac:graphicFrameMkLst>
            <pc:docMk/>
            <pc:sldMk cId="3677126747" sldId="589"/>
            <ac:graphicFrameMk id="6" creationId="{D26B2FE4-3D6B-5F71-9A58-0E695C18479A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16T23:24:08.066" v="5625" actId="20577"/>
        <pc:sldMkLst>
          <pc:docMk/>
          <pc:sldMk cId="1060976615" sldId="590"/>
        </pc:sldMkLst>
        <pc:spChg chg="mod">
          <ac:chgData name="Zonghua Gu" userId="9a7e1853e1951ef5" providerId="LiveId" clId="{CF1FAA12-072C-4ED5-BA76-0FFFAEFDB88A}" dt="2025-10-16T23:24:08.066" v="5625" actId="20577"/>
          <ac:spMkLst>
            <pc:docMk/>
            <pc:sldMk cId="1060976615" sldId="590"/>
            <ac:spMk id="4" creationId="{80E8719E-6F53-B45E-0478-44C5D8020651}"/>
          </ac:spMkLst>
        </pc:spChg>
      </pc:sldChg>
      <pc:sldChg chg="addSp delSp modSp add mod ord">
        <pc:chgData name="Zonghua Gu" userId="9a7e1853e1951ef5" providerId="LiveId" clId="{CF1FAA12-072C-4ED5-BA76-0FFFAEFDB88A}" dt="2025-10-08T01:24:03.105" v="4333" actId="20577"/>
        <pc:sldMkLst>
          <pc:docMk/>
          <pc:sldMk cId="1206155242" sldId="591"/>
        </pc:sldMkLst>
        <pc:spChg chg="mod">
          <ac:chgData name="Zonghua Gu" userId="9a7e1853e1951ef5" providerId="LiveId" clId="{CF1FAA12-072C-4ED5-BA76-0FFFAEFDB88A}" dt="2025-10-08T01:24:03.105" v="4333" actId="20577"/>
          <ac:spMkLst>
            <pc:docMk/>
            <pc:sldMk cId="1206155242" sldId="591"/>
            <ac:spMk id="4" creationId="{7E1BCC50-A76F-3959-218D-71AAD3648525}"/>
          </ac:spMkLst>
        </pc:spChg>
      </pc:sldChg>
      <pc:sldChg chg="modSp add mod">
        <pc:chgData name="Zonghua Gu" userId="9a7e1853e1951ef5" providerId="LiveId" clId="{CF1FAA12-072C-4ED5-BA76-0FFFAEFDB88A}" dt="2025-10-17T12:04:17.917" v="5780" actId="20577"/>
        <pc:sldMkLst>
          <pc:docMk/>
          <pc:sldMk cId="3403107874" sldId="592"/>
        </pc:sldMkLst>
        <pc:spChg chg="mod">
          <ac:chgData name="Zonghua Gu" userId="9a7e1853e1951ef5" providerId="LiveId" clId="{CF1FAA12-072C-4ED5-BA76-0FFFAEFDB88A}" dt="2025-10-16T22:28:15.749" v="5010" actId="20577"/>
          <ac:spMkLst>
            <pc:docMk/>
            <pc:sldMk cId="3403107874" sldId="592"/>
            <ac:spMk id="2" creationId="{3BF8795C-148F-094D-80F5-1264C3578EE6}"/>
          </ac:spMkLst>
        </pc:spChg>
        <pc:spChg chg="mod">
          <ac:chgData name="Zonghua Gu" userId="9a7e1853e1951ef5" providerId="LiveId" clId="{CF1FAA12-072C-4ED5-BA76-0FFFAEFDB88A}" dt="2025-10-17T12:04:17.917" v="5780" actId="20577"/>
          <ac:spMkLst>
            <pc:docMk/>
            <pc:sldMk cId="3403107874" sldId="592"/>
            <ac:spMk id="4" creationId="{2C569AB0-22FC-BE38-C5AA-9F8E6ECA54DA}"/>
          </ac:spMkLst>
        </pc:spChg>
      </pc:sldChg>
      <pc:sldChg chg="modSp add mod">
        <pc:chgData name="Zonghua Gu" userId="9a7e1853e1951ef5" providerId="LiveId" clId="{CF1FAA12-072C-4ED5-BA76-0FFFAEFDB88A}" dt="2025-10-17T12:04:42.582" v="5782" actId="27636"/>
        <pc:sldMkLst>
          <pc:docMk/>
          <pc:sldMk cId="3657267278" sldId="593"/>
        </pc:sldMkLst>
        <pc:spChg chg="mod">
          <ac:chgData name="Zonghua Gu" userId="9a7e1853e1951ef5" providerId="LiveId" clId="{CF1FAA12-072C-4ED5-BA76-0FFFAEFDB88A}" dt="2025-10-16T22:49:30.922" v="5267" actId="20577"/>
          <ac:spMkLst>
            <pc:docMk/>
            <pc:sldMk cId="3657267278" sldId="593"/>
            <ac:spMk id="2" creationId="{9AB860C7-6D32-CED6-8DDA-C2F9D8462339}"/>
          </ac:spMkLst>
        </pc:spChg>
        <pc:spChg chg="mod">
          <ac:chgData name="Zonghua Gu" userId="9a7e1853e1951ef5" providerId="LiveId" clId="{CF1FAA12-072C-4ED5-BA76-0FFFAEFDB88A}" dt="2025-10-17T12:04:42.582" v="5782" actId="27636"/>
          <ac:spMkLst>
            <pc:docMk/>
            <pc:sldMk cId="3657267278" sldId="593"/>
            <ac:spMk id="4" creationId="{B0AEBDB8-79A1-498D-B9D2-DDE87FE9C064}"/>
          </ac:spMkLst>
        </pc:spChg>
      </pc:sldChg>
      <pc:sldChg chg="add del">
        <pc:chgData name="Zonghua Gu" userId="9a7e1853e1951ef5" providerId="LiveId" clId="{CF1FAA12-072C-4ED5-BA76-0FFFAEFDB88A}" dt="2025-10-17T12:06:39.541" v="5786"/>
        <pc:sldMkLst>
          <pc:docMk/>
          <pc:sldMk cId="1297110017" sldId="594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#0x1001  @ Set bits 0, 4, and 12 (0x1001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73741-8FC4-2591-E3BC-8A077C769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9CAA2-6E22-E219-DF82-8A5042436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3D407-7127-9C12-D518-1935CDC4D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ED6B6-BD58-1B29-B600-C30D0C6EB0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05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7458A-F714-96DC-BEC2-76172F97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72E45-2A52-237E-B35D-FEA0095D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D1FBD-6F97-9862-594A-5783D9367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7E9D0-8E60-5AB5-285C-ECC3C6FE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31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10/17/2025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10/17/2025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12648" y="1056187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569076"/>
              </p:ext>
            </p:extLst>
          </p:nvPr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32-bit register values after each instruction</a:t>
            </a:r>
          </a:p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</a:t>
            </a:r>
            <a:r>
              <a:rPr lang="en-US" dirty="0"/>
              <a:t>0x00000ABC </a:t>
            </a:r>
            <a:r>
              <a:rPr lang="pt-BR" dirty="0"/>
              <a:t>| 0xFFFFF210 = </a:t>
            </a:r>
            <a:r>
              <a:rPr lang="en-US" dirty="0"/>
              <a:t> 0xFFFFFABC</a:t>
            </a:r>
            <a:endParaRPr lang="pt-BR" dirty="0"/>
          </a:p>
          <a:p>
            <a:pPr lvl="1"/>
            <a:r>
              <a:rPr lang="en-US" dirty="0"/>
              <a:t>~R1 (32-bit) = 0xFFFFF210</a:t>
            </a:r>
            <a:endParaRPr lang="pt-BR" dirty="0"/>
          </a:p>
          <a:p>
            <a:r>
              <a:rPr lang="pt-BR" dirty="0"/>
              <a:t>r6 = r0 BIC R1 = R0 &amp; (~R1) =</a:t>
            </a:r>
            <a:r>
              <a:rPr lang="en-US" dirty="0"/>
              <a:t> 0x00000ABC </a:t>
            </a:r>
            <a:r>
              <a:rPr lang="pt-BR" dirty="0"/>
              <a:t>&amp; 0xFFFFF210 = 0x00000210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set, clear, or toggle the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Toggle (Complement)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0xDEEB</a:t>
            </a:r>
          </a:p>
          <a:p>
            <a:pPr lvl="1"/>
            <a:r>
              <a:rPr lang="en-US" dirty="0"/>
              <a:t>Clear: 0xDECB &amp; ~0x10A0 = 0xCE4B</a:t>
            </a:r>
          </a:p>
          <a:p>
            <a:pPr lvl="1"/>
            <a:r>
              <a:rPr lang="en-US" dirty="0"/>
              <a:t>Toggle: 0xDECB ^ 0x10A0 = 0xCE6B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pPr lvl="2"/>
            <a:r>
              <a:rPr lang="pt-BR" dirty="0"/>
              <a:t>Or ADCS r3, r7, r11, but the flags are not used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0x00000380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1111 0000 0000 = 0x3FFFF000</a:t>
            </a:r>
          </a:p>
          <a:p>
            <a:pPr lvl="1"/>
            <a:r>
              <a:rPr lang="en-US" dirty="0"/>
              <a:t>In decimal: 4,294,951,424 ÷ 4 = 1,073,737,728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80EF-5EA1-3126-9F72-DBC3BB5CA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8A9-784B-2788-2972-41B5BBF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4A7CFC-639E-5CD7-AD17-ED109B73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53D22-7664-ED5A-1A06-11937BAAD83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ASR 2, 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1111 0000 0000 = 0xFFFFFF00 (-256 in decimal)</a:t>
            </a:r>
          </a:p>
          <a:p>
            <a:pPr lvl="1"/>
            <a:r>
              <a:rPr lang="en-US" dirty="0"/>
              <a:t>In decimal: -16384 ÷ 2² = -4096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4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70120-AA85-2F0A-CC9A-66A79F09B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8795C-148F-094D-80F5-1264C357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C9452F-FC85-2CA2-05E2-EE443BFF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69AB0-22FC-BE38-C5AA-9F8E6ECA54D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LSLS #4</a:t>
            </a:r>
          </a:p>
          <a:p>
            <a:pPr lvl="1"/>
            <a:r>
              <a:rPr lang="pt-BR" dirty="0"/>
              <a:t>MOV R3, R1, LSLS #8</a:t>
            </a:r>
          </a:p>
          <a:p>
            <a:pPr lvl="1"/>
            <a:r>
              <a:rPr lang="pt-BR" dirty="0"/>
              <a:t>MOV R4, R1, LSLS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LSLS #4 performs a logical left shift of R1 by 4 bits, inserting zeros; 0x11223344 &lt;&lt; 4 = 0x12233440. </a:t>
            </a:r>
          </a:p>
          <a:p>
            <a:pPr lvl="2"/>
            <a:r>
              <a:rPr lang="en-US" dirty="0"/>
              <a:t>NZCV = 0010 (last bit shifted out was 1, LSB of 0x1)</a:t>
            </a:r>
          </a:p>
          <a:p>
            <a:pPr lvl="1"/>
            <a:r>
              <a:rPr lang="en-US" dirty="0"/>
              <a:t>MOV R3, R1, LSLS #8 shifts by 8 bits; 0x11223344 &lt;&lt; 8 = 0x22334400.</a:t>
            </a:r>
          </a:p>
          <a:p>
            <a:pPr lvl="2"/>
            <a:r>
              <a:rPr lang="en-US" dirty="0"/>
              <a:t>NZCV = 0010 (last bit shifted out was 1, LSB of 0x11)</a:t>
            </a:r>
          </a:p>
          <a:p>
            <a:pPr lvl="1"/>
            <a:r>
              <a:rPr lang="en-US" dirty="0"/>
              <a:t>MOV R4, R1, LSLS #16 shifts by 16 bits; 0x11223344 &lt;&lt; 16 = 0x33440000.</a:t>
            </a:r>
          </a:p>
          <a:p>
            <a:pPr lvl="2"/>
            <a:r>
              <a:rPr lang="en-US" dirty="0"/>
              <a:t>NZCV = 0000 (last bit shifted out was 0, LSB of 0x1122)</a:t>
            </a:r>
          </a:p>
          <a:p>
            <a:pPr lvl="1"/>
            <a:r>
              <a:rPr lang="en-US" dirty="0"/>
              <a:t>MOV R5, R1, LSLS #6 shifts by 6 bits; 0x11223344 &lt;&lt; 6 = 0x488CD100. (convert to binary and back)</a:t>
            </a:r>
          </a:p>
          <a:p>
            <a:pPr lvl="2"/>
            <a:r>
              <a:rPr lang="en-US" dirty="0"/>
              <a:t>NZCV = 0000 (last bit shifted out 0, LSB of 000100)</a:t>
            </a:r>
          </a:p>
        </p:txBody>
      </p:sp>
    </p:spTree>
    <p:extLst>
      <p:ext uri="{BB962C8B-B14F-4D97-AF65-F5344CB8AC3E}">
        <p14:creationId xmlns:p14="http://schemas.microsoft.com/office/powerpoint/2010/main" val="34031078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41688161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EDAD4-A15A-CB26-167A-FED5BF305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60C7-6D32-CED6-8DDA-C2F9D8462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LSRS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DF2A77-49EC-04E8-D5EC-35623E91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EBDB8-79A1-498D-B9D2-DDE87FE9C0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03188"/>
            <a:ext cx="8229600" cy="5638800"/>
          </a:xfrm>
        </p:spPr>
        <p:txBody>
          <a:bodyPr>
            <a:normAutofit fontScale="625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LSRS #4</a:t>
            </a:r>
          </a:p>
          <a:p>
            <a:pPr lvl="1"/>
            <a:r>
              <a:rPr lang="pt-BR" dirty="0"/>
              <a:t>MOV R3, R1, LSRS #8</a:t>
            </a:r>
          </a:p>
          <a:p>
            <a:pPr lvl="1"/>
            <a:r>
              <a:rPr lang="pt-BR" dirty="0"/>
              <a:t>MOV R4, R1, LSRS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SRS #4</a:t>
            </a:r>
          </a:p>
          <a:p>
            <a:pPr lvl="1"/>
            <a:r>
              <a:rPr lang="pt-BR" dirty="0"/>
              <a:t>MOV R6, R1, ASRS #8</a:t>
            </a:r>
          </a:p>
          <a:p>
            <a:pPr lvl="1"/>
            <a:r>
              <a:rPr lang="pt-BR" dirty="0"/>
              <a:t>MOV R7, R1, ASRS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MSB of 0x4)</a:t>
            </a:r>
            <a:endParaRPr lang="pt-BR" dirty="0"/>
          </a:p>
          <a:p>
            <a:pPr lvl="1"/>
            <a:r>
              <a:rPr lang="pt-BR" dirty="0"/>
              <a:t>LSR #8: R3 = 0x11223344 &gt;&gt; 8 = 0x00112233.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MSB of 0x44)</a:t>
            </a:r>
            <a:endParaRPr lang="pt-BR" dirty="0"/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2"/>
            <a:r>
              <a:rPr lang="pt-BR" dirty="0"/>
              <a:t>NZCV = 0000</a:t>
            </a:r>
            <a:r>
              <a:rPr lang="en-US" dirty="0"/>
              <a:t> (last bit shifted out was 0, MSB of 0x3344)</a:t>
            </a:r>
            <a:endParaRPr lang="pt-BR" dirty="0"/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2"/>
            <a:r>
              <a:rPr lang="pt-BR" dirty="0"/>
              <a:t>NZCV = 0000 (ASR has the same flag settings as LSR, since they both shift out the same bits)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726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135*r3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#2       // r2 = r3*r0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</a:t>
            </a:r>
            <a:r>
              <a:rPr lang="pt-BR" sz="2000">
                <a:latin typeface="Consolas" panose="020B0609020204030204" pitchFamily="49" charset="0"/>
                <a:cs typeface="Consolas" panose="020B0609020204030204" pitchFamily="49" charset="0"/>
              </a:rPr>
              <a:t>, =0xFFFFFF00</a:t>
            </a:r>
            <a:endParaRPr lang="pt-BR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0x00000000</a:t>
            </a:r>
          </a:p>
          <a:p>
            <a:r>
              <a:rPr lang="pt-BR" sz="2000" dirty="0"/>
              <a:t>NZCV = 0110</a:t>
            </a:r>
            <a:endParaRPr lang="en-US" sz="2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20574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70452" y="3429000"/>
            <a:ext cx="8348605" cy="297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ANS:</a:t>
            </a:r>
          </a:p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 The last bit shifted out was 1.</a:t>
            </a:r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19812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0xFFFFFFE01</a:t>
            </a:r>
          </a:p>
          <a:p>
            <a:r>
              <a:rPr lang="pt-BR" sz="2000" dirty="0"/>
              <a:t>NZCV = 1000</a:t>
            </a:r>
            <a:endParaRPr lang="en-US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18288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3452191"/>
                <a:ext cx="8229600" cy="3191594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ANS: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Left shift (LSL #1) moves the bits in r0 left by 1 bit, so r0 = 0xFFFFFFE00. ADDS is then computed: r2 = r1 + (r0 &lt;&lt; 1) = 0xFFFFFFE01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LSL does not update flags; ADDS </a:t>
                </a:r>
                <a:r>
                  <a:rPr lang="en-US">
                    <a:solidFill>
                      <a:schemeClr val="tx1"/>
                    </a:solidFill>
                  </a:rPr>
                  <a:t>updates flags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Carry is set if there is an unsigned overflow. Here carry flag C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&lt;&lt;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52191"/>
                <a:ext cx="8229600" cy="3191594"/>
              </a:xfrm>
              <a:prstGeom prst="rect">
                <a:avLst/>
              </a:prstGeom>
              <a:blipFill>
                <a:blip r:embed="rId3"/>
                <a:stretch>
                  <a:fillRect t="-2099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r4, r0, r2, ASRS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340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ASRS #3</a:t>
            </a:r>
            <a:endParaRPr lang="en-US" dirty="0"/>
          </a:p>
          <a:p>
            <a:pPr lvl="1"/>
            <a:r>
              <a:rPr lang="en-US" dirty="0"/>
              <a:t>First, r2 ASRS #3: 0x00000003 &gt;&gt; 3 = 0x00000000 (arithmetic shift preserves sign)</a:t>
            </a:r>
          </a:p>
          <a:p>
            <a:pPr lvl="2"/>
            <a:r>
              <a:rPr lang="en-US" dirty="0"/>
              <a:t>Carry bit is 0 (last bit shifted out was 0, the first bit of 011)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</a:t>
            </a:r>
          </a:p>
          <a:p>
            <a:pPr lvl="2"/>
            <a:r>
              <a:rPr lang="en-US" dirty="0"/>
              <a:t>ADD does not affect flags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MSB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value, assumed to be 0 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247211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r3, r0, r2</a:t>
            </a:r>
          </a:p>
          <a:p>
            <a:pPr lvl="1"/>
            <a:r>
              <a:rPr lang="pt-BR" dirty="0"/>
              <a:t>(b) ADDS r3, r0, r2</a:t>
            </a:r>
          </a:p>
          <a:p>
            <a:pPr lvl="1"/>
            <a:r>
              <a:rPr lang="pt-BR" dirty="0"/>
              <a:t>(c) SUBS r3, r0, r0</a:t>
            </a:r>
          </a:p>
          <a:p>
            <a:pPr lvl="1"/>
            <a:r>
              <a:rPr lang="pt-BR" dirty="0"/>
              <a:t>(d) LSL r3, r0, #1</a:t>
            </a:r>
          </a:p>
          <a:p>
            <a:pPr lvl="1"/>
            <a:r>
              <a:rPr lang="pt-BR" dirty="0"/>
              <a:t>(e) LSRS r3, r1, #1</a:t>
            </a:r>
          </a:p>
          <a:p>
            <a:pPr lvl="1"/>
            <a:r>
              <a:rPr lang="pt-BR" dirty="0"/>
              <a:t>(f) 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95867-7F1D-793E-4C60-23701C88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E215-3CFF-4B98-4305-63717698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7EE4-8618-5F31-EEBF-6DC31D07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BCC50-A76F-3959-218D-71AAD36485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(a) ADD r3, r0, r2</a:t>
            </a:r>
          </a:p>
          <a:p>
            <a:pPr lvl="1"/>
            <a:r>
              <a:rPr lang="pt-BR" dirty="0"/>
              <a:t>r3 = 0xFFFFFFFF</a:t>
            </a:r>
          </a:p>
          <a:p>
            <a:pPr lvl="1"/>
            <a:r>
              <a:rPr lang="pt-BR" dirty="0"/>
              <a:t>NZCV = 0000 (ADD without S does not update flags)</a:t>
            </a:r>
          </a:p>
          <a:p>
            <a:r>
              <a:rPr lang="pt-BR" dirty="0"/>
              <a:t>(b) ADDS r3, r0, r2</a:t>
            </a:r>
          </a:p>
          <a:p>
            <a:pPr lvl="1"/>
            <a:r>
              <a:rPr lang="pt-BR" dirty="0"/>
              <a:t>r3 = 0xFFFFFFFF, NZCV = 1000</a:t>
            </a:r>
          </a:p>
          <a:p>
            <a:pPr lvl="2"/>
            <a:r>
              <a:rPr lang="pt-BR" dirty="0"/>
              <a:t>N = 1 (MSB = 1)</a:t>
            </a:r>
          </a:p>
          <a:p>
            <a:pPr lvl="2"/>
            <a:r>
              <a:rPr lang="pt-BR" dirty="0"/>
              <a:t>Z = 0 (nonzero)</a:t>
            </a:r>
          </a:p>
          <a:p>
            <a:pPr lvl="2"/>
            <a:r>
              <a:rPr lang="pt-BR" dirty="0"/>
              <a:t>C = 0 (no carry out)</a:t>
            </a:r>
          </a:p>
          <a:p>
            <a:pPr lvl="2"/>
            <a:r>
              <a:rPr lang="pt-BR" dirty="0"/>
              <a:t>V = 0 (no signed overflow)</a:t>
            </a:r>
          </a:p>
          <a:p>
            <a:r>
              <a:rPr lang="pt-BR" dirty="0"/>
              <a:t>(c) SUBS r3, r0, r0</a:t>
            </a:r>
          </a:p>
          <a:p>
            <a:pPr lvl="1"/>
            <a:r>
              <a:rPr lang="pt-BR" dirty="0"/>
              <a:t>r3 = 0x00000000 (r0 − r0 = 0), NZCV = 0110</a:t>
            </a:r>
          </a:p>
          <a:p>
            <a:pPr lvl="2"/>
            <a:r>
              <a:rPr lang="pt-BR" dirty="0"/>
              <a:t>N = 0 (MSB = 0)</a:t>
            </a:r>
          </a:p>
          <a:p>
            <a:pPr lvl="2"/>
            <a:r>
              <a:rPr lang="pt-BR" dirty="0"/>
              <a:t>Z = 1 (result == 0)</a:t>
            </a:r>
          </a:p>
          <a:p>
            <a:pPr lvl="2"/>
            <a:r>
              <a:rPr lang="pt-BR" dirty="0"/>
              <a:t>C = 1 (no borrow: unsigned r0 ≥ r0)</a:t>
            </a:r>
          </a:p>
          <a:p>
            <a:pPr lvl="2"/>
            <a:r>
              <a:rPr lang="pt-BR" dirty="0"/>
              <a:t>V = 0 (no signed overflow)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C4EF8-CA07-8D9E-1C34-0E4536477C58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1552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FEB2-F756-C046-A7C9-BE3B4F4F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CE3F-7A78-33BB-7BE1-3D467306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E06B64-9C4A-C77D-7290-A4529F5A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8719E-6F53-B45E-0478-44C5D80206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(d) LSL r3, r0, #1</a:t>
            </a:r>
          </a:p>
          <a:p>
            <a:pPr lvl="1"/>
            <a:r>
              <a:rPr lang="pt-BR" dirty="0"/>
              <a:t>r3 = 0xFFFFFFFE (logical left shift: 0xFFFF_FFFF &lt;&lt; 1), NZCV = 0000 </a:t>
            </a:r>
          </a:p>
          <a:p>
            <a:pPr lvl="2"/>
            <a:r>
              <a:rPr lang="pt-BR" dirty="0"/>
              <a:t>LSL without S does not update flags</a:t>
            </a:r>
          </a:p>
          <a:p>
            <a:r>
              <a:rPr lang="pt-BR" dirty="0"/>
              <a:t>(e) LSRS r3, r1, #1</a:t>
            </a:r>
          </a:p>
          <a:p>
            <a:pPr lvl="1"/>
            <a:r>
              <a:rPr lang="en-US" dirty="0"/>
              <a:t>r3 = 0x00000000 (0x0000_0001 &gt;&gt; 1 = 0), NZCV = 0110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1 (bit shifted out = original bit0 = 1)</a:t>
            </a:r>
          </a:p>
          <a:p>
            <a:pPr lvl="2"/>
            <a:r>
              <a:rPr lang="en-US" dirty="0"/>
              <a:t>V = 0 (shifts do not set V)</a:t>
            </a:r>
            <a:endParaRPr lang="pt-BR" dirty="0"/>
          </a:p>
          <a:p>
            <a:r>
              <a:rPr lang="pt-BR" dirty="0"/>
              <a:t>(f) ANDS r3, r0, r2</a:t>
            </a:r>
          </a:p>
          <a:p>
            <a:pPr lvl="1"/>
            <a:r>
              <a:rPr lang="en-US" dirty="0"/>
              <a:t>r3 = 0x00000000 (0xFFFF_FFFF &amp; 0x0000_0000 = 0), NZCV = 0100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0 (unchanged)</a:t>
            </a:r>
          </a:p>
          <a:p>
            <a:pPr lvl="2"/>
            <a:r>
              <a:rPr lang="en-US" dirty="0"/>
              <a:t>V = 0 (unchanged)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EB8F9A-F2CE-9B20-0F51-3EDF0431D8E2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97661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EE1C15-FF51-08AC-2A57-2CF578AE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844450"/>
              </p:ext>
            </p:extLst>
          </p:nvPr>
        </p:nvGraphicFramePr>
        <p:xfrm>
          <a:off x="381000" y="2178748"/>
          <a:ext cx="8610600" cy="3356166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12572"/>
              </p:ext>
            </p:extLst>
          </p:nvPr>
        </p:nvGraphicFramePr>
        <p:xfrm>
          <a:off x="266700" y="2146852"/>
          <a:ext cx="8610600" cy="3322257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-6 (GT 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+ 14 = 10 (GT 26)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 2) = -6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+ 10 = 6  (GT 22)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(–6) = 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14 (GT -2)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-2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– 6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– 6 =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 / 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14 = 6 (GT -10)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(-2) = 6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8382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For a 4-bit system, calculate the result of summation, setting C and V flags</a:t>
            </a:r>
          </a:p>
          <a:p>
            <a:pPr lvl="1"/>
            <a:r>
              <a:rPr lang="en-US" dirty="0"/>
              <a:t>For a 4-bit system, unsigned range is [0, 15], signed range is [-8, 7]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5682783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AC2F7-7B48-A7B1-D707-D63B0BCE4A2D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91C844-4BC0-0B20-B37E-D78145261753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EFAB5-9995-5D1A-7108-FE6877E0AFFF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A33C9-48DD-5A86-81ED-82377FB93AD6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7729020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936A83-1579-8CB9-0726-27085A2456A7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1CF86A-D4ED-E25F-19E3-E1F021E47C8F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C7F06-67DF-7BC1-E659-4759B0125435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E27724-9882-64E4-9FA6-DF613F1C77AE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3707</TotalTime>
  <Words>6688</Words>
  <Application>Microsoft Office PowerPoint</Application>
  <PresentationFormat>On-screen Show (4:3)</PresentationFormat>
  <Paragraphs>934</Paragraphs>
  <Slides>51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3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Arithmetic with Shifts</vt:lpstr>
      <vt:lpstr>Q1 ANS</vt:lpstr>
      <vt:lpstr>Q2 ANS</vt:lpstr>
      <vt:lpstr>Q3 ANS</vt:lpstr>
      <vt:lpstr>Q4 ANS</vt:lpstr>
      <vt:lpstr>Q5 ANS</vt:lpstr>
      <vt:lpstr>Assembly Programming</vt:lpstr>
      <vt:lpstr>Assembly Programming ANS</vt:lpstr>
      <vt:lpstr>Shift LSL ANS</vt:lpstr>
      <vt:lpstr>Shift LSLS ANS</vt:lpstr>
      <vt:lpstr>Shift ASR ANS</vt:lpstr>
      <vt:lpstr>Shift LSR ASR ANS</vt:lpstr>
      <vt:lpstr>Shift LSRS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cp:lastPrinted>2025-10-09T21:51:20Z</cp:lastPrinted>
  <dcterms:created xsi:type="dcterms:W3CDTF">2014-02-05T02:41:42Z</dcterms:created>
  <dcterms:modified xsi:type="dcterms:W3CDTF">2025-10-17T12:09:05Z</dcterms:modified>
</cp:coreProperties>
</file>