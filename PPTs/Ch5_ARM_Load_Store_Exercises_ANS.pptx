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38"/>
  </p:notesMasterIdLst>
  <p:handoutMasterIdLst>
    <p:handoutMasterId r:id="rId39"/>
  </p:handoutMasterIdLst>
  <p:sldIdLst>
    <p:sldId id="385" r:id="rId2"/>
    <p:sldId id="356" r:id="rId3"/>
    <p:sldId id="357" r:id="rId4"/>
    <p:sldId id="363" r:id="rId5"/>
    <p:sldId id="364" r:id="rId6"/>
    <p:sldId id="358" r:id="rId7"/>
    <p:sldId id="359" r:id="rId8"/>
    <p:sldId id="417" r:id="rId9"/>
    <p:sldId id="798" r:id="rId10"/>
    <p:sldId id="813" r:id="rId11"/>
    <p:sldId id="809" r:id="rId12"/>
    <p:sldId id="811" r:id="rId13"/>
    <p:sldId id="812" r:id="rId14"/>
    <p:sldId id="774" r:id="rId15"/>
    <p:sldId id="345" r:id="rId16"/>
    <p:sldId id="346" r:id="rId17"/>
    <p:sldId id="369" r:id="rId18"/>
    <p:sldId id="370" r:id="rId19"/>
    <p:sldId id="367" r:id="rId20"/>
    <p:sldId id="368" r:id="rId21"/>
    <p:sldId id="365" r:id="rId22"/>
    <p:sldId id="366" r:id="rId23"/>
    <p:sldId id="495" r:id="rId24"/>
    <p:sldId id="801" r:id="rId25"/>
    <p:sldId id="799" r:id="rId26"/>
    <p:sldId id="804" r:id="rId27"/>
    <p:sldId id="803" r:id="rId28"/>
    <p:sldId id="805" r:id="rId29"/>
    <p:sldId id="806" r:id="rId30"/>
    <p:sldId id="816" r:id="rId31"/>
    <p:sldId id="817" r:id="rId32"/>
    <p:sldId id="818" r:id="rId33"/>
    <p:sldId id="819" r:id="rId34"/>
    <p:sldId id="821" r:id="rId35"/>
    <p:sldId id="823" r:id="rId36"/>
    <p:sldId id="820" r:id="rId37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25279-C3AD-4B13-92A2-4AC656D27A67}" v="454" dt="2025-10-22T00:55:02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 autoAdjust="0"/>
    <p:restoredTop sz="81699" autoAdjust="0"/>
  </p:normalViewPr>
  <p:slideViewPr>
    <p:cSldViewPr snapToGrid="0">
      <p:cViewPr varScale="1">
        <p:scale>
          <a:sx n="67" d="100"/>
          <a:sy n="67" d="100"/>
        </p:scale>
        <p:origin x="1906" y="62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-21600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 modNotesMaster modHandout">
      <pc:chgData name="Zonghua Gu" userId="9a7e1853e1951ef5" providerId="LiveId" clId="{CF1FAA12-072C-4ED5-BA76-0FFFAEFDB88A}" dt="2025-10-22T00:58:58.172" v="4330" actId="47"/>
      <pc:docMkLst>
        <pc:docMk/>
      </pc:docMkLst>
      <pc:sldChg chg="modSp mod">
        <pc:chgData name="Zonghua Gu" userId="9a7e1853e1951ef5" providerId="LiveId" clId="{CF1FAA12-072C-4ED5-BA76-0FFFAEFDB88A}" dt="2025-10-22T00:51:36.795" v="4296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10-22T00:51:36.795" v="4296" actId="20577"/>
          <ac:spMkLst>
            <pc:docMk/>
            <pc:sldMk cId="936686548" sldId="345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45.513" v="4303" actId="20577"/>
        <pc:sldMkLst>
          <pc:docMk/>
          <pc:sldMk cId="2173526811" sldId="346"/>
        </pc:sldMkLst>
        <pc:spChg chg="mod">
          <ac:chgData name="Zonghua Gu" userId="9a7e1853e1951ef5" providerId="LiveId" clId="{CF1FAA12-072C-4ED5-BA76-0FFFAEFDB88A}" dt="2025-10-22T00:51:45.513" v="4303" actId="20577"/>
          <ac:spMkLst>
            <pc:docMk/>
            <pc:sldMk cId="2173526811" sldId="346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44.004" v="4282" actId="20577"/>
        <pc:sldMkLst>
          <pc:docMk/>
          <pc:sldMk cId="3359075723" sldId="356"/>
        </pc:sldMkLst>
        <pc:spChg chg="mod">
          <ac:chgData name="Zonghua Gu" userId="9a7e1853e1951ef5" providerId="LiveId" clId="{CF1FAA12-072C-4ED5-BA76-0FFFAEFDB88A}" dt="2025-10-22T00:50:44.004" v="4282" actId="20577"/>
          <ac:spMkLst>
            <pc:docMk/>
            <pc:sldMk cId="3359075723" sldId="356"/>
            <ac:spMk id="4608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49.443" v="4287" actId="20577"/>
        <pc:sldMkLst>
          <pc:docMk/>
          <pc:sldMk cId="1209470724" sldId="357"/>
        </pc:sldMkLst>
        <pc:spChg chg="mod">
          <ac:chgData name="Zonghua Gu" userId="9a7e1853e1951ef5" providerId="LiveId" clId="{CF1FAA12-072C-4ED5-BA76-0FFFAEFDB88A}" dt="2025-10-22T00:50:49.443" v="4287" actId="20577"/>
          <ac:spMkLst>
            <pc:docMk/>
            <pc:sldMk cId="1209470724" sldId="357"/>
            <ac:spMk id="4608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07.369" v="4292" actId="20577"/>
        <pc:sldMkLst>
          <pc:docMk/>
          <pc:sldMk cId="1502810167" sldId="358"/>
        </pc:sldMkLst>
        <pc:spChg chg="mod">
          <ac:chgData name="Zonghua Gu" userId="9a7e1853e1951ef5" providerId="LiveId" clId="{CF1FAA12-072C-4ED5-BA76-0FFFAEFDB88A}" dt="2025-10-22T00:51:07.369" v="4292" actId="20577"/>
          <ac:spMkLst>
            <pc:docMk/>
            <pc:sldMk cId="1502810167" sldId="358"/>
            <ac:spMk id="2560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12.718" v="4295"/>
        <pc:sldMkLst>
          <pc:docMk/>
          <pc:sldMk cId="670903100" sldId="359"/>
        </pc:sldMkLst>
        <pc:spChg chg="mod">
          <ac:chgData name="Zonghua Gu" userId="9a7e1853e1951ef5" providerId="LiveId" clId="{CF1FAA12-072C-4ED5-BA76-0FFFAEFDB88A}" dt="2025-10-22T00:51:12.718" v="4295"/>
          <ac:spMkLst>
            <pc:docMk/>
            <pc:sldMk cId="670903100" sldId="359"/>
            <ac:spMk id="2560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0:52.874" v="4288" actId="6549"/>
        <pc:sldMkLst>
          <pc:docMk/>
          <pc:sldMk cId="3486040908" sldId="363"/>
        </pc:sldMkLst>
        <pc:spChg chg="mod">
          <ac:chgData name="Zonghua Gu" userId="9a7e1853e1951ef5" providerId="LiveId" clId="{CF1FAA12-072C-4ED5-BA76-0FFFAEFDB88A}" dt="2025-10-22T00:50:52.874" v="4288" actId="6549"/>
          <ac:spMkLst>
            <pc:docMk/>
            <pc:sldMk cId="3486040908" sldId="363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04.413" v="4291"/>
        <pc:sldMkLst>
          <pc:docMk/>
          <pc:sldMk cId="3561992185" sldId="364"/>
        </pc:sldMkLst>
        <pc:spChg chg="mod">
          <ac:chgData name="Zonghua Gu" userId="9a7e1853e1951ef5" providerId="LiveId" clId="{CF1FAA12-072C-4ED5-BA76-0FFFAEFDB88A}" dt="2025-10-22T00:51:04.413" v="4291"/>
          <ac:spMkLst>
            <pc:docMk/>
            <pc:sldMk cId="3561992185" sldId="364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49:15.188" v="4257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10-22T00:49:03.943" v="4255" actId="20577"/>
          <ac:spMkLst>
            <pc:docMk/>
            <pc:sldMk cId="802972020" sldId="365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9:15.188" v="4257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49:50.613" v="4267" actId="20577"/>
        <pc:sldMkLst>
          <pc:docMk/>
          <pc:sldMk cId="415260018" sldId="366"/>
        </pc:sldMkLst>
        <pc:spChg chg="mod">
          <ac:chgData name="Zonghua Gu" userId="9a7e1853e1951ef5" providerId="LiveId" clId="{CF1FAA12-072C-4ED5-BA76-0FFFAEFDB88A}" dt="2025-10-22T00:49:30.285" v="4264" actId="20577"/>
          <ac:spMkLst>
            <pc:docMk/>
            <pc:sldMk cId="415260018" sldId="36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9:50.613" v="4267" actId="20577"/>
          <ac:spMkLst>
            <pc:docMk/>
            <pc:sldMk cId="415260018" sldId="366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2:02.093" v="4312" actId="2057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10-22T00:52:02.093" v="4312" actId="20577"/>
          <ac:spMkLst>
            <pc:docMk/>
            <pc:sldMk cId="1910717593" sldId="367"/>
            <ac:spMk id="9" creationId="{78DA596E-85CA-C0C6-85A8-74A98C3DFFDB}"/>
          </ac:spMkLst>
        </pc:spChg>
      </pc:sldChg>
      <pc:sldChg chg="modSp mod">
        <pc:chgData name="Zonghua Gu" userId="9a7e1853e1951ef5" providerId="LiveId" clId="{CF1FAA12-072C-4ED5-BA76-0FFFAEFDB88A}" dt="2025-10-22T00:52:11.817" v="4319" actId="20577"/>
        <pc:sldMkLst>
          <pc:docMk/>
          <pc:sldMk cId="3116329460" sldId="368"/>
        </pc:sldMkLst>
        <pc:spChg chg="mod">
          <ac:chgData name="Zonghua Gu" userId="9a7e1853e1951ef5" providerId="LiveId" clId="{CF1FAA12-072C-4ED5-BA76-0FFFAEFDB88A}" dt="2025-10-22T00:52:11.817" v="4319" actId="20577"/>
          <ac:spMkLst>
            <pc:docMk/>
            <pc:sldMk cId="3116329460" sldId="368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1T22:27:40.768" v="2971" actId="20577"/>
          <ac:spMkLst>
            <pc:docMk/>
            <pc:sldMk cId="3116329460" sldId="368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51.924" v="4307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10-22T00:51:51.924" v="4307" actId="20577"/>
          <ac:spMkLst>
            <pc:docMk/>
            <pc:sldMk cId="1545068738" sldId="369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7:47.373" v="4250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2T00:51:56.385" v="4311" actId="20577"/>
        <pc:sldMkLst>
          <pc:docMk/>
          <pc:sldMk cId="598515287" sldId="370"/>
        </pc:sldMkLst>
        <pc:spChg chg="mod">
          <ac:chgData name="Zonghua Gu" userId="9a7e1853e1951ef5" providerId="LiveId" clId="{CF1FAA12-072C-4ED5-BA76-0FFFAEFDB88A}" dt="2025-10-22T00:51:56.385" v="4311" actId="20577"/>
          <ac:spMkLst>
            <pc:docMk/>
            <pc:sldMk cId="598515287" sldId="370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22T00:48:09.984" v="4254" actId="20577"/>
          <ac:spMkLst>
            <pc:docMk/>
            <pc:sldMk cId="598515287" sldId="370"/>
            <ac:spMk id="4" creationId="{00000000-0000-0000-0000-000000000000}"/>
          </ac:spMkLst>
        </pc:spChg>
      </pc:sldChg>
      <pc:sldChg chg="addSp modSp add del">
        <pc:chgData name="Zonghua Gu" userId="9a7e1853e1951ef5" providerId="LiveId" clId="{CF1FAA12-072C-4ED5-BA76-0FFFAEFDB88A}" dt="2025-10-22T00:52:43.400" v="4320"/>
        <pc:sldMkLst>
          <pc:docMk/>
          <pc:sldMk cId="146821145" sldId="495"/>
        </pc:sldMkLst>
        <pc:spChg chg="add mod">
          <ac:chgData name="Zonghua Gu" userId="9a7e1853e1951ef5" providerId="LiveId" clId="{CF1FAA12-072C-4ED5-BA76-0FFFAEFDB88A}" dt="2025-10-22T00:52:43.400" v="4320"/>
          <ac:spMkLst>
            <pc:docMk/>
            <pc:sldMk cId="146821145" sldId="495"/>
            <ac:spMk id="4" creationId="{FA6A14B0-92BB-D509-5DE4-9E034654971E}"/>
          </ac:spMkLst>
        </pc:spChg>
      </pc:sldChg>
      <pc:sldChg chg="addSp delSp modSp add del mod modTransition modAnim">
        <pc:chgData name="Zonghua Gu" userId="9a7e1853e1951ef5" providerId="LiveId" clId="{CF1FAA12-072C-4ED5-BA76-0FFFAEFDB88A}" dt="2025-10-21T22:25:54.458" v="2937" actId="1076"/>
        <pc:sldMkLst>
          <pc:docMk/>
          <pc:sldMk cId="1864663475" sldId="774"/>
        </pc:sldMkLst>
        <pc:spChg chg="add mod">
          <ac:chgData name="Zonghua Gu" userId="9a7e1853e1951ef5" providerId="LiveId" clId="{CF1FAA12-072C-4ED5-BA76-0FFFAEFDB88A}" dt="2025-10-21T22:25:51.120" v="2936" actId="1076"/>
          <ac:spMkLst>
            <pc:docMk/>
            <pc:sldMk cId="1864663475" sldId="774"/>
            <ac:spMk id="8" creationId="{B9B3AF0F-A272-85F5-9499-4FA634AB7DC6}"/>
          </ac:spMkLst>
        </pc:spChg>
        <pc:picChg chg="mod">
          <ac:chgData name="Zonghua Gu" userId="9a7e1853e1951ef5" providerId="LiveId" clId="{CF1FAA12-072C-4ED5-BA76-0FFFAEFDB88A}" dt="2025-10-21T22:24:45.926" v="2924" actId="14826"/>
          <ac:picMkLst>
            <pc:docMk/>
            <pc:sldMk cId="1864663475" sldId="774"/>
            <ac:picMk id="12" creationId="{00000000-0000-0000-0000-000000000000}"/>
          </ac:picMkLst>
        </pc:picChg>
        <pc:picChg chg="mod">
          <ac:chgData name="Zonghua Gu" userId="9a7e1853e1951ef5" providerId="LiveId" clId="{CF1FAA12-072C-4ED5-BA76-0FFFAEFDB88A}" dt="2025-10-21T22:25:27.339" v="2930" actId="14100"/>
          <ac:picMkLst>
            <pc:docMk/>
            <pc:sldMk cId="1864663475" sldId="774"/>
            <ac:picMk id="13" creationId="{00000000-0000-0000-0000-000000000000}"/>
          </ac:picMkLst>
        </pc:picChg>
        <pc:picChg chg="mod">
          <ac:chgData name="Zonghua Gu" userId="9a7e1853e1951ef5" providerId="LiveId" clId="{CF1FAA12-072C-4ED5-BA76-0FFFAEFDB88A}" dt="2025-10-21T22:25:54.458" v="2937" actId="1076"/>
          <ac:picMkLst>
            <pc:docMk/>
            <pc:sldMk cId="1864663475" sldId="774"/>
            <ac:picMk id="14" creationId="{00000000-0000-0000-0000-000000000000}"/>
          </ac:picMkLst>
        </pc:picChg>
      </pc:sldChg>
      <pc:sldChg chg="addSp delSp modSp new mod">
        <pc:chgData name="Zonghua Gu" userId="9a7e1853e1951ef5" providerId="LiveId" clId="{CF1FAA12-072C-4ED5-BA76-0FFFAEFDB88A}" dt="2025-10-21T22:38:05.239" v="3061" actId="1038"/>
        <pc:sldMkLst>
          <pc:docMk/>
          <pc:sldMk cId="3896189839" sldId="799"/>
        </pc:sldMkLst>
        <pc:spChg chg="mod">
          <ac:chgData name="Zonghua Gu" userId="9a7e1853e1951ef5" providerId="LiveId" clId="{CF1FAA12-072C-4ED5-BA76-0FFFAEFDB88A}" dt="2025-09-24T21:54:28.776" v="681" actId="20577"/>
          <ac:spMkLst>
            <pc:docMk/>
            <pc:sldMk cId="3896189839" sldId="799"/>
            <ac:spMk id="2" creationId="{10B3BAC0-1ED1-3CC9-BDD8-A393E1B052E7}"/>
          </ac:spMkLst>
        </pc:spChg>
        <pc:spChg chg="add mod">
          <ac:chgData name="Zonghua Gu" userId="9a7e1853e1951ef5" providerId="LiveId" clId="{CF1FAA12-072C-4ED5-BA76-0FFFAEFDB88A}" dt="2025-10-21T22:38:05.239" v="3061" actId="1038"/>
          <ac:spMkLst>
            <pc:docMk/>
            <pc:sldMk cId="3896189839" sldId="799"/>
            <ac:spMk id="4" creationId="{2DDCD008-C81A-0FDE-1A42-D78DBFAE7B90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9" creationId="{1CE606E0-E40B-C230-04E8-0FC3B6565AF7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10" creationId="{3784F08A-CE46-3CB7-3599-5D636AB5ED5C}"/>
          </ac:spMkLst>
        </pc:spChg>
        <pc:spChg chg="add mod">
          <ac:chgData name="Zonghua Gu" userId="9a7e1853e1951ef5" providerId="LiveId" clId="{CF1FAA12-072C-4ED5-BA76-0FFFAEFDB88A}" dt="2025-09-25T23:28:11.389" v="1277" actId="1036"/>
          <ac:spMkLst>
            <pc:docMk/>
            <pc:sldMk cId="3896189839" sldId="799"/>
            <ac:spMk id="11" creationId="{6EF9D02D-5D8D-AFF6-3EFF-241315018FBE}"/>
          </ac:spMkLst>
        </pc:spChg>
        <pc:graphicFrameChg chg="add mod modGraphic">
          <ac:chgData name="Zonghua Gu" userId="9a7e1853e1951ef5" providerId="LiveId" clId="{CF1FAA12-072C-4ED5-BA76-0FFFAEFDB88A}" dt="2025-09-24T22:00:23.975" v="804" actId="1076"/>
          <ac:graphicFrameMkLst>
            <pc:docMk/>
            <pc:sldMk cId="3896189839" sldId="799"/>
            <ac:graphicFrameMk id="8" creationId="{38E9B9C5-BA3B-C651-FA94-86C87FF6C80A}"/>
          </ac:graphicFrameMkLst>
        </pc:graphicFrameChg>
      </pc:sldChg>
      <pc:sldChg chg="modSp add mod">
        <pc:chgData name="Zonghua Gu" userId="9a7e1853e1951ef5" providerId="LiveId" clId="{CF1FAA12-072C-4ED5-BA76-0FFFAEFDB88A}" dt="2025-09-25T23:27:31.682" v="1255"/>
        <pc:sldMkLst>
          <pc:docMk/>
          <pc:sldMk cId="3968162788" sldId="801"/>
        </pc:sldMkLst>
        <pc:spChg chg="mod">
          <ac:chgData name="Zonghua Gu" userId="9a7e1853e1951ef5" providerId="LiveId" clId="{CF1FAA12-072C-4ED5-BA76-0FFFAEFDB88A}" dt="2025-09-24T22:02:02.352" v="855" actId="20577"/>
          <ac:spMkLst>
            <pc:docMk/>
            <pc:sldMk cId="3968162788" sldId="801"/>
            <ac:spMk id="2" creationId="{E0225031-3EBD-28FC-E1A0-0049330C0107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9" creationId="{DC077EDE-860F-119C-95B4-998969925842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10" creationId="{0401EA57-66F9-3EE2-E561-2AB9C3395B7B}"/>
          </ac:spMkLst>
        </pc:spChg>
        <pc:spChg chg="mod">
          <ac:chgData name="Zonghua Gu" userId="9a7e1853e1951ef5" providerId="LiveId" clId="{CF1FAA12-072C-4ED5-BA76-0FFFAEFDB88A}" dt="2025-09-25T23:27:31.682" v="1255"/>
          <ac:spMkLst>
            <pc:docMk/>
            <pc:sldMk cId="3968162788" sldId="801"/>
            <ac:spMk id="11" creationId="{45B25AD4-8787-2AE5-61C8-58C8E91AB6F9}"/>
          </ac:spMkLst>
        </pc:spChg>
        <pc:graphicFrameChg chg="mod">
          <ac:chgData name="Zonghua Gu" userId="9a7e1853e1951ef5" providerId="LiveId" clId="{CF1FAA12-072C-4ED5-BA76-0FFFAEFDB88A}" dt="2025-09-24T22:02:48.768" v="856" actId="1076"/>
          <ac:graphicFrameMkLst>
            <pc:docMk/>
            <pc:sldMk cId="3968162788" sldId="801"/>
            <ac:graphicFrameMk id="8" creationId="{D3C2D736-73D7-3A26-A782-9CEC03C12D04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21T22:44:19.619" v="3233" actId="1035"/>
        <pc:sldMkLst>
          <pc:docMk/>
          <pc:sldMk cId="2664882224" sldId="803"/>
        </pc:sldMkLst>
        <pc:spChg chg="mod">
          <ac:chgData name="Zonghua Gu" userId="9a7e1853e1951ef5" providerId="LiveId" clId="{CF1FAA12-072C-4ED5-BA76-0FFFAEFDB88A}" dt="2025-09-25T21:51:10.870" v="1212" actId="20577"/>
          <ac:spMkLst>
            <pc:docMk/>
            <pc:sldMk cId="2664882224" sldId="803"/>
            <ac:spMk id="2" creationId="{C6EB2238-BBC0-CBBF-7810-8FBE90A0F7F6}"/>
          </ac:spMkLst>
        </pc:spChg>
        <pc:spChg chg="mod">
          <ac:chgData name="Zonghua Gu" userId="9a7e1853e1951ef5" providerId="LiveId" clId="{CF1FAA12-072C-4ED5-BA76-0FFFAEFDB88A}" dt="2025-10-21T22:44:00.955" v="3182" actId="1076"/>
          <ac:spMkLst>
            <pc:docMk/>
            <pc:sldMk cId="2664882224" sldId="803"/>
            <ac:spMk id="4" creationId="{2463EDD9-B8F6-0646-18B3-CC070E8A0A43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0" creationId="{0CBD8A71-6858-EB63-60B1-2BCE04BF15A1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1" creationId="{F431F53F-9A54-2B40-184B-D840774F8B1E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2" creationId="{4B931BD9-C3E4-0025-B087-EEB521A2C46D}"/>
          </ac:spMkLst>
        </pc:spChg>
        <pc:spChg chg="add mod">
          <ac:chgData name="Zonghua Gu" userId="9a7e1853e1951ef5" providerId="LiveId" clId="{CF1FAA12-072C-4ED5-BA76-0FFFAEFDB88A}" dt="2025-10-21T22:44:19.619" v="3233" actId="1035"/>
          <ac:spMkLst>
            <pc:docMk/>
            <pc:sldMk cId="2664882224" sldId="803"/>
            <ac:spMk id="13" creationId="{A4CE08F2-4EA8-54EE-BF49-1DDF1427E231}"/>
          </ac:spMkLst>
        </pc:spChg>
        <pc:graphicFrameChg chg="add mod modGraphic">
          <ac:chgData name="Zonghua Gu" userId="9a7e1853e1951ef5" providerId="LiveId" clId="{CF1FAA12-072C-4ED5-BA76-0FFFAEFDB88A}" dt="2025-10-21T22:44:19.619" v="3233" actId="1035"/>
          <ac:graphicFrameMkLst>
            <pc:docMk/>
            <pc:sldMk cId="2664882224" sldId="803"/>
            <ac:graphicFrameMk id="8" creationId="{7BD17121-F2EE-4EB2-E99B-5E4ED1E984B5}"/>
          </ac:graphicFrameMkLst>
        </pc:graphicFrameChg>
        <pc:graphicFrameChg chg="add mod modGraphic">
          <ac:chgData name="Zonghua Gu" userId="9a7e1853e1951ef5" providerId="LiveId" clId="{CF1FAA12-072C-4ED5-BA76-0FFFAEFDB88A}" dt="2025-10-21T22:44:19.619" v="3233" actId="1035"/>
          <ac:graphicFrameMkLst>
            <pc:docMk/>
            <pc:sldMk cId="2664882224" sldId="803"/>
            <ac:graphicFrameMk id="9" creationId="{DD348A1B-265D-FC66-3D0D-1FCF93CB8C74}"/>
          </ac:graphicFrameMkLst>
        </pc:graphicFrameChg>
      </pc:sldChg>
      <pc:sldChg chg="modSp add mod modNotesTx">
        <pc:chgData name="Zonghua Gu" userId="9a7e1853e1951ef5" providerId="LiveId" clId="{CF1FAA12-072C-4ED5-BA76-0FFFAEFDB88A}" dt="2025-10-22T00:15:46.837" v="4015" actId="20577"/>
        <pc:sldMkLst>
          <pc:docMk/>
          <pc:sldMk cId="2882502133" sldId="804"/>
        </pc:sldMkLst>
        <pc:spChg chg="mod">
          <ac:chgData name="Zonghua Gu" userId="9a7e1853e1951ef5" providerId="LiveId" clId="{CF1FAA12-072C-4ED5-BA76-0FFFAEFDB88A}" dt="2025-09-25T21:37:37.535" v="1020" actId="20577"/>
          <ac:spMkLst>
            <pc:docMk/>
            <pc:sldMk cId="2882502133" sldId="804"/>
            <ac:spMk id="2" creationId="{3D61F6C3-9012-39E9-02E8-5A15294CC493}"/>
          </ac:spMkLst>
        </pc:spChg>
        <pc:spChg chg="mod">
          <ac:chgData name="Zonghua Gu" userId="9a7e1853e1951ef5" providerId="LiveId" clId="{CF1FAA12-072C-4ED5-BA76-0FFFAEFDB88A}" dt="2025-10-22T00:15:46.837" v="4015" actId="20577"/>
          <ac:spMkLst>
            <pc:docMk/>
            <pc:sldMk cId="2882502133" sldId="804"/>
            <ac:spMk id="4" creationId="{0A072226-E71C-C418-9D4C-D783EC4359F1}"/>
          </ac:spMkLst>
        </pc:spChg>
      </pc:sldChg>
      <pc:sldChg chg="modSp add mod">
        <pc:chgData name="Zonghua Gu" userId="9a7e1853e1951ef5" providerId="LiveId" clId="{CF1FAA12-072C-4ED5-BA76-0FFFAEFDB88A}" dt="2025-10-21T22:45:50.494" v="3240" actId="1076"/>
        <pc:sldMkLst>
          <pc:docMk/>
          <pc:sldMk cId="3336550644" sldId="805"/>
        </pc:sldMkLst>
        <pc:spChg chg="mod">
          <ac:chgData name="Zonghua Gu" userId="9a7e1853e1951ef5" providerId="LiveId" clId="{CF1FAA12-072C-4ED5-BA76-0FFFAEFDB88A}" dt="2025-09-25T21:51:26.700" v="1222" actId="20577"/>
          <ac:spMkLst>
            <pc:docMk/>
            <pc:sldMk cId="3336550644" sldId="805"/>
            <ac:spMk id="2" creationId="{A8D04C52-29FC-2FF0-4F89-3285A82B3DAB}"/>
          </ac:spMkLst>
        </pc:spChg>
        <pc:spChg chg="mod">
          <ac:chgData name="Zonghua Gu" userId="9a7e1853e1951ef5" providerId="LiveId" clId="{CF1FAA12-072C-4ED5-BA76-0FFFAEFDB88A}" dt="2025-10-21T22:45:45.284" v="3239" actId="20577"/>
          <ac:spMkLst>
            <pc:docMk/>
            <pc:sldMk cId="3336550644" sldId="805"/>
            <ac:spMk id="4" creationId="{22D5A64C-016C-A0F2-38AF-054CBADAE79C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0" creationId="{07A996FC-F93E-6EF2-A02F-BA392BF9A202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1" creationId="{9303034B-1544-8514-5223-EA486A850EC3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2" creationId="{50110493-0041-BD86-E3E1-1704C9C6DDC3}"/>
          </ac:spMkLst>
        </pc:spChg>
        <pc:spChg chg="mod">
          <ac:chgData name="Zonghua Gu" userId="9a7e1853e1951ef5" providerId="LiveId" clId="{CF1FAA12-072C-4ED5-BA76-0FFFAEFDB88A}" dt="2025-10-21T22:45:50.494" v="3240" actId="1076"/>
          <ac:spMkLst>
            <pc:docMk/>
            <pc:sldMk cId="3336550644" sldId="805"/>
            <ac:spMk id="13" creationId="{83CA7F24-6687-6FF3-F8F0-EDA8288DA6CA}"/>
          </ac:spMkLst>
        </pc:spChg>
        <pc:graphicFrameChg chg="mod">
          <ac:chgData name="Zonghua Gu" userId="9a7e1853e1951ef5" providerId="LiveId" clId="{CF1FAA12-072C-4ED5-BA76-0FFFAEFDB88A}" dt="2025-10-21T22:45:50.494" v="3240" actId="1076"/>
          <ac:graphicFrameMkLst>
            <pc:docMk/>
            <pc:sldMk cId="3336550644" sldId="805"/>
            <ac:graphicFrameMk id="8" creationId="{F6C059E5-F0E5-8833-AA36-573533B7B6AE}"/>
          </ac:graphicFrameMkLst>
        </pc:graphicFrameChg>
        <pc:graphicFrameChg chg="mod">
          <ac:chgData name="Zonghua Gu" userId="9a7e1853e1951ef5" providerId="LiveId" clId="{CF1FAA12-072C-4ED5-BA76-0FFFAEFDB88A}" dt="2025-10-21T22:45:50.494" v="3240" actId="1076"/>
          <ac:graphicFrameMkLst>
            <pc:docMk/>
            <pc:sldMk cId="3336550644" sldId="805"/>
            <ac:graphicFrameMk id="9" creationId="{9521C1A2-D863-2E48-2394-4B8095D9FC9E}"/>
          </ac:graphicFrameMkLst>
        </pc:graphicFrameChg>
      </pc:sldChg>
      <pc:sldChg chg="modSp add mod">
        <pc:chgData name="Zonghua Gu" userId="9a7e1853e1951ef5" providerId="LiveId" clId="{CF1FAA12-072C-4ED5-BA76-0FFFAEFDB88A}" dt="2025-10-21T22:49:33.260" v="3244" actId="1076"/>
        <pc:sldMkLst>
          <pc:docMk/>
          <pc:sldMk cId="1204830540" sldId="806"/>
        </pc:sldMkLst>
        <pc:spChg chg="mod">
          <ac:chgData name="Zonghua Gu" userId="9a7e1853e1951ef5" providerId="LiveId" clId="{CF1FAA12-072C-4ED5-BA76-0FFFAEFDB88A}" dt="2025-09-25T21:51:37.364" v="1225" actId="20577"/>
          <ac:spMkLst>
            <pc:docMk/>
            <pc:sldMk cId="1204830540" sldId="806"/>
            <ac:spMk id="2" creationId="{14E1FC6F-F86B-D4FA-4FF9-D7B46DE6EB88}"/>
          </ac:spMkLst>
        </pc:spChg>
        <pc:spChg chg="mod">
          <ac:chgData name="Zonghua Gu" userId="9a7e1853e1951ef5" providerId="LiveId" clId="{CF1FAA12-072C-4ED5-BA76-0FFFAEFDB88A}" dt="2025-10-21T22:48:08.527" v="3243" actId="20577"/>
          <ac:spMkLst>
            <pc:docMk/>
            <pc:sldMk cId="1204830540" sldId="806"/>
            <ac:spMk id="4" creationId="{F5BD1FD1-2387-26FB-4BF0-E2B12311B2D2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0" creationId="{CD328998-F5A5-38ED-01EA-1EC3EF7E338A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1" creationId="{87B6A0A7-7A1C-7320-C242-11989D0D0ED0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2" creationId="{564CC732-54C8-85E9-07B7-FAF0798F74AA}"/>
          </ac:spMkLst>
        </pc:spChg>
        <pc:spChg chg="mod">
          <ac:chgData name="Zonghua Gu" userId="9a7e1853e1951ef5" providerId="LiveId" clId="{CF1FAA12-072C-4ED5-BA76-0FFFAEFDB88A}" dt="2025-10-21T22:49:33.260" v="3244" actId="1076"/>
          <ac:spMkLst>
            <pc:docMk/>
            <pc:sldMk cId="1204830540" sldId="806"/>
            <ac:spMk id="13" creationId="{2C9720F2-1965-B15A-E7DD-DB560229807A}"/>
          </ac:spMkLst>
        </pc:spChg>
        <pc:graphicFrameChg chg="mod">
          <ac:chgData name="Zonghua Gu" userId="9a7e1853e1951ef5" providerId="LiveId" clId="{CF1FAA12-072C-4ED5-BA76-0FFFAEFDB88A}" dt="2025-10-21T22:49:33.260" v="3244" actId="1076"/>
          <ac:graphicFrameMkLst>
            <pc:docMk/>
            <pc:sldMk cId="1204830540" sldId="806"/>
            <ac:graphicFrameMk id="8" creationId="{A9B3120B-E6CB-D08B-C83A-65EA4EBFEEBA}"/>
          </ac:graphicFrameMkLst>
        </pc:graphicFrameChg>
        <pc:graphicFrameChg chg="mod">
          <ac:chgData name="Zonghua Gu" userId="9a7e1853e1951ef5" providerId="LiveId" clId="{CF1FAA12-072C-4ED5-BA76-0FFFAEFDB88A}" dt="2025-10-21T22:49:33.260" v="3244" actId="1076"/>
          <ac:graphicFrameMkLst>
            <pc:docMk/>
            <pc:sldMk cId="1204830540" sldId="806"/>
            <ac:graphicFrameMk id="9" creationId="{68A9D7B6-EE91-3397-F114-367B143D28C0}"/>
          </ac:graphicFrameMkLst>
        </pc:graphicFrameChg>
      </pc:sldChg>
      <pc:sldChg chg="delSp modSp add del mod">
        <pc:chgData name="Zonghua Gu" userId="9a7e1853e1951ef5" providerId="LiveId" clId="{CF1FAA12-072C-4ED5-BA76-0FFFAEFDB88A}" dt="2025-10-21T23:51:15.209" v="3756" actId="47"/>
        <pc:sldMkLst>
          <pc:docMk/>
          <pc:sldMk cId="1650360982" sldId="808"/>
        </pc:sldMkLst>
      </pc:sldChg>
      <pc:sldChg chg="addSp delSp modSp new mod">
        <pc:chgData name="Zonghua Gu" userId="9a7e1853e1951ef5" providerId="LiveId" clId="{CF1FAA12-072C-4ED5-BA76-0FFFAEFDB88A}" dt="2025-10-08T01:55:27.618" v="1658" actId="27636"/>
        <pc:sldMkLst>
          <pc:docMk/>
          <pc:sldMk cId="2284923932" sldId="809"/>
        </pc:sldMkLst>
        <pc:spChg chg="mod">
          <ac:chgData name="Zonghua Gu" userId="9a7e1853e1951ef5" providerId="LiveId" clId="{CF1FAA12-072C-4ED5-BA76-0FFFAEFDB88A}" dt="2025-10-08T01:31:36.074" v="1331"/>
          <ac:spMkLst>
            <pc:docMk/>
            <pc:sldMk cId="2284923932" sldId="809"/>
            <ac:spMk id="2" creationId="{06D87A03-6041-026E-57B5-BB15BE9C9179}"/>
          </ac:spMkLst>
        </pc:spChg>
        <pc:spChg chg="mod">
          <ac:chgData name="Zonghua Gu" userId="9a7e1853e1951ef5" providerId="LiveId" clId="{CF1FAA12-072C-4ED5-BA76-0FFFAEFDB88A}" dt="2025-10-08T01:55:27.618" v="1658" actId="27636"/>
          <ac:spMkLst>
            <pc:docMk/>
            <pc:sldMk cId="2284923932" sldId="809"/>
            <ac:spMk id="4" creationId="{820F721C-49AF-4791-CFC3-7A5BCF18A263}"/>
          </ac:spMkLst>
        </pc:spChg>
        <pc:graphicFrameChg chg="add mod">
          <ac:chgData name="Zonghua Gu" userId="9a7e1853e1951ef5" providerId="LiveId" clId="{CF1FAA12-072C-4ED5-BA76-0FFFAEFDB88A}" dt="2025-10-08T01:53:58.840" v="1644"/>
          <ac:graphicFrameMkLst>
            <pc:docMk/>
            <pc:sldMk cId="2284923932" sldId="809"/>
            <ac:graphicFrameMk id="11" creationId="{E200620A-B2FE-B335-0D7B-0C5D9D0E887A}"/>
          </ac:graphicFrameMkLst>
        </pc:graphicFrameChg>
        <pc:graphicFrameChg chg="add mod modGraphic">
          <ac:chgData name="Zonghua Gu" userId="9a7e1853e1951ef5" providerId="LiveId" clId="{CF1FAA12-072C-4ED5-BA76-0FFFAEFDB88A}" dt="2025-10-08T01:54:05.636" v="1646" actId="108"/>
          <ac:graphicFrameMkLst>
            <pc:docMk/>
            <pc:sldMk cId="2284923932" sldId="809"/>
            <ac:graphicFrameMk id="12" creationId="{9E77696A-7447-CDEC-D8B2-8C7336B6AE7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22T00:00:36.454" v="3908" actId="20577"/>
        <pc:sldMkLst>
          <pc:docMk/>
          <pc:sldMk cId="2957949268" sldId="811"/>
        </pc:sldMkLst>
        <pc:spChg chg="mod">
          <ac:chgData name="Zonghua Gu" userId="9a7e1853e1951ef5" providerId="LiveId" clId="{CF1FAA12-072C-4ED5-BA76-0FFFAEFDB88A}" dt="2025-10-22T00:00:36.454" v="3908" actId="20577"/>
          <ac:spMkLst>
            <pc:docMk/>
            <pc:sldMk cId="2957949268" sldId="811"/>
            <ac:spMk id="4" creationId="{3528BAFB-7E83-6017-36A5-8856E36AD2DF}"/>
          </ac:spMkLst>
        </pc:spChg>
        <pc:graphicFrameChg chg="add mod">
          <ac:chgData name="Zonghua Gu" userId="9a7e1853e1951ef5" providerId="LiveId" clId="{CF1FAA12-072C-4ED5-BA76-0FFFAEFDB88A}" dt="2025-10-08T01:39:14.225" v="1492"/>
          <ac:graphicFrameMkLst>
            <pc:docMk/>
            <pc:sldMk cId="2957949268" sldId="811"/>
            <ac:graphicFrameMk id="5" creationId="{DCFF20E1-6306-C5B2-B89F-50622B752DF5}"/>
          </ac:graphicFrameMkLst>
        </pc:graphicFrameChg>
        <pc:graphicFrameChg chg="add mod modGraphic">
          <ac:chgData name="Zonghua Gu" userId="9a7e1853e1951ef5" providerId="LiveId" clId="{CF1FAA12-072C-4ED5-BA76-0FFFAEFDB88A}" dt="2025-10-08T01:54:09.386" v="1647" actId="108"/>
          <ac:graphicFrameMkLst>
            <pc:docMk/>
            <pc:sldMk cId="2957949268" sldId="811"/>
            <ac:graphicFrameMk id="11" creationId="{001500E7-0850-9C66-1E7A-24ECEE3B31E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22T00:00:39.797" v="3913" actId="20577"/>
        <pc:sldMkLst>
          <pc:docMk/>
          <pc:sldMk cId="195030017" sldId="812"/>
        </pc:sldMkLst>
        <pc:spChg chg="mod">
          <ac:chgData name="Zonghua Gu" userId="9a7e1853e1951ef5" providerId="LiveId" clId="{CF1FAA12-072C-4ED5-BA76-0FFFAEFDB88A}" dt="2025-10-22T00:00:39.797" v="3913" actId="20577"/>
          <ac:spMkLst>
            <pc:docMk/>
            <pc:sldMk cId="195030017" sldId="812"/>
            <ac:spMk id="4" creationId="{BA095994-96A1-3342-AF91-E5C6E48F1321}"/>
          </ac:spMkLst>
        </pc:spChg>
      </pc:sldChg>
      <pc:sldChg chg="modSp add mod">
        <pc:chgData name="Zonghua Gu" userId="9a7e1853e1951ef5" providerId="LiveId" clId="{CF1FAA12-072C-4ED5-BA76-0FFFAEFDB88A}" dt="2025-10-22T00:00:29.660" v="3903" actId="20577"/>
        <pc:sldMkLst>
          <pc:docMk/>
          <pc:sldMk cId="1716263769" sldId="813"/>
        </pc:sldMkLst>
        <pc:spChg chg="mod">
          <ac:chgData name="Zonghua Gu" userId="9a7e1853e1951ef5" providerId="LiveId" clId="{CF1FAA12-072C-4ED5-BA76-0FFFAEFDB88A}" dt="2025-10-22T00:00:29.660" v="3903" actId="20577"/>
          <ac:spMkLst>
            <pc:docMk/>
            <pc:sldMk cId="1716263769" sldId="813"/>
            <ac:spMk id="4" creationId="{2E30BEB6-14A6-7DA1-64FA-D0E05B682530}"/>
          </ac:spMkLst>
        </pc:spChg>
      </pc:sldChg>
      <pc:sldChg chg="addSp delSp modSp new del mod">
        <pc:chgData name="Zonghua Gu" userId="9a7e1853e1951ef5" providerId="LiveId" clId="{CF1FAA12-072C-4ED5-BA76-0FFFAEFDB88A}" dt="2025-10-21T19:27:16.819" v="2452" actId="47"/>
        <pc:sldMkLst>
          <pc:docMk/>
          <pc:sldMk cId="754608230" sldId="815"/>
        </pc:sldMkLst>
      </pc:sldChg>
      <pc:sldChg chg="addSp delSp modSp new mod">
        <pc:chgData name="Zonghua Gu" userId="9a7e1853e1951ef5" providerId="LiveId" clId="{CF1FAA12-072C-4ED5-BA76-0FFFAEFDB88A}" dt="2025-10-22T00:50:26.032" v="4275" actId="20577"/>
        <pc:sldMkLst>
          <pc:docMk/>
          <pc:sldMk cId="811401925" sldId="816"/>
        </pc:sldMkLst>
        <pc:spChg chg="mod">
          <ac:chgData name="Zonghua Gu" userId="9a7e1853e1951ef5" providerId="LiveId" clId="{CF1FAA12-072C-4ED5-BA76-0FFFAEFDB88A}" dt="2025-10-22T00:50:15.019" v="4269" actId="20577"/>
          <ac:spMkLst>
            <pc:docMk/>
            <pc:sldMk cId="811401925" sldId="816"/>
            <ac:spMk id="2" creationId="{ED346943-56FC-4F00-B4C2-002F4BD6545D}"/>
          </ac:spMkLst>
        </pc:spChg>
        <pc:spChg chg="del">
          <ac:chgData name="Zonghua Gu" userId="9a7e1853e1951ef5" providerId="LiveId" clId="{CF1FAA12-072C-4ED5-BA76-0FFFAEFDB88A}" dt="2025-10-21T19:10:04.457" v="2116" actId="3680"/>
          <ac:spMkLst>
            <pc:docMk/>
            <pc:sldMk cId="811401925" sldId="816"/>
            <ac:spMk id="4" creationId="{6871AECB-404C-2B17-2203-AE0D11B00895}"/>
          </ac:spMkLst>
        </pc:spChg>
        <pc:spChg chg="add mod">
          <ac:chgData name="Zonghua Gu" userId="9a7e1853e1951ef5" providerId="LiveId" clId="{CF1FAA12-072C-4ED5-BA76-0FFFAEFDB88A}" dt="2025-10-21T19:24:00.659" v="2299"/>
          <ac:spMkLst>
            <pc:docMk/>
            <pc:sldMk cId="811401925" sldId="816"/>
            <ac:spMk id="9" creationId="{810EE1B8-C141-FA04-4558-34F0A27580B4}"/>
          </ac:spMkLst>
        </pc:spChg>
        <pc:spChg chg="add mod">
          <ac:chgData name="Zonghua Gu" userId="9a7e1853e1951ef5" providerId="LiveId" clId="{CF1FAA12-072C-4ED5-BA76-0FFFAEFDB88A}" dt="2025-10-22T00:50:26.032" v="4275" actId="20577"/>
          <ac:spMkLst>
            <pc:docMk/>
            <pc:sldMk cId="811401925" sldId="816"/>
            <ac:spMk id="10" creationId="{1E914C08-96CB-135B-1433-52624F812AD9}"/>
          </ac:spMkLst>
        </pc:spChg>
        <pc:spChg chg="add mod">
          <ac:chgData name="Zonghua Gu" userId="9a7e1853e1951ef5" providerId="LiveId" clId="{CF1FAA12-072C-4ED5-BA76-0FFFAEFDB88A}" dt="2025-10-22T00:16:42.106" v="4044" actId="27636"/>
          <ac:spMkLst>
            <pc:docMk/>
            <pc:sldMk cId="811401925" sldId="816"/>
            <ac:spMk id="11" creationId="{E0C303F2-641E-019B-CA34-0B02E8722206}"/>
          </ac:spMkLst>
        </pc:spChg>
        <pc:spChg chg="add mod">
          <ac:chgData name="Zonghua Gu" userId="9a7e1853e1951ef5" providerId="LiveId" clId="{CF1FAA12-072C-4ED5-BA76-0FFFAEFDB88A}" dt="2025-10-21T19:26:02.468" v="2361" actId="1076"/>
          <ac:spMkLst>
            <pc:docMk/>
            <pc:sldMk cId="811401925" sldId="816"/>
            <ac:spMk id="12" creationId="{4C6A6B80-3FEE-6D76-7A51-6A84F29B3557}"/>
          </ac:spMkLst>
        </pc:spChg>
        <pc:spChg chg="add mod">
          <ac:chgData name="Zonghua Gu" userId="9a7e1853e1951ef5" providerId="LiveId" clId="{CF1FAA12-072C-4ED5-BA76-0FFFAEFDB88A}" dt="2025-10-21T19:26:17.471" v="2378" actId="20577"/>
          <ac:spMkLst>
            <pc:docMk/>
            <pc:sldMk cId="811401925" sldId="816"/>
            <ac:spMk id="13" creationId="{E381BB9B-55E3-DA1B-9EC5-B7BD5B3494A9}"/>
          </ac:spMkLst>
        </pc:spChg>
        <pc:graphicFrameChg chg="add mod ord modGraphic">
          <ac:chgData name="Zonghua Gu" userId="9a7e1853e1951ef5" providerId="LiveId" clId="{CF1FAA12-072C-4ED5-BA76-0FFFAEFDB88A}" dt="2025-10-21T19:23:11.565" v="2297" actId="1037"/>
          <ac:graphicFrameMkLst>
            <pc:docMk/>
            <pc:sldMk cId="811401925" sldId="816"/>
            <ac:graphicFrameMk id="7" creationId="{921A7FA2-20A5-D70A-4C8A-128BD78BDA7C}"/>
          </ac:graphicFrameMkLst>
        </pc:graphicFrameChg>
        <pc:graphicFrameChg chg="add mod modGraphic">
          <ac:chgData name="Zonghua Gu" userId="9a7e1853e1951ef5" providerId="LiveId" clId="{CF1FAA12-072C-4ED5-BA76-0FFFAEFDB88A}" dt="2025-10-21T19:24:38.666" v="2309" actId="113"/>
          <ac:graphicFrameMkLst>
            <pc:docMk/>
            <pc:sldMk cId="811401925" sldId="816"/>
            <ac:graphicFrameMk id="8" creationId="{D888B29E-C3F6-5701-3FB8-7AD8E9E5634F}"/>
          </ac:graphicFrameMkLst>
        </pc:graphicFrameChg>
        <pc:picChg chg="add del mod">
          <ac:chgData name="Zonghua Gu" userId="9a7e1853e1951ef5" providerId="LiveId" clId="{CF1FAA12-072C-4ED5-BA76-0FFFAEFDB88A}" dt="2025-10-21T19:22:28.127" v="2290" actId="478"/>
          <ac:picMkLst>
            <pc:docMk/>
            <pc:sldMk cId="811401925" sldId="816"/>
            <ac:picMk id="6" creationId="{67B010C6-C844-ABC8-621B-34CA9631176F}"/>
          </ac:picMkLst>
        </pc:picChg>
      </pc:sldChg>
      <pc:sldChg chg="addSp delSp modSp add mod">
        <pc:chgData name="Zonghua Gu" userId="9a7e1853e1951ef5" providerId="LiveId" clId="{CF1FAA12-072C-4ED5-BA76-0FFFAEFDB88A}" dt="2025-10-22T00:50:29.405" v="4277" actId="20577"/>
        <pc:sldMkLst>
          <pc:docMk/>
          <pc:sldMk cId="436543705" sldId="817"/>
        </pc:sldMkLst>
        <pc:spChg chg="mod">
          <ac:chgData name="Zonghua Gu" userId="9a7e1853e1951ef5" providerId="LiveId" clId="{CF1FAA12-072C-4ED5-BA76-0FFFAEFDB88A}" dt="2025-10-22T00:50:29.405" v="4277" actId="20577"/>
          <ac:spMkLst>
            <pc:docMk/>
            <pc:sldMk cId="436543705" sldId="817"/>
            <ac:spMk id="2" creationId="{0BA13921-2A45-DFEB-5309-D3FF1ADB4632}"/>
          </ac:spMkLst>
        </pc:spChg>
        <pc:spChg chg="add mod">
          <ac:chgData name="Zonghua Gu" userId="9a7e1853e1951ef5" providerId="LiveId" clId="{CF1FAA12-072C-4ED5-BA76-0FFFAEFDB88A}" dt="2025-10-21T20:51:14.891" v="2464" actId="1076"/>
          <ac:spMkLst>
            <pc:docMk/>
            <pc:sldMk cId="436543705" sldId="817"/>
            <ac:spMk id="4" creationId="{85B69292-CBB5-3DF7-B428-218A4A7336AD}"/>
          </ac:spMkLst>
        </pc:spChg>
        <pc:spChg chg="del mod">
          <ac:chgData name="Zonghua Gu" userId="9a7e1853e1951ef5" providerId="LiveId" clId="{CF1FAA12-072C-4ED5-BA76-0FFFAEFDB88A}" dt="2025-10-21T20:50:04.244" v="2462" actId="478"/>
          <ac:spMkLst>
            <pc:docMk/>
            <pc:sldMk cId="436543705" sldId="817"/>
            <ac:spMk id="10" creationId="{CADA20C5-94EA-D2BC-F9C4-1384F4ACFE2E}"/>
          </ac:spMkLst>
        </pc:spChg>
        <pc:spChg chg="mod">
          <ac:chgData name="Zonghua Gu" userId="9a7e1853e1951ef5" providerId="LiveId" clId="{CF1FAA12-072C-4ED5-BA76-0FFFAEFDB88A}" dt="2025-10-22T00:13:38.571" v="3966" actId="27636"/>
          <ac:spMkLst>
            <pc:docMk/>
            <pc:sldMk cId="436543705" sldId="817"/>
            <ac:spMk id="11" creationId="{722AEABA-ECF0-EE34-D92D-0B9E8214F92E}"/>
          </ac:spMkLst>
        </pc:spChg>
        <pc:graphicFrameChg chg="mod modGraphic">
          <ac:chgData name="Zonghua Gu" userId="9a7e1853e1951ef5" providerId="LiveId" clId="{CF1FAA12-072C-4ED5-BA76-0FFFAEFDB88A}" dt="2025-10-21T20:54:23.689" v="2523" actId="207"/>
          <ac:graphicFrameMkLst>
            <pc:docMk/>
            <pc:sldMk cId="436543705" sldId="817"/>
            <ac:graphicFrameMk id="7" creationId="{34E32F45-A466-4D81-2CAD-4DBC2C6742BC}"/>
          </ac:graphicFrameMkLst>
        </pc:graphicFrameChg>
        <pc:picChg chg="add del mod">
          <ac:chgData name="Zonghua Gu" userId="9a7e1853e1951ef5" providerId="LiveId" clId="{CF1FAA12-072C-4ED5-BA76-0FFFAEFDB88A}" dt="2025-10-21T20:58:35.736" v="2679" actId="478"/>
          <ac:picMkLst>
            <pc:docMk/>
            <pc:sldMk cId="436543705" sldId="817"/>
            <ac:picMk id="6" creationId="{B3D61838-5CA0-0D2B-3CB1-99587208CBBD}"/>
          </ac:picMkLst>
        </pc:picChg>
      </pc:sldChg>
      <pc:sldChg chg="modSp new del mod">
        <pc:chgData name="Zonghua Gu" userId="9a7e1853e1951ef5" providerId="LiveId" clId="{CF1FAA12-072C-4ED5-BA76-0FFFAEFDB88A}" dt="2025-10-21T19:25:07.882" v="2319" actId="47"/>
        <pc:sldMkLst>
          <pc:docMk/>
          <pc:sldMk cId="1537251355" sldId="817"/>
        </pc:sldMkLst>
        <pc:spChg chg="mod">
          <ac:chgData name="Zonghua Gu" userId="9a7e1853e1951ef5" providerId="LiveId" clId="{CF1FAA12-072C-4ED5-BA76-0FFFAEFDB88A}" dt="2025-10-21T19:25:03.318" v="2317" actId="20577"/>
          <ac:spMkLst>
            <pc:docMk/>
            <pc:sldMk cId="1537251355" sldId="817"/>
            <ac:spMk id="4" creationId="{4A985CA6-93B6-D329-ECB3-71E10295D696}"/>
          </ac:spMkLst>
        </pc:spChg>
      </pc:sldChg>
      <pc:sldChg chg="addSp delSp modSp new mod">
        <pc:chgData name="Zonghua Gu" userId="9a7e1853e1951ef5" providerId="LiveId" clId="{CF1FAA12-072C-4ED5-BA76-0FFFAEFDB88A}" dt="2025-10-22T00:50:33.039" v="4279" actId="20577"/>
        <pc:sldMkLst>
          <pc:docMk/>
          <pc:sldMk cId="3488595267" sldId="818"/>
        </pc:sldMkLst>
        <pc:spChg chg="mod">
          <ac:chgData name="Zonghua Gu" userId="9a7e1853e1951ef5" providerId="LiveId" clId="{CF1FAA12-072C-4ED5-BA76-0FFFAEFDB88A}" dt="2025-10-22T00:50:33.039" v="4279" actId="20577"/>
          <ac:spMkLst>
            <pc:docMk/>
            <pc:sldMk cId="3488595267" sldId="818"/>
            <ac:spMk id="2" creationId="{A0192FCB-7FF9-9037-3DC9-B18E7B49293F}"/>
          </ac:spMkLst>
        </pc:spChg>
        <pc:spChg chg="mod">
          <ac:chgData name="Zonghua Gu" userId="9a7e1853e1951ef5" providerId="LiveId" clId="{CF1FAA12-072C-4ED5-BA76-0FFFAEFDB88A}" dt="2025-10-22T00:42:27.661" v="4190" actId="27636"/>
          <ac:spMkLst>
            <pc:docMk/>
            <pc:sldMk cId="3488595267" sldId="818"/>
            <ac:spMk id="4" creationId="{145B3053-CFB1-6838-AAE4-D5E27021784B}"/>
          </ac:spMkLst>
        </pc:spChg>
        <pc:spChg chg="add mod">
          <ac:chgData name="Zonghua Gu" userId="9a7e1853e1951ef5" providerId="LiveId" clId="{CF1FAA12-072C-4ED5-BA76-0FFFAEFDB88A}" dt="2025-10-21T23:58:56.962" v="3893" actId="20577"/>
          <ac:spMkLst>
            <pc:docMk/>
            <pc:sldMk cId="3488595267" sldId="818"/>
            <ac:spMk id="5" creationId="{393557C1-FD7E-7283-65D1-80093EB57E23}"/>
          </ac:spMkLst>
        </pc:spChg>
        <pc:graphicFrameChg chg="add mod modGraphic">
          <ac:chgData name="Zonghua Gu" userId="9a7e1853e1951ef5" providerId="LiveId" clId="{CF1FAA12-072C-4ED5-BA76-0FFFAEFDB88A}" dt="2025-10-21T21:52:04.701" v="2822" actId="14100"/>
          <ac:graphicFrameMkLst>
            <pc:docMk/>
            <pc:sldMk cId="3488595267" sldId="818"/>
            <ac:graphicFrameMk id="6" creationId="{43586B0A-AAB6-1D2E-24D6-64E619D83AA5}"/>
          </ac:graphicFrameMkLst>
        </pc:graphicFrameChg>
        <pc:graphicFrameChg chg="add del mod modGraphic">
          <ac:chgData name="Zonghua Gu" userId="9a7e1853e1951ef5" providerId="LiveId" clId="{CF1FAA12-072C-4ED5-BA76-0FFFAEFDB88A}" dt="2025-10-21T21:55:42.555" v="2882" actId="478"/>
          <ac:graphicFrameMkLst>
            <pc:docMk/>
            <pc:sldMk cId="3488595267" sldId="818"/>
            <ac:graphicFrameMk id="7" creationId="{D4316DAB-C1FB-4187-B078-056B73A7228E}"/>
          </ac:graphicFrameMkLst>
        </pc:graphicFrameChg>
        <pc:graphicFrameChg chg="add mod modGraphic">
          <ac:chgData name="Zonghua Gu" userId="9a7e1853e1951ef5" providerId="LiveId" clId="{CF1FAA12-072C-4ED5-BA76-0FFFAEFDB88A}" dt="2025-10-22T00:31:09.285" v="4102" actId="20577"/>
          <ac:graphicFrameMkLst>
            <pc:docMk/>
            <pc:sldMk cId="3488595267" sldId="818"/>
            <ac:graphicFrameMk id="8" creationId="{C7C14E0C-8BA7-B240-2E5F-B804E09539CB}"/>
          </ac:graphicFrameMkLst>
        </pc:graphicFrameChg>
        <pc:picChg chg="add del mod">
          <ac:chgData name="Zonghua Gu" userId="9a7e1853e1951ef5" providerId="LiveId" clId="{CF1FAA12-072C-4ED5-BA76-0FFFAEFDB88A}" dt="2025-10-22T00:01:50.185" v="3914" actId="478"/>
          <ac:picMkLst>
            <pc:docMk/>
            <pc:sldMk cId="3488595267" sldId="818"/>
            <ac:picMk id="9" creationId="{5459461E-271B-8903-4B13-098AE5E38C33}"/>
          </ac:picMkLst>
        </pc:picChg>
        <pc:picChg chg="add del mod">
          <ac:chgData name="Zonghua Gu" userId="9a7e1853e1951ef5" providerId="LiveId" clId="{CF1FAA12-072C-4ED5-BA76-0FFFAEFDB88A}" dt="2025-10-22T00:41:12.619" v="4186" actId="478"/>
          <ac:picMkLst>
            <pc:docMk/>
            <pc:sldMk cId="3488595267" sldId="818"/>
            <ac:picMk id="11" creationId="{8D4D34D7-97B7-497F-40CB-021EF1EF9AAB}"/>
          </ac:picMkLst>
        </pc:picChg>
      </pc:sldChg>
      <pc:sldChg chg="addSp delSp modSp add mod ord modNotesTx">
        <pc:chgData name="Zonghua Gu" userId="9a7e1853e1951ef5" providerId="LiveId" clId="{CF1FAA12-072C-4ED5-BA76-0FFFAEFDB88A}" dt="2025-10-22T00:55:47.841" v="4329" actId="478"/>
        <pc:sldMkLst>
          <pc:docMk/>
          <pc:sldMk cId="3653550031" sldId="819"/>
        </pc:sldMkLst>
        <pc:spChg chg="mod">
          <ac:chgData name="Zonghua Gu" userId="9a7e1853e1951ef5" providerId="LiveId" clId="{CF1FAA12-072C-4ED5-BA76-0FFFAEFDB88A}" dt="2025-10-22T00:50:35.944" v="4281" actId="20577"/>
          <ac:spMkLst>
            <pc:docMk/>
            <pc:sldMk cId="3653550031" sldId="819"/>
            <ac:spMk id="2" creationId="{8D6A2D63-87B9-C779-5841-28DFFCC174D8}"/>
          </ac:spMkLst>
        </pc:spChg>
        <pc:spChg chg="mod">
          <ac:chgData name="Zonghua Gu" userId="9a7e1853e1951ef5" providerId="LiveId" clId="{CF1FAA12-072C-4ED5-BA76-0FFFAEFDB88A}" dt="2025-10-22T00:43:12.498" v="4236" actId="20577"/>
          <ac:spMkLst>
            <pc:docMk/>
            <pc:sldMk cId="3653550031" sldId="819"/>
            <ac:spMk id="4" creationId="{47E16147-F6FF-DA8E-A54B-3AD6FD9BC42D}"/>
          </ac:spMkLst>
        </pc:spChg>
        <pc:spChg chg="add del mod ord">
          <ac:chgData name="Zonghua Gu" userId="9a7e1853e1951ef5" providerId="LiveId" clId="{CF1FAA12-072C-4ED5-BA76-0FFFAEFDB88A}" dt="2025-10-22T00:03:01.548" v="3943" actId="478"/>
          <ac:spMkLst>
            <pc:docMk/>
            <pc:sldMk cId="3653550031" sldId="819"/>
            <ac:spMk id="5" creationId="{0C104577-4185-350D-E7F1-6C339C3527F4}"/>
          </ac:spMkLst>
        </pc:spChg>
        <pc:spChg chg="add del mod">
          <ac:chgData name="Zonghua Gu" userId="9a7e1853e1951ef5" providerId="LiveId" clId="{CF1FAA12-072C-4ED5-BA76-0FFFAEFDB88A}" dt="2025-10-21T23:19:46.488" v="3569" actId="478"/>
          <ac:spMkLst>
            <pc:docMk/>
            <pc:sldMk cId="3653550031" sldId="819"/>
            <ac:spMk id="5" creationId="{14C46A35-2005-77E1-D1E1-B09F11824443}"/>
          </ac:spMkLst>
        </pc:spChg>
        <pc:spChg chg="del mod">
          <ac:chgData name="Zonghua Gu" userId="9a7e1853e1951ef5" providerId="LiveId" clId="{CF1FAA12-072C-4ED5-BA76-0FFFAEFDB88A}" dt="2025-10-21T21:52:58.583" v="2835" actId="478"/>
          <ac:spMkLst>
            <pc:docMk/>
            <pc:sldMk cId="3653550031" sldId="819"/>
            <ac:spMk id="5" creationId="{7B6009B9-DB25-9D67-FB29-210945594320}"/>
          </ac:spMkLst>
        </pc:spChg>
        <pc:spChg chg="add mod">
          <ac:chgData name="Zonghua Gu" userId="9a7e1853e1951ef5" providerId="LiveId" clId="{CF1FAA12-072C-4ED5-BA76-0FFFAEFDB88A}" dt="2025-10-22T00:01:56.039" v="3916"/>
          <ac:spMkLst>
            <pc:docMk/>
            <pc:sldMk cId="3653550031" sldId="819"/>
            <ac:spMk id="12" creationId="{40CDF3CF-5957-FE74-D9E1-DFB62DA656B4}"/>
          </ac:spMkLst>
        </pc:spChg>
        <pc:spChg chg="add mod ord">
          <ac:chgData name="Zonghua Gu" userId="9a7e1853e1951ef5" providerId="LiveId" clId="{CF1FAA12-072C-4ED5-BA76-0FFFAEFDB88A}" dt="2025-10-22T00:03:10.690" v="3945" actId="167"/>
          <ac:spMkLst>
            <pc:docMk/>
            <pc:sldMk cId="3653550031" sldId="819"/>
            <ac:spMk id="13" creationId="{03AB1D5E-EA8C-DC0E-3504-787C31C3FF4B}"/>
          </ac:spMkLst>
        </pc:spChg>
        <pc:graphicFrameChg chg="mod modGraphic">
          <ac:chgData name="Zonghua Gu" userId="9a7e1853e1951ef5" providerId="LiveId" clId="{CF1FAA12-072C-4ED5-BA76-0FFFAEFDB88A}" dt="2025-10-22T00:08:51.767" v="3953"/>
          <ac:graphicFrameMkLst>
            <pc:docMk/>
            <pc:sldMk cId="3653550031" sldId="819"/>
            <ac:graphicFrameMk id="6" creationId="{20BD6E28-A5B2-15E2-4657-69B74D865AD1}"/>
          </ac:graphicFrameMkLst>
        </pc:graphicFrameChg>
        <pc:graphicFrameChg chg="add mod modGraphic">
          <ac:chgData name="Zonghua Gu" userId="9a7e1853e1951ef5" providerId="LiveId" clId="{CF1FAA12-072C-4ED5-BA76-0FFFAEFDB88A}" dt="2025-10-22T00:31:21.462" v="4105" actId="207"/>
          <ac:graphicFrameMkLst>
            <pc:docMk/>
            <pc:sldMk cId="3653550031" sldId="819"/>
            <ac:graphicFrameMk id="7" creationId="{744E2143-7A13-BD9D-79CC-8CEAA8258A28}"/>
          </ac:graphicFrameMkLst>
        </pc:graphicFrameChg>
        <pc:picChg chg="add del mod">
          <ac:chgData name="Zonghua Gu" userId="9a7e1853e1951ef5" providerId="LiveId" clId="{CF1FAA12-072C-4ED5-BA76-0FFFAEFDB88A}" dt="2025-10-21T23:43:43.202" v="3684" actId="478"/>
          <ac:picMkLst>
            <pc:docMk/>
            <pc:sldMk cId="3653550031" sldId="819"/>
            <ac:picMk id="9" creationId="{B7A81C1E-9DA2-159C-A6C4-E613E128BF5E}"/>
          </ac:picMkLst>
        </pc:picChg>
        <pc:picChg chg="add del mod">
          <ac:chgData name="Zonghua Gu" userId="9a7e1853e1951ef5" providerId="LiveId" clId="{CF1FAA12-072C-4ED5-BA76-0FFFAEFDB88A}" dt="2025-10-21T23:43:41.468" v="3682" actId="478"/>
          <ac:picMkLst>
            <pc:docMk/>
            <pc:sldMk cId="3653550031" sldId="819"/>
            <ac:picMk id="11" creationId="{E0A0BAC8-10EF-4DCA-78AA-51558855D03D}"/>
          </ac:picMkLst>
        </pc:picChg>
        <pc:picChg chg="add del mod">
          <ac:chgData name="Zonghua Gu" userId="9a7e1853e1951ef5" providerId="LiveId" clId="{CF1FAA12-072C-4ED5-BA76-0FFFAEFDB88A}" dt="2025-10-22T00:03:32.447" v="3948" actId="478"/>
          <ac:picMkLst>
            <pc:docMk/>
            <pc:sldMk cId="3653550031" sldId="819"/>
            <ac:picMk id="15" creationId="{6301AA68-0EEC-5B3A-BD9C-E581E69F6978}"/>
          </ac:picMkLst>
        </pc:picChg>
        <pc:picChg chg="add del mod">
          <ac:chgData name="Zonghua Gu" userId="9a7e1853e1951ef5" providerId="LiveId" clId="{CF1FAA12-072C-4ED5-BA76-0FFFAEFDB88A}" dt="2025-10-22T00:13:09.946" v="3962" actId="478"/>
          <ac:picMkLst>
            <pc:docMk/>
            <pc:sldMk cId="3653550031" sldId="819"/>
            <ac:picMk id="17" creationId="{CB553775-06AD-B2DD-E814-CD3699CC979E}"/>
          </ac:picMkLst>
        </pc:picChg>
        <pc:picChg chg="add del mod">
          <ac:chgData name="Zonghua Gu" userId="9a7e1853e1951ef5" providerId="LiveId" clId="{CF1FAA12-072C-4ED5-BA76-0FFFAEFDB88A}" dt="2025-10-22T00:41:11.253" v="4185" actId="478"/>
          <ac:picMkLst>
            <pc:docMk/>
            <pc:sldMk cId="3653550031" sldId="819"/>
            <ac:picMk id="19" creationId="{827EE029-E925-C0F8-283D-EE5EFECEDB83}"/>
          </ac:picMkLst>
        </pc:picChg>
        <pc:picChg chg="add del">
          <ac:chgData name="Zonghua Gu" userId="9a7e1853e1951ef5" providerId="LiveId" clId="{CF1FAA12-072C-4ED5-BA76-0FFFAEFDB88A}" dt="2025-10-22T00:42:05.745" v="4188" actId="478"/>
          <ac:picMkLst>
            <pc:docMk/>
            <pc:sldMk cId="3653550031" sldId="819"/>
            <ac:picMk id="21" creationId="{E225A38F-703A-7096-3943-B0593F0E2F61}"/>
          </ac:picMkLst>
        </pc:picChg>
        <pc:picChg chg="add del mod">
          <ac:chgData name="Zonghua Gu" userId="9a7e1853e1951ef5" providerId="LiveId" clId="{CF1FAA12-072C-4ED5-BA76-0FFFAEFDB88A}" dt="2025-10-22T00:55:47.841" v="4329" actId="478"/>
          <ac:picMkLst>
            <pc:docMk/>
            <pc:sldMk cId="3653550031" sldId="819"/>
            <ac:picMk id="23" creationId="{918F0FD2-3EF3-B9B4-9822-DEAC5B387B8D}"/>
          </ac:picMkLst>
        </pc:picChg>
      </pc:sldChg>
      <pc:sldChg chg="addSp delSp modSp new mod ord">
        <pc:chgData name="Zonghua Gu" userId="9a7e1853e1951ef5" providerId="LiveId" clId="{CF1FAA12-072C-4ED5-BA76-0FFFAEFDB88A}" dt="2025-10-22T00:31:49.354" v="4108"/>
        <pc:sldMkLst>
          <pc:docMk/>
          <pc:sldMk cId="606520013" sldId="820"/>
        </pc:sldMkLst>
        <pc:spChg chg="add del mod">
          <ac:chgData name="Zonghua Gu" userId="9a7e1853e1951ef5" providerId="LiveId" clId="{CF1FAA12-072C-4ED5-BA76-0FFFAEFDB88A}" dt="2025-10-21T23:30:00.128" v="3643" actId="404"/>
          <ac:spMkLst>
            <pc:docMk/>
            <pc:sldMk cId="606520013" sldId="820"/>
            <ac:spMk id="5" creationId="{32A79334-25D3-6F34-8E60-D781DF9B18E9}"/>
          </ac:spMkLst>
        </pc:spChg>
        <pc:picChg chg="add">
          <ac:chgData name="Zonghua Gu" userId="9a7e1853e1951ef5" providerId="LiveId" clId="{CF1FAA12-072C-4ED5-BA76-0FFFAEFDB88A}" dt="2025-10-21T21:58:55.102" v="2920" actId="22"/>
          <ac:picMkLst>
            <pc:docMk/>
            <pc:sldMk cId="606520013" sldId="820"/>
            <ac:picMk id="6" creationId="{DBA7E6FD-31CB-BF98-56D2-635FB4217B9E}"/>
          </ac:picMkLst>
        </pc:picChg>
      </pc:sldChg>
      <pc:sldChg chg="modSp add del mod">
        <pc:chgData name="Zonghua Gu" userId="9a7e1853e1951ef5" providerId="LiveId" clId="{CF1FAA12-072C-4ED5-BA76-0FFFAEFDB88A}" dt="2025-10-21T23:16:56.406" v="3507" actId="47"/>
        <pc:sldMkLst>
          <pc:docMk/>
          <pc:sldMk cId="264931008" sldId="821"/>
        </pc:sldMkLst>
        <pc:spChg chg="mod">
          <ac:chgData name="Zonghua Gu" userId="9a7e1853e1951ef5" providerId="LiveId" clId="{CF1FAA12-072C-4ED5-BA76-0FFFAEFDB88A}" dt="2025-10-21T22:50:37.603" v="3255" actId="20577"/>
          <ac:spMkLst>
            <pc:docMk/>
            <pc:sldMk cId="264931008" sldId="821"/>
            <ac:spMk id="2" creationId="{F8083EAB-FFC3-F4EA-09D5-AF2B72986DBE}"/>
          </ac:spMkLst>
        </pc:spChg>
        <pc:spChg chg="mod">
          <ac:chgData name="Zonghua Gu" userId="9a7e1853e1951ef5" providerId="LiveId" clId="{CF1FAA12-072C-4ED5-BA76-0FFFAEFDB88A}" dt="2025-10-21T22:59:35.906" v="3483" actId="20577"/>
          <ac:spMkLst>
            <pc:docMk/>
            <pc:sldMk cId="264931008" sldId="821"/>
            <ac:spMk id="10" creationId="{9998843F-85FA-42AA-56E1-7931DB6DC6DF}"/>
          </ac:spMkLst>
        </pc:spChg>
        <pc:spChg chg="mod">
          <ac:chgData name="Zonghua Gu" userId="9a7e1853e1951ef5" providerId="LiveId" clId="{CF1FAA12-072C-4ED5-BA76-0FFFAEFDB88A}" dt="2025-10-21T23:02:34.868" v="3506" actId="20577"/>
          <ac:spMkLst>
            <pc:docMk/>
            <pc:sldMk cId="264931008" sldId="821"/>
            <ac:spMk id="11" creationId="{0B1A91FE-A044-D5A1-3340-EFF3676534C4}"/>
          </ac:spMkLst>
        </pc:spChg>
        <pc:graphicFrameChg chg="modGraphic">
          <ac:chgData name="Zonghua Gu" userId="9a7e1853e1951ef5" providerId="LiveId" clId="{CF1FAA12-072C-4ED5-BA76-0FFFAEFDB88A}" dt="2025-10-21T23:01:40.279" v="3485" actId="207"/>
          <ac:graphicFrameMkLst>
            <pc:docMk/>
            <pc:sldMk cId="264931008" sldId="821"/>
            <ac:graphicFrameMk id="7" creationId="{7030E39E-B193-3BBF-A4A9-1873E89A8E66}"/>
          </ac:graphicFrameMkLst>
        </pc:graphicFrameChg>
        <pc:graphicFrameChg chg="mod modGraphic">
          <ac:chgData name="Zonghua Gu" userId="9a7e1853e1951ef5" providerId="LiveId" clId="{CF1FAA12-072C-4ED5-BA76-0FFFAEFDB88A}" dt="2025-10-21T22:56:06.662" v="3329" actId="207"/>
          <ac:graphicFrameMkLst>
            <pc:docMk/>
            <pc:sldMk cId="264931008" sldId="821"/>
            <ac:graphicFrameMk id="8" creationId="{5C49654E-F929-61E6-C5C2-006A4E800316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10-21T23:29:51.761" v="3642" actId="47"/>
        <pc:sldMkLst>
          <pc:docMk/>
          <pc:sldMk cId="1213710140" sldId="821"/>
        </pc:sldMkLst>
        <pc:spChg chg="del mod">
          <ac:chgData name="Zonghua Gu" userId="9a7e1853e1951ef5" providerId="LiveId" clId="{CF1FAA12-072C-4ED5-BA76-0FFFAEFDB88A}" dt="2025-10-21T23:28:54.605" v="3601" actId="478"/>
          <ac:spMkLst>
            <pc:docMk/>
            <pc:sldMk cId="1213710140" sldId="821"/>
            <ac:spMk id="2" creationId="{2DCAAD60-24CA-3845-810F-D025F0B9843E}"/>
          </ac:spMkLst>
        </pc:spChg>
        <pc:spChg chg="add mod">
          <ac:chgData name="Zonghua Gu" userId="9a7e1853e1951ef5" providerId="LiveId" clId="{CF1FAA12-072C-4ED5-BA76-0FFFAEFDB88A}" dt="2025-10-21T23:28:39.609" v="3597"/>
          <ac:spMkLst>
            <pc:docMk/>
            <pc:sldMk cId="1213710140" sldId="821"/>
            <ac:spMk id="5" creationId="{89702899-F022-872A-9634-4218E5DF64C7}"/>
          </ac:spMkLst>
        </pc:spChg>
        <pc:spChg chg="add del mod">
          <ac:chgData name="Zonghua Gu" userId="9a7e1853e1951ef5" providerId="LiveId" clId="{CF1FAA12-072C-4ED5-BA76-0FFFAEFDB88A}" dt="2025-10-21T23:28:56.937" v="3604" actId="478"/>
          <ac:spMkLst>
            <pc:docMk/>
            <pc:sldMk cId="1213710140" sldId="821"/>
            <ac:spMk id="7" creationId="{A29CF462-FF04-DE35-9BC0-394985D86E04}"/>
          </ac:spMkLst>
        </pc:spChg>
        <pc:spChg chg="add mod">
          <ac:chgData name="Zonghua Gu" userId="9a7e1853e1951ef5" providerId="LiveId" clId="{CF1FAA12-072C-4ED5-BA76-0FFFAEFDB88A}" dt="2025-10-21T23:28:55.516" v="3603"/>
          <ac:spMkLst>
            <pc:docMk/>
            <pc:sldMk cId="1213710140" sldId="821"/>
            <ac:spMk id="8" creationId="{9E09E155-AB6D-3495-57A6-E35E28998DDD}"/>
          </ac:spMkLst>
        </pc:spChg>
        <pc:spChg chg="add mod">
          <ac:chgData name="Zonghua Gu" userId="9a7e1853e1951ef5" providerId="LiveId" clId="{CF1FAA12-072C-4ED5-BA76-0FFFAEFDB88A}" dt="2025-10-21T23:28:57.132" v="3605"/>
          <ac:spMkLst>
            <pc:docMk/>
            <pc:sldMk cId="1213710140" sldId="821"/>
            <ac:spMk id="9" creationId="{DD002108-ACD9-A585-5DE5-90E90F1F38A7}"/>
          </ac:spMkLst>
        </pc:spChg>
      </pc:sldChg>
      <pc:sldChg chg="new del">
        <pc:chgData name="Zonghua Gu" userId="9a7e1853e1951ef5" providerId="LiveId" clId="{CF1FAA12-072C-4ED5-BA76-0FFFAEFDB88A}" dt="2025-10-21T22:50:29.190" v="3246" actId="680"/>
        <pc:sldMkLst>
          <pc:docMk/>
          <pc:sldMk cId="1378059341" sldId="821"/>
        </pc:sldMkLst>
      </pc:sldChg>
      <pc:sldChg chg="addSp delSp modSp new mod modNotesTx">
        <pc:chgData name="Zonghua Gu" userId="9a7e1853e1951ef5" providerId="LiveId" clId="{CF1FAA12-072C-4ED5-BA76-0FFFAEFDB88A}" dt="2025-10-22T00:55:18.025" v="4326" actId="113"/>
        <pc:sldMkLst>
          <pc:docMk/>
          <pc:sldMk cId="2270848448" sldId="821"/>
        </pc:sldMkLst>
        <pc:spChg chg="del mod">
          <ac:chgData name="Zonghua Gu" userId="9a7e1853e1951ef5" providerId="LiveId" clId="{CF1FAA12-072C-4ED5-BA76-0FFFAEFDB88A}" dt="2025-10-22T00:36:57.804" v="4120" actId="478"/>
          <ac:spMkLst>
            <pc:docMk/>
            <pc:sldMk cId="2270848448" sldId="821"/>
            <ac:spMk id="2" creationId="{DDD3CE1C-ED9A-AC1A-9706-EDD008F0CFA3}"/>
          </ac:spMkLst>
        </pc:spChg>
        <pc:spChg chg="mod">
          <ac:chgData name="Zonghua Gu" userId="9a7e1853e1951ef5" providerId="LiveId" clId="{CF1FAA12-072C-4ED5-BA76-0FFFAEFDB88A}" dt="2025-10-22T00:37:29.537" v="4129" actId="207"/>
          <ac:spMkLst>
            <pc:docMk/>
            <pc:sldMk cId="2270848448" sldId="821"/>
            <ac:spMk id="4" creationId="{53110734-57D2-2BF2-C541-48EEFD793D20}"/>
          </ac:spMkLst>
        </pc:spChg>
        <pc:spChg chg="add del mod">
          <ac:chgData name="Zonghua Gu" userId="9a7e1853e1951ef5" providerId="LiveId" clId="{CF1FAA12-072C-4ED5-BA76-0FFFAEFDB88A}" dt="2025-10-22T00:37:00.773" v="4121" actId="478"/>
          <ac:spMkLst>
            <pc:docMk/>
            <pc:sldMk cId="2270848448" sldId="821"/>
            <ac:spMk id="10" creationId="{E3BBBAAD-10E3-1C32-82DB-8AE62AAF4FC5}"/>
          </ac:spMkLst>
        </pc:spChg>
        <pc:graphicFrameChg chg="add mod modGraphic">
          <ac:chgData name="Zonghua Gu" userId="9a7e1853e1951ef5" providerId="LiveId" clId="{CF1FAA12-072C-4ED5-BA76-0FFFAEFDB88A}" dt="2025-10-22T00:54:59.287" v="4322"/>
          <ac:graphicFrameMkLst>
            <pc:docMk/>
            <pc:sldMk cId="2270848448" sldId="821"/>
            <ac:graphicFrameMk id="5" creationId="{AC30E1FB-AD9F-F830-145F-E37C379A0532}"/>
          </ac:graphicFrameMkLst>
        </pc:graphicFrameChg>
        <pc:graphicFrameChg chg="add mod">
          <ac:chgData name="Zonghua Gu" userId="9a7e1853e1951ef5" providerId="LiveId" clId="{CF1FAA12-072C-4ED5-BA76-0FFFAEFDB88A}" dt="2025-10-22T00:36:37.626" v="4118" actId="1036"/>
          <ac:graphicFrameMkLst>
            <pc:docMk/>
            <pc:sldMk cId="2270848448" sldId="821"/>
            <ac:graphicFrameMk id="6" creationId="{D224D27B-3F94-7C6B-E7AD-4D1E028E1241}"/>
          </ac:graphicFrameMkLst>
        </pc:graphicFrameChg>
        <pc:picChg chg="add del mod">
          <ac:chgData name="Zonghua Gu" userId="9a7e1853e1951ef5" providerId="LiveId" clId="{CF1FAA12-072C-4ED5-BA76-0FFFAEFDB88A}" dt="2025-10-22T00:36:17.365" v="4112" actId="478"/>
          <ac:picMkLst>
            <pc:docMk/>
            <pc:sldMk cId="2270848448" sldId="821"/>
            <ac:picMk id="8" creationId="{0476480D-700B-CE97-2DCA-ECB3461885FC}"/>
          </ac:picMkLst>
        </pc:picChg>
        <pc:picChg chg="add del mod">
          <ac:chgData name="Zonghua Gu" userId="9a7e1853e1951ef5" providerId="LiveId" clId="{CF1FAA12-072C-4ED5-BA76-0FFFAEFDB88A}" dt="2025-10-22T00:38:40.828" v="4132" actId="478"/>
          <ac:picMkLst>
            <pc:docMk/>
            <pc:sldMk cId="2270848448" sldId="821"/>
            <ac:picMk id="12" creationId="{F3F8ECEE-5307-61BA-51C8-85CFB6F2A29A}"/>
          </ac:picMkLst>
        </pc:picChg>
      </pc:sldChg>
      <pc:sldChg chg="modSp new del mod">
        <pc:chgData name="Zonghua Gu" userId="9a7e1853e1951ef5" providerId="LiveId" clId="{CF1FAA12-072C-4ED5-BA76-0FFFAEFDB88A}" dt="2025-10-22T00:58:58.172" v="4330" actId="47"/>
        <pc:sldMkLst>
          <pc:docMk/>
          <pc:sldMk cId="619272312" sldId="822"/>
        </pc:sldMkLst>
        <pc:spChg chg="mod">
          <ac:chgData name="Zonghua Gu" userId="9a7e1853e1951ef5" providerId="LiveId" clId="{CF1FAA12-072C-4ED5-BA76-0FFFAEFDB88A}" dt="2025-10-22T00:29:40.529" v="4065" actId="27636"/>
          <ac:spMkLst>
            <pc:docMk/>
            <pc:sldMk cId="619272312" sldId="822"/>
            <ac:spMk id="4" creationId="{49B47C35-C1C8-8BDF-B4B8-1A999EEC4CDA}"/>
          </ac:spMkLst>
        </pc:spChg>
      </pc:sldChg>
      <pc:sldChg chg="addSp modSp new mod">
        <pc:chgData name="Zonghua Gu" userId="9a7e1853e1951ef5" providerId="LiveId" clId="{CF1FAA12-072C-4ED5-BA76-0FFFAEFDB88A}" dt="2025-10-22T00:40:12.300" v="4178" actId="20577"/>
        <pc:sldMkLst>
          <pc:docMk/>
          <pc:sldMk cId="357148919" sldId="823"/>
        </pc:sldMkLst>
        <pc:spChg chg="mod">
          <ac:chgData name="Zonghua Gu" userId="9a7e1853e1951ef5" providerId="LiveId" clId="{CF1FAA12-072C-4ED5-BA76-0FFFAEFDB88A}" dt="2025-10-22T00:39:04.918" v="4152" actId="20577"/>
          <ac:spMkLst>
            <pc:docMk/>
            <pc:sldMk cId="357148919" sldId="823"/>
            <ac:spMk id="2" creationId="{B6A01A4E-B48D-1DBD-A8D9-2E7B56DAED3E}"/>
          </ac:spMkLst>
        </pc:spChg>
        <pc:spChg chg="mod">
          <ac:chgData name="Zonghua Gu" userId="9a7e1853e1951ef5" providerId="LiveId" clId="{CF1FAA12-072C-4ED5-BA76-0FFFAEFDB88A}" dt="2025-10-22T00:40:12.300" v="4178" actId="20577"/>
          <ac:spMkLst>
            <pc:docMk/>
            <pc:sldMk cId="357148919" sldId="823"/>
            <ac:spMk id="4" creationId="{92D7924B-1264-801F-B527-B071DE30B0D5}"/>
          </ac:spMkLst>
        </pc:spChg>
        <pc:spChg chg="add mod">
          <ac:chgData name="Zonghua Gu" userId="9a7e1853e1951ef5" providerId="LiveId" clId="{CF1FAA12-072C-4ED5-BA76-0FFFAEFDB88A}" dt="2025-10-22T00:38:57.480" v="4136"/>
          <ac:spMkLst>
            <pc:docMk/>
            <pc:sldMk cId="357148919" sldId="823"/>
            <ac:spMk id="5" creationId="{7271186D-05AA-4376-BD30-2CA45FBDA190}"/>
          </ac:spMkLst>
        </pc:spChg>
        <pc:graphicFrameChg chg="add mod">
          <ac:chgData name="Zonghua Gu" userId="9a7e1853e1951ef5" providerId="LiveId" clId="{CF1FAA12-072C-4ED5-BA76-0FFFAEFDB88A}" dt="2025-10-22T00:38:57.480" v="4136"/>
          <ac:graphicFrameMkLst>
            <pc:docMk/>
            <pc:sldMk cId="357148919" sldId="823"/>
            <ac:graphicFrameMk id="6" creationId="{7E4F03E2-3309-3F5B-7C2A-81D445DA8BA6}"/>
          </ac:graphicFrameMkLst>
        </pc:graphicFrameChg>
        <pc:graphicFrameChg chg="add mod">
          <ac:chgData name="Zonghua Gu" userId="9a7e1853e1951ef5" providerId="LiveId" clId="{CF1FAA12-072C-4ED5-BA76-0FFFAEFDB88A}" dt="2025-10-22T00:38:57.480" v="4136"/>
          <ac:graphicFrameMkLst>
            <pc:docMk/>
            <pc:sldMk cId="357148919" sldId="823"/>
            <ac:graphicFrameMk id="7" creationId="{F05BFDFB-FCA9-9356-1E8B-8D31B2E6CEF7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09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518169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F3F1-B017-A08A-9251-B46F8932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53D122D-0224-8535-E3A6-5FDD7A707E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  <p:txBody>
          <a:bodyPr/>
          <a:lstStyle/>
          <a:p>
            <a:endParaRPr lang="en-US"/>
          </a:p>
        </p:txBody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E7284EB6-6786-5ABD-3B45-B558349A2A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627589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fld id="{EF97FDFF-7B9F-7D4D-BFC0-AAD1F3D3D3CB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the 32-bit word at address 102 spans addresses 102..105, which cross a 4-byte alignment boundary if the bus expects aligned words at multiples of 4 (e.g., aligned words at 100 and 104). Since 102 is misaligned, the access requires two aligned 32-bit bus cycles (one covering 100..103 and one covering 104..107) with the CPU combining bytes</a:t>
            </a:r>
          </a:p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a 16-bit halfword at address 102 uses bytes 102..103, which reside within the same aligned 32-bit word (100..103). On a 32-bit bus that supports halfword transfers, this is a single bus cycle</a:t>
            </a:r>
          </a:p>
          <a:p>
            <a:pPr defTabSz="945658">
              <a:defRPr/>
            </a:pP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55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8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</a:t>
            </a:r>
            <a:r>
              <a:rPr lang="en-US"/>
              <a:t>0x4523.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714158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8F63-CB62-AD29-0E65-2F73F2894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A3B6A-BEBC-E047-D6F5-0CC9FE36C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BA09-2F24-6E9E-D66B-08028CA3C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75323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F467-06C2-3526-37D2-F03D64AF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38F54-911C-27C2-0DE4-E67D2E33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B72AF-C25F-8B44-2BBF-BEEB603A2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414890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0x10000010 FF EF CD AB 00 00 CD AB D0 BC D7 A8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458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R0  = 0xABCDEFFF     R4  = 0x00000000     R8  = 0x00000000     R12 = 0xAB8D7BCD0  </a:t>
            </a:r>
          </a:p>
          <a:p>
            <a:r>
              <a:rPr lang="pt-BR" dirty="0"/>
              <a:t>R1  = 0x10000010     R5  = 0x00000001     R9  = 0x008B3CD0     R13 = 0x10000200  </a:t>
            </a:r>
          </a:p>
          <a:p>
            <a:r>
              <a:rPr lang="pt-BR" dirty="0"/>
              <a:t>R2  = 0xABCDEFFF     R6  = 0x00000010     R10 = 0xDABCDAD0     R14 = 0x00000260  </a:t>
            </a:r>
          </a:p>
          <a:p>
            <a:r>
              <a:rPr lang="pt-BR" dirty="0"/>
              <a:t>R3  = 0xABCD0000     R7  = 0xABCDEFDF     R11 = 0x00503D0B     R15 = 0x00000250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3192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The program loads two words from memory, calls a max routine to choose the larger into R0, performs bit-masking and byte/bit-reordering operations, computes a rotated-sum, and stores that result back to memory at an 8‑byte offset from the base address R1, under little‑endian layout.</a:t>
            </a:r>
          </a:p>
          <a:p>
            <a:r>
              <a:rPr lang="en-US" b="0" dirty="0"/>
              <a:t>All intermediate register values, NZCV updates, and the final memory bytes at the store address are detailed below step by step.[1]</a:t>
            </a:r>
          </a:p>
          <a:p>
            <a:endParaRPr lang="en-US" b="0" dirty="0"/>
          </a:p>
          <a:p>
            <a:r>
              <a:rPr lang="en-US" b="0" dirty="0"/>
              <a:t>### Setup</a:t>
            </a:r>
          </a:p>
          <a:p>
            <a:r>
              <a:rPr lang="en-US" b="0" dirty="0"/>
              <a:t>- Memory at 0x10000010 contains bytes FF EF CD AB, and at 0x10000014 contains 00 00 CD AB, which, under little‑endian, correspond to words 0xABCDEFFF and 0xABCD0000 respectively.[1]</a:t>
            </a:r>
          </a:p>
          <a:p>
            <a:r>
              <a:rPr lang="en-US" b="0" dirty="0"/>
              <a:t>- The code sequence is the one shown on slide 32, and NZCV flags are reported in N Z C V order exactly as annotated on the slide.[1]</a:t>
            </a:r>
          </a:p>
          <a:p>
            <a:endParaRPr lang="en-US" b="0" dirty="0"/>
          </a:p>
          <a:p>
            <a:r>
              <a:rPr lang="en-US" b="0" dirty="0"/>
              <a:t>### Code listing</a:t>
            </a:r>
          </a:p>
          <a:p>
            <a:r>
              <a:rPr lang="en-US" b="0" dirty="0"/>
              <a:t>```arm</a:t>
            </a:r>
          </a:p>
          <a:p>
            <a:r>
              <a:rPr lang="en-US" b="0" dirty="0"/>
              <a:t>LDR R1, =0x10000010</a:t>
            </a:r>
          </a:p>
          <a:p>
            <a:r>
              <a:rPr lang="en-US" b="0" dirty="0"/>
              <a:t>LDR R2, [R1]</a:t>
            </a:r>
          </a:p>
          <a:p>
            <a:r>
              <a:rPr lang="en-US" b="0" dirty="0"/>
              <a:t>LDR R3, [R1,#4]</a:t>
            </a:r>
          </a:p>
          <a:p>
            <a:r>
              <a:rPr lang="en-US" b="0" dirty="0"/>
              <a:t>BL  max</a:t>
            </a:r>
          </a:p>
          <a:p>
            <a:r>
              <a:rPr lang="en-US" b="0" dirty="0"/>
              <a:t>SUBS R4, R2, R0     @NZCV =</a:t>
            </a:r>
          </a:p>
          <a:p>
            <a:r>
              <a:rPr lang="en-US" b="0" dirty="0"/>
              <a:t>MOVW R5, #1</a:t>
            </a:r>
          </a:p>
          <a:p>
            <a:r>
              <a:rPr lang="en-US" b="0" dirty="0"/>
              <a:t>LSL  R6, R5, #4</a:t>
            </a:r>
          </a:p>
          <a:p>
            <a:r>
              <a:rPr lang="en-US" b="0" dirty="0"/>
              <a:t>BIC  R7, R2, R6</a:t>
            </a:r>
          </a:p>
          <a:p>
            <a:r>
              <a:rPr lang="en-US" b="0" dirty="0"/>
              <a:t>ANDS R8, R7, R6     @NZCV =</a:t>
            </a:r>
          </a:p>
          <a:p>
            <a:r>
              <a:rPr lang="en-US" b="0" dirty="0"/>
              <a:t>ROR  R9, R3, #12</a:t>
            </a:r>
          </a:p>
          <a:p>
            <a:r>
              <a:rPr lang="en-US" b="0" dirty="0"/>
              <a:t>REV  R10, R9</a:t>
            </a:r>
          </a:p>
          <a:p>
            <a:r>
              <a:rPr lang="en-US" b="0" dirty="0"/>
              <a:t>RBIT R11, R10</a:t>
            </a:r>
          </a:p>
          <a:p>
            <a:r>
              <a:rPr lang="en-US" b="0" dirty="0"/>
              <a:t>ADDS R12, R3, R9    @NZCV =</a:t>
            </a:r>
          </a:p>
          <a:p>
            <a:r>
              <a:rPr lang="en-US" b="0" dirty="0"/>
              <a:t>STR  R12, [R1,#8]</a:t>
            </a:r>
          </a:p>
          <a:p>
            <a:r>
              <a:rPr lang="en-US" b="0" dirty="0"/>
              <a:t>```</a:t>
            </a:r>
          </a:p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5268961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https://www.youtube.com/watch?v=XkjC1avu6Ow&amp;list=PLHv6klbVebn0pCLcmCxGVa7ZPx7CB01Rh&amp;index=6</a:t>
            </a:r>
          </a:p>
        </p:txBody>
      </p:sp>
    </p:spTree>
    <p:extLst>
      <p:ext uri="{BB962C8B-B14F-4D97-AF65-F5344CB8AC3E}">
        <p14:creationId xmlns:p14="http://schemas.microsoft.com/office/powerpoint/2010/main" val="1781068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XkjC1avu6Ow&amp;list=PLHv6klbVebn0pCLcmCxGVa7ZPx7CB01Rh&amp;index=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Endianness ANS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0x0012</a:t>
              </a:r>
              <a:endPara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6020202030204" pitchFamily="34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07817" y="3265538"/>
              <a:ext cx="733425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0x0008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25747" y="4484738"/>
              <a:ext cx="688599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0x0004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07818" y="5703938"/>
              <a:ext cx="733424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0x0000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4699" y="2826467"/>
            <a:ext cx="4151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Same as the address of the lowest-address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Byte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(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this is true </a:t>
            </a:r>
            <a:r>
              <a:rPr lang="en-US" sz="2000" dirty="0">
                <a:solidFill>
                  <a:srgbClr val="C00000"/>
                </a:solidFill>
              </a:rPr>
              <a:t>for either Little-Endian or Big-Endian ordering)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9470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Endianness ANS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8373" y="1141510"/>
            <a:ext cx="5621817" cy="54116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A: With Big-Endian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 (the half-word has address range of [N, N+1], so its address is N)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With Little-Endian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N+3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N+2 (the half-word has address range of [N+2, N+3], so its address is N+2)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D03F1-A762-F492-543B-9AD6EC9F9CD7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9EBAB1-3E91-1738-6671-40808660D47E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9" name="Group 33">
            <a:extLst>
              <a:ext uri="{FF2B5EF4-FFF2-40B4-BE49-F238E27FC236}">
                <a16:creationId xmlns:a16="http://schemas.microsoft.com/office/drawing/2014/main" id="{0FF2FFB8-C1EC-4B19-F866-D1FB55EAD587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10" name="Rectangle 34">
              <a:extLst>
                <a:ext uri="{FF2B5EF4-FFF2-40B4-BE49-F238E27FC236}">
                  <a16:creationId xmlns:a16="http://schemas.microsoft.com/office/drawing/2014/main" id="{F31FEC1C-ACD5-A713-4BFA-212468CF1C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5">
              <a:extLst>
                <a:ext uri="{FF2B5EF4-FFF2-40B4-BE49-F238E27FC236}">
                  <a16:creationId xmlns:a16="http://schemas.microsoft.com/office/drawing/2014/main" id="{8901F92C-FFDE-99A5-2A39-F3A959892A5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6">
              <a:extLst>
                <a:ext uri="{FF2B5EF4-FFF2-40B4-BE49-F238E27FC236}">
                  <a16:creationId xmlns:a16="http://schemas.microsoft.com/office/drawing/2014/main" id="{FBF8E902-648C-92E9-3599-30414D1EC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3" name="Rectangle 37">
              <a:extLst>
                <a:ext uri="{FF2B5EF4-FFF2-40B4-BE49-F238E27FC236}">
                  <a16:creationId xmlns:a16="http://schemas.microsoft.com/office/drawing/2014/main" id="{936169EB-F16E-DE3D-C69C-5E732BA948E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0136153-F36F-FA15-4D76-068229B88F7A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6F1534-5A97-76BA-4D10-552F77E560B8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6B71C-8785-BDEE-BEA1-D103CF6951D1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1" name="Group 33">
            <a:extLst>
              <a:ext uri="{FF2B5EF4-FFF2-40B4-BE49-F238E27FC236}">
                <a16:creationId xmlns:a16="http://schemas.microsoft.com/office/drawing/2014/main" id="{77DD1410-0E9B-3B5D-C548-891FB3449B78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2" name="Rectangle 34">
              <a:extLst>
                <a:ext uri="{FF2B5EF4-FFF2-40B4-BE49-F238E27FC236}">
                  <a16:creationId xmlns:a16="http://schemas.microsoft.com/office/drawing/2014/main" id="{ED0F7942-A8BC-20A0-E327-00CCBDCED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5">
              <a:extLst>
                <a:ext uri="{FF2B5EF4-FFF2-40B4-BE49-F238E27FC236}">
                  <a16:creationId xmlns:a16="http://schemas.microsoft.com/office/drawing/2014/main" id="{3B811DFC-B92F-7CA1-6FD4-485CC4601B7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6">
              <a:extLst>
                <a:ext uri="{FF2B5EF4-FFF2-40B4-BE49-F238E27FC236}">
                  <a16:creationId xmlns:a16="http://schemas.microsoft.com/office/drawing/2014/main" id="{19400406-FD11-6DEA-2CD1-191108C0D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5" name="Rectangle 37">
              <a:extLst>
                <a:ext uri="{FF2B5EF4-FFF2-40B4-BE49-F238E27FC236}">
                  <a16:creationId xmlns:a16="http://schemas.microsoft.com/office/drawing/2014/main" id="{CB0D7C8C-041A-DC9B-629E-F0CCD357F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BB9DD8F-2242-59A2-BE32-39681AA7529C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638461-6269-C6E9-6786-C46710975E86}"/>
              </a:ext>
            </a:extLst>
          </p:cNvPr>
          <p:cNvSpPr/>
          <p:nvPr/>
        </p:nvSpPr>
        <p:spPr>
          <a:xfrm>
            <a:off x="7752965" y="2587678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526192F-D559-ADA3-4CCF-645E6A7E1269}"/>
              </a:ext>
            </a:extLst>
          </p:cNvPr>
          <p:cNvSpPr/>
          <p:nvPr/>
        </p:nvSpPr>
        <p:spPr>
          <a:xfrm>
            <a:off x="7772825" y="4202353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74CEE6-6F21-C8FD-F5E2-B3014B77F72A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5F0D47-4435-6F04-B674-6CBF74FC04C8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257C2C-171C-36C6-9B35-5D84C30FB5F6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33E003-A348-C97C-7F11-F5817BB4A282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8BD9B5-EA27-1E41-ABB8-18A51242E5CD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595757-9D42-648F-005B-4F7AC7B938EB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4EDC72-47D7-E0BB-30E4-E429A57E2390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52D4CB-3821-115B-B028-2A330468B902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561992185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Endianness ANS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0xEE8C90A7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784" y="5982293"/>
            <a:ext cx="88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41FF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Endianness only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67090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24EDB-B367-8D5E-7A1D-8024D944D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C05B9626-B3E8-BC07-B4F5-BC0FE3A8C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99D37334-8950-8969-9AE6-58AA8FF1E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750E36E-39FB-8537-5322-BE27861AF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2B3E1AB2-B3CB-2CA3-69A9-9B3B2CA1C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99AB09FF-CB1D-F4EB-3332-E2B56DF843A9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E04384-8593-539C-67C3-6EE82121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E30A4EB-ACBA-8E2B-82A1-96E1DB36D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698578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C123BA9-A51A-334A-3CCC-23E32C0FB2E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A81C05-5B13-07CB-4223-36EA7F5CA04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65D5A2-4D1B-E7B6-85AF-94A4001FB1BE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F70820-D687-EE75-47D5-DA7B817D3044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34A2F-9846-7A97-D479-D46DB56AB958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F3BEC-A50C-878A-987B-AAF83CD43E44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49A434-8C62-C958-9270-232816F13AE4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F628D0-DD4D-72F2-BDF1-C601826C46E8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42240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6263769"/>
      </p:ext>
    </p:extLst>
  </p:cSld>
  <p:clrMapOvr>
    <a:masterClrMapping/>
  </p:clrMapOvr>
  <p:transition>
    <p:pull dir="r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7A03-6041-026E-57B5-BB15BE9C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AECCC-348A-6E6B-7C99-059184B8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F721C-49AF-4791-CFC3-7A5BCF18A2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54000" y="1143000"/>
            <a:ext cx="4699000" cy="52133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 0x00008CEE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 0xFFFFFFEE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en-US" dirty="0"/>
              <a:t>Post-index. Store at old r0, then r0 = r0 + 4.</a:t>
            </a:r>
          </a:p>
          <a:p>
            <a:pPr lvl="1"/>
            <a:r>
              <a:rPr lang="en-US" dirty="0"/>
              <a:t>Memory content after store: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200620A-B2FE-B335-0D7B-0C5D9D0E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33359"/>
              </p:ext>
            </p:extLst>
          </p:nvPr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77696A-7447-CDEC-D8B2-8C7336B6A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502144"/>
              </p:ext>
            </p:extLst>
          </p:nvPr>
        </p:nvGraphicFramePr>
        <p:xfrm>
          <a:off x="4953000" y="297307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0x20008003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0x20008002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0x20008001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0x20008000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4923932"/>
      </p:ext>
    </p:extLst>
  </p:cSld>
  <p:clrMapOvr>
    <a:masterClrMapping/>
  </p:clrMapOvr>
  <p:transition>
    <p:pull dir="r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02EF-D8BE-BC84-83FA-044486DF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98F4-8959-2255-3954-C64B653D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07B7-E265-EA99-A1DB-F65ACA9D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8BAFB-7E83-6017-36A5-8856E36AD2D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45142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0x20008000</a:t>
            </a:r>
          </a:p>
          <a:p>
            <a:pPr lvl="2"/>
            <a:r>
              <a:rPr lang="en-US" dirty="0"/>
              <a:t>Pre-index. Store at r0 + 4; r0 unchanged.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FF20E1-6306-C5B2-B89F-50622B7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12641"/>
              </p:ext>
            </p:extLst>
          </p:nvPr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01500E7-0850-9C66-1E7A-24ECEE3B31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932805"/>
              </p:ext>
            </p:extLst>
          </p:nvPr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7949268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C6BD-F7DC-8873-84D3-CB3E842E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9F3CF-EF2A-B6F0-90EF-4F39F4FE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7AD32-6C27-08D2-2FE0-9997B9231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95994-96A1-3342-AF91-E5C6E48F132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94484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pt-BR" dirty="0"/>
              <a:t>r0 := r0 + 4; store at new r0.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pt-BR" dirty="0"/>
              <a:t>Pre-index with update. r0 = r0 + 4; store at new r0.</a:t>
            </a:r>
            <a:endParaRPr lang="en-US" dirty="0"/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98C2BC-A36B-2776-0B1E-F91C98229E3B}"/>
              </a:ext>
            </a:extLst>
          </p:cNvPr>
          <p:cNvGraphicFramePr>
            <a:graphicFrameLocks noGrp="1"/>
          </p:cNvGraphicFramePr>
          <p:nvPr/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0AE3A56-A9DF-FAD9-AC88-A33CE64954D5}"/>
              </a:ext>
            </a:extLst>
          </p:cNvPr>
          <p:cNvGraphicFramePr>
            <a:graphicFrameLocks noGrp="1"/>
          </p:cNvGraphicFramePr>
          <p:nvPr/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30017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632" y="4223976"/>
            <a:ext cx="380783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632" y="4670653"/>
            <a:ext cx="3807836" cy="28369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7630" y="527333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9B3AF0F-A272-85F5-9499-4FA634AB7DC6}"/>
              </a:ext>
            </a:extLst>
          </p:cNvPr>
          <p:cNvSpPr/>
          <p:nvPr/>
        </p:nvSpPr>
        <p:spPr>
          <a:xfrm>
            <a:off x="6486835" y="4994116"/>
            <a:ext cx="347011" cy="2792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34" y="0"/>
            <a:ext cx="8229600" cy="1143000"/>
          </a:xfrm>
        </p:spPr>
        <p:txBody>
          <a:bodyPr/>
          <a:lstStyle/>
          <a:p>
            <a:r>
              <a:rPr lang="en-US" dirty="0"/>
              <a:t>Data Alignment </a:t>
            </a:r>
            <a:r>
              <a:rPr lang="en-US" altLang="zh-CN" dirty="0"/>
              <a:t>ANS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644276"/>
            <a:ext cx="8620129" cy="3186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Q:  Assume a byte-addressable memory with a data bus that is 32 bits (4 bytes) wide. How many memory cycles are required to read each of the following from memory?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(d) A 4-Byte operand read from decimal address 20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A: (a) The operand contains memory content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 [5,6]. It can be read in 1 memory cycle; the memory controller returns a word in address range [4,7].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(b) The operand contains memory content in address range [15,16]. It can be read in 2 memory cycles; the memory controller returns 2 words in address ranges [12,15] and [16, 19], which can be combined to return a word in address range [14,17].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(c) The operand contains memory content in address range [10,13]. It can be read in 2 memory cycles; the memory controller returns 2 words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ranges [8,11] and [12, 15], which can be combined to return a word with address range [10,13].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(d) The operand contains memory content in address range [20,23]. Since 20%4=0, it is well-aligned, and can be read in 1 memory cycle.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684" y="8363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26811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Data Alignment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10"/>
            <a:ext cx="8182841" cy="4710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A: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MSB of the word at address 102 is 105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LSB of the word at address 102 is 102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2 cycles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1cycle</a:t>
            </a:r>
            <a:endParaRPr lang="en-US" sz="9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15287"/>
      </p:ext>
    </p:extLst>
  </p:cSld>
  <p:clrMapOvr>
    <a:masterClrMapping/>
  </p:clrMapOvr>
  <p:transition>
    <p:pull dir="r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Memory Cycles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4343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</a:p>
          <a:p>
            <a:pPr marL="257175" indent="-257175" defTabSz="342900"/>
            <a:r>
              <a:rPr lang="en-US" altLang="zh-CN" sz="2400" b="0" dirty="0">
                <a:solidFill>
                  <a:prstClr val="black"/>
                </a:solidFill>
              </a:rPr>
              <a:t>A: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__2 or 3__ memory cycle(s) to read a double word from memory (a double word may span at least 2 consecutive words, and at most 3 consecutive words in memory)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2946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38254" y="1425575"/>
            <a:ext cx="8182841" cy="46482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A: x[1]’s address is x’s address plus the data type size in Bytes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12345678+1=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12345679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12345678+2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1234567A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r>
              <a:rPr lang="en-US" altLang="zh-CN" sz="1800" b="0" dirty="0">
                <a:solidFill>
                  <a:prstClr val="black"/>
                </a:solidFill>
              </a:rPr>
              <a:t>: </a:t>
            </a:r>
            <a:r>
              <a:rPr lang="en-US" sz="1800" b="0" dirty="0">
                <a:solidFill>
                  <a:prstClr val="black"/>
                </a:solidFill>
              </a:rPr>
              <a:t>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12345678+4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1234567C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(d) longs: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12345678+8 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12345680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26001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  <p:sp>
        <p:nvSpPr>
          <p:cNvPr id="4" name="Horizontal Scroll 14">
            <a:extLst>
              <a:ext uri="{FF2B5EF4-FFF2-40B4-BE49-F238E27FC236}">
                <a16:creationId xmlns:a16="http://schemas.microsoft.com/office/drawing/2014/main" id="{FA6A14B0-92BB-D509-5DE4-9E034654971E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81988"/>
              </p:ext>
            </p:extLst>
          </p:nvPr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605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6847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{r1, r2,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BAC0-1ED1-3CC9-BDD8-A393E1B05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9F51EC-3133-7DCD-D9AC-FB8A6452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E9B9C5-BA3B-C651-FA94-86C87FF6C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445929"/>
              </p:ext>
            </p:extLst>
          </p:nvPr>
        </p:nvGraphicFramePr>
        <p:xfrm>
          <a:off x="5422943" y="2311933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E606E0-E40B-C230-04E8-0FC3B6565AF7}"/>
              </a:ext>
            </a:extLst>
          </p:cNvPr>
          <p:cNvSpPr txBox="1"/>
          <p:nvPr/>
        </p:nvSpPr>
        <p:spPr>
          <a:xfrm>
            <a:off x="5029200" y="4395348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784F08A-CE46-3CB7-3599-5D636AB5ED5C}"/>
              </a:ext>
            </a:extLst>
          </p:cNvPr>
          <p:cNvSpPr/>
          <p:nvPr/>
        </p:nvSpPr>
        <p:spPr>
          <a:xfrm>
            <a:off x="5521775" y="4519509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EF9D02D-5D8D-AFF6-3EFF-241315018FBE}"/>
              </a:ext>
            </a:extLst>
          </p:cNvPr>
          <p:cNvSpPr txBox="1">
            <a:spLocks/>
          </p:cNvSpPr>
          <p:nvPr/>
        </p:nvSpPr>
        <p:spPr>
          <a:xfrm>
            <a:off x="457200" y="1054100"/>
            <a:ext cx="8229600" cy="558800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fontAlgn="auto">
              <a:spcAft>
                <a:spcPts val="0"/>
              </a:spcAft>
            </a:pPr>
            <a:r>
              <a:rPr lang="en-US" b="0" dirty="0"/>
              <a:t>ANS: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After </a:t>
            </a:r>
            <a:r>
              <a:rPr lang="pt-BR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0xBABE0000 (loaded from 0x8000)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{r1, r2,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CD008-C81A-0FDE-1A42-D78DBFAE7B90}"/>
              </a:ext>
            </a:extLst>
          </p:cNvPr>
          <p:cNvSpPr txBox="1"/>
          <p:nvPr/>
        </p:nvSpPr>
        <p:spPr>
          <a:xfrm>
            <a:off x="4519205" y="4967784"/>
            <a:ext cx="4571999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>
                <a:latin typeface="+mn-lt"/>
              </a:rPr>
              <a:t>The order in which registers are listed does not matter. For STM/LDM, the lowest-numbered register is stored/loaded at the lowest memory address. (Note that r3 is incremented by 4 (1 word) each time, not 1 byte)</a:t>
            </a:r>
          </a:p>
        </p:txBody>
      </p:sp>
    </p:spTree>
    <p:extLst>
      <p:ext uri="{BB962C8B-B14F-4D97-AF65-F5344CB8AC3E}">
        <p14:creationId xmlns:p14="http://schemas.microsoft.com/office/powerpoint/2010/main" val="3896189839"/>
      </p:ext>
    </p:extLst>
  </p:cSld>
  <p:clrMapOvr>
    <a:masterClrMapping/>
  </p:clrMapOvr>
  <p:transition>
    <p:pull dir="r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with big-endian ordering, what value is in R7? How about with little-endian ordering?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2238-BBC0-CBBF-7810-8FBE90A0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LDRB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3EDD9-B8F6-0646-18B3-CC070E8A0A4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67161"/>
            <a:ext cx="8229600" cy="355874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After STR R5, [R2, #0] (same as STR R5, [R2]) and LDRB R7, [R2, #1] (detailed explanations not needed for exam):</a:t>
            </a:r>
          </a:p>
          <a:p>
            <a:pPr lvl="1"/>
            <a:r>
              <a:rPr lang="en-US" dirty="0"/>
              <a:t>Memory address R2 contains  0x23456789. STR stores a 32-bit register value to memory at base-plus-immediate without changing the base, and LDRB loads a single byte and zero-extends to 32 bits, so endianness only affects which byte resides at offset +1. </a:t>
            </a:r>
          </a:p>
          <a:p>
            <a:pPr lvl="1"/>
            <a:r>
              <a:rPr lang="en-US" dirty="0"/>
              <a:t>R2 holds 8 (base address), and R5 holds 0x23456789; first the store writes that 32-bit word to memory at address R2+0, and then a byte load reads one byte from address R2+1 into R7.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LDRB R7,[R2,#1] reads 0x45 and zero-extends it to R7 = 0x00000045.</a:t>
            </a:r>
          </a:p>
          <a:p>
            <a:pPr lvl="1"/>
            <a:r>
              <a:rPr lang="en-US" dirty="0"/>
              <a:t>Little-endian: the same word is laid out as 89 67 45 23 at addresses A, A+1, A+2, A+3 respectively, so LDRB R7,[R2,#1] reads 0x67 and zero-extends it to R7 = 0x00000067.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D17121-F2EE-4EB2-E99B-5E4ED1E984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1946580"/>
              </p:ext>
            </p:extLst>
          </p:nvPr>
        </p:nvGraphicFramePr>
        <p:xfrm>
          <a:off x="721634" y="4323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348A1B-265D-FC66-3D0D-1FCF93CB8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37131"/>
              </p:ext>
            </p:extLst>
          </p:nvPr>
        </p:nvGraphicFramePr>
        <p:xfrm>
          <a:off x="5027417" y="4323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CBD8A71-6858-EB63-60B1-2BCE04BF15A1}"/>
              </a:ext>
            </a:extLst>
          </p:cNvPr>
          <p:cNvSpPr txBox="1"/>
          <p:nvPr/>
        </p:nvSpPr>
        <p:spPr>
          <a:xfrm>
            <a:off x="264345" y="6195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431F53F-9A54-2B40-184B-D840774F8B1E}"/>
              </a:ext>
            </a:extLst>
          </p:cNvPr>
          <p:cNvSpPr/>
          <p:nvPr/>
        </p:nvSpPr>
        <p:spPr>
          <a:xfrm>
            <a:off x="756920" y="6319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31BD9-C3E4-0025-B087-EEB521A2C46D}"/>
              </a:ext>
            </a:extLst>
          </p:cNvPr>
          <p:cNvSpPr txBox="1"/>
          <p:nvPr/>
        </p:nvSpPr>
        <p:spPr>
          <a:xfrm>
            <a:off x="4601166" y="6195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CE08F2-4EA8-54EE-BF49-1DDF1427E231}"/>
              </a:ext>
            </a:extLst>
          </p:cNvPr>
          <p:cNvSpPr/>
          <p:nvPr/>
        </p:nvSpPr>
        <p:spPr>
          <a:xfrm>
            <a:off x="5093741" y="6319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82224"/>
      </p:ext>
    </p:extLst>
  </p:cSld>
  <p:clrMapOvr>
    <a:masterClrMapping/>
  </p:clrMapOvr>
  <p:transition>
    <p:pull dir="r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C384-FFC9-52AC-1FF2-B2F5F7DDE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04C52-29FC-2FF0-4F89-3285A82B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D5A64C-016C-A0F2-38AF-054CBADAE79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sz="2400" dirty="0"/>
              <a:t>ANS after LDRSH R7, [R2, #1]:</a:t>
            </a:r>
          </a:p>
          <a:p>
            <a:pPr lvl="1"/>
            <a:r>
              <a:rPr lang="en-US" sz="2000" dirty="0"/>
              <a:t>Big-endian: the word 0x23456789 is laid out in memory as bytes 23 45 67 89 at addresses A, A+1, A+2, A+3 respectively, so LDRSH R7, [R2, #1] reads 0x4567 and sign-extends it to R7 = 0x00004567. (Sign bit is 0 for 0x4567)</a:t>
            </a:r>
          </a:p>
          <a:p>
            <a:pPr lvl="1"/>
            <a:r>
              <a:rPr lang="en-US" sz="2000" dirty="0"/>
              <a:t>Little-endian: the same word is laid out as 89 67 45 23 at addresses A, A+1, A+2, A+3 respectively, so LDRSH R7, [R2, #1] reads 0x4567 and sign-extends it to R7 = 0x00004567. (Sign bit is 0 for 0x4567)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C059E5-F0E5-8833-AA36-573533B7B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9823835"/>
              </p:ext>
            </p:extLst>
          </p:nvPr>
        </p:nvGraphicFramePr>
        <p:xfrm>
          <a:off x="773827" y="4069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21C1A2-D863-2E48-2394-4B8095D9F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393997"/>
              </p:ext>
            </p:extLst>
          </p:nvPr>
        </p:nvGraphicFramePr>
        <p:xfrm>
          <a:off x="5079610" y="40693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7A996FC-F93E-6EF2-A02F-BA392BF9A202}"/>
              </a:ext>
            </a:extLst>
          </p:cNvPr>
          <p:cNvSpPr txBox="1"/>
          <p:nvPr/>
        </p:nvSpPr>
        <p:spPr>
          <a:xfrm>
            <a:off x="316538" y="5941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303034B-1544-8514-5223-EA486A850EC3}"/>
              </a:ext>
            </a:extLst>
          </p:cNvPr>
          <p:cNvSpPr/>
          <p:nvPr/>
        </p:nvSpPr>
        <p:spPr>
          <a:xfrm>
            <a:off x="809113" y="6065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110493-0041-BD86-E3E1-1704C9C6DDC3}"/>
              </a:ext>
            </a:extLst>
          </p:cNvPr>
          <p:cNvSpPr txBox="1"/>
          <p:nvPr/>
        </p:nvSpPr>
        <p:spPr>
          <a:xfrm>
            <a:off x="4653359" y="59416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83CA7F24-6687-6FF3-F8F0-EDA8288DA6CA}"/>
              </a:ext>
            </a:extLst>
          </p:cNvPr>
          <p:cNvSpPr/>
          <p:nvPr/>
        </p:nvSpPr>
        <p:spPr>
          <a:xfrm>
            <a:off x="5145934" y="60657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50644"/>
      </p:ext>
    </p:extLst>
  </p:cSld>
  <p:clrMapOvr>
    <a:masterClrMapping/>
  </p:clrMapOvr>
  <p:transition>
    <p:pull dir="r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5164D-65DE-1197-3213-5D4C9C12C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FC6F-F86B-D4FA-4FF9-D7B46DE6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#2]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D1FD1-2387-26FB-4BF0-E2B12311B2D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#2]: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#2] reads 0x6789 and sign-extends it to R7 = 0x00006789. 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#2] reads 0x2345 and sign-extends it to R7 = 0x00002345. 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9B3120B-E6CB-D08B-C83A-65EA4EBFE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86293"/>
              </p:ext>
            </p:extLst>
          </p:nvPr>
        </p:nvGraphicFramePr>
        <p:xfrm>
          <a:off x="773827" y="42217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A9D7B6-EE91-3397-F114-367B143D2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288449"/>
              </p:ext>
            </p:extLst>
          </p:nvPr>
        </p:nvGraphicFramePr>
        <p:xfrm>
          <a:off x="5079610" y="422174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328998-F5A5-38ED-01EA-1EC3EF7E338A}"/>
              </a:ext>
            </a:extLst>
          </p:cNvPr>
          <p:cNvSpPr txBox="1"/>
          <p:nvPr/>
        </p:nvSpPr>
        <p:spPr>
          <a:xfrm>
            <a:off x="316538" y="60940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7B6A0A7-7A1C-7320-C242-11989D0D0ED0}"/>
              </a:ext>
            </a:extLst>
          </p:cNvPr>
          <p:cNvSpPr/>
          <p:nvPr/>
        </p:nvSpPr>
        <p:spPr>
          <a:xfrm>
            <a:off x="809113" y="62181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4CC732-54C8-85E9-07B7-FAF0798F74AA}"/>
              </a:ext>
            </a:extLst>
          </p:cNvPr>
          <p:cNvSpPr txBox="1"/>
          <p:nvPr/>
        </p:nvSpPr>
        <p:spPr>
          <a:xfrm>
            <a:off x="4653359" y="609402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C9720F2-1965-B15A-E7DD-DB560229807A}"/>
              </a:ext>
            </a:extLst>
          </p:cNvPr>
          <p:cNvSpPr/>
          <p:nvPr/>
        </p:nvSpPr>
        <p:spPr>
          <a:xfrm>
            <a:off x="5145934" y="621818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0540"/>
      </p:ext>
    </p:extLst>
  </p:cSld>
  <p:clrMapOvr>
    <a:masterClrMapping/>
  </p:clrMapOvr>
  <p:transition>
    <p:pull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6943-56FC-4F00-B4C2-002F4BD6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Understanding 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0BACD-3920-5666-CE72-223F9F2F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30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1A7FA2-20A5-D70A-4C8A-128BD78BDA7C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023997554"/>
              </p:ext>
            </p:extLst>
          </p:nvPr>
        </p:nvGraphicFramePr>
        <p:xfrm>
          <a:off x="12661" y="5145594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D888B29E-C3F6-5701-3FB8-7AD8E9E563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6199344"/>
              </p:ext>
            </p:extLst>
          </p:nvPr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914C08-96CB-135B-1433-52624F812AD9}"/>
              </a:ext>
            </a:extLst>
          </p:cNvPr>
          <p:cNvSpPr txBox="1"/>
          <p:nvPr/>
        </p:nvSpPr>
        <p:spPr>
          <a:xfrm>
            <a:off x="457200" y="3114268"/>
            <a:ext cx="3005951" cy="163121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MOVW R0, #0xAFE1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R0, #0xBADC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R2, #0xABCD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STR R3,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LDRSH R4, </a:t>
            </a:r>
            <a:r>
              <a:rPr lang="pt-BR" sz="2000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R1, #0xC</a:t>
            </a:r>
            <a:r>
              <a:rPr lang="pt-BR" sz="2000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endParaRPr kumimoji="0" lang="pt-BR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0C303F2-641E-019B-CA34-0B02E8722206}"/>
              </a:ext>
            </a:extLst>
          </p:cNvPr>
          <p:cNvSpPr txBox="1">
            <a:spLocks/>
          </p:cNvSpPr>
          <p:nvPr/>
        </p:nvSpPr>
        <p:spPr>
          <a:xfrm>
            <a:off x="216677" y="1116957"/>
            <a:ext cx="8913875" cy="828683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Compute register and memory values at each step of this program, given initial register values and memory contents, assuming little-endian ordering. (Memory addresses increase from top to bottom, and from left to right in the table.)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A6B80-3FEE-6D76-7A51-6A84F29B3557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81BB9B-55E3-DA1B-9EC5-B7BD5B3494A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</p:spTree>
    <p:extLst>
      <p:ext uri="{BB962C8B-B14F-4D97-AF65-F5344CB8AC3E}">
        <p14:creationId xmlns:p14="http://schemas.microsoft.com/office/powerpoint/2010/main" val="811401925"/>
      </p:ext>
    </p:extLst>
  </p:cSld>
  <p:clrMapOvr>
    <a:masterClrMapping/>
  </p:clrMapOvr>
  <p:transition>
    <p:pull dir="r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7DA1D-8964-ADF5-7DC4-B22254060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3921-2A45-DFEB-5309-D3FF1ADB4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Program Understanding 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33AE3-5DA6-3B1B-7578-E01A1841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4E32F45-A466-4D81-2CAD-4DBC2C6742BC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215591943"/>
              </p:ext>
            </p:extLst>
          </p:nvPr>
        </p:nvGraphicFramePr>
        <p:xfrm>
          <a:off x="12661" y="5198932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9770AA11-4F5C-66E5-32E6-746A87733451}"/>
              </a:ext>
            </a:extLst>
          </p:cNvPr>
          <p:cNvGraphicFramePr>
            <a:graphicFrameLocks/>
          </p:cNvGraphicFramePr>
          <p:nvPr/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22AEABA-ECF0-EE34-D92D-0B9E8214F92E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5593976" cy="3420035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After </a:t>
            </a:r>
            <a:r>
              <a:rPr lang="pt-BR" sz="2000" b="0" dirty="0"/>
              <a:t>MOVW R0, #0xAFE1, MOVT R0, #0xBADC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R0 = 0xBADCAFE1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MOVT R2, #0xABCD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R2 = 0xABCDFFFF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STR R3, [R1]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R3 = 0x18675309 is stored at mem address R1 = 0x10000200  </a:t>
            </a:r>
          </a:p>
          <a:p>
            <a:pPr fontAlgn="auto">
              <a:spcAft>
                <a:spcPts val="0"/>
              </a:spcAft>
            </a:pPr>
            <a:r>
              <a:rPr lang="en-US" sz="2000" b="0" dirty="0"/>
              <a:t>After LDRSH R4, (R1, #0xC) (load signed half word from R1+0xC=0x1000020C)</a:t>
            </a:r>
          </a:p>
          <a:p>
            <a:pPr lvl="1" fontAlgn="auto">
              <a:spcAft>
                <a:spcPts val="0"/>
              </a:spcAft>
            </a:pPr>
            <a:r>
              <a:rPr lang="en-US" sz="1700" b="0" dirty="0"/>
              <a:t>R4 = 0xFFFF8877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FE334F-F18A-EB69-90F3-94DB53A49559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CBE065-F441-7322-28B6-C0DE231F305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69292-CBB5-3DF7-B428-218A4A7336AD}"/>
              </a:ext>
            </a:extLst>
          </p:cNvPr>
          <p:cNvSpPr txBox="1"/>
          <p:nvPr/>
        </p:nvSpPr>
        <p:spPr>
          <a:xfrm>
            <a:off x="5921371" y="195347"/>
            <a:ext cx="3005951" cy="163121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MOVW R0, #0xAFE1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R0, #0xBADC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MOVT R2, #0xABCD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STR R3,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LDRSH R4, (R1, #0xC)</a:t>
            </a:r>
          </a:p>
        </p:txBody>
      </p:sp>
    </p:spTree>
    <p:extLst>
      <p:ext uri="{BB962C8B-B14F-4D97-AF65-F5344CB8AC3E}">
        <p14:creationId xmlns:p14="http://schemas.microsoft.com/office/powerpoint/2010/main" val="436543705"/>
      </p:ext>
    </p:extLst>
  </p:cSld>
  <p:clrMapOvr>
    <a:masterClrMapping/>
  </p:clrMapOvr>
  <p:transition>
    <p:pull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2FCB-7FF9-9037-3DC9-B18E7B492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 Understanding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F2EDE-04BA-CDE6-155B-A94557178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5B3053-CFB1-6838-AAE4-D5E27021784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37322" y="1219200"/>
            <a:ext cx="5305560" cy="3262877"/>
          </a:xfrm>
        </p:spPr>
        <p:txBody>
          <a:bodyPr>
            <a:normAutofit fontScale="92500"/>
          </a:bodyPr>
          <a:lstStyle/>
          <a:p>
            <a:pPr fontAlgn="auto">
              <a:spcAft>
                <a:spcPts val="0"/>
              </a:spcAft>
            </a:pPr>
            <a:r>
              <a:rPr lang="en-US" dirty="0"/>
              <a:t>Show all updates to registers as the assembly code shown below runs, </a:t>
            </a:r>
            <a:r>
              <a:rPr lang="en-US" sz="2800" dirty="0"/>
              <a:t>assuming little-endian ordering.</a:t>
            </a:r>
            <a:r>
              <a:rPr lang="en-US" dirty="0"/>
              <a:t> </a:t>
            </a:r>
            <a:r>
              <a:rPr lang="en-US" sz="2800" dirty="0"/>
              <a:t>(Memory addresses increase from top to bottom, and from left to right in the table.) </a:t>
            </a:r>
            <a:r>
              <a:rPr lang="en-US" dirty="0"/>
              <a:t>Show the NZCV flags next to the instruction if they change. Each instruction is 32 bits.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3557C1-FD7E-7283-65D1-80093EB57E23}"/>
              </a:ext>
            </a:extLst>
          </p:cNvPr>
          <p:cNvSpPr txBox="1"/>
          <p:nvPr/>
        </p:nvSpPr>
        <p:spPr>
          <a:xfrm>
            <a:off x="5442882" y="463094"/>
            <a:ext cx="2967479" cy="569386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LDR R1, =0x10000010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R2,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R3, [R1,#4]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BL max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SUBS R4, R2, R0  @NZCV 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MOVW R5, #1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LSL R6, R5, #4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BIC R7, R2, R6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ANDS R8, R7,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ROR R9, R3, #12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REV R10, R9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RBIT R11, R10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ADDS R12, R3,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STR R12, [R1,#8]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loop B loop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max PROC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CMP R2,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    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BLT second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first MOV R0, R2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B done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second MOV R0, R3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done   BX LR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586B0A-AAB6-1D2E-24D6-64E619D83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362097"/>
              </p:ext>
            </p:extLst>
          </p:nvPr>
        </p:nvGraphicFramePr>
        <p:xfrm>
          <a:off x="137322" y="4551113"/>
          <a:ext cx="515544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4430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644430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C7C14E0C-8BA7-B240-2E5F-B804E09539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6401708"/>
              </p:ext>
            </p:extLst>
          </p:nvPr>
        </p:nvGraphicFramePr>
        <p:xfrm>
          <a:off x="457200" y="6282234"/>
          <a:ext cx="842324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595267"/>
      </p:ext>
    </p:extLst>
  </p:cSld>
  <p:clrMapOvr>
    <a:masterClrMapping/>
  </p:clrMapOvr>
  <p:transition>
    <p:pull dir="r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52C9-A190-0C90-07D3-8923B6AE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3AB1D5E-EA8C-DC0E-3504-787C31C3FF4B}"/>
              </a:ext>
            </a:extLst>
          </p:cNvPr>
          <p:cNvSpPr txBox="1"/>
          <p:nvPr/>
        </p:nvSpPr>
        <p:spPr>
          <a:xfrm>
            <a:off x="5601810" y="58282"/>
            <a:ext cx="3464410" cy="5909310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LDR R1, =0x10000010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R2, [R1]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LDR R3, [R1,#4]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BL max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SUBS R4, R2, R0  @NZCV 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MOVW R5, #1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LSL R6, R5, #4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BIC R7, R2, R6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ANDS R8, R7,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  @NZCV = 0110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ROR R9, R3, #12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REV R10, R9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RBIT R11, R10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ADDS R12, R3,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1000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STR R12, [R1,#8]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loop B loop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max PROC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CMP R2, </a:t>
            </a:r>
            <a:r>
              <a:rPr lang="pt-BR" b="0" kern="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      @NZCV </a:t>
            </a: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0010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BLT second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first MOV R0, R2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 B done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second MOV R0, R3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done   BX LR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 ENDP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6A2D63-87B9-C779-5841-28DFFCC17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 Understanding 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F06BA-354F-8F81-75C8-4C60C1F30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6147-F6FF-DA8E-A54B-3AD6FD9BC4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37322" y="1219200"/>
            <a:ext cx="5395377" cy="4937760"/>
          </a:xfrm>
        </p:spPr>
        <p:txBody>
          <a:bodyPr/>
          <a:lstStyle/>
          <a:p>
            <a:pPr fontAlgn="auto">
              <a:spcAft>
                <a:spcPts val="0"/>
              </a:spcAft>
            </a:pPr>
            <a:r>
              <a:rPr lang="en-US" dirty="0"/>
              <a:t>Step-by-step execution shown in next slide.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BD6E28-A5B2-15E2-4657-69B74D86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667293"/>
              </p:ext>
            </p:extLst>
          </p:nvPr>
        </p:nvGraphicFramePr>
        <p:xfrm>
          <a:off x="33150" y="4882874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44E2143-7A13-BD9D-79CC-8CEAA8258A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4189981"/>
              </p:ext>
            </p:extLst>
          </p:nvPr>
        </p:nvGraphicFramePr>
        <p:xfrm>
          <a:off x="457200" y="6413457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550031"/>
      </p:ext>
    </p:extLst>
  </p:cSld>
  <p:clrMapOvr>
    <a:masterClrMapping/>
  </p:clrMapOvr>
  <p:transition>
    <p:pull dir="r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297AFE-3356-FACD-BA7D-CCBAAB591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10734-57D2-2BF2-C541-48EEFD793D2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22921" y="135890"/>
            <a:ext cx="8739696" cy="4937760"/>
          </a:xfrm>
          <a:solidFill>
            <a:schemeClr val="bg1"/>
          </a:solidFill>
        </p:spPr>
        <p:txBody>
          <a:bodyPr>
            <a:normAutofit fontScale="92500" lnSpcReduction="20000"/>
          </a:bodyPr>
          <a:lstStyle/>
          <a:p>
            <a:r>
              <a:rPr lang="en-US" sz="1600" dirty="0"/>
              <a:t>LDR R1, =0x10000010 → R1 = 0x10000010 (literal load of the base address).</a:t>
            </a:r>
          </a:p>
          <a:p>
            <a:r>
              <a:rPr lang="en-US" sz="1600" dirty="0"/>
              <a:t>LDR R2, [R1] → reads bytes FF EF CD AB at 0x10000010..13 and forms R2 = 0xABCDEFFF (little‑endian).</a:t>
            </a:r>
          </a:p>
          <a:p>
            <a:r>
              <a:rPr lang="en-US" sz="1600" dirty="0"/>
              <a:t>LDR R3, [R1,#4] → reads bytes 00 00 CD AB at 0x10000014..17 and forms R3 = 0xABCD0000 (little‑endian).</a:t>
            </a:r>
          </a:p>
          <a:p>
            <a:r>
              <a:rPr lang="en-US" sz="1600" dirty="0"/>
              <a:t>BL max → in max: CMP R2, R3 sets NZCV = 0010 since R2 &gt; R3 (N=0, Z=0, C=1, V=0), path takes first: MOV R0, R2, then BX LR returns with R0 = 0xABCDEFFF.</a:t>
            </a:r>
          </a:p>
          <a:p>
            <a:r>
              <a:rPr lang="en-US" sz="1600" dirty="0"/>
              <a:t>SUBS R4, R2, R0 → R4 = R2 − R0 = 0, NZCV = 0110 (N=0, Z=1, C=1, V=0) because subtracting equal values yields zero with carry set.</a:t>
            </a:r>
          </a:p>
          <a:p>
            <a:r>
              <a:rPr lang="en-US" sz="1600" dirty="0"/>
              <a:t>MOVW R5, #1 → R5 = 0x00000001 (loads 16‑bit immediate into low halfword).</a:t>
            </a:r>
          </a:p>
          <a:p>
            <a:r>
              <a:rPr lang="en-US" sz="1600" dirty="0"/>
              <a:t>LSL R6, R5, #4 → R6 = 0x00000010 (1 shifted left by 4).</a:t>
            </a:r>
          </a:p>
          <a:p>
            <a:r>
              <a:rPr lang="en-US" sz="1600" dirty="0"/>
              <a:t>BIC R7, R2, R6 → R7 = R2 &amp; ~R6 = 0xABCDEFFF &amp; 0xFFFFFFEF = 0xABCDEFEF (clears bit 4).</a:t>
            </a:r>
          </a:p>
          <a:p>
            <a:r>
              <a:rPr lang="en-US" sz="1600" dirty="0"/>
              <a:t>ANDS R8, R7, R6 → R8 = 0xABCDEFEF &amp; 0x10 = 0x00000000 with NZCV = 0110 (zero result with carry preserved).</a:t>
            </a:r>
          </a:p>
          <a:p>
            <a:r>
              <a:rPr lang="en-US" sz="1600" dirty="0"/>
              <a:t>ROR R9, R3, #12 → rotates 0xABCD0000 right by 12 bits to R9 = 0x000ABCD0.</a:t>
            </a:r>
          </a:p>
          <a:p>
            <a:r>
              <a:rPr lang="en-US" sz="1600" dirty="0"/>
              <a:t>REV R10, R9 → byte‑reverse 00 0A BC D0 into D0 BC 0A 00, giving R10 = 0xD0BC0A00.</a:t>
            </a:r>
          </a:p>
          <a:p>
            <a:r>
              <a:rPr lang="en-US" sz="1600" dirty="0"/>
              <a:t>RBIT R11, R10 → bit‑reverse all 32 bits of 0xD0BC0A00, yielding R11 = 0x00503D0B (per architectural bit‑reverse).</a:t>
            </a:r>
          </a:p>
          <a:p>
            <a:r>
              <a:rPr lang="en-US" sz="1600" dirty="0"/>
              <a:t>ADDS R12, R3, R9 → R12 = 0xABCD0000 + 0x000ABCD0 = 0xABD7BCD0 with NZCV = 1000 (negative due to high bit, non‑zero, no carry, no overflow).</a:t>
            </a:r>
          </a:p>
          <a:p>
            <a:r>
              <a:rPr lang="en-US" sz="1600" dirty="0"/>
              <a:t>STR R12, [R1,#8] → stores 0xABD7BCD0 at 0x10000018 as bytes D0 BC D7 AB in little‑endian.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30E1FB-AD9F-F830-145F-E37C379A05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462272"/>
              </p:ext>
            </p:extLst>
          </p:nvPr>
        </p:nvGraphicFramePr>
        <p:xfrm>
          <a:off x="56300" y="4930097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6" name="Content Placeholder 6">
            <a:extLst>
              <a:ext uri="{FF2B5EF4-FFF2-40B4-BE49-F238E27FC236}">
                <a16:creationId xmlns:a16="http://schemas.microsoft.com/office/drawing/2014/main" id="{D224D27B-3F94-7C6B-E7AD-4D1E028E12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5616032"/>
              </p:ext>
            </p:extLst>
          </p:nvPr>
        </p:nvGraphicFramePr>
        <p:xfrm>
          <a:off x="457200" y="6448182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848448"/>
      </p:ext>
    </p:extLst>
  </p:cSld>
  <p:clrMapOvr>
    <a:masterClrMapping/>
  </p:clrMapOvr>
  <p:transition>
    <p:pull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01A4E-B48D-1DBD-A8D9-2E7B56DAE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B5934-5852-80F9-BC73-C9CB87277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7924B-1264-801F-B527-B071DE30B0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199"/>
            <a:ext cx="8229600" cy="361398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CMP R2,R3 → NZCV = 0010 because R2 &gt; R3 in unsigned comparison semantics used by CMP on 32‑bit registers without carry‑in.​</a:t>
            </a:r>
          </a:p>
          <a:p>
            <a:r>
              <a:rPr lang="en-US" dirty="0"/>
              <a:t>SUBS R4,R2,R0 → NZCV = 0110 because the result is zero and subtraction of equal values sets carry and clears negative and overflow.​</a:t>
            </a:r>
          </a:p>
          <a:p>
            <a:r>
              <a:rPr lang="en-US" dirty="0"/>
              <a:t>ANDS R8,R7,R6 → NZCV = 0110 because the logical AND produced zero, and the carry is preserved from SUBS.​</a:t>
            </a:r>
          </a:p>
          <a:p>
            <a:r>
              <a:rPr lang="en-US" dirty="0"/>
              <a:t>ADDS R12,R3,R9 → NZCV = 1000 because the sum has the top bit set (negative in signed sense), is non‑zero, and does not generate carry or overflow for these operands.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7271186D-05AA-4376-BD30-2CA45FBDA190}"/>
              </a:ext>
            </a:extLst>
          </p:cNvPr>
          <p:cNvSpPr txBox="1">
            <a:spLocks/>
          </p:cNvSpPr>
          <p:nvPr/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defPPr>
              <a:defRPr lang="en-US"/>
            </a:defPPr>
            <a:lvl1pPr algn="l" rtl="0" eaLnBrk="1" fontAlgn="base" latinLnBrk="0" hangingPunct="1">
              <a:spcBef>
                <a:spcPct val="0"/>
              </a:spcBef>
              <a:spcAft>
                <a:spcPct val="0"/>
              </a:spcAft>
              <a:defRPr kumimoji="0" sz="1800" b="1" kern="1200">
                <a:solidFill>
                  <a:schemeClr val="tx2"/>
                </a:solidFill>
                <a:latin typeface="Courier New" pitchFamily="49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Courier New" pitchFamily="49" charset="0"/>
                <a:ea typeface="+mn-ea"/>
                <a:cs typeface="+mn-cs"/>
              </a:defRPr>
            </a:lvl9pPr>
          </a:lstStyle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4F03E2-3309-3F5B-7C2A-81D445DA8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234559"/>
              </p:ext>
            </p:extLst>
          </p:nvPr>
        </p:nvGraphicFramePr>
        <p:xfrm>
          <a:off x="56300" y="4930097"/>
          <a:ext cx="9087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1982">
                  <a:extLst>
                    <a:ext uri="{9D8B030D-6E8A-4147-A177-3AD203B41FA5}">
                      <a16:colId xmlns:a16="http://schemas.microsoft.com/office/drawing/2014/main" val="2337985746"/>
                    </a:ext>
                  </a:extLst>
                </a:gridCol>
                <a:gridCol w="1698150">
                  <a:extLst>
                    <a:ext uri="{9D8B030D-6E8A-4147-A177-3AD203B41FA5}">
                      <a16:colId xmlns:a16="http://schemas.microsoft.com/office/drawing/2014/main" val="1802740170"/>
                    </a:ext>
                  </a:extLst>
                </a:gridCol>
                <a:gridCol w="512373">
                  <a:extLst>
                    <a:ext uri="{9D8B030D-6E8A-4147-A177-3AD203B41FA5}">
                      <a16:colId xmlns:a16="http://schemas.microsoft.com/office/drawing/2014/main" val="2590131525"/>
                    </a:ext>
                  </a:extLst>
                </a:gridCol>
                <a:gridCol w="1566396">
                  <a:extLst>
                    <a:ext uri="{9D8B030D-6E8A-4147-A177-3AD203B41FA5}">
                      <a16:colId xmlns:a16="http://schemas.microsoft.com/office/drawing/2014/main" val="947827850"/>
                    </a:ext>
                  </a:extLst>
                </a:gridCol>
                <a:gridCol w="702683">
                  <a:extLst>
                    <a:ext uri="{9D8B030D-6E8A-4147-A177-3AD203B41FA5}">
                      <a16:colId xmlns:a16="http://schemas.microsoft.com/office/drawing/2014/main" val="2189951492"/>
                    </a:ext>
                  </a:extLst>
                </a:gridCol>
                <a:gridCol w="1727428">
                  <a:extLst>
                    <a:ext uri="{9D8B030D-6E8A-4147-A177-3AD203B41FA5}">
                      <a16:colId xmlns:a16="http://schemas.microsoft.com/office/drawing/2014/main" val="2319925471"/>
                    </a:ext>
                  </a:extLst>
                </a:gridCol>
                <a:gridCol w="570913">
                  <a:extLst>
                    <a:ext uri="{9D8B030D-6E8A-4147-A177-3AD203B41FA5}">
                      <a16:colId xmlns:a16="http://schemas.microsoft.com/office/drawing/2014/main" val="3873491110"/>
                    </a:ext>
                  </a:extLst>
                </a:gridCol>
                <a:gridCol w="1747775">
                  <a:extLst>
                    <a:ext uri="{9D8B030D-6E8A-4147-A177-3AD203B41FA5}">
                      <a16:colId xmlns:a16="http://schemas.microsoft.com/office/drawing/2014/main" val="2341457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r>
                        <a:rPr lang="en-US" dirty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0xABD7BCD0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51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0x10000010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0x000ABCD0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0x10000200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35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0xABCDEFFF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0xD0BC0A00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0x00000260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58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0xABCD0000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0xABCDEFEF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0x00503D0B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0x00000250</a:t>
                      </a:r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356508"/>
                  </a:ext>
                </a:extLst>
              </a:tr>
            </a:tbl>
          </a:graphicData>
        </a:graphic>
      </p:graphicFrame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05BFDFB-FCA9-9356-1E8B-8D31B2E6CE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9899251"/>
              </p:ext>
            </p:extLst>
          </p:nvPr>
        </p:nvGraphicFramePr>
        <p:xfrm>
          <a:off x="457200" y="6448182"/>
          <a:ext cx="840541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0338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553389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532130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549956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0x10000010</a:t>
                      </a:r>
                      <a:endParaRPr lang="en-US" sz="18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148919"/>
      </p:ext>
    </p:extLst>
  </p:cSld>
  <p:clrMapOvr>
    <a:masterClrMapping/>
  </p:clrMapOvr>
  <p:transition>
    <p:pull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1EDE7-580A-D7EC-1F9A-0ADA4EBCA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212CA9-B083-7D95-603D-B6C26B0D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93DB85-14D3-DCA0-8DAE-156878EE97F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A7E6FD-31CB-BF98-56D2-635FB4217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953" y="0"/>
            <a:ext cx="5582093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A79334-25D3-6F34-8E60-D781DF9B18E9}"/>
              </a:ext>
            </a:extLst>
          </p:cNvPr>
          <p:cNvSpPr txBox="1"/>
          <p:nvPr/>
        </p:nvSpPr>
        <p:spPr>
          <a:xfrm>
            <a:off x="5239190" y="827197"/>
            <a:ext cx="3812212" cy="7386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0" dirty="0">
                <a:latin typeface="+mn-lt"/>
                <a:hlinkClick r:id="rId4"/>
              </a:rPr>
              <a:t>https://www.youtube.com/watch?v=XkjC1avu6Ow&amp;list=PLHv6klbVebn0pCLcmCxGVa7ZPx7CB01Rh&amp;index=6</a:t>
            </a:r>
            <a:r>
              <a:rPr lang="en-US" b="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06520013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15076</TotalTime>
  <Pages>1</Pages>
  <Words>6585</Words>
  <Application>Microsoft Office PowerPoint</Application>
  <PresentationFormat>On-screen Show (4:3)</PresentationFormat>
  <Paragraphs>1082</Paragraphs>
  <Slides>36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51" baseType="lpstr">
      <vt:lpstr>Bookman Old Style (Headings)</vt:lpstr>
      <vt:lpstr>Gill Sans</vt:lpstr>
      <vt:lpstr>Gill Sans Light</vt:lpstr>
      <vt:lpstr>Arial</vt:lpstr>
      <vt:lpstr>Arial Narrow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Endianness</vt:lpstr>
      <vt:lpstr>Endianness ANS</vt:lpstr>
      <vt:lpstr>Endianness</vt:lpstr>
      <vt:lpstr>Endianness ANS</vt:lpstr>
      <vt:lpstr>Endianness</vt:lpstr>
      <vt:lpstr>Endianness ANS</vt:lpstr>
      <vt:lpstr>Endianness</vt:lpstr>
      <vt:lpstr>Endianness ANS</vt:lpstr>
      <vt:lpstr>Endianness</vt:lpstr>
      <vt:lpstr>Endianness ANS</vt:lpstr>
      <vt:lpstr>Endianness ANS</vt:lpstr>
      <vt:lpstr>Endianness ANS</vt:lpstr>
      <vt:lpstr>Data Alignment</vt:lpstr>
      <vt:lpstr>Data Alignment</vt:lpstr>
      <vt:lpstr>Data Alignment ANS</vt:lpstr>
      <vt:lpstr>Data Alignment</vt:lpstr>
      <vt:lpstr>Data Alignment ANS</vt:lpstr>
      <vt:lpstr>Memory Cycles</vt:lpstr>
      <vt:lpstr>Memory Cycles ANS</vt:lpstr>
      <vt:lpstr>Arrays</vt:lpstr>
      <vt:lpstr>Arrays ANS</vt:lpstr>
      <vt:lpstr>Load Multiple Registers</vt:lpstr>
      <vt:lpstr>LDM</vt:lpstr>
      <vt:lpstr>LDM ANS</vt:lpstr>
      <vt:lpstr>LDR</vt:lpstr>
      <vt:lpstr>LDRB R7, [R2, #1] ANS</vt:lpstr>
      <vt:lpstr>LDRSH R7, [R2, #1] ANS</vt:lpstr>
      <vt:lpstr>LDRSH R7, [R2, #2] ANS</vt:lpstr>
      <vt:lpstr>Program Understanding 1</vt:lpstr>
      <vt:lpstr>Program Understanding 1 ANS</vt:lpstr>
      <vt:lpstr>Program Understanding 2</vt:lpstr>
      <vt:lpstr>Program Understanding 2 ANS</vt:lpstr>
      <vt:lpstr>PowerPoint Presentation</vt:lpstr>
      <vt:lpstr>Notes on Flags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2025-09-18T21:37:08Z</cp:lastPrinted>
  <dcterms:created xsi:type="dcterms:W3CDTF">2014-02-12T15:59:14Z</dcterms:created>
  <dcterms:modified xsi:type="dcterms:W3CDTF">2025-10-22T00:59:01Z</dcterms:modified>
</cp:coreProperties>
</file>