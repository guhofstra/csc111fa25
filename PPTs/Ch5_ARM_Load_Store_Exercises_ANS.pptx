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86" r:id="rId1"/>
  </p:sldMasterIdLst>
  <p:notesMasterIdLst>
    <p:notesMasterId r:id="rId32"/>
  </p:notesMasterIdLst>
  <p:handoutMasterIdLst>
    <p:handoutMasterId r:id="rId33"/>
  </p:handoutMasterIdLst>
  <p:sldIdLst>
    <p:sldId id="385" r:id="rId2"/>
    <p:sldId id="356" r:id="rId3"/>
    <p:sldId id="357" r:id="rId4"/>
    <p:sldId id="363" r:id="rId5"/>
    <p:sldId id="364" r:id="rId6"/>
    <p:sldId id="358" r:id="rId7"/>
    <p:sldId id="359" r:id="rId8"/>
    <p:sldId id="417" r:id="rId9"/>
    <p:sldId id="798" r:id="rId10"/>
    <p:sldId id="808" r:id="rId11"/>
    <p:sldId id="813" r:id="rId12"/>
    <p:sldId id="809" r:id="rId13"/>
    <p:sldId id="811" r:id="rId14"/>
    <p:sldId id="812" r:id="rId15"/>
    <p:sldId id="774" r:id="rId16"/>
    <p:sldId id="345" r:id="rId17"/>
    <p:sldId id="346" r:id="rId18"/>
    <p:sldId id="369" r:id="rId19"/>
    <p:sldId id="370" r:id="rId20"/>
    <p:sldId id="367" r:id="rId21"/>
    <p:sldId id="368" r:id="rId22"/>
    <p:sldId id="365" r:id="rId23"/>
    <p:sldId id="366" r:id="rId24"/>
    <p:sldId id="495" r:id="rId25"/>
    <p:sldId id="801" r:id="rId26"/>
    <p:sldId id="799" r:id="rId27"/>
    <p:sldId id="804" r:id="rId28"/>
    <p:sldId id="803" r:id="rId29"/>
    <p:sldId id="805" r:id="rId30"/>
    <p:sldId id="806" r:id="rId31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3">
          <p15:clr>
            <a:srgbClr val="A4A3A4"/>
          </p15:clr>
        </p15:guide>
        <p15:guide id="2" orient="horz" pos="1826">
          <p15:clr>
            <a:srgbClr val="A4A3A4"/>
          </p15:clr>
        </p15:guide>
        <p15:guide id="3" orient="horz" pos="1381">
          <p15:clr>
            <a:srgbClr val="A4A3A4"/>
          </p15:clr>
        </p15:guide>
        <p15:guide id="4" pos="395">
          <p15:clr>
            <a:srgbClr val="A4A3A4"/>
          </p15:clr>
        </p15:guide>
        <p15:guide id="5" pos="3259">
          <p15:clr>
            <a:srgbClr val="A4A3A4"/>
          </p15:clr>
        </p15:guide>
        <p15:guide id="6" pos="1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48" userDrawn="1">
          <p15:clr>
            <a:srgbClr val="A4A3A4"/>
          </p15:clr>
        </p15:guide>
        <p15:guide id="2" pos="389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41FF"/>
    <a:srgbClr val="00618C"/>
    <a:srgbClr val="006D82"/>
    <a:srgbClr val="A5D0E3"/>
    <a:srgbClr val="49C7FF"/>
    <a:srgbClr val="DDDDDD"/>
    <a:srgbClr val="60E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25279-C3AD-4B13-92A2-4AC656D27A67}" v="254" dt="2025-10-08T02:01:36.7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27353" autoAdjust="0"/>
    <p:restoredTop sz="72680" autoAdjust="0"/>
  </p:normalViewPr>
  <p:slideViewPr>
    <p:cSldViewPr snapToGrid="0">
      <p:cViewPr varScale="1">
        <p:scale>
          <a:sx n="60" d="100"/>
          <a:sy n="60" d="100"/>
        </p:scale>
        <p:origin x="1560" y="38"/>
      </p:cViewPr>
      <p:guideLst>
        <p:guide orient="horz" pos="1083"/>
        <p:guide orient="horz" pos="1826"/>
        <p:guide orient="horz" pos="1381"/>
        <p:guide pos="395"/>
        <p:guide pos="3259"/>
        <p:guide pos="1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4190"/>
    </p:cViewPr>
  </p:sorterViewPr>
  <p:notesViewPr>
    <p:cSldViewPr snapToGrid="0">
      <p:cViewPr>
        <p:scale>
          <a:sx n="100" d="100"/>
          <a:sy n="100" d="100"/>
        </p:scale>
        <p:origin x="-648" y="-821"/>
      </p:cViewPr>
      <p:guideLst>
        <p:guide orient="horz" pos="1548"/>
        <p:guide pos="389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 modNotesMaster modHandout">
      <pc:chgData name="Zonghua Gu" userId="9a7e1853e1951ef5" providerId="LiveId" clId="{CF1FAA12-072C-4ED5-BA76-0FFFAEFDB88A}" dt="2025-10-08T02:01:37.956" v="1673" actId="47"/>
      <pc:docMkLst>
        <pc:docMk/>
      </pc:docMkLst>
      <pc:sldChg chg="modSp add del mod modTransition">
        <pc:chgData name="Zonghua Gu" userId="9a7e1853e1951ef5" providerId="LiveId" clId="{CF1FAA12-072C-4ED5-BA76-0FFFAEFDB88A}" dt="2025-09-18T02:44:38.303" v="450" actId="20577"/>
        <pc:sldMkLst>
          <pc:docMk/>
          <pc:sldMk cId="936686548" sldId="345"/>
        </pc:sldMkLst>
        <pc:spChg chg="mod">
          <ac:chgData name="Zonghua Gu" userId="9a7e1853e1951ef5" providerId="LiveId" clId="{CF1FAA12-072C-4ED5-BA76-0FFFAEFDB88A}" dt="2025-09-18T02:44:38.303" v="450" actId="20577"/>
          <ac:spMkLst>
            <pc:docMk/>
            <pc:sldMk cId="936686548" sldId="345"/>
            <ac:spMk id="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43:33.109" v="441"/>
        <pc:sldMkLst>
          <pc:docMk/>
          <pc:sldMk cId="2671398132" sldId="345"/>
        </pc:sldMkLst>
      </pc:sldChg>
      <pc:sldChg chg="modSp add mod modTransition">
        <pc:chgData name="Zonghua Gu" userId="9a7e1853e1951ef5" providerId="LiveId" clId="{CF1FAA12-072C-4ED5-BA76-0FFFAEFDB88A}" dt="2025-09-18T02:44:40.251" v="451" actId="20577"/>
        <pc:sldMkLst>
          <pc:docMk/>
          <pc:sldMk cId="2173526811" sldId="346"/>
        </pc:sldMkLst>
        <pc:spChg chg="mod">
          <ac:chgData name="Zonghua Gu" userId="9a7e1853e1951ef5" providerId="LiveId" clId="{CF1FAA12-072C-4ED5-BA76-0FFFAEFDB88A}" dt="2025-09-18T02:40:42.290" v="419" actId="20577"/>
          <ac:spMkLst>
            <pc:docMk/>
            <pc:sldMk cId="2173526811" sldId="34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8T02:44:40.251" v="451" actId="20577"/>
          <ac:spMkLst>
            <pc:docMk/>
            <pc:sldMk cId="2173526811" sldId="346"/>
            <ac:spMk id="4" creationId="{00000000-0000-0000-0000-000000000000}"/>
          </ac:spMkLst>
        </pc:spChg>
        <pc:picChg chg="mod">
          <ac:chgData name="Zonghua Gu" userId="9a7e1853e1951ef5" providerId="LiveId" clId="{CF1FAA12-072C-4ED5-BA76-0FFFAEFDB88A}" dt="2025-09-18T02:40:59.382" v="432" actId="1076"/>
          <ac:picMkLst>
            <pc:docMk/>
            <pc:sldMk cId="2173526811" sldId="346"/>
            <ac:picMk id="6" creationId="{00000000-0000-0000-0000-000000000000}"/>
          </ac:picMkLst>
        </pc:picChg>
      </pc:sldChg>
      <pc:sldChg chg="add del">
        <pc:chgData name="Zonghua Gu" userId="9a7e1853e1951ef5" providerId="LiveId" clId="{CF1FAA12-072C-4ED5-BA76-0FFFAEFDB88A}" dt="2025-09-18T02:48:47.595" v="511" actId="2696"/>
        <pc:sldMkLst>
          <pc:docMk/>
          <pc:sldMk cId="966429473" sldId="356"/>
        </pc:sldMkLst>
      </pc:sldChg>
      <pc:sldChg chg="add">
        <pc:chgData name="Zonghua Gu" userId="9a7e1853e1951ef5" providerId="LiveId" clId="{CF1FAA12-072C-4ED5-BA76-0FFFAEFDB88A}" dt="2025-09-18T02:48:49.161" v="512"/>
        <pc:sldMkLst>
          <pc:docMk/>
          <pc:sldMk cId="3359075723" sldId="356"/>
        </pc:sldMkLst>
      </pc:sldChg>
      <pc:sldChg chg="add">
        <pc:chgData name="Zonghua Gu" userId="9a7e1853e1951ef5" providerId="LiveId" clId="{CF1FAA12-072C-4ED5-BA76-0FFFAEFDB88A}" dt="2025-09-18T02:48:49.161" v="512"/>
        <pc:sldMkLst>
          <pc:docMk/>
          <pc:sldMk cId="1209470724" sldId="357"/>
        </pc:sldMkLst>
      </pc:sldChg>
      <pc:sldChg chg="add del">
        <pc:chgData name="Zonghua Gu" userId="9a7e1853e1951ef5" providerId="LiveId" clId="{CF1FAA12-072C-4ED5-BA76-0FFFAEFDB88A}" dt="2025-09-18T02:48:47.595" v="511" actId="2696"/>
        <pc:sldMkLst>
          <pc:docMk/>
          <pc:sldMk cId="1239709488" sldId="357"/>
        </pc:sldMkLst>
      </pc:sldChg>
      <pc:sldChg chg="add del modNotes">
        <pc:chgData name="Zonghua Gu" userId="9a7e1853e1951ef5" providerId="LiveId" clId="{CF1FAA12-072C-4ED5-BA76-0FFFAEFDB88A}" dt="2025-09-18T21:37:05.294" v="613"/>
        <pc:sldMkLst>
          <pc:docMk/>
          <pc:sldMk cId="1502810167" sldId="358"/>
        </pc:sldMkLst>
      </pc:sldChg>
      <pc:sldChg chg="add modNotes">
        <pc:chgData name="Zonghua Gu" userId="9a7e1853e1951ef5" providerId="LiveId" clId="{CF1FAA12-072C-4ED5-BA76-0FFFAEFDB88A}" dt="2025-09-18T21:37:05.294" v="613"/>
        <pc:sldMkLst>
          <pc:docMk/>
          <pc:sldMk cId="670903100" sldId="35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0" sldId="360"/>
        </pc:sldMkLst>
      </pc:sldChg>
      <pc:sldChg chg="addSp delSp modSp add mod">
        <pc:chgData name="Zonghua Gu" userId="9a7e1853e1951ef5" providerId="LiveId" clId="{CF1FAA12-072C-4ED5-BA76-0FFFAEFDB88A}" dt="2025-09-18T02:30:15.818" v="265" actId="1076"/>
        <pc:sldMkLst>
          <pc:docMk/>
          <pc:sldMk cId="3486040908" sldId="363"/>
        </pc:sldMkLst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4" creationId="{4D035A48-A6FE-397D-11E7-79A26D57EE6C}"/>
          </ac:spMkLst>
        </pc:spChg>
        <pc:spChg chg="mod">
          <ac:chgData name="Zonghua Gu" userId="9a7e1853e1951ef5" providerId="LiveId" clId="{CF1FAA12-072C-4ED5-BA76-0FFFAEFDB88A}" dt="2025-09-18T02:25:55.360" v="196" actId="403"/>
          <ac:spMkLst>
            <pc:docMk/>
            <pc:sldMk cId="3486040908" sldId="363"/>
            <ac:spMk id="5" creationId="{49EAAEAC-5A83-FC31-3AD1-D95A0084E014}"/>
          </ac:spMkLst>
        </pc:spChg>
        <pc:spChg chg="mod">
          <ac:chgData name="Zonghua Gu" userId="9a7e1853e1951ef5" providerId="LiveId" clId="{CF1FAA12-072C-4ED5-BA76-0FFFAEFDB88A}" dt="2025-09-18T02:29:57.414" v="262" actId="1076"/>
          <ac:spMkLst>
            <pc:docMk/>
            <pc:sldMk cId="3486040908" sldId="363"/>
            <ac:spMk id="14" creationId="{78CA3B04-30BA-AB52-96CE-C4D0D46EBB0E}"/>
          </ac:spMkLst>
        </pc:spChg>
        <pc:spChg chg="mod">
          <ac:chgData name="Zonghua Gu" userId="9a7e1853e1951ef5" providerId="LiveId" clId="{CF1FAA12-072C-4ED5-BA76-0FFFAEFDB88A}" dt="2025-09-18T02:29:48.132" v="261" actId="1076"/>
          <ac:spMkLst>
            <pc:docMk/>
            <pc:sldMk cId="3486040908" sldId="363"/>
            <ac:spMk id="15" creationId="{23CD2F51-C323-A016-AE65-89BBE14397AE}"/>
          </ac:spMkLst>
        </pc:spChg>
        <pc:spChg chg="mod">
          <ac:chgData name="Zonghua Gu" userId="9a7e1853e1951ef5" providerId="LiveId" clId="{CF1FAA12-072C-4ED5-BA76-0FFFAEFDB88A}" dt="2025-09-18T02:29:39.553" v="260" actId="1036"/>
          <ac:spMkLst>
            <pc:docMk/>
            <pc:sldMk cId="3486040908" sldId="363"/>
            <ac:spMk id="16" creationId="{3604BC0F-A245-42B3-C099-6BBF3E77DA07}"/>
          </ac:spMkLst>
        </pc:spChg>
        <pc:spChg chg="mod">
          <ac:chgData name="Zonghua Gu" userId="9a7e1853e1951ef5" providerId="LiveId" clId="{CF1FAA12-072C-4ED5-BA76-0FFFAEFDB88A}" dt="2025-09-18T02:29:39.553" v="260" actId="1036"/>
          <ac:spMkLst>
            <pc:docMk/>
            <pc:sldMk cId="3486040908" sldId="363"/>
            <ac:spMk id="17" creationId="{92DF79D3-BC63-01D9-8A39-ECF46F38BC95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0" creationId="{D39685E5-F44B-9935-D033-23E4B449AF2C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1" creationId="{A1DE57DA-AF45-14AC-B21C-DE925BE7BF0E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2" creationId="{50CEED7B-77A7-495A-418F-A75FFEAB6E65}"/>
          </ac:spMkLst>
        </pc:spChg>
      </pc:sldChg>
      <pc:sldChg chg="addSp delSp modSp add mod modAnim">
        <pc:chgData name="Zonghua Gu" userId="9a7e1853e1951ef5" providerId="LiveId" clId="{CF1FAA12-072C-4ED5-BA76-0FFFAEFDB88A}" dt="2025-09-18T02:30:31.648" v="269"/>
        <pc:sldMkLst>
          <pc:docMk/>
          <pc:sldMk cId="3561992185" sldId="364"/>
        </pc:sldMkLst>
        <pc:spChg chg="mod">
          <ac:chgData name="Zonghua Gu" userId="9a7e1853e1951ef5" providerId="LiveId" clId="{CF1FAA12-072C-4ED5-BA76-0FFFAEFDB88A}" dt="2025-09-18T02:28:26.342" v="244"/>
          <ac:spMkLst>
            <pc:docMk/>
            <pc:sldMk cId="3561992185" sldId="364"/>
            <ac:spMk id="4" creationId="{00000000-0000-0000-0000-000000000000}"/>
          </ac:spMkLst>
        </pc:spChg>
        <pc:spChg chg="add mod">
          <ac:chgData name="Zonghua Gu" userId="9a7e1853e1951ef5" providerId="LiveId" clId="{CF1FAA12-072C-4ED5-BA76-0FFFAEFDB88A}" dt="2025-09-18T02:30:24.126" v="267"/>
          <ac:spMkLst>
            <pc:docMk/>
            <pc:sldMk cId="3561992185" sldId="364"/>
            <ac:spMk id="5" creationId="{F774CEE6-6F21-C8FD-F5E2-B3014B77F72A}"/>
          </ac:spMkLst>
        </pc:spChg>
        <pc:spChg chg="add mod">
          <ac:chgData name="Zonghua Gu" userId="9a7e1853e1951ef5" providerId="LiveId" clId="{CF1FAA12-072C-4ED5-BA76-0FFFAEFDB88A}" dt="2025-09-18T02:30:24.126" v="267"/>
          <ac:spMkLst>
            <pc:docMk/>
            <pc:sldMk cId="3561992185" sldId="364"/>
            <ac:spMk id="6" creationId="{225F0D47-4435-6F04-B674-6CBF74FC04C8}"/>
          </ac:spMkLst>
        </pc:spChg>
        <pc:spChg chg="add mod">
          <ac:chgData name="Zonghua Gu" userId="9a7e1853e1951ef5" providerId="LiveId" clId="{CF1FAA12-072C-4ED5-BA76-0FFFAEFDB88A}" dt="2025-09-18T02:30:24.126" v="267"/>
          <ac:spMkLst>
            <pc:docMk/>
            <pc:sldMk cId="3561992185" sldId="364"/>
            <ac:spMk id="33" creationId="{CC257C2C-171C-36C6-9B35-5D84C30FB5F6}"/>
          </ac:spMkLst>
        </pc:spChg>
        <pc:spChg chg="add mod">
          <ac:chgData name="Zonghua Gu" userId="9a7e1853e1951ef5" providerId="LiveId" clId="{CF1FAA12-072C-4ED5-BA76-0FFFAEFDB88A}" dt="2025-09-18T02:30:24.126" v="267"/>
          <ac:spMkLst>
            <pc:docMk/>
            <pc:sldMk cId="3561992185" sldId="364"/>
            <ac:spMk id="34" creationId="{E633E003-A348-C97C-7F11-F5817BB4A282}"/>
          </ac:spMkLst>
        </pc:spChg>
        <pc:spChg chg="add mod">
          <ac:chgData name="Zonghua Gu" userId="9a7e1853e1951ef5" providerId="LiveId" clId="{CF1FAA12-072C-4ED5-BA76-0FFFAEFDB88A}" dt="2025-09-18T02:30:31.648" v="269"/>
          <ac:spMkLst>
            <pc:docMk/>
            <pc:sldMk cId="3561992185" sldId="364"/>
            <ac:spMk id="35" creationId="{C88BD9B5-EA27-1E41-ABB8-18A51242E5CD}"/>
          </ac:spMkLst>
        </pc:spChg>
        <pc:spChg chg="add mod">
          <ac:chgData name="Zonghua Gu" userId="9a7e1853e1951ef5" providerId="LiveId" clId="{CF1FAA12-072C-4ED5-BA76-0FFFAEFDB88A}" dt="2025-09-18T02:30:31.648" v="269"/>
          <ac:spMkLst>
            <pc:docMk/>
            <pc:sldMk cId="3561992185" sldId="364"/>
            <ac:spMk id="36" creationId="{DB595757-9D42-648F-005B-4F7AC7B938EB}"/>
          </ac:spMkLst>
        </pc:spChg>
        <pc:spChg chg="add mod">
          <ac:chgData name="Zonghua Gu" userId="9a7e1853e1951ef5" providerId="LiveId" clId="{CF1FAA12-072C-4ED5-BA76-0FFFAEFDB88A}" dt="2025-09-18T02:30:31.648" v="269"/>
          <ac:spMkLst>
            <pc:docMk/>
            <pc:sldMk cId="3561992185" sldId="364"/>
            <ac:spMk id="37" creationId="{AD4EDC72-47D7-E0BB-30E4-E429A57E2390}"/>
          </ac:spMkLst>
        </pc:spChg>
        <pc:spChg chg="add mod">
          <ac:chgData name="Zonghua Gu" userId="9a7e1853e1951ef5" providerId="LiveId" clId="{CF1FAA12-072C-4ED5-BA76-0FFFAEFDB88A}" dt="2025-09-18T02:30:31.648" v="269"/>
          <ac:spMkLst>
            <pc:docMk/>
            <pc:sldMk cId="3561992185" sldId="364"/>
            <ac:spMk id="38" creationId="{4452D4CB-3821-115B-B028-2A330468B902}"/>
          </ac:spMkLst>
        </pc:spChg>
      </pc:sldChg>
      <pc:sldChg chg="modSp add del mod modTransition">
        <pc:chgData name="Zonghua Gu" userId="9a7e1853e1951ef5" providerId="LiveId" clId="{CF1FAA12-072C-4ED5-BA76-0FFFAEFDB88A}" dt="2025-09-18T02:46:44.688" v="499" actId="20577"/>
        <pc:sldMkLst>
          <pc:docMk/>
          <pc:sldMk cId="802972020" sldId="365"/>
        </pc:sldMkLst>
        <pc:spChg chg="mod">
          <ac:chgData name="Zonghua Gu" userId="9a7e1853e1951ef5" providerId="LiveId" clId="{CF1FAA12-072C-4ED5-BA76-0FFFAEFDB88A}" dt="2025-09-18T02:46:44.688" v="499" actId="20577"/>
          <ac:spMkLst>
            <pc:docMk/>
            <pc:sldMk cId="802972020" sldId="365"/>
            <ac:spMk id="4" creationId="{00000000-0000-0000-0000-000000000000}"/>
          </ac:spMkLst>
        </pc:spChg>
      </pc:sldChg>
      <pc:sldChg chg="modSp add mod modTransition modAnim">
        <pc:chgData name="Zonghua Gu" userId="9a7e1853e1951ef5" providerId="LiveId" clId="{CF1FAA12-072C-4ED5-BA76-0FFFAEFDB88A}" dt="2025-09-18T02:47:05.371" v="510" actId="1076"/>
        <pc:sldMkLst>
          <pc:docMk/>
          <pc:sldMk cId="415260018" sldId="366"/>
        </pc:sldMkLst>
        <pc:spChg chg="mod">
          <ac:chgData name="Zonghua Gu" userId="9a7e1853e1951ef5" providerId="LiveId" clId="{CF1FAA12-072C-4ED5-BA76-0FFFAEFDB88A}" dt="2025-09-18T02:47:05.371" v="510" actId="1076"/>
          <ac:spMkLst>
            <pc:docMk/>
            <pc:sldMk cId="415260018" sldId="366"/>
            <ac:spMk id="4" creationId="{00000000-0000-0000-0000-000000000000}"/>
          </ac:spMkLst>
        </pc:spChg>
      </pc:sldChg>
      <pc:sldChg chg="addSp delSp modSp add del mod modTransition">
        <pc:chgData name="Zonghua Gu" userId="9a7e1853e1951ef5" providerId="LiveId" clId="{CF1FAA12-072C-4ED5-BA76-0FFFAEFDB88A}" dt="2025-09-18T02:45:44.426" v="467"/>
        <pc:sldMkLst>
          <pc:docMk/>
          <pc:sldMk cId="1910717593" sldId="367"/>
        </pc:sldMkLst>
        <pc:spChg chg="mod">
          <ac:chgData name="Zonghua Gu" userId="9a7e1853e1951ef5" providerId="LiveId" clId="{CF1FAA12-072C-4ED5-BA76-0FFFAEFDB88A}" dt="2025-09-18T02:45:22.049" v="461" actId="20577"/>
          <ac:spMkLst>
            <pc:docMk/>
            <pc:sldMk cId="1910717593" sldId="367"/>
            <ac:spMk id="4" creationId="{00000000-0000-0000-0000-000000000000}"/>
          </ac:spMkLst>
        </pc:spChg>
        <pc:spChg chg="add mod">
          <ac:chgData name="Zonghua Gu" userId="9a7e1853e1951ef5" providerId="LiveId" clId="{CF1FAA12-072C-4ED5-BA76-0FFFAEFDB88A}" dt="2025-09-18T02:45:44.426" v="467"/>
          <ac:spMkLst>
            <pc:docMk/>
            <pc:sldMk cId="1910717593" sldId="367"/>
            <ac:spMk id="9" creationId="{78DA596E-85CA-C0C6-85A8-74A98C3DFFDB}"/>
          </ac:spMkLst>
        </pc:spChg>
      </pc:sldChg>
      <pc:sldChg chg="modSp add mod modTransition">
        <pc:chgData name="Zonghua Gu" userId="9a7e1853e1951ef5" providerId="LiveId" clId="{CF1FAA12-072C-4ED5-BA76-0FFFAEFDB88A}" dt="2025-09-18T02:45:57.927" v="470" actId="403"/>
        <pc:sldMkLst>
          <pc:docMk/>
          <pc:sldMk cId="3116329460" sldId="368"/>
        </pc:sldMkLst>
        <pc:spChg chg="mod">
          <ac:chgData name="Zonghua Gu" userId="9a7e1853e1951ef5" providerId="LiveId" clId="{CF1FAA12-072C-4ED5-BA76-0FFFAEFDB88A}" dt="2025-09-18T02:45:36.660" v="462" actId="1076"/>
          <ac:spMkLst>
            <pc:docMk/>
            <pc:sldMk cId="3116329460" sldId="368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8T02:45:57.927" v="470" actId="403"/>
          <ac:spMkLst>
            <pc:docMk/>
            <pc:sldMk cId="3116329460" sldId="368"/>
            <ac:spMk id="4" creationId="{00000000-0000-0000-0000-000000000000}"/>
          </ac:spMkLst>
        </pc:spChg>
      </pc:sldChg>
      <pc:sldChg chg="modSp add del mod ord modTransition">
        <pc:chgData name="Zonghua Gu" userId="9a7e1853e1951ef5" providerId="LiveId" clId="{CF1FAA12-072C-4ED5-BA76-0FFFAEFDB88A}" dt="2025-09-18T02:43:42.643" v="444" actId="2696"/>
        <pc:sldMkLst>
          <pc:docMk/>
          <pc:sldMk cId="587842027" sldId="369"/>
        </pc:sldMkLst>
      </pc:sldChg>
      <pc:sldChg chg="modSp add mod">
        <pc:chgData name="Zonghua Gu" userId="9a7e1853e1951ef5" providerId="LiveId" clId="{CF1FAA12-072C-4ED5-BA76-0FFFAEFDB88A}" dt="2025-09-18T02:44:42.165" v="452" actId="20577"/>
        <pc:sldMkLst>
          <pc:docMk/>
          <pc:sldMk cId="1545068738" sldId="369"/>
        </pc:sldMkLst>
        <pc:spChg chg="mod">
          <ac:chgData name="Zonghua Gu" userId="9a7e1853e1951ef5" providerId="LiveId" clId="{CF1FAA12-072C-4ED5-BA76-0FFFAEFDB88A}" dt="2025-09-18T02:44:42.165" v="452" actId="20577"/>
          <ac:spMkLst>
            <pc:docMk/>
            <pc:sldMk cId="1545068738" sldId="369"/>
            <ac:spMk id="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43:33.109" v="441"/>
        <pc:sldMkLst>
          <pc:docMk/>
          <pc:sldMk cId="3308441144" sldId="369"/>
        </pc:sldMkLst>
      </pc:sldChg>
      <pc:sldChg chg="modSp add mod modNotesTx">
        <pc:chgData name="Zonghua Gu" userId="9a7e1853e1951ef5" providerId="LiveId" clId="{CF1FAA12-072C-4ED5-BA76-0FFFAEFDB88A}" dt="2025-09-18T02:44:56.298" v="457" actId="404"/>
        <pc:sldMkLst>
          <pc:docMk/>
          <pc:sldMk cId="598515287" sldId="370"/>
        </pc:sldMkLst>
        <pc:spChg chg="mod">
          <ac:chgData name="Zonghua Gu" userId="9a7e1853e1951ef5" providerId="LiveId" clId="{CF1FAA12-072C-4ED5-BA76-0FFFAEFDB88A}" dt="2025-09-18T02:44:56.298" v="457" actId="404"/>
          <ac:spMkLst>
            <pc:docMk/>
            <pc:sldMk cId="598515287" sldId="370"/>
            <ac:spMk id="4" creationId="{00000000-0000-0000-0000-000000000000}"/>
          </ac:spMkLst>
        </pc:spChg>
      </pc:sldChg>
      <pc:sldChg chg="modSp add del mod ord modTransition modNotesTx">
        <pc:chgData name="Zonghua Gu" userId="9a7e1853e1951ef5" providerId="LiveId" clId="{CF1FAA12-072C-4ED5-BA76-0FFFAEFDB88A}" dt="2025-09-18T02:43:42.643" v="444" actId="2696"/>
        <pc:sldMkLst>
          <pc:docMk/>
          <pc:sldMk cId="1352278469" sldId="370"/>
        </pc:sldMkLst>
      </pc:sldChg>
      <pc:sldChg chg="add del modTransition">
        <pc:chgData name="Zonghua Gu" userId="9a7e1853e1951ef5" providerId="LiveId" clId="{CF1FAA12-072C-4ED5-BA76-0FFFAEFDB88A}" dt="2025-09-16T21:18:03.494" v="42" actId="47"/>
        <pc:sldMkLst>
          <pc:docMk/>
          <pc:sldMk cId="3221067157" sldId="371"/>
        </pc:sldMkLst>
      </pc:sldChg>
      <pc:sldChg chg="addSp modSp mod">
        <pc:chgData name="Zonghua Gu" userId="9a7e1853e1951ef5" providerId="LiveId" clId="{CF1FAA12-072C-4ED5-BA76-0FFFAEFDB88A}" dt="2025-09-18T02:24:22.044" v="182"/>
        <pc:sldMkLst>
          <pc:docMk/>
          <pc:sldMk cId="0" sldId="385"/>
        </pc:sldMkLst>
        <pc:spChg chg="add mod">
          <ac:chgData name="Zonghua Gu" userId="9a7e1853e1951ef5" providerId="LiveId" clId="{CF1FAA12-072C-4ED5-BA76-0FFFAEFDB88A}" dt="2025-09-17T21:20:32.046" v="173" actId="1076"/>
          <ac:spMkLst>
            <pc:docMk/>
            <pc:sldMk cId="0" sldId="385"/>
            <ac:spMk id="3" creationId="{414636B5-1A15-392F-777F-ACB6D0BF1A0E}"/>
          </ac:spMkLst>
        </pc:spChg>
        <pc:spChg chg="mod">
          <ac:chgData name="Zonghua Gu" userId="9a7e1853e1951ef5" providerId="LiveId" clId="{CF1FAA12-072C-4ED5-BA76-0FFFAEFDB88A}" dt="2025-09-18T02:23:59.436" v="181" actId="20577"/>
          <ac:spMkLst>
            <pc:docMk/>
            <pc:sldMk cId="0" sldId="385"/>
            <ac:spMk id="11" creationId="{00000000-0000-0000-0000-000000000000}"/>
          </ac:spMkLst>
        </pc:spChg>
        <pc:spChg chg="mod">
          <ac:chgData name="Zonghua Gu" userId="9a7e1853e1951ef5" providerId="LiveId" clId="{CF1FAA12-072C-4ED5-BA76-0FFFAEFDB88A}" dt="2025-09-17T20:50:13.719" v="106" actId="20577"/>
          <ac:spMkLst>
            <pc:docMk/>
            <pc:sldMk cId="0" sldId="385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09-17T20:50:06.160" v="101" actId="20577"/>
          <ac:spMkLst>
            <pc:docMk/>
            <pc:sldMk cId="0" sldId="385"/>
            <ac:spMk id="1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25:27.723" v="184" actId="47"/>
        <pc:sldMkLst>
          <pc:docMk/>
          <pc:sldMk cId="3486040908" sldId="38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0" sldId="406"/>
        </pc:sldMkLst>
      </pc:sldChg>
      <pc:sldChg chg="delSp modSp del mod delAnim modAnim">
        <pc:chgData name="Zonghua Gu" userId="9a7e1853e1951ef5" providerId="LiveId" clId="{CF1FAA12-072C-4ED5-BA76-0FFFAEFDB88A}" dt="2025-09-18T02:23:48.757" v="174" actId="47"/>
        <pc:sldMkLst>
          <pc:docMk/>
          <pc:sldMk cId="0" sldId="408"/>
        </pc:sldMkLst>
      </pc:sldChg>
      <pc:sldChg chg="delSp modSp del mod delAnim modAnim">
        <pc:chgData name="Zonghua Gu" userId="9a7e1853e1951ef5" providerId="LiveId" clId="{CF1FAA12-072C-4ED5-BA76-0FFFAEFDB88A}" dt="2025-09-18T02:23:48.757" v="174" actId="47"/>
        <pc:sldMkLst>
          <pc:docMk/>
          <pc:sldMk cId="0" sldId="409"/>
        </pc:sldMkLst>
      </pc:sldChg>
      <pc:sldChg chg="addSp modSp del mod">
        <pc:chgData name="Zonghua Gu" userId="9a7e1853e1951ef5" providerId="LiveId" clId="{CF1FAA12-072C-4ED5-BA76-0FFFAEFDB88A}" dt="2025-09-18T02:23:48.757" v="174" actId="47"/>
        <pc:sldMkLst>
          <pc:docMk/>
          <pc:sldMk cId="0" sldId="410"/>
        </pc:sldMkLst>
      </pc:sldChg>
      <pc:sldChg chg="addSp delSp modSp del mod">
        <pc:chgData name="Zonghua Gu" userId="9a7e1853e1951ef5" providerId="LiveId" clId="{CF1FAA12-072C-4ED5-BA76-0FFFAEFDB88A}" dt="2025-09-18T02:23:48.757" v="174" actId="47"/>
        <pc:sldMkLst>
          <pc:docMk/>
          <pc:sldMk cId="0" sldId="411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2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3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4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5"/>
        </pc:sldMkLst>
      </pc:sldChg>
      <pc:sldChg chg="addSp delSp modSp add del mod delAnim modAnim modNotes">
        <pc:chgData name="Zonghua Gu" userId="9a7e1853e1951ef5" providerId="LiveId" clId="{CF1FAA12-072C-4ED5-BA76-0FFFAEFDB88A}" dt="2025-09-18T21:37:05.294" v="613"/>
        <pc:sldMkLst>
          <pc:docMk/>
          <pc:sldMk cId="0" sldId="417"/>
        </pc:sldMkLst>
        <pc:spChg chg="add 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2" creationId="{03BF8BEC-CBCA-3D53-1D6F-7FE4217EF5F8}"/>
          </ac:spMkLst>
        </pc:spChg>
        <pc:spChg chg="add mod">
          <ac:chgData name="Zonghua Gu" userId="9a7e1853e1951ef5" providerId="LiveId" clId="{CF1FAA12-072C-4ED5-BA76-0FFFAEFDB88A}" dt="2025-09-18T20:04:24.814" v="585" actId="1076"/>
          <ac:spMkLst>
            <pc:docMk/>
            <pc:sldMk cId="0" sldId="417"/>
            <ac:spMk id="3" creationId="{D80FA951-DE02-3C91-9A1E-27C70066528C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1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3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18.734" v="584" actId="1076"/>
          <ac:spMkLst>
            <pc:docMk/>
            <pc:sldMk cId="0" sldId="417"/>
            <ac:spMk id="14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3:46.505" v="573" actId="20577"/>
          <ac:spMkLst>
            <pc:docMk/>
            <pc:sldMk cId="0" sldId="417"/>
            <ac:spMk id="25606" creationId="{00000000-0000-0000-0000-000000000000}"/>
          </ac:spMkLst>
        </pc:spChg>
        <pc:graphicFrameChg chg="mod">
          <ac:chgData name="Zonghua Gu" userId="9a7e1853e1951ef5" providerId="LiveId" clId="{CF1FAA12-072C-4ED5-BA76-0FFFAEFDB88A}" dt="2025-09-18T20:06:59.886" v="611"/>
          <ac:graphicFrameMkLst>
            <pc:docMk/>
            <pc:sldMk cId="0" sldId="417"/>
            <ac:graphicFrameMk id="9" creationId="{00000000-0000-0000-0000-000000000000}"/>
          </ac:graphicFrameMkLst>
        </pc:graphicFrameChg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92340819" sldId="45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630635621" sldId="45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881575936" sldId="45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117905533" sldId="45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0450818" sldId="46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83046466" sldId="469"/>
        </pc:sldMkLst>
      </pc:sldChg>
      <pc:sldChg chg="addSp modSp del mod modNotesTx">
        <pc:chgData name="Zonghua Gu" userId="9a7e1853e1951ef5" providerId="LiveId" clId="{CF1FAA12-072C-4ED5-BA76-0FFFAEFDB88A}" dt="2025-09-18T02:23:48.757" v="174" actId="47"/>
        <pc:sldMkLst>
          <pc:docMk/>
          <pc:sldMk cId="282921071" sldId="47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929278538" sldId="47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963767799" sldId="473"/>
        </pc:sldMkLst>
      </pc:sldChg>
      <pc:sldChg chg="addSp modSp del mod">
        <pc:chgData name="Zonghua Gu" userId="9a7e1853e1951ef5" providerId="LiveId" clId="{CF1FAA12-072C-4ED5-BA76-0FFFAEFDB88A}" dt="2025-09-18T02:23:48.757" v="174" actId="47"/>
        <pc:sldMkLst>
          <pc:docMk/>
          <pc:sldMk cId="3751033725" sldId="47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700446461" sldId="47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517712416" sldId="476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4040755182" sldId="478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3783602394" sldId="47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03617877" sldId="48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902260443" sldId="48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886267364" sldId="49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314866584" sldId="49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175052033" sldId="493"/>
        </pc:sldMkLst>
      </pc:sldChg>
      <pc:sldChg chg="add del">
        <pc:chgData name="Zonghua Gu" userId="9a7e1853e1951ef5" providerId="LiveId" clId="{CF1FAA12-072C-4ED5-BA76-0FFFAEFDB88A}" dt="2025-09-24T21:50:39.205" v="622"/>
        <pc:sldMkLst>
          <pc:docMk/>
          <pc:sldMk cId="1620255952" sldId="494"/>
        </pc:sldMkLst>
      </pc:sldChg>
      <pc:sldChg chg="add del">
        <pc:chgData name="Zonghua Gu" userId="9a7e1853e1951ef5" providerId="LiveId" clId="{CF1FAA12-072C-4ED5-BA76-0FFFAEFDB88A}" dt="2025-09-24T21:50:44.726" v="623"/>
        <pc:sldMkLst>
          <pc:docMk/>
          <pc:sldMk cId="146821145" sldId="49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138289989" sldId="49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95259654" sldId="49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595803636" sldId="49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92813522" sldId="499"/>
        </pc:sldMkLst>
      </pc:sldChg>
      <pc:sldChg chg="del">
        <pc:chgData name="Zonghua Gu" userId="9a7e1853e1951ef5" providerId="LiveId" clId="{CF1FAA12-072C-4ED5-BA76-0FFFAEFDB88A}" dt="2025-09-16T21:19:40.243" v="56" actId="47"/>
        <pc:sldMkLst>
          <pc:docMk/>
          <pc:sldMk cId="3157601905" sldId="500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794990730" sldId="50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76175039" sldId="50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13693986" sldId="50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709916207" sldId="50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106957169" sldId="50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987401790" sldId="50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15375760" sldId="50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3467745" sldId="50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746898804" sldId="51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778945240" sldId="51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31850479" sldId="51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983958110" sldId="51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856238415" sldId="51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7137356" sldId="51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89353238" sldId="51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88032704" sldId="51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15641243" sldId="52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3932543" sldId="52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9747507" sldId="52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088857373" sldId="52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2413975" sldId="52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686948551" sldId="52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666442587" sldId="52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434851217" sldId="52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10249931" sldId="52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797967072" sldId="529"/>
        </pc:sldMkLst>
      </pc:sldChg>
      <pc:sldChg chg="delSp modSp add del mod modTransition modAnim">
        <pc:chgData name="Zonghua Gu" userId="9a7e1853e1951ef5" providerId="LiveId" clId="{CF1FAA12-072C-4ED5-BA76-0FFFAEFDB88A}" dt="2025-09-21T21:00:43.715" v="614" actId="1076"/>
        <pc:sldMkLst>
          <pc:docMk/>
          <pc:sldMk cId="1864663475" sldId="774"/>
        </pc:sldMkLst>
        <pc:spChg chg="mod">
          <ac:chgData name="Zonghua Gu" userId="9a7e1853e1951ef5" providerId="LiveId" clId="{CF1FAA12-072C-4ED5-BA76-0FFFAEFDB88A}" dt="2025-09-21T21:00:43.715" v="614" actId="1076"/>
          <ac:spMkLst>
            <pc:docMk/>
            <pc:sldMk cId="1864663475" sldId="774"/>
            <ac:spMk id="6" creationId="{9847AA0A-7964-4433-C181-1EB7B5E48F3F}"/>
          </ac:spMkLst>
        </pc:spChg>
        <pc:spChg chg="mod topLvl">
          <ac:chgData name="Zonghua Gu" userId="9a7e1853e1951ef5" providerId="LiveId" clId="{CF1FAA12-072C-4ED5-BA76-0FFFAEFDB88A}" dt="2025-09-18T02:31:45.976" v="270" actId="165"/>
          <ac:spMkLst>
            <pc:docMk/>
            <pc:sldMk cId="1864663475" sldId="774"/>
            <ac:spMk id="16" creationId="{00000000-0000-0000-0000-000000000000}"/>
          </ac:spMkLst>
        </pc:sp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2" creationId="{00000000-0000-0000-0000-000000000000}"/>
          </ac:picMkLst>
        </pc:pic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3" creationId="{00000000-0000-0000-0000-000000000000}"/>
          </ac:picMkLst>
        </pc:pic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4" creationId="{00000000-0000-0000-0000-000000000000}"/>
          </ac:picMkLst>
        </pc:picChg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3575795538" sldId="774"/>
        </pc:sldMkLst>
      </pc:sldChg>
      <pc:sldChg chg="add del modTransition">
        <pc:chgData name="Zonghua Gu" userId="9a7e1853e1951ef5" providerId="LiveId" clId="{CF1FAA12-072C-4ED5-BA76-0FFFAEFDB88A}" dt="2025-09-18T02:25:27.723" v="184" actId="47"/>
        <pc:sldMkLst>
          <pc:docMk/>
          <pc:sldMk cId="936686548" sldId="775"/>
        </pc:sldMkLst>
      </pc:sldChg>
      <pc:sldChg chg="add del modTransition">
        <pc:chgData name="Zonghua Gu" userId="9a7e1853e1951ef5" providerId="LiveId" clId="{CF1FAA12-072C-4ED5-BA76-0FFFAEFDB88A}" dt="2025-09-16T21:18:32.771" v="45" actId="2696"/>
        <pc:sldMkLst>
          <pc:docMk/>
          <pc:sldMk cId="1395983037" sldId="789"/>
        </pc:sldMkLst>
      </pc:sldChg>
      <pc:sldChg chg="modSp add del">
        <pc:chgData name="Zonghua Gu" userId="9a7e1853e1951ef5" providerId="LiveId" clId="{CF1FAA12-072C-4ED5-BA76-0FFFAEFDB88A}" dt="2025-09-16T21:21:18.768" v="77" actId="2696"/>
        <pc:sldMkLst>
          <pc:docMk/>
          <pc:sldMk cId="2509807301" sldId="789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1149374474" sldId="790"/>
        </pc:sldMkLst>
      </pc:sldChg>
      <pc:sldChg chg="add del modTransition">
        <pc:chgData name="Zonghua Gu" userId="9a7e1853e1951ef5" providerId="LiveId" clId="{CF1FAA12-072C-4ED5-BA76-0FFFAEFDB88A}" dt="2025-09-16T21:18:32.771" v="45" actId="2696"/>
        <pc:sldMkLst>
          <pc:docMk/>
          <pc:sldMk cId="2133584576" sldId="790"/>
        </pc:sldMkLst>
      </pc:sldChg>
      <pc:sldChg chg="add del modTransition">
        <pc:chgData name="Zonghua Gu" userId="9a7e1853e1951ef5" providerId="LiveId" clId="{CF1FAA12-072C-4ED5-BA76-0FFFAEFDB88A}" dt="2025-09-16T21:13:04.721" v="1" actId="47"/>
        <pc:sldMkLst>
          <pc:docMk/>
          <pc:sldMk cId="3725504313" sldId="791"/>
        </pc:sldMkLst>
      </pc:sldChg>
      <pc:sldChg chg="add del modTransition">
        <pc:chgData name="Zonghua Gu" userId="9a7e1853e1951ef5" providerId="LiveId" clId="{CF1FAA12-072C-4ED5-BA76-0FFFAEFDB88A}" dt="2025-09-16T21:18:09.568" v="43" actId="2696"/>
        <pc:sldMkLst>
          <pc:docMk/>
          <pc:sldMk cId="1629909525" sldId="793"/>
        </pc:sldMkLst>
      </pc:sldChg>
      <pc:sldChg chg="modSp add del mod">
        <pc:chgData name="Zonghua Gu" userId="9a7e1853e1951ef5" providerId="LiveId" clId="{CF1FAA12-072C-4ED5-BA76-0FFFAEFDB88A}" dt="2025-09-18T02:23:48.757" v="174" actId="47"/>
        <pc:sldMkLst>
          <pc:docMk/>
          <pc:sldMk cId="3190402835" sldId="793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2753210025" sldId="794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1493324092" sldId="795"/>
        </pc:sldMkLst>
      </pc:sldChg>
      <pc:sldChg chg="modSp add del mod">
        <pc:chgData name="Zonghua Gu" userId="9a7e1853e1951ef5" providerId="LiveId" clId="{CF1FAA12-072C-4ED5-BA76-0FFFAEFDB88A}" dt="2025-09-18T20:05:47.919" v="606" actId="47"/>
        <pc:sldMkLst>
          <pc:docMk/>
          <pc:sldMk cId="3491198584" sldId="796"/>
        </pc:sldMkLst>
      </pc:sldChg>
      <pc:sldChg chg="add del">
        <pc:chgData name="Zonghua Gu" userId="9a7e1853e1951ef5" providerId="LiveId" clId="{CF1FAA12-072C-4ED5-BA76-0FFFAEFDB88A}" dt="2025-09-18T21:27:30.744" v="612" actId="47"/>
        <pc:sldMkLst>
          <pc:docMk/>
          <pc:sldMk cId="1115551691" sldId="797"/>
        </pc:sldMkLst>
      </pc:sldChg>
      <pc:sldChg chg="addSp delSp modSp add mod modAnim modNotes">
        <pc:chgData name="Zonghua Gu" userId="9a7e1853e1951ef5" providerId="LiveId" clId="{CF1FAA12-072C-4ED5-BA76-0FFFAEFDB88A}" dt="2025-09-18T21:37:05.294" v="613"/>
        <pc:sldMkLst>
          <pc:docMk/>
          <pc:sldMk cId="1422403682" sldId="798"/>
        </pc:sldMkLst>
        <pc:spChg chg="add mod">
          <ac:chgData name="Zonghua Gu" userId="9a7e1853e1951ef5" providerId="LiveId" clId="{CF1FAA12-072C-4ED5-BA76-0FFFAEFDB88A}" dt="2025-09-18T20:06:51.228" v="610" actId="1076"/>
          <ac:spMkLst>
            <pc:docMk/>
            <pc:sldMk cId="1422403682" sldId="798"/>
            <ac:spMk id="4" creationId="{6F534A2F-9846-7A97-D479-D46DB56AB958}"/>
          </ac:spMkLst>
        </pc:spChg>
        <pc:spChg chg="add mod">
          <ac:chgData name="Zonghua Gu" userId="9a7e1853e1951ef5" providerId="LiveId" clId="{CF1FAA12-072C-4ED5-BA76-0FFFAEFDB88A}" dt="2025-09-18T20:06:51.228" v="610" actId="1076"/>
          <ac:spMkLst>
            <pc:docMk/>
            <pc:sldMk cId="1422403682" sldId="798"/>
            <ac:spMk id="5" creationId="{BC3F3BEC-A50C-878A-987B-AAF83CD43E44}"/>
          </ac:spMkLst>
        </pc:spChg>
        <pc:spChg chg="add mod">
          <ac:chgData name="Zonghua Gu" userId="9a7e1853e1951ef5" providerId="LiveId" clId="{CF1FAA12-072C-4ED5-BA76-0FFFAEFDB88A}" dt="2025-09-18T20:06:44.933" v="609" actId="1076"/>
          <ac:spMkLst>
            <pc:docMk/>
            <pc:sldMk cId="1422403682" sldId="798"/>
            <ac:spMk id="6" creationId="{FF49A434-8C62-C958-9270-232816F13AE4}"/>
          </ac:spMkLst>
        </pc:spChg>
        <pc:spChg chg="add mod">
          <ac:chgData name="Zonghua Gu" userId="9a7e1853e1951ef5" providerId="LiveId" clId="{CF1FAA12-072C-4ED5-BA76-0FFFAEFDB88A}" dt="2025-09-18T20:06:44.933" v="609" actId="1076"/>
          <ac:spMkLst>
            <pc:docMk/>
            <pc:sldMk cId="1422403682" sldId="798"/>
            <ac:spMk id="7" creationId="{F6F628D0-DD4D-72F2-BDF1-C601826C46E8}"/>
          </ac:spMkLst>
        </pc:spChg>
        <pc:spChg chg="mod">
          <ac:chgData name="Zonghua Gu" userId="9a7e1853e1951ef5" providerId="LiveId" clId="{CF1FAA12-072C-4ED5-BA76-0FFFAEFDB88A}" dt="2025-09-18T20:05:42.581" v="605" actId="20577"/>
          <ac:spMkLst>
            <pc:docMk/>
            <pc:sldMk cId="1422403682" sldId="798"/>
            <ac:spMk id="25606" creationId="{2B3E1AB2-B3CB-2CA3-69A9-9B3B2CA1C3F7}"/>
          </ac:spMkLst>
        </pc:spChg>
        <pc:graphicFrameChg chg="mod">
          <ac:chgData name="Zonghua Gu" userId="9a7e1853e1951ef5" providerId="LiveId" clId="{CF1FAA12-072C-4ED5-BA76-0FFFAEFDB88A}" dt="2025-09-18T20:06:26.567" v="607"/>
          <ac:graphicFrameMkLst>
            <pc:docMk/>
            <pc:sldMk cId="1422403682" sldId="798"/>
            <ac:graphicFrameMk id="9" creationId="{0E30A4EB-ACBA-8E2B-82A1-96E1DB36D61D}"/>
          </ac:graphicFrameMkLst>
        </pc:graphicFrameChg>
      </pc:sldChg>
      <pc:sldChg chg="addSp delSp modSp new mod">
        <pc:chgData name="Zonghua Gu" userId="9a7e1853e1951ef5" providerId="LiveId" clId="{CF1FAA12-072C-4ED5-BA76-0FFFAEFDB88A}" dt="2025-09-25T23:32:29.832" v="1314" actId="207"/>
        <pc:sldMkLst>
          <pc:docMk/>
          <pc:sldMk cId="3896189839" sldId="799"/>
        </pc:sldMkLst>
        <pc:spChg chg="mod">
          <ac:chgData name="Zonghua Gu" userId="9a7e1853e1951ef5" providerId="LiveId" clId="{CF1FAA12-072C-4ED5-BA76-0FFFAEFDB88A}" dt="2025-09-24T21:54:28.776" v="681" actId="20577"/>
          <ac:spMkLst>
            <pc:docMk/>
            <pc:sldMk cId="3896189839" sldId="799"/>
            <ac:spMk id="2" creationId="{10B3BAC0-1ED1-3CC9-BDD8-A393E1B052E7}"/>
          </ac:spMkLst>
        </pc:spChg>
        <pc:spChg chg="add mod">
          <ac:chgData name="Zonghua Gu" userId="9a7e1853e1951ef5" providerId="LiveId" clId="{CF1FAA12-072C-4ED5-BA76-0FFFAEFDB88A}" dt="2025-09-25T23:32:29.832" v="1314" actId="207"/>
          <ac:spMkLst>
            <pc:docMk/>
            <pc:sldMk cId="3896189839" sldId="799"/>
            <ac:spMk id="4" creationId="{2DDCD008-C81A-0FDE-1A42-D78DBFAE7B90}"/>
          </ac:spMkLst>
        </pc:spChg>
        <pc:spChg chg="add mod">
          <ac:chgData name="Zonghua Gu" userId="9a7e1853e1951ef5" providerId="LiveId" clId="{CF1FAA12-072C-4ED5-BA76-0FFFAEFDB88A}" dt="2025-09-25T21:34:08.218" v="901" actId="1035"/>
          <ac:spMkLst>
            <pc:docMk/>
            <pc:sldMk cId="3896189839" sldId="799"/>
            <ac:spMk id="9" creationId="{1CE606E0-E40B-C230-04E8-0FC3B6565AF7}"/>
          </ac:spMkLst>
        </pc:spChg>
        <pc:spChg chg="add mod">
          <ac:chgData name="Zonghua Gu" userId="9a7e1853e1951ef5" providerId="LiveId" clId="{CF1FAA12-072C-4ED5-BA76-0FFFAEFDB88A}" dt="2025-09-25T21:34:08.218" v="901" actId="1035"/>
          <ac:spMkLst>
            <pc:docMk/>
            <pc:sldMk cId="3896189839" sldId="799"/>
            <ac:spMk id="10" creationId="{3784F08A-CE46-3CB7-3599-5D636AB5ED5C}"/>
          </ac:spMkLst>
        </pc:spChg>
        <pc:spChg chg="add mod">
          <ac:chgData name="Zonghua Gu" userId="9a7e1853e1951ef5" providerId="LiveId" clId="{CF1FAA12-072C-4ED5-BA76-0FFFAEFDB88A}" dt="2025-09-25T23:28:11.389" v="1277" actId="1036"/>
          <ac:spMkLst>
            <pc:docMk/>
            <pc:sldMk cId="3896189839" sldId="799"/>
            <ac:spMk id="11" creationId="{6EF9D02D-5D8D-AFF6-3EFF-241315018FBE}"/>
          </ac:spMkLst>
        </pc:spChg>
        <pc:graphicFrameChg chg="add mod modGraphic">
          <ac:chgData name="Zonghua Gu" userId="9a7e1853e1951ef5" providerId="LiveId" clId="{CF1FAA12-072C-4ED5-BA76-0FFFAEFDB88A}" dt="2025-09-24T22:00:23.975" v="804" actId="1076"/>
          <ac:graphicFrameMkLst>
            <pc:docMk/>
            <pc:sldMk cId="3896189839" sldId="799"/>
            <ac:graphicFrameMk id="8" creationId="{38E9B9C5-BA3B-C651-FA94-86C87FF6C80A}"/>
          </ac:graphicFrameMkLst>
        </pc:graphicFrameChg>
      </pc:sldChg>
      <pc:sldChg chg="new del">
        <pc:chgData name="Zonghua Gu" userId="9a7e1853e1951ef5" providerId="LiveId" clId="{CF1FAA12-072C-4ED5-BA76-0FFFAEFDB88A}" dt="2025-09-24T21:53:47.024" v="653" actId="680"/>
        <pc:sldMkLst>
          <pc:docMk/>
          <pc:sldMk cId="385187693" sldId="800"/>
        </pc:sldMkLst>
      </pc:sldChg>
      <pc:sldChg chg="modSp new del mod">
        <pc:chgData name="Zonghua Gu" userId="9a7e1853e1951ef5" providerId="LiveId" clId="{CF1FAA12-072C-4ED5-BA76-0FFFAEFDB88A}" dt="2025-09-25T21:32:48.660" v="857" actId="47"/>
        <pc:sldMkLst>
          <pc:docMk/>
          <pc:sldMk cId="1843904516" sldId="800"/>
        </pc:sldMkLst>
      </pc:sldChg>
      <pc:sldChg chg="modSp add mod">
        <pc:chgData name="Zonghua Gu" userId="9a7e1853e1951ef5" providerId="LiveId" clId="{CF1FAA12-072C-4ED5-BA76-0FFFAEFDB88A}" dt="2025-09-25T23:27:31.682" v="1255"/>
        <pc:sldMkLst>
          <pc:docMk/>
          <pc:sldMk cId="3968162788" sldId="801"/>
        </pc:sldMkLst>
        <pc:spChg chg="mod">
          <ac:chgData name="Zonghua Gu" userId="9a7e1853e1951ef5" providerId="LiveId" clId="{CF1FAA12-072C-4ED5-BA76-0FFFAEFDB88A}" dt="2025-09-24T22:02:02.352" v="855" actId="20577"/>
          <ac:spMkLst>
            <pc:docMk/>
            <pc:sldMk cId="3968162788" sldId="801"/>
            <ac:spMk id="2" creationId="{E0225031-3EBD-28FC-E1A0-0049330C0107}"/>
          </ac:spMkLst>
        </pc:spChg>
        <pc:spChg chg="mod">
          <ac:chgData name="Zonghua Gu" userId="9a7e1853e1951ef5" providerId="LiveId" clId="{CF1FAA12-072C-4ED5-BA76-0FFFAEFDB88A}" dt="2025-09-25T21:34:01.120" v="899" actId="1035"/>
          <ac:spMkLst>
            <pc:docMk/>
            <pc:sldMk cId="3968162788" sldId="801"/>
            <ac:spMk id="9" creationId="{DC077EDE-860F-119C-95B4-998969925842}"/>
          </ac:spMkLst>
        </pc:spChg>
        <pc:spChg chg="mod">
          <ac:chgData name="Zonghua Gu" userId="9a7e1853e1951ef5" providerId="LiveId" clId="{CF1FAA12-072C-4ED5-BA76-0FFFAEFDB88A}" dt="2025-09-25T21:34:01.120" v="899" actId="1035"/>
          <ac:spMkLst>
            <pc:docMk/>
            <pc:sldMk cId="3968162788" sldId="801"/>
            <ac:spMk id="10" creationId="{0401EA57-66F9-3EE2-E561-2AB9C3395B7B}"/>
          </ac:spMkLst>
        </pc:spChg>
        <pc:spChg chg="mod">
          <ac:chgData name="Zonghua Gu" userId="9a7e1853e1951ef5" providerId="LiveId" clId="{CF1FAA12-072C-4ED5-BA76-0FFFAEFDB88A}" dt="2025-09-25T23:27:31.682" v="1255"/>
          <ac:spMkLst>
            <pc:docMk/>
            <pc:sldMk cId="3968162788" sldId="801"/>
            <ac:spMk id="11" creationId="{45B25AD4-8787-2AE5-61C8-58C8E91AB6F9}"/>
          </ac:spMkLst>
        </pc:spChg>
        <pc:graphicFrameChg chg="mod">
          <ac:chgData name="Zonghua Gu" userId="9a7e1853e1951ef5" providerId="LiveId" clId="{CF1FAA12-072C-4ED5-BA76-0FFFAEFDB88A}" dt="2025-09-24T22:02:48.768" v="856" actId="1076"/>
          <ac:graphicFrameMkLst>
            <pc:docMk/>
            <pc:sldMk cId="3968162788" sldId="801"/>
            <ac:graphicFrameMk id="8" creationId="{D3C2D736-73D7-3A26-A782-9CEC03C12D04}"/>
          </ac:graphicFrameMkLst>
        </pc:graphicFrameChg>
      </pc:sldChg>
      <pc:sldChg chg="new del">
        <pc:chgData name="Zonghua Gu" userId="9a7e1853e1951ef5" providerId="LiveId" clId="{CF1FAA12-072C-4ED5-BA76-0FFFAEFDB88A}" dt="2025-09-25T21:33:00.932" v="860" actId="47"/>
        <pc:sldMkLst>
          <pc:docMk/>
          <pc:sldMk cId="3861093522" sldId="802"/>
        </pc:sldMkLst>
      </pc:sldChg>
      <pc:sldChg chg="addSp delSp modSp new mod">
        <pc:chgData name="Zonghua Gu" userId="9a7e1853e1951ef5" providerId="LiveId" clId="{CF1FAA12-072C-4ED5-BA76-0FFFAEFDB88A}" dt="2025-09-25T21:51:10.870" v="1212" actId="20577"/>
        <pc:sldMkLst>
          <pc:docMk/>
          <pc:sldMk cId="2664882224" sldId="803"/>
        </pc:sldMkLst>
        <pc:spChg chg="mod">
          <ac:chgData name="Zonghua Gu" userId="9a7e1853e1951ef5" providerId="LiveId" clId="{CF1FAA12-072C-4ED5-BA76-0FFFAEFDB88A}" dt="2025-09-25T21:51:10.870" v="1212" actId="20577"/>
          <ac:spMkLst>
            <pc:docMk/>
            <pc:sldMk cId="2664882224" sldId="803"/>
            <ac:spMk id="2" creationId="{C6EB2238-BBC0-CBBF-7810-8FBE90A0F7F6}"/>
          </ac:spMkLst>
        </pc:spChg>
        <pc:spChg chg="mod">
          <ac:chgData name="Zonghua Gu" userId="9a7e1853e1951ef5" providerId="LiveId" clId="{CF1FAA12-072C-4ED5-BA76-0FFFAEFDB88A}" dt="2025-09-25T21:45:15.376" v="1120" actId="27636"/>
          <ac:spMkLst>
            <pc:docMk/>
            <pc:sldMk cId="2664882224" sldId="803"/>
            <ac:spMk id="4" creationId="{2463EDD9-B8F6-0646-18B3-CC070E8A0A43}"/>
          </ac:spMkLst>
        </pc:spChg>
        <pc:spChg chg="add mod">
          <ac:chgData name="Zonghua Gu" userId="9a7e1853e1951ef5" providerId="LiveId" clId="{CF1FAA12-072C-4ED5-BA76-0FFFAEFDB88A}" dt="2025-09-25T21:43:29.385" v="1083" actId="1076"/>
          <ac:spMkLst>
            <pc:docMk/>
            <pc:sldMk cId="2664882224" sldId="803"/>
            <ac:spMk id="10" creationId="{0CBD8A71-6858-EB63-60B1-2BCE04BF15A1}"/>
          </ac:spMkLst>
        </pc:spChg>
        <pc:spChg chg="add mod">
          <ac:chgData name="Zonghua Gu" userId="9a7e1853e1951ef5" providerId="LiveId" clId="{CF1FAA12-072C-4ED5-BA76-0FFFAEFDB88A}" dt="2025-09-25T21:43:29.385" v="1083" actId="1076"/>
          <ac:spMkLst>
            <pc:docMk/>
            <pc:sldMk cId="2664882224" sldId="803"/>
            <ac:spMk id="11" creationId="{F431F53F-9A54-2B40-184B-D840774F8B1E}"/>
          </ac:spMkLst>
        </pc:spChg>
        <pc:spChg chg="add mod">
          <ac:chgData name="Zonghua Gu" userId="9a7e1853e1951ef5" providerId="LiveId" clId="{CF1FAA12-072C-4ED5-BA76-0FFFAEFDB88A}" dt="2025-09-25T21:43:10.570" v="1078" actId="1076"/>
          <ac:spMkLst>
            <pc:docMk/>
            <pc:sldMk cId="2664882224" sldId="803"/>
            <ac:spMk id="12" creationId="{4B931BD9-C3E4-0025-B087-EEB521A2C46D}"/>
          </ac:spMkLst>
        </pc:spChg>
        <pc:spChg chg="add mod">
          <ac:chgData name="Zonghua Gu" userId="9a7e1853e1951ef5" providerId="LiveId" clId="{CF1FAA12-072C-4ED5-BA76-0FFFAEFDB88A}" dt="2025-09-25T21:43:10.570" v="1078" actId="1076"/>
          <ac:spMkLst>
            <pc:docMk/>
            <pc:sldMk cId="2664882224" sldId="803"/>
            <ac:spMk id="13" creationId="{A4CE08F2-4EA8-54EE-BF49-1DDF1427E231}"/>
          </ac:spMkLst>
        </pc:spChg>
        <pc:graphicFrameChg chg="add mod modGraphic">
          <ac:chgData name="Zonghua Gu" userId="9a7e1853e1951ef5" providerId="LiveId" clId="{CF1FAA12-072C-4ED5-BA76-0FFFAEFDB88A}" dt="2025-09-25T21:43:10.570" v="1078" actId="1076"/>
          <ac:graphicFrameMkLst>
            <pc:docMk/>
            <pc:sldMk cId="2664882224" sldId="803"/>
            <ac:graphicFrameMk id="8" creationId="{7BD17121-F2EE-4EB2-E99B-5E4ED1E984B5}"/>
          </ac:graphicFrameMkLst>
        </pc:graphicFrameChg>
        <pc:graphicFrameChg chg="add mod modGraphic">
          <ac:chgData name="Zonghua Gu" userId="9a7e1853e1951ef5" providerId="LiveId" clId="{CF1FAA12-072C-4ED5-BA76-0FFFAEFDB88A}" dt="2025-09-25T21:43:10.570" v="1078" actId="1076"/>
          <ac:graphicFrameMkLst>
            <pc:docMk/>
            <pc:sldMk cId="2664882224" sldId="803"/>
            <ac:graphicFrameMk id="9" creationId="{DD348A1B-265D-FC66-3D0D-1FCF93CB8C74}"/>
          </ac:graphicFrameMkLst>
        </pc:graphicFrameChg>
      </pc:sldChg>
      <pc:sldChg chg="modSp add mod modNotesTx">
        <pc:chgData name="Zonghua Gu" userId="9a7e1853e1951ef5" providerId="LiveId" clId="{CF1FAA12-072C-4ED5-BA76-0FFFAEFDB88A}" dt="2025-09-25T21:58:48.416" v="1249" actId="20577"/>
        <pc:sldMkLst>
          <pc:docMk/>
          <pc:sldMk cId="2882502133" sldId="804"/>
        </pc:sldMkLst>
        <pc:spChg chg="mod">
          <ac:chgData name="Zonghua Gu" userId="9a7e1853e1951ef5" providerId="LiveId" clId="{CF1FAA12-072C-4ED5-BA76-0FFFAEFDB88A}" dt="2025-09-25T21:37:37.535" v="1020" actId="20577"/>
          <ac:spMkLst>
            <pc:docMk/>
            <pc:sldMk cId="2882502133" sldId="804"/>
            <ac:spMk id="2" creationId="{3D61F6C3-9012-39E9-02E8-5A15294CC493}"/>
          </ac:spMkLst>
        </pc:spChg>
        <pc:spChg chg="mod">
          <ac:chgData name="Zonghua Gu" userId="9a7e1853e1951ef5" providerId="LiveId" clId="{CF1FAA12-072C-4ED5-BA76-0FFFAEFDB88A}" dt="2025-09-25T21:51:57.726" v="1226" actId="6549"/>
          <ac:spMkLst>
            <pc:docMk/>
            <pc:sldMk cId="2882502133" sldId="804"/>
            <ac:spMk id="4" creationId="{0A072226-E71C-C418-9D4C-D783EC4359F1}"/>
          </ac:spMkLst>
        </pc:spChg>
      </pc:sldChg>
      <pc:sldChg chg="modSp add mod">
        <pc:chgData name="Zonghua Gu" userId="9a7e1853e1951ef5" providerId="LiveId" clId="{CF1FAA12-072C-4ED5-BA76-0FFFAEFDB88A}" dt="2025-09-25T21:51:26.700" v="1222" actId="20577"/>
        <pc:sldMkLst>
          <pc:docMk/>
          <pc:sldMk cId="3336550644" sldId="805"/>
        </pc:sldMkLst>
        <pc:spChg chg="mod">
          <ac:chgData name="Zonghua Gu" userId="9a7e1853e1951ef5" providerId="LiveId" clId="{CF1FAA12-072C-4ED5-BA76-0FFFAEFDB88A}" dt="2025-09-25T21:51:26.700" v="1222" actId="20577"/>
          <ac:spMkLst>
            <pc:docMk/>
            <pc:sldMk cId="3336550644" sldId="805"/>
            <ac:spMk id="2" creationId="{A8D04C52-29FC-2FF0-4F89-3285A82B3DAB}"/>
          </ac:spMkLst>
        </pc:spChg>
        <pc:spChg chg="mod">
          <ac:chgData name="Zonghua Gu" userId="9a7e1853e1951ef5" providerId="LiveId" clId="{CF1FAA12-072C-4ED5-BA76-0FFFAEFDB88A}" dt="2025-09-25T21:50:05.816" v="1202"/>
          <ac:spMkLst>
            <pc:docMk/>
            <pc:sldMk cId="3336550644" sldId="805"/>
            <ac:spMk id="4" creationId="{22D5A64C-016C-A0F2-38AF-054CBADAE79C}"/>
          </ac:spMkLst>
        </pc:spChg>
      </pc:sldChg>
      <pc:sldChg chg="modSp add mod">
        <pc:chgData name="Zonghua Gu" userId="9a7e1853e1951ef5" providerId="LiveId" clId="{CF1FAA12-072C-4ED5-BA76-0FFFAEFDB88A}" dt="2025-09-25T21:58:26.722" v="1248" actId="20577"/>
        <pc:sldMkLst>
          <pc:docMk/>
          <pc:sldMk cId="1204830540" sldId="806"/>
        </pc:sldMkLst>
        <pc:spChg chg="mod">
          <ac:chgData name="Zonghua Gu" userId="9a7e1853e1951ef5" providerId="LiveId" clId="{CF1FAA12-072C-4ED5-BA76-0FFFAEFDB88A}" dt="2025-09-25T21:51:37.364" v="1225" actId="20577"/>
          <ac:spMkLst>
            <pc:docMk/>
            <pc:sldMk cId="1204830540" sldId="806"/>
            <ac:spMk id="2" creationId="{14E1FC6F-F86B-D4FA-4FF9-D7B46DE6EB88}"/>
          </ac:spMkLst>
        </pc:spChg>
        <pc:spChg chg="mod">
          <ac:chgData name="Zonghua Gu" userId="9a7e1853e1951ef5" providerId="LiveId" clId="{CF1FAA12-072C-4ED5-BA76-0FFFAEFDB88A}" dt="2025-09-25T21:58:26.722" v="1248" actId="20577"/>
          <ac:spMkLst>
            <pc:docMk/>
            <pc:sldMk cId="1204830540" sldId="806"/>
            <ac:spMk id="4" creationId="{F5BD1FD1-2387-26FB-4BF0-E2B12311B2D2}"/>
          </ac:spMkLst>
        </pc:spChg>
      </pc:sldChg>
      <pc:sldChg chg="new del">
        <pc:chgData name="Zonghua Gu" userId="9a7e1853e1951ef5" providerId="LiveId" clId="{CF1FAA12-072C-4ED5-BA76-0FFFAEFDB88A}" dt="2025-10-08T02:00:36.024" v="1671" actId="47"/>
        <pc:sldMkLst>
          <pc:docMk/>
          <pc:sldMk cId="4269875482" sldId="807"/>
        </pc:sldMkLst>
      </pc:sldChg>
      <pc:sldChg chg="delSp modSp add mod">
        <pc:chgData name="Zonghua Gu" userId="9a7e1853e1951ef5" providerId="LiveId" clId="{CF1FAA12-072C-4ED5-BA76-0FFFAEFDB88A}" dt="2025-10-08T01:29:45.447" v="1329" actId="21"/>
        <pc:sldMkLst>
          <pc:docMk/>
          <pc:sldMk cId="1650360982" sldId="808"/>
        </pc:sldMkLst>
        <pc:graphicFrameChg chg="del mod modGraphic">
          <ac:chgData name="Zonghua Gu" userId="9a7e1853e1951ef5" providerId="LiveId" clId="{CF1FAA12-072C-4ED5-BA76-0FFFAEFDB88A}" dt="2025-10-08T01:29:45.447" v="1329" actId="21"/>
          <ac:graphicFrameMkLst>
            <pc:docMk/>
            <pc:sldMk cId="1650360982" sldId="808"/>
            <ac:graphicFrameMk id="9" creationId="{5554C0A1-0F3B-350F-2860-7587D1FBD6B7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8T01:55:27.618" v="1658" actId="27636"/>
        <pc:sldMkLst>
          <pc:docMk/>
          <pc:sldMk cId="2284923932" sldId="809"/>
        </pc:sldMkLst>
        <pc:spChg chg="mod">
          <ac:chgData name="Zonghua Gu" userId="9a7e1853e1951ef5" providerId="LiveId" clId="{CF1FAA12-072C-4ED5-BA76-0FFFAEFDB88A}" dt="2025-10-08T01:31:36.074" v="1331"/>
          <ac:spMkLst>
            <pc:docMk/>
            <pc:sldMk cId="2284923932" sldId="809"/>
            <ac:spMk id="2" creationId="{06D87A03-6041-026E-57B5-BB15BE9C9179}"/>
          </ac:spMkLst>
        </pc:spChg>
        <pc:spChg chg="mod">
          <ac:chgData name="Zonghua Gu" userId="9a7e1853e1951ef5" providerId="LiveId" clId="{CF1FAA12-072C-4ED5-BA76-0FFFAEFDB88A}" dt="2025-10-08T01:55:27.618" v="1658" actId="27636"/>
          <ac:spMkLst>
            <pc:docMk/>
            <pc:sldMk cId="2284923932" sldId="809"/>
            <ac:spMk id="4" creationId="{820F721C-49AF-4791-CFC3-7A5BCF18A263}"/>
          </ac:spMkLst>
        </pc:spChg>
        <pc:spChg chg="add del">
          <ac:chgData name="Zonghua Gu" userId="9a7e1853e1951ef5" providerId="LiveId" clId="{CF1FAA12-072C-4ED5-BA76-0FFFAEFDB88A}" dt="2025-10-08T01:34:48.586" v="1401" actId="22"/>
          <ac:spMkLst>
            <pc:docMk/>
            <pc:sldMk cId="2284923932" sldId="809"/>
            <ac:spMk id="6" creationId="{54BE49A4-E550-9E56-F301-E46CFC67AD46}"/>
          </ac:spMkLst>
        </pc:spChg>
        <pc:graphicFrameChg chg="add">
          <ac:chgData name="Zonghua Gu" userId="9a7e1853e1951ef5" providerId="LiveId" clId="{CF1FAA12-072C-4ED5-BA76-0FFFAEFDB88A}" dt="2025-10-08T01:35:02.561" v="1407"/>
          <ac:graphicFrameMkLst>
            <pc:docMk/>
            <pc:sldMk cId="2284923932" sldId="809"/>
            <ac:graphicFrameMk id="7" creationId="{ABD5A995-9B1B-8414-1062-6CE36CC5B9D2}"/>
          </ac:graphicFrameMkLst>
        </pc:graphicFrameChg>
        <pc:graphicFrameChg chg="add del mod modGraphic">
          <ac:chgData name="Zonghua Gu" userId="9a7e1853e1951ef5" providerId="LiveId" clId="{CF1FAA12-072C-4ED5-BA76-0FFFAEFDB88A}" dt="2025-10-08T01:43:28.659" v="1569" actId="478"/>
          <ac:graphicFrameMkLst>
            <pc:docMk/>
            <pc:sldMk cId="2284923932" sldId="809"/>
            <ac:graphicFrameMk id="8" creationId="{800CC9F0-7A08-F737-5F43-CB276A0076A6}"/>
          </ac:graphicFrameMkLst>
        </pc:graphicFrameChg>
        <pc:graphicFrameChg chg="add del mod">
          <ac:chgData name="Zonghua Gu" userId="9a7e1853e1951ef5" providerId="LiveId" clId="{CF1FAA12-072C-4ED5-BA76-0FFFAEFDB88A}" dt="2025-10-08T01:39:10.469" v="1489" actId="478"/>
          <ac:graphicFrameMkLst>
            <pc:docMk/>
            <pc:sldMk cId="2284923932" sldId="809"/>
            <ac:graphicFrameMk id="9" creationId="{5554C0A1-0F3B-350F-2860-7587D1FBD6B7}"/>
          </ac:graphicFrameMkLst>
        </pc:graphicFrameChg>
        <pc:graphicFrameChg chg="add del mod">
          <ac:chgData name="Zonghua Gu" userId="9a7e1853e1951ef5" providerId="LiveId" clId="{CF1FAA12-072C-4ED5-BA76-0FFFAEFDB88A}" dt="2025-10-08T01:41:39.671" v="1530" actId="478"/>
          <ac:graphicFrameMkLst>
            <pc:docMk/>
            <pc:sldMk cId="2284923932" sldId="809"/>
            <ac:graphicFrameMk id="10" creationId="{3692BE18-B380-481B-DC05-BC486F377452}"/>
          </ac:graphicFrameMkLst>
        </pc:graphicFrameChg>
        <pc:graphicFrameChg chg="add mod">
          <ac:chgData name="Zonghua Gu" userId="9a7e1853e1951ef5" providerId="LiveId" clId="{CF1FAA12-072C-4ED5-BA76-0FFFAEFDB88A}" dt="2025-10-08T01:53:58.840" v="1644"/>
          <ac:graphicFrameMkLst>
            <pc:docMk/>
            <pc:sldMk cId="2284923932" sldId="809"/>
            <ac:graphicFrameMk id="11" creationId="{E200620A-B2FE-B335-0D7B-0C5D9D0E887A}"/>
          </ac:graphicFrameMkLst>
        </pc:graphicFrameChg>
        <pc:graphicFrameChg chg="add mod modGraphic">
          <ac:chgData name="Zonghua Gu" userId="9a7e1853e1951ef5" providerId="LiveId" clId="{CF1FAA12-072C-4ED5-BA76-0FFFAEFDB88A}" dt="2025-10-08T01:54:05.636" v="1646" actId="108"/>
          <ac:graphicFrameMkLst>
            <pc:docMk/>
            <pc:sldMk cId="2284923932" sldId="809"/>
            <ac:graphicFrameMk id="12" creationId="{9E77696A-7447-CDEC-D8B2-8C7336B6AE76}"/>
          </ac:graphicFrameMkLst>
        </pc:graphicFrameChg>
      </pc:sldChg>
      <pc:sldChg chg="addSp delSp modSp add del mod">
        <pc:chgData name="Zonghua Gu" userId="9a7e1853e1951ef5" providerId="LiveId" clId="{CF1FAA12-072C-4ED5-BA76-0FFFAEFDB88A}" dt="2025-10-08T02:01:37.956" v="1673" actId="47"/>
        <pc:sldMkLst>
          <pc:docMk/>
          <pc:sldMk cId="2952063245" sldId="810"/>
        </pc:sldMkLst>
        <pc:spChg chg="mod">
          <ac:chgData name="Zonghua Gu" userId="9a7e1853e1951ef5" providerId="LiveId" clId="{CF1FAA12-072C-4ED5-BA76-0FFFAEFDB88A}" dt="2025-10-08T01:33:49.774" v="1360" actId="20577"/>
          <ac:spMkLst>
            <pc:docMk/>
            <pc:sldMk cId="2952063245" sldId="810"/>
            <ac:spMk id="2" creationId="{BED84595-D472-6F68-DE47-3C22C5AAF578}"/>
          </ac:spMkLst>
        </pc:spChg>
        <pc:spChg chg="mod">
          <ac:chgData name="Zonghua Gu" userId="9a7e1853e1951ef5" providerId="LiveId" clId="{CF1FAA12-072C-4ED5-BA76-0FFFAEFDB88A}" dt="2025-10-08T01:37:41.758" v="1464" actId="14100"/>
          <ac:spMkLst>
            <pc:docMk/>
            <pc:sldMk cId="2952063245" sldId="810"/>
            <ac:spMk id="4" creationId="{2E30BEB6-14A6-7DA1-64FA-D0E05B682530}"/>
          </ac:spMkLst>
        </pc:spChg>
        <pc:graphicFrameChg chg="add del mod modGraphic">
          <ac:chgData name="Zonghua Gu" userId="9a7e1853e1951ef5" providerId="LiveId" clId="{CF1FAA12-072C-4ED5-BA76-0FFFAEFDB88A}" dt="2025-10-08T01:36:08.350" v="1422" actId="478"/>
          <ac:graphicFrameMkLst>
            <pc:docMk/>
            <pc:sldMk cId="2952063245" sldId="810"/>
            <ac:graphicFrameMk id="5" creationId="{D0404371-D9CE-BABE-EC59-F11788F5AFFE}"/>
          </ac:graphicFrameMkLst>
        </pc:graphicFrameChg>
        <pc:graphicFrameChg chg="mod modGraphic">
          <ac:chgData name="Zonghua Gu" userId="9a7e1853e1951ef5" providerId="LiveId" clId="{CF1FAA12-072C-4ED5-BA76-0FFFAEFDB88A}" dt="2025-10-08T01:41:33.550" v="1529" actId="14100"/>
          <ac:graphicFrameMkLst>
            <pc:docMk/>
            <pc:sldMk cId="2952063245" sldId="810"/>
            <ac:graphicFrameMk id="9" creationId="{CDC85F25-15D6-DAB9-23EA-EF1BBDC222C1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8T01:55:37.750" v="1664" actId="20577"/>
        <pc:sldMkLst>
          <pc:docMk/>
          <pc:sldMk cId="2957949268" sldId="811"/>
        </pc:sldMkLst>
        <pc:spChg chg="mod">
          <ac:chgData name="Zonghua Gu" userId="9a7e1853e1951ef5" providerId="LiveId" clId="{CF1FAA12-072C-4ED5-BA76-0FFFAEFDB88A}" dt="2025-10-08T01:55:37.750" v="1664" actId="20577"/>
          <ac:spMkLst>
            <pc:docMk/>
            <pc:sldMk cId="2957949268" sldId="811"/>
            <ac:spMk id="4" creationId="{3528BAFB-7E83-6017-36A5-8856E36AD2DF}"/>
          </ac:spMkLst>
        </pc:spChg>
        <pc:graphicFrameChg chg="add mod">
          <ac:chgData name="Zonghua Gu" userId="9a7e1853e1951ef5" providerId="LiveId" clId="{CF1FAA12-072C-4ED5-BA76-0FFFAEFDB88A}" dt="2025-10-08T01:39:14.225" v="1492"/>
          <ac:graphicFrameMkLst>
            <pc:docMk/>
            <pc:sldMk cId="2957949268" sldId="811"/>
            <ac:graphicFrameMk id="5" creationId="{DCFF20E1-6306-C5B2-B89F-50622B752DF5}"/>
          </ac:graphicFrameMkLst>
        </pc:graphicFrameChg>
        <pc:graphicFrameChg chg="add mod">
          <ac:chgData name="Zonghua Gu" userId="9a7e1853e1951ef5" providerId="LiveId" clId="{CF1FAA12-072C-4ED5-BA76-0FFFAEFDB88A}" dt="2025-10-08T01:39:23.050" v="1494"/>
          <ac:graphicFrameMkLst>
            <pc:docMk/>
            <pc:sldMk cId="2957949268" sldId="811"/>
            <ac:graphicFrameMk id="6" creationId="{C4991A3B-B20A-BB6B-61E3-69CAC09046D0}"/>
          </ac:graphicFrameMkLst>
        </pc:graphicFrameChg>
        <pc:graphicFrameChg chg="add del mod">
          <ac:chgData name="Zonghua Gu" userId="9a7e1853e1951ef5" providerId="LiveId" clId="{CF1FAA12-072C-4ED5-BA76-0FFFAEFDB88A}" dt="2025-10-08T01:40:12.520" v="1500" actId="478"/>
          <ac:graphicFrameMkLst>
            <pc:docMk/>
            <pc:sldMk cId="2957949268" sldId="811"/>
            <ac:graphicFrameMk id="7" creationId="{77ABF547-81E6-3352-01BB-6C792C4E647A}"/>
          </ac:graphicFrameMkLst>
        </pc:graphicFrameChg>
        <pc:graphicFrameChg chg="del mod">
          <ac:chgData name="Zonghua Gu" userId="9a7e1853e1951ef5" providerId="LiveId" clId="{CF1FAA12-072C-4ED5-BA76-0FFFAEFDB88A}" dt="2025-10-08T01:39:13.955" v="1491" actId="478"/>
          <ac:graphicFrameMkLst>
            <pc:docMk/>
            <pc:sldMk cId="2957949268" sldId="811"/>
            <ac:graphicFrameMk id="8" creationId="{A634EA63-8989-5400-840B-5A96F784726D}"/>
          </ac:graphicFrameMkLst>
        </pc:graphicFrameChg>
        <pc:graphicFrameChg chg="del mod">
          <ac:chgData name="Zonghua Gu" userId="9a7e1853e1951ef5" providerId="LiveId" clId="{CF1FAA12-072C-4ED5-BA76-0FFFAEFDB88A}" dt="2025-10-08T01:39:02.421" v="1487" actId="478"/>
          <ac:graphicFrameMkLst>
            <pc:docMk/>
            <pc:sldMk cId="2957949268" sldId="811"/>
            <ac:graphicFrameMk id="9" creationId="{9F1A0666-8E04-9DBC-99E6-0E7E8F54B3A8}"/>
          </ac:graphicFrameMkLst>
        </pc:graphicFrameChg>
        <pc:graphicFrameChg chg="add del mod modGraphic">
          <ac:chgData name="Zonghua Gu" userId="9a7e1853e1951ef5" providerId="LiveId" clId="{CF1FAA12-072C-4ED5-BA76-0FFFAEFDB88A}" dt="2025-10-08T01:43:19.181" v="1568" actId="478"/>
          <ac:graphicFrameMkLst>
            <pc:docMk/>
            <pc:sldMk cId="2957949268" sldId="811"/>
            <ac:graphicFrameMk id="10" creationId="{71BCAFC4-9CF3-60C0-F1F5-EB22CFE2F04A}"/>
          </ac:graphicFrameMkLst>
        </pc:graphicFrameChg>
        <pc:graphicFrameChg chg="add mod modGraphic">
          <ac:chgData name="Zonghua Gu" userId="9a7e1853e1951ef5" providerId="LiveId" clId="{CF1FAA12-072C-4ED5-BA76-0FFFAEFDB88A}" dt="2025-10-08T01:54:09.386" v="1647" actId="108"/>
          <ac:graphicFrameMkLst>
            <pc:docMk/>
            <pc:sldMk cId="2957949268" sldId="811"/>
            <ac:graphicFrameMk id="11" creationId="{001500E7-0850-9C66-1E7A-24ECEE3B31E6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8T01:55:53.918" v="1670" actId="20577"/>
        <pc:sldMkLst>
          <pc:docMk/>
          <pc:sldMk cId="195030017" sldId="812"/>
        </pc:sldMkLst>
        <pc:spChg chg="mod">
          <ac:chgData name="Zonghua Gu" userId="9a7e1853e1951ef5" providerId="LiveId" clId="{CF1FAA12-072C-4ED5-BA76-0FFFAEFDB88A}" dt="2025-10-08T01:55:53.918" v="1670" actId="20577"/>
          <ac:spMkLst>
            <pc:docMk/>
            <pc:sldMk cId="195030017" sldId="812"/>
            <ac:spMk id="4" creationId="{BA095994-96A1-3342-AF91-E5C6E48F1321}"/>
          </ac:spMkLst>
        </pc:spChg>
        <pc:picChg chg="add">
          <ac:chgData name="Zonghua Gu" userId="9a7e1853e1951ef5" providerId="LiveId" clId="{CF1FAA12-072C-4ED5-BA76-0FFFAEFDB88A}" dt="2025-10-08T01:44:37.998" v="1590"/>
          <ac:picMkLst>
            <pc:docMk/>
            <pc:sldMk cId="195030017" sldId="812"/>
            <ac:picMk id="6" creationId="{074D1A33-64F0-6C66-4FE3-0B4ACBD9C069}"/>
          </ac:picMkLst>
        </pc:picChg>
        <pc:picChg chg="add del mod">
          <ac:chgData name="Zonghua Gu" userId="9a7e1853e1951ef5" providerId="LiveId" clId="{CF1FAA12-072C-4ED5-BA76-0FFFAEFDB88A}" dt="2025-10-08T01:51:01.962" v="1599" actId="478"/>
          <ac:picMkLst>
            <pc:docMk/>
            <pc:sldMk cId="195030017" sldId="812"/>
            <ac:picMk id="8" creationId="{3664DD1A-9421-BDF5-33F8-A97D2B488D4E}"/>
          </ac:picMkLst>
        </pc:picChg>
      </pc:sldChg>
      <pc:sldChg chg="new del">
        <pc:chgData name="Zonghua Gu" userId="9a7e1853e1951ef5" providerId="LiveId" clId="{CF1FAA12-072C-4ED5-BA76-0FFFAEFDB88A}" dt="2025-10-08T01:55:03.006" v="1649" actId="47"/>
        <pc:sldMkLst>
          <pc:docMk/>
          <pc:sldMk cId="1115312157" sldId="813"/>
        </pc:sldMkLst>
      </pc:sldChg>
      <pc:sldChg chg="add">
        <pc:chgData name="Zonghua Gu" userId="9a7e1853e1951ef5" providerId="LiveId" clId="{CF1FAA12-072C-4ED5-BA76-0FFFAEFDB88A}" dt="2025-10-08T02:01:36.758" v="1672"/>
        <pc:sldMkLst>
          <pc:docMk/>
          <pc:sldMk cId="1716263769" sldId="813"/>
        </pc:sldMkLst>
      </pc:sldChg>
      <pc:sldChg chg="add del">
        <pc:chgData name="Zonghua Gu" userId="9a7e1853e1951ef5" providerId="LiveId" clId="{CF1FAA12-072C-4ED5-BA76-0FFFAEFDB88A}" dt="2025-10-08T01:44:40.467" v="1592"/>
        <pc:sldMkLst>
          <pc:docMk/>
          <pc:sldMk cId="3100707031" sldId="81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2197067" y="219891"/>
            <a:ext cx="5014725" cy="240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139" tIns="44070" rIns="88139" bIns="44070"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1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7023" y="3341916"/>
            <a:ext cx="6820275" cy="3168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31" tIns="47616" rIns="95231" bIns="476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118078" y="138249"/>
            <a:ext cx="1684765" cy="332015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6818" tIns="47616" rIns="96818" bIns="47616" anchor="ctr"/>
          <a:lstStyle/>
          <a:p>
            <a:pPr algn="ctr" defTabSz="999215">
              <a:defRPr/>
            </a:pPr>
            <a:r>
              <a:rPr lang="en-US" sz="1800">
                <a:solidFill>
                  <a:schemeClr val="bg1"/>
                </a:solidFill>
                <a:latin typeface="Arial" pitchFamily="34" charset="0"/>
              </a:rPr>
              <a:t>Notes</a:t>
            </a:r>
          </a:p>
        </p:txBody>
      </p:sp>
      <p:sp>
        <p:nvSpPr>
          <p:cNvPr id="2053" name="Line 5"/>
          <p:cNvSpPr>
            <a:spLocks noChangeShapeType="1"/>
          </p:cNvSpPr>
          <p:nvPr/>
        </p:nvSpPr>
        <p:spPr bwMode="auto">
          <a:xfrm>
            <a:off x="608099" y="547551"/>
            <a:ext cx="820307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 wrap="none" lIns="88139" tIns="44070" rIns="88139" bIns="44070" anchor="ctr"/>
          <a:lstStyle/>
          <a:p>
            <a:pPr>
              <a:defRPr/>
            </a:pPr>
            <a:endParaRPr lang="en-US"/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599767" y="355963"/>
            <a:ext cx="5618658" cy="217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tabLst>
                <a:tab pos="953310" algn="l"/>
              </a:tabLst>
              <a:defRPr/>
            </a:pPr>
            <a:r>
              <a:rPr lang="en-US" sz="1200">
                <a:latin typeface="Arial" pitchFamily="34" charset="0"/>
              </a:rPr>
              <a:t>The ARM Architecture</a:t>
            </a: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408711" y="6657703"/>
            <a:ext cx="314160" cy="217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defRPr/>
            </a:pPr>
            <a:fld id="{01D96813-752F-4230-8F78-89BE1AD35FEA}" type="slidenum">
              <a:rPr lang="en-US" sz="1200">
                <a:solidFill>
                  <a:srgbClr val="006D82"/>
                </a:solidFill>
                <a:latin typeface="Times New Roman" pitchFamily="18" charset="0"/>
              </a:rPr>
              <a:pPr defTabSz="999215">
                <a:lnSpc>
                  <a:spcPct val="90000"/>
                </a:lnSpc>
                <a:defRPr/>
              </a:pPr>
              <a:t>‹#›</a:t>
            </a:fld>
            <a:endParaRPr lang="en-US" sz="1200">
              <a:solidFill>
                <a:srgbClr val="006D82"/>
              </a:solidFill>
              <a:latin typeface="Times New Roman" pitchFamily="18" charset="0"/>
            </a:endParaRPr>
          </a:p>
        </p:txBody>
      </p:sp>
      <p:sp>
        <p:nvSpPr>
          <p:cNvPr id="32775" name="Rectangle 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94025" y="644525"/>
            <a:ext cx="3286125" cy="24653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2012487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73075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4773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420813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9388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7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968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509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322399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518169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13822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AF3F1-B017-A08A-9251-B46F89328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353D122D-0224-8535-E3A6-5FDD7A707E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E7284EB6-6786-5ABD-3B45-B558349A2A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627589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050F-0F5C-FDED-CCCE-CECD877F8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59E3C006-BBB7-970C-4E50-FC0411AA4BE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05125" y="628650"/>
            <a:ext cx="3203575" cy="2401888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39420DA2-2658-32B5-8F22-01F6700048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97751" y="3203711"/>
            <a:ext cx="6605775" cy="3033667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4830" tIns="42414" rIns="84830" bIns="42414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7746859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88139" tIns="44070" rIns="88139" bIns="44070"/>
          <a:lstStyle/>
          <a:p>
            <a:fld id="{EF97FDFF-7B9F-7D4D-BFC0-AAD1F3D3D3CB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9692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45658">
              <a:defRPr/>
            </a:pPr>
            <a:r>
              <a:rPr lang="en-US" dirty="0">
                <a:solidFill>
                  <a:prstClr val="black"/>
                </a:solidFill>
              </a:rPr>
              <a:t>Reading the 32-bit word at address 102 spans addresses 102..105, which cross a 4-byte alignment boundary if the bus expects aligned words at multiples of 4 (e.g., aligned words at 100 and 104). Since 102 is misaligned, the access requires two aligned 32-bit bus cycles (one covering 100..103 and one covering 104..107) with the CPU combining bytes</a:t>
            </a:r>
          </a:p>
          <a:p>
            <a:pPr defTabSz="945658">
              <a:defRPr/>
            </a:pPr>
            <a:r>
              <a:rPr lang="en-US" dirty="0">
                <a:solidFill>
                  <a:prstClr val="black"/>
                </a:solidFill>
              </a:rPr>
              <a:t>Reading a 16-bit halfword at address 102 uses bytes 102..103, which reside within the same aligned 32-bit word (100..103). On a 32-bit bus that supports halfword transfers, this is a single bus cycle</a:t>
            </a:r>
          </a:p>
          <a:p>
            <a:pPr defTabSz="945658">
              <a:defRPr/>
            </a:pPr>
            <a:endParaRPr lang="en-US" dirty="0">
              <a:solidFill>
                <a:prstClr val="black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255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668D8-F05C-2E94-D1C3-2181608EA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4A841-09CB-783C-8C0B-28BD29BAA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21DBF-12AB-9744-9A46-4D6322537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7313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8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A3867-4610-0FCB-FE13-CBAA94B0C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19C7F-982C-EA9B-A15F-97625353E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3BB58-98A9-1D41-2B55-40AF13E84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absolutely correct! For LDRSH R7, [R2, #2] in little-endian, the result is 0x00002345.image.jpg</a:t>
            </a:r>
          </a:p>
          <a:p>
            <a:r>
              <a:rPr lang="en-US" dirty="0"/>
              <a:t>After STR stores 0x23456789 at address 8:</a:t>
            </a:r>
          </a:p>
          <a:p>
            <a:r>
              <a:rPr lang="en-US" b="1" dirty="0"/>
              <a:t>Big-endian layout:</a:t>
            </a:r>
          </a:p>
          <a:p>
            <a:r>
              <a:rPr lang="en-US" dirty="0"/>
              <a:t>Address 8: 0x23, Address 9: 0x45, Address 10: 0x67, Address 11: 0x89</a:t>
            </a:r>
          </a:p>
          <a:p>
            <a:r>
              <a:rPr lang="en-US" b="1" dirty="0"/>
              <a:t>Little-endian layout:</a:t>
            </a:r>
          </a:p>
          <a:p>
            <a:r>
              <a:rPr lang="en-US" dirty="0"/>
              <a:t>Address 8: 0x89, Address 9: 0x67, Address 10: 0x45, Address 11: 0x23</a:t>
            </a:r>
          </a:p>
          <a:p>
            <a:r>
              <a:rPr lang="en-US" b="1" dirty="0"/>
              <a:t>Results for each instruction:</a:t>
            </a:r>
          </a:p>
          <a:p>
            <a:r>
              <a:rPr lang="en-US" b="1" dirty="0"/>
              <a:t>LDRB R7, [R2, #1]</a:t>
            </a:r>
            <a:r>
              <a:rPr lang="en-US" dirty="0"/>
              <a:t> (byte at address 9):</a:t>
            </a:r>
          </a:p>
          <a:p>
            <a:r>
              <a:rPr lang="en-US" dirty="0"/>
              <a:t>Big-endian: R7 = 0x00000045</a:t>
            </a:r>
          </a:p>
          <a:p>
            <a:r>
              <a:rPr lang="en-US" dirty="0"/>
              <a:t>Little-endian: R7 = 0x00000067</a:t>
            </a:r>
          </a:p>
          <a:p>
            <a:r>
              <a:rPr lang="en-US" b="1" dirty="0"/>
              <a:t>LDRSH R7, [R2, #1]</a:t>
            </a:r>
            <a:r>
              <a:rPr lang="en-US" dirty="0"/>
              <a:t> (halfword at addresses 9-10):</a:t>
            </a:r>
          </a:p>
          <a:p>
            <a:r>
              <a:rPr lang="en-US" dirty="0"/>
              <a:t>Big-endian: bytes 0x45, 0x67 → 0x4567 → R7 = 0x00004567</a:t>
            </a:r>
          </a:p>
          <a:p>
            <a:r>
              <a:rPr lang="en-US" dirty="0"/>
              <a:t>Little-endian: bytes 0x67, 0x45 → 0x4567 → R7 = 0x00004567</a:t>
            </a:r>
          </a:p>
          <a:p>
            <a:r>
              <a:rPr lang="en-US" b="1" dirty="0"/>
              <a:t>LDRSH R7, [R2, #2]</a:t>
            </a:r>
            <a:r>
              <a:rPr lang="en-US" dirty="0"/>
              <a:t> (halfword at addresses 10-11):</a:t>
            </a:r>
          </a:p>
          <a:p>
            <a:r>
              <a:rPr lang="en-US" dirty="0"/>
              <a:t>Big-endian: bytes 0x67, 0x89 → 0x6789 → R7 = 0x00006789</a:t>
            </a:r>
          </a:p>
          <a:p>
            <a:r>
              <a:rPr lang="en-US" dirty="0"/>
              <a:t>Little-endian: bytes 0x45, 0x23 → 0x2345 → R7 = 0x00002345</a:t>
            </a:r>
          </a:p>
          <a:p>
            <a:r>
              <a:rPr lang="en-US" dirty="0"/>
              <a:t>I was wrong earlier - in little-endian, the halfword at offset +2 consists of bytes 0x45 (at address 10) and 0x23 (at address 11), which reconstructs to 0x2345, not </a:t>
            </a:r>
            <a:r>
              <a:rPr lang="en-US"/>
              <a:t>0x4523.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4416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071415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28F63-CB62-AD29-0E65-2F73F2894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A3B6A-BEBC-E047-D6F5-0CC9FE36C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BBA09-2F24-6E9E-D66B-08028CA3C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75323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CF467-06C2-3526-37D2-F03D64AF0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738F54-911C-27C2-0DE4-E67D2E331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B72AF-C25F-8B44-2BBF-BEEB603A2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[1](https://azeria-labs.com/memory-instructions-load-and-store-part-4/)</a:t>
            </a:r>
          </a:p>
          <a:p>
            <a:pPr lvl="1"/>
            <a:r>
              <a:rPr lang="en-US" dirty="0"/>
              <a:t>[2](https://developer.arm.com/documentation/ddi0403/d/Application-Level-Architecture/Instruction-Details/Alphabetical-list-of-ARMv7-M-Thumb-instructions/STR--immediate-)</a:t>
            </a:r>
          </a:p>
          <a:p>
            <a:pPr lvl="1"/>
            <a:r>
              <a:rPr lang="en-US" dirty="0"/>
              <a:t>[3](https://developer.arm.com/documentation/den0042/latest/Coding-for-Cortex-R-Processors/Endianness)</a:t>
            </a:r>
          </a:p>
          <a:p>
            <a:pPr lvl="1"/>
            <a:r>
              <a:rPr lang="en-US" dirty="0"/>
              <a:t>[4](http://netwinder.oregonstate.edu/pub/netwinder/docs/arm/Apps04vC.html)</a:t>
            </a:r>
          </a:p>
          <a:p>
            <a:pPr lvl="1"/>
            <a:r>
              <a:rPr lang="en-US" dirty="0"/>
              <a:t>[5](https://developer.arm.com/documentation/ddi0192/a/amba-interface/little-endian-and-big-endian-operation/byte-operations)</a:t>
            </a:r>
          </a:p>
          <a:p>
            <a:pPr lvl="1"/>
            <a:r>
              <a:rPr lang="en-US" dirty="0"/>
              <a:t>[6](https://developer.arm.com/documentation/dui0801/g/A32-and-T32-Instructions/STR--immediate-offset-)</a:t>
            </a:r>
          </a:p>
          <a:p>
            <a:pPr lvl="1"/>
            <a:r>
              <a:rPr lang="en-US" dirty="0"/>
              <a:t>[7](https://ppl-ai-file-upload.s3.amazonaws.com/web/direct-files/attachments/images/92151853/f7203996-0950-40fd-8a70-2a8620379d03/image.jpg?AWSAccessKeyId=ASIA2F3EMEYE3R7YOA4A&amp;Signature=FpDzt4OypItBaZAcIbAU8055MR8%3D&amp;x-amz-security-token=IQoJb3JpZ2luX2VjEPb%2F%2F%2F%2F%2F%2F%2F%2F%2F%2FwEaCXVzLWVhc3QtMSJHMEUCIQCD6wIV7ZQsrRKtLcsD2ILQWTe49vXv8PCZOBQLcawpTgIgbl1d9M%2F94eFVLN39uGn0JoPKRKF5bqt1b49GdG9YFh4q8QQIfhABGgw2OTk3NTMzMDk3MDUiDFSwzJTcAyTfOdiIEirOBPbxxRa5qZQA%2BCiHUZzGhazSu8CnmwfmvOsWjGIK7IT0CN8yJdlOrt7q09UAV5GjElVPyAy2LYjvQWXbHA4EqBFtoI%2BZ7mHFyPVgrkLq5xRKwa1uSZTW32fbBBe9cxfvbjIgFpfp7iE2DeWkIeYIJ6EnlFljFVUajrD%2FRA0SEaaR%2FzWK31hOzpXzk7sjzJgWM%2BcNJYR9%2BzsRvujpl81hFq8GYYr4PVAhyWipiGB3HP%2BVYzbKSyHlfSCmVpPf4itnB0Nv8CBNJNaepLZdXmdr21sSXbemQMxgxQw7gX6Xt3Cpn7kg4YgOGnMhAVTsOmrpsAdtOWvqLtwD8VRnp7yM%2FASyaTLOFIQgftx9prPKBCDdM613R2C5d%2B8pLod0S9wmx%2FDEXZf91AHhkWjxKy4XfApJ5aOowVP22U05YvUz%2B23S49a%2BfUmS98UURVFU7QFCGw1iF5NoGLZalykazqyhUq1Ef%2FL0FDRsR7FlxCyW6cP9ehmravO8QEDucaffun9Fn%2FyWQ5Nv1TP8g6u2MkBsKBc7MRocOI9hjExEraF%2Fg74MUV9vUmynpt3RzwBwQ%2BzhsiVC3kWDM4KPPGPkuds2kWpZAX%2BJHmwQ9SUa2B7Npe%2F290lDeN4b16yoVd7jgluVXMoiSW8mvJXMO0ixYOwf1Fo9ldfxzSO1FTp8j8ZRVipY99AmY54cdXjKULaz9DPmHaO85KZxpGgkeZcJMBzvSuIT%2BbQpy2DxH4x94WFnYVwFZl%2Fxgxcn3ziCIT0tqjx9Zto8Vp39ksY09KbGKU91MMfe1sYGOpoB1fyabXFy1WRNJ0hNyV9j3Wb4mltoiB4Bfg9K8XrBduW8weTuvQldGR3gkn%2FTfV5kthjAawy8ZXmap0UaAW7nN2MlRxeM8McdOL1RCXG2qMmfxl8CmunFyuT74FMOqqKLARH0KrJNVULNHT6kUGfuDFSb5KKNQ1qwO3iRBraFogouHjxVGjDWWF%2FlVT6tK2uMqtQYvNOTYYB4Zg%3D%3D&amp;Expires=1758836303)</a:t>
            </a:r>
          </a:p>
          <a:p>
            <a:pPr lvl="1"/>
            <a:r>
              <a:rPr lang="en-US" dirty="0"/>
              <a:t>[8](https://www.csie.ntu.edu.tw/~cyy/courses/assembly/12fall/lectures/handouts/lec09_ARMisa.pdf)</a:t>
            </a:r>
          </a:p>
          <a:p>
            <a:pPr lvl="1"/>
            <a:r>
              <a:rPr lang="en-US" dirty="0"/>
              <a:t>[9](https://stackoverflow.com/questions/78984911/how-is-data-loaded-in-big-endian-format-on-arm7tdmi-armv4t)</a:t>
            </a:r>
          </a:p>
          <a:p>
            <a:pPr lvl="1"/>
            <a:r>
              <a:rPr lang="en-US" dirty="0"/>
              <a:t>[10](https://www.doulos.com/knowhow/arm-embedded/efficient-byte-swapping-using-armv6-and-armv7-ar-instructions/)</a:t>
            </a:r>
          </a:p>
          <a:p>
            <a:pPr lvl="1"/>
            <a:r>
              <a:rPr lang="en-US" dirty="0"/>
              <a:t>[11](https://mariokartwii.com/armv8/ch9.html)</a:t>
            </a:r>
          </a:p>
          <a:p>
            <a:pPr lvl="1"/>
            <a:r>
              <a:rPr lang="en-US" dirty="0"/>
              <a:t>[12](https://betterexplained.com/articles/understanding-big-and-little-endian-byte-order/)</a:t>
            </a:r>
          </a:p>
          <a:p>
            <a:pPr lvl="1"/>
            <a:r>
              <a:rPr lang="en-US" dirty="0"/>
              <a:t>[13](http://computerscience.chemeketa.edu/armTutorial/Memory/Endianness.html)</a:t>
            </a:r>
          </a:p>
          <a:p>
            <a:pPr lvl="1"/>
            <a:r>
              <a:rPr lang="en-US" dirty="0"/>
              <a:t>[14](https://iitd-plos.github.io/col718/ref/arm-instructionset.pdf)</a:t>
            </a:r>
          </a:p>
        </p:txBody>
      </p:sp>
    </p:spTree>
    <p:extLst>
      <p:ext uri="{BB962C8B-B14F-4D97-AF65-F5344CB8AC3E}">
        <p14:creationId xmlns:p14="http://schemas.microsoft.com/office/powerpoint/2010/main" val="3041489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BA00D299-558C-468E-A8B3-0F5C3BFA45F9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>
            <a:lvl1pPr>
              <a:defRPr sz="1800"/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8BFB9-75E0-4A72-9D54-3C687B559A4D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E470CD76-7AB7-4744-8178-DC5367B833CD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FC63-82A8-4ACC-B2CB-6D46E8B59216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9B8A6-94F4-4AF6-98DE-0FFC617E1C31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CF4FC-8D0E-4C14-A02E-A429C4519FEF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DC487-A287-485A-B215-4EC98DD3E443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49AC6-4AC4-4D5F-9A1B-0E1C0FF133F9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F4EF9-9AC8-4842-AFC3-C27337CCABE8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D175-8905-42BE-8088-EB39001CF9E2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>
    <p:pull dir="r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AA8DD-1B66-47DA-8A31-5DCDA0DEF224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8DF0DD18-6EB7-49F7-A70C-A012EDB48BDB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800">
                <a:solidFill>
                  <a:schemeClr val="tx2"/>
                </a:solidFill>
              </a:defRPr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>
    <p:pull dir="ru"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8176" y="1828800"/>
            <a:ext cx="25812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5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Memory Access</a:t>
            </a:r>
          </a:p>
          <a:p>
            <a:pPr algn="r"/>
            <a:r>
              <a:rPr lang="en-US" altLang="zh-CN" sz="2400" dirty="0">
                <a:solidFill>
                  <a:srgbClr val="C00000"/>
                </a:solidFill>
              </a:rPr>
              <a:t>Exercises ANS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2" name="Subtitle 2"/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2025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636B5-1A15-392F-777F-ACB6D0BF1A0E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3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altLang="zh-CN" dirty="0"/>
              <a:t>Question: Endianness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52643" y="32655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52643" y="44847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52643" y="57039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0" name="TextBox 9"/>
          <p:cNvSpPr txBox="1"/>
          <p:nvPr/>
        </p:nvSpPr>
        <p:spPr>
          <a:xfrm>
            <a:off x="244699" y="2826467"/>
            <a:ext cx="41512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07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dirty="0"/>
              <a:t>Answer</a:t>
            </a:r>
            <a:r>
              <a:rPr lang="en-US" altLang="zh-CN" dirty="0"/>
              <a:t>: Endianness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0x0012</a:t>
              </a:r>
              <a:endPara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6020202030204" pitchFamily="34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07817" y="3265538"/>
              <a:ext cx="733425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0x0008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25747" y="4484738"/>
              <a:ext cx="688599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0x0004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07818" y="5703938"/>
              <a:ext cx="733424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 Narrow" panose="020B0606020202030204" pitchFamily="34" charset="0"/>
                  <a:ea typeface="Courier New" charset="0"/>
                  <a:cs typeface="Courier New" charset="0"/>
                  <a:sym typeface="Courier New" charset="0"/>
                </a:rPr>
                <a:t>0x0000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charset="0"/>
                <a:ea typeface="Courier New" charset="0"/>
                <a:cs typeface="Courier New" charset="0"/>
                <a:sym typeface="Courier New" charset="0"/>
              </a:endParaRP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4699" y="2826467"/>
            <a:ext cx="41512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Same as the address of the lowest-address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Byte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(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this is true </a:t>
            </a:r>
            <a:r>
              <a:rPr lang="en-US" sz="2000" dirty="0">
                <a:solidFill>
                  <a:srgbClr val="C00000"/>
                </a:solidFill>
              </a:rPr>
              <a:t>for either Little-Endian or Big-Endian ordering)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9470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</a:t>
            </a:r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9EAAEAC-5A83-FC31-3AD1-D95A0084E014}"/>
              </a:ext>
            </a:extLst>
          </p:cNvPr>
          <p:cNvSpPr txBox="1">
            <a:spLocks noChangeArrowheads="1"/>
          </p:cNvSpPr>
          <p:nvPr/>
        </p:nvSpPr>
        <p:spPr>
          <a:xfrm>
            <a:off x="267393" y="1295400"/>
            <a:ext cx="5904807" cy="4571999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Big-Endian ordering. If a 32-bit word resides at memory address N, what is the address of: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The MSB (Most Significant Byte)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The 16-bit half-word corresponding to the most significant half of the word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Q: </a:t>
            </a:r>
            <a:r>
              <a:rPr lang="en-US" sz="2400" b="0" dirty="0">
                <a:solidFill>
                  <a:prstClr val="black"/>
                </a:solidFill>
              </a:rPr>
              <a:t>Redo the question assuming Little-Endian ordering.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6BB36-F7F6-7578-6D42-2AA85F7E8DBE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45796D-3335-5534-5D96-A9140AE9A628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8" name="Group 33">
            <a:extLst>
              <a:ext uri="{FF2B5EF4-FFF2-40B4-BE49-F238E27FC236}">
                <a16:creationId xmlns:a16="http://schemas.microsoft.com/office/drawing/2014/main" id="{35C46318-1511-5927-1843-060ED31D9F4C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9" name="Rectangle 34">
              <a:extLst>
                <a:ext uri="{FF2B5EF4-FFF2-40B4-BE49-F238E27FC236}">
                  <a16:creationId xmlns:a16="http://schemas.microsoft.com/office/drawing/2014/main" id="{D3CE61B3-7BC8-DF50-1362-0AE8D584E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0" name="Rectangle 35">
              <a:extLst>
                <a:ext uri="{FF2B5EF4-FFF2-40B4-BE49-F238E27FC236}">
                  <a16:creationId xmlns:a16="http://schemas.microsoft.com/office/drawing/2014/main" id="{F1F75AFF-16CC-3BED-47F1-ACAC71AA832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6">
              <a:extLst>
                <a:ext uri="{FF2B5EF4-FFF2-40B4-BE49-F238E27FC236}">
                  <a16:creationId xmlns:a16="http://schemas.microsoft.com/office/drawing/2014/main" id="{557CE143-5421-0957-D1D0-0F02EBBD1C6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7">
              <a:extLst>
                <a:ext uri="{FF2B5EF4-FFF2-40B4-BE49-F238E27FC236}">
                  <a16:creationId xmlns:a16="http://schemas.microsoft.com/office/drawing/2014/main" id="{1EE626ED-7010-17DE-AB5D-6AFB4D638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2139613-6F00-189E-A3E7-E5782922CBC4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CA3B04-30BA-AB52-96CE-C4D0D46EBB0E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D2F51-C323-A016-AE65-89BBE14397AE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04BC0F-A245-42B3-C099-6BBF3E77DA07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DF79D3-BC63-01D9-8A39-ECF46F38BC95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69F1EE-91D8-E398-DD9D-52F4AB1EE7FB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0D440-E8BC-AE46-3AE9-338FF6B33378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0" name="Group 33">
            <a:extLst>
              <a:ext uri="{FF2B5EF4-FFF2-40B4-BE49-F238E27FC236}">
                <a16:creationId xmlns:a16="http://schemas.microsoft.com/office/drawing/2014/main" id="{183D2BEA-EE34-406C-6810-8CC6014B68DE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1" name="Rectangle 34">
              <a:extLst>
                <a:ext uri="{FF2B5EF4-FFF2-40B4-BE49-F238E27FC236}">
                  <a16:creationId xmlns:a16="http://schemas.microsoft.com/office/drawing/2014/main" id="{C7582571-BA7F-69D0-827B-EBD82C5EE4D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2" name="Rectangle 35">
              <a:extLst>
                <a:ext uri="{FF2B5EF4-FFF2-40B4-BE49-F238E27FC236}">
                  <a16:creationId xmlns:a16="http://schemas.microsoft.com/office/drawing/2014/main" id="{2C9B86DC-C9E1-CB88-7CD3-681B277B4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6">
              <a:extLst>
                <a:ext uri="{FF2B5EF4-FFF2-40B4-BE49-F238E27FC236}">
                  <a16:creationId xmlns:a16="http://schemas.microsoft.com/office/drawing/2014/main" id="{2A76A58B-264C-EFD2-2DD5-02427C49A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7">
              <a:extLst>
                <a:ext uri="{FF2B5EF4-FFF2-40B4-BE49-F238E27FC236}">
                  <a16:creationId xmlns:a16="http://schemas.microsoft.com/office/drawing/2014/main" id="{E9D9C064-223F-22B8-97AD-F27CD454AE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BADE73D-7CA6-218E-0220-1DF06272FAF8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35A48-A6FE-397D-11E7-79A26D57EE6C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9685E5-F44B-9935-D033-23E4B449AF2C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E57DA-AF45-14AC-B21C-DE925BE7BF0E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CEED7B-77A7-495A-418F-A75FFEAB6E65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48604090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</a:t>
            </a:r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8373" y="1141510"/>
            <a:ext cx="5621817" cy="54116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A: With Big-Endian ordering: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Address of MSB: N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Address of 16-bit half-word corresponding to the most significant half of the word: N (the half-word has address range of [N, N+1], so its address is N)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With Little-Endian ordering: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Address of MSB: N+3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Address of 16-bit half-word corresponding to the most significant half of the word: N+2 (the half-word has address range of [N+2, N+3], so its address is N+2)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D03F1-A762-F492-543B-9AD6EC9F9CD7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9EBAB1-3E91-1738-6671-40808660D47E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9" name="Group 33">
            <a:extLst>
              <a:ext uri="{FF2B5EF4-FFF2-40B4-BE49-F238E27FC236}">
                <a16:creationId xmlns:a16="http://schemas.microsoft.com/office/drawing/2014/main" id="{0FF2FFB8-C1EC-4B19-F866-D1FB55EAD587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10" name="Rectangle 34">
              <a:extLst>
                <a:ext uri="{FF2B5EF4-FFF2-40B4-BE49-F238E27FC236}">
                  <a16:creationId xmlns:a16="http://schemas.microsoft.com/office/drawing/2014/main" id="{F31FEC1C-ACD5-A713-4BFA-212468CF1C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5">
              <a:extLst>
                <a:ext uri="{FF2B5EF4-FFF2-40B4-BE49-F238E27FC236}">
                  <a16:creationId xmlns:a16="http://schemas.microsoft.com/office/drawing/2014/main" id="{8901F92C-FFDE-99A5-2A39-F3A959892A5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6">
              <a:extLst>
                <a:ext uri="{FF2B5EF4-FFF2-40B4-BE49-F238E27FC236}">
                  <a16:creationId xmlns:a16="http://schemas.microsoft.com/office/drawing/2014/main" id="{FBF8E902-648C-92E9-3599-30414D1EC9B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3" name="Rectangle 37">
              <a:extLst>
                <a:ext uri="{FF2B5EF4-FFF2-40B4-BE49-F238E27FC236}">
                  <a16:creationId xmlns:a16="http://schemas.microsoft.com/office/drawing/2014/main" id="{936169EB-F16E-DE3D-C69C-5E732BA948E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0136153-F36F-FA15-4D76-068229B88F7A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6F1534-5A97-76BA-4D10-552F77E560B8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6B71C-8785-BDEE-BEA1-D103CF6951D1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1" name="Group 33">
            <a:extLst>
              <a:ext uri="{FF2B5EF4-FFF2-40B4-BE49-F238E27FC236}">
                <a16:creationId xmlns:a16="http://schemas.microsoft.com/office/drawing/2014/main" id="{77DD1410-0E9B-3B5D-C548-891FB3449B78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2" name="Rectangle 34">
              <a:extLst>
                <a:ext uri="{FF2B5EF4-FFF2-40B4-BE49-F238E27FC236}">
                  <a16:creationId xmlns:a16="http://schemas.microsoft.com/office/drawing/2014/main" id="{ED0F7942-A8BC-20A0-E327-00CCBDCED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5">
              <a:extLst>
                <a:ext uri="{FF2B5EF4-FFF2-40B4-BE49-F238E27FC236}">
                  <a16:creationId xmlns:a16="http://schemas.microsoft.com/office/drawing/2014/main" id="{3B811DFC-B92F-7CA1-6FD4-485CC4601B7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6">
              <a:extLst>
                <a:ext uri="{FF2B5EF4-FFF2-40B4-BE49-F238E27FC236}">
                  <a16:creationId xmlns:a16="http://schemas.microsoft.com/office/drawing/2014/main" id="{19400406-FD11-6DEA-2CD1-191108C0D0F0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5" name="Rectangle 37">
              <a:extLst>
                <a:ext uri="{FF2B5EF4-FFF2-40B4-BE49-F238E27FC236}">
                  <a16:creationId xmlns:a16="http://schemas.microsoft.com/office/drawing/2014/main" id="{CB0D7C8C-041A-DC9B-629E-F0CCD357F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BB9DD8F-2242-59A2-BE32-39681AA7529C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3638461-6269-C6E9-6786-C46710975E86}"/>
              </a:ext>
            </a:extLst>
          </p:cNvPr>
          <p:cNvSpPr/>
          <p:nvPr/>
        </p:nvSpPr>
        <p:spPr>
          <a:xfrm>
            <a:off x="7752965" y="2587678"/>
            <a:ext cx="599643" cy="97234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526192F-D559-ADA3-4CCF-645E6A7E1269}"/>
              </a:ext>
            </a:extLst>
          </p:cNvPr>
          <p:cNvSpPr/>
          <p:nvPr/>
        </p:nvSpPr>
        <p:spPr>
          <a:xfrm>
            <a:off x="7772825" y="4202353"/>
            <a:ext cx="599643" cy="97234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74CEE6-6F21-C8FD-F5E2-B3014B77F72A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5F0D47-4435-6F04-B674-6CBF74FC04C8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257C2C-171C-36C6-9B35-5D84C30FB5F6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33E003-A348-C97C-7F11-F5817BB4A282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8BD9B5-EA27-1E41-ABB8-18A51242E5CD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595757-9D42-648F-005B-4F7AC7B938EB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D4EDC72-47D7-E0BB-30E4-E429A57E2390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52D4CB-3821-115B-B028-2A330468B902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561992185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Question: Endianness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</p:spTree>
    <p:extLst>
      <p:ext uri="{BB962C8B-B14F-4D97-AF65-F5344CB8AC3E}">
        <p14:creationId xmlns:p14="http://schemas.microsoft.com/office/powerpoint/2010/main" val="1502810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Answer: Endianness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0xEE8C90A7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0xA7908CEE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784" y="5982293"/>
            <a:ext cx="8829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41FF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Endianness only specifies byte order, not bit order in a byte!</a:t>
            </a:r>
          </a:p>
        </p:txBody>
      </p:sp>
    </p:spTree>
    <p:extLst>
      <p:ext uri="{BB962C8B-B14F-4D97-AF65-F5344CB8AC3E}">
        <p14:creationId xmlns:p14="http://schemas.microsoft.com/office/powerpoint/2010/main" val="670903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8</a:t>
            </a:fld>
            <a:endParaRPr lang="en-US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192664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251" y="4018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F8BEC-CBCA-3D53-1D6F-7FE4217EF5F8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0FA951-DE02-3C91-9A1E-27C70066528C}"/>
              </a:ext>
            </a:extLst>
          </p:cNvPr>
          <p:cNvSpPr/>
          <p:nvPr/>
        </p:nvSpPr>
        <p:spPr>
          <a:xfrm>
            <a:off x="1026250" y="5214389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24EDB-B367-8D5E-7A1D-8024D944D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C05B9626-B3E8-BC07-B4F5-BC0FE3A8C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99D37334-8950-8969-9AE6-58AA8FF1E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0750E36E-39FB-8537-5322-BE27861AF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2B3E1AB2-B3CB-2CA3-69A9-9B3B2CA1C3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 ANS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99AB09FF-CB1D-F4EB-3332-E2B56DF843A9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E04384-8593-539C-67C3-6EE82121F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9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E30A4EB-ACBA-8E2B-82A1-96E1DB36D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698578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0C123BA9-A51A-334A-3CCC-23E32C0FB2EF}"/>
              </a:ext>
            </a:extLst>
          </p:cNvPr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A81C05-5B13-07CB-4223-36EA7F5CA04E}"/>
              </a:ext>
            </a:extLst>
          </p:cNvPr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65D5A2-4D1B-E7B6-85AF-94A4001FB1BE}"/>
              </a:ext>
            </a:extLst>
          </p:cNvPr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F70820-D687-EE75-47D5-DA7B817D3044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34A2F-9846-7A97-D479-D46DB56AB958}"/>
              </a:ext>
            </a:extLst>
          </p:cNvPr>
          <p:cNvSpPr/>
          <p:nvPr/>
        </p:nvSpPr>
        <p:spPr>
          <a:xfrm>
            <a:off x="1041817" y="5253741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3F3BEC-A50C-878A-987B-AAF83CD43E44}"/>
              </a:ext>
            </a:extLst>
          </p:cNvPr>
          <p:cNvSpPr/>
          <p:nvPr/>
        </p:nvSpPr>
        <p:spPr>
          <a:xfrm>
            <a:off x="1054556" y="5213529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0xA7908CEE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49A434-8C62-C958-9270-232816F13AE4}"/>
              </a:ext>
            </a:extLst>
          </p:cNvPr>
          <p:cNvSpPr/>
          <p:nvPr/>
        </p:nvSpPr>
        <p:spPr>
          <a:xfrm>
            <a:off x="1041817" y="4032316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F628D0-DD4D-72F2-BDF1-C601826C46E8}"/>
              </a:ext>
            </a:extLst>
          </p:cNvPr>
          <p:cNvSpPr/>
          <p:nvPr/>
        </p:nvSpPr>
        <p:spPr>
          <a:xfrm>
            <a:off x="1054556" y="3992104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0xEE8C90A7</a:t>
            </a:r>
          </a:p>
        </p:txBody>
      </p:sp>
    </p:spTree>
    <p:extLst>
      <p:ext uri="{BB962C8B-B14F-4D97-AF65-F5344CB8AC3E}">
        <p14:creationId xmlns:p14="http://schemas.microsoft.com/office/powerpoint/2010/main" val="1422403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B5D89-8F13-36FF-935E-A5767EDF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D486A61F-30FF-CC3A-3E75-5DF8F473A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D39A2FAD-3A79-CA5F-2B81-2862A1DDB0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34197335-FCAB-33C8-1087-8FABD8617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A68A412D-6191-CA7A-7BC2-26F8E36962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 ANS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A54DAC5D-CE7A-D6A6-3DB6-070228C7DEB3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ADD9F3B-7BAE-8A97-D937-6A9189E3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3F9650-1AA8-6D79-532C-623863124D8F}"/>
              </a:ext>
            </a:extLst>
          </p:cNvPr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835CEF-1048-E5FA-3564-79A31837611E}"/>
              </a:ext>
            </a:extLst>
          </p:cNvPr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C3F200-1090-C91F-D874-A74F6CEEAA28}"/>
              </a:ext>
            </a:extLst>
          </p:cNvPr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98F370-163A-2658-2335-100E7AA8E86F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A254B6-104C-2C8D-00A6-5DE241414A5B}"/>
              </a:ext>
            </a:extLst>
          </p:cNvPr>
          <p:cNvSpPr/>
          <p:nvPr/>
        </p:nvSpPr>
        <p:spPr>
          <a:xfrm>
            <a:off x="1041817" y="5253741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9B190A-ACDD-BACD-C21E-5F8C20305539}"/>
              </a:ext>
            </a:extLst>
          </p:cNvPr>
          <p:cNvSpPr/>
          <p:nvPr/>
        </p:nvSpPr>
        <p:spPr>
          <a:xfrm>
            <a:off x="1054556" y="5213529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0xA7908CEE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A10414-B4FB-30EC-4D9F-934B37630EBC}"/>
              </a:ext>
            </a:extLst>
          </p:cNvPr>
          <p:cNvSpPr/>
          <p:nvPr/>
        </p:nvSpPr>
        <p:spPr>
          <a:xfrm>
            <a:off x="1041817" y="4032316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E28B05-C518-793D-1FF8-DDB3F1934355}"/>
              </a:ext>
            </a:extLst>
          </p:cNvPr>
          <p:cNvSpPr/>
          <p:nvPr/>
        </p:nvSpPr>
        <p:spPr>
          <a:xfrm>
            <a:off x="1054556" y="3992104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0xEE8C90A7</a:t>
            </a:r>
          </a:p>
        </p:txBody>
      </p:sp>
    </p:spTree>
    <p:extLst>
      <p:ext uri="{BB962C8B-B14F-4D97-AF65-F5344CB8AC3E}">
        <p14:creationId xmlns:p14="http://schemas.microsoft.com/office/powerpoint/2010/main" val="1650360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D13A2-283C-C569-EF1A-CBC7504FE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4595-D472-6F68-DE47-3C22C5AAF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A5959D-8205-525D-CB04-4F53DED6B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30BEB6-14A6-7DA1-64FA-D0E05B68253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495800" cy="49974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C85F25-15D6-DAB9-23EA-EF1BBDC222C1}"/>
              </a:ext>
            </a:extLst>
          </p:cNvPr>
          <p:cNvGraphicFramePr>
            <a:graphicFrameLocks noGrp="1"/>
          </p:cNvGraphicFramePr>
          <p:nvPr/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6263769"/>
      </p:ext>
    </p:extLst>
  </p:cSld>
  <p:clrMapOvr>
    <a:masterClrMapping/>
  </p:clrMapOvr>
  <p:transition>
    <p:pull dir="r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87A03-6041-026E-57B5-BB15BE9C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FAECCC-348A-6E6B-7C99-059184B86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0F721C-49AF-4791-CFC3-7A5BCF18A26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54000" y="1143000"/>
            <a:ext cx="4699000" cy="52133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 0x00008CEE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 0xFFFFFFEE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 0x20008004</a:t>
            </a:r>
          </a:p>
          <a:p>
            <a:pPr lvl="2"/>
            <a:r>
              <a:rPr lang="en-US" dirty="0"/>
              <a:t>Post-index. Store at old r0, then r0 = r0 + 4.</a:t>
            </a:r>
          </a:p>
          <a:p>
            <a:pPr lvl="1"/>
            <a:r>
              <a:rPr lang="en-US" dirty="0"/>
              <a:t>Memory content after store: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200620A-B2FE-B335-0D7B-0C5D9D0E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33359"/>
              </p:ext>
            </p:extLst>
          </p:nvPr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77696A-7447-CDEC-D8B2-8C7336B6A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502144"/>
              </p:ext>
            </p:extLst>
          </p:nvPr>
        </p:nvGraphicFramePr>
        <p:xfrm>
          <a:off x="4953000" y="297307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0x20008003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0x20008002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0x20008001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0x20008000</a:t>
                      </a:r>
                      <a:endParaRPr kumimoji="0" lang="en-US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4923932"/>
      </p:ext>
    </p:extLst>
  </p:cSld>
  <p:clrMapOvr>
    <a:masterClrMapping/>
  </p:clrMapOvr>
  <p:transition>
    <p:pull dir="r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C02EF-D8BE-BC84-83FA-044486DF3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998F4-8959-2255-3954-C64B653D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07B7-E265-EA99-A1DB-F65ACA9D5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28BAFB-7E83-6017-36A5-8856E36AD2D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545142" cy="490601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 0x20008000</a:t>
            </a:r>
          </a:p>
          <a:p>
            <a:pPr lvl="2"/>
            <a:r>
              <a:rPr lang="en-US" dirty="0"/>
              <a:t>Pre-index. Store at r0 + 4; r0 unchanged.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FF20E1-6306-C5B2-B89F-50622B752D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012641"/>
              </p:ext>
            </p:extLst>
          </p:nvPr>
        </p:nvGraphicFramePr>
        <p:xfrm>
          <a:off x="5051684" y="44450"/>
          <a:ext cx="400341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01500E7-0850-9C66-1E7A-24ECEE3B31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932805"/>
              </p:ext>
            </p:extLst>
          </p:nvPr>
        </p:nvGraphicFramePr>
        <p:xfrm>
          <a:off x="5002342" y="222250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7949268"/>
      </p:ext>
    </p:extLst>
  </p:cSld>
  <p:clrMapOvr>
    <a:masterClrMapping/>
  </p:clrMapOvr>
  <p:transition>
    <p:pull dir="r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7C6BD-F7DC-8873-84D3-CB3E842E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9F3CF-EF2A-B6F0-90EF-4F39F4FE5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D7AD32-6C27-08D2-2FE0-9997B9231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95994-96A1-3342-AF91-E5C6E48F132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594484" cy="490601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pt-BR" dirty="0"/>
              <a:t>r0 := r0 + 4; store at new r0.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 0x20008004</a:t>
            </a:r>
          </a:p>
          <a:p>
            <a:pPr lvl="2"/>
            <a:r>
              <a:rPr lang="pt-BR" dirty="0"/>
              <a:t>Pre-index with update. r0 = r0 + 4; store at new r0.</a:t>
            </a:r>
            <a:endParaRPr lang="en-US" dirty="0"/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98C2BC-A36B-2776-0B1E-F91C98229E3B}"/>
              </a:ext>
            </a:extLst>
          </p:cNvPr>
          <p:cNvGraphicFramePr>
            <a:graphicFrameLocks noGrp="1"/>
          </p:cNvGraphicFramePr>
          <p:nvPr/>
        </p:nvGraphicFramePr>
        <p:xfrm>
          <a:off x="5051684" y="44450"/>
          <a:ext cx="400341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0AE3A56-A9DF-FAD9-AC88-A33CE64954D5}"/>
              </a:ext>
            </a:extLst>
          </p:cNvPr>
          <p:cNvGraphicFramePr>
            <a:graphicFrameLocks noGrp="1"/>
          </p:cNvGraphicFramePr>
          <p:nvPr/>
        </p:nvGraphicFramePr>
        <p:xfrm>
          <a:off x="5002342" y="2222500"/>
          <a:ext cx="41021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059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320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04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77653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030017"/>
      </p:ext>
    </p:extLst>
  </p:cSld>
  <p:clrMapOvr>
    <a:masterClrMapping/>
  </p:clrMapOvr>
  <p:transition>
    <p:pull dir="r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12648" y="1673752"/>
            <a:ext cx="8182841" cy="1755248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/>
              <a:t>Assume a byte-addressable memory with a data bus that is 32 bits (4 bytes) wide</a:t>
            </a:r>
          </a:p>
          <a:p>
            <a:r>
              <a:rPr lang="en-US" sz="1500" dirty="0"/>
              <a:t>Consider 16 bytes of memory (addresses 0 to 15) arranged as four 32-bit words (4 bytes each)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78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Well-aligned</a:t>
            </a:r>
            <a:r>
              <a:rPr lang="en-US" sz="1350" dirty="0"/>
              <a:t>: each word begins on a mod-4 address, which can be read in a single memory cycle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65" y="2307838"/>
            <a:ext cx="3785316" cy="112116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78" y="2283024"/>
            <a:ext cx="3802444" cy="1129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3965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Ill-aligned</a:t>
            </a:r>
            <a:r>
              <a:rPr lang="en-US" sz="1350" dirty="0"/>
              <a:t>: a word begins on address 6, not a mod-4 address, which can be read in 2 memory cycles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867" y="4223976"/>
            <a:ext cx="4059366" cy="30537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611" y="4777320"/>
            <a:ext cx="4127879" cy="32718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1867" y="5317344"/>
            <a:ext cx="3665419" cy="335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436" y="4128493"/>
            <a:ext cx="42689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The first read cycle would retrieve 4 bytes from addresses 4 through 7; of these, the bytes from addresses 4 and 5</a:t>
            </a:r>
          </a:p>
          <a:p>
            <a:r>
              <a:rPr lang="en-US" sz="1200" dirty="0"/>
              <a:t>are discarded, and those from addresses 6 and 7 are moved to the far right;</a:t>
            </a:r>
          </a:p>
          <a:p>
            <a:r>
              <a:rPr lang="en-US" sz="1200" dirty="0"/>
              <a:t>The second read cycle retrieves 4 bytes from addresses 8 through 11; the bytes from addresses 10 and 11 are  discarded, and those from addresses 8 and 9 are moved to the far left;</a:t>
            </a:r>
          </a:p>
          <a:p>
            <a:r>
              <a:rPr lang="en-US" sz="1200" dirty="0"/>
              <a:t>Finally, the two halves are combined to form the desired 32-bit operand: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B0BD2-2931-BDC5-E683-51FBAB7B8593}"/>
              </a:ext>
            </a:extLst>
          </p:cNvPr>
          <p:cNvSpPr/>
          <p:nvPr/>
        </p:nvSpPr>
        <p:spPr>
          <a:xfrm>
            <a:off x="4413347" y="4630642"/>
            <a:ext cx="285830" cy="363474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Horizontal Scroll 14">
            <a:extLst>
              <a:ext uri="{FF2B5EF4-FFF2-40B4-BE49-F238E27FC236}">
                <a16:creationId xmlns:a16="http://schemas.microsoft.com/office/drawing/2014/main" id="{9847AA0A-7964-4433-C181-1EB7B5E48F3F}"/>
              </a:ext>
            </a:extLst>
          </p:cNvPr>
          <p:cNvSpPr/>
          <p:nvPr/>
        </p:nvSpPr>
        <p:spPr>
          <a:xfrm>
            <a:off x="186104" y="-3926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864663475"/>
      </p:ext>
    </p:extLst>
  </p:cSld>
  <p:clrMapOvr>
    <a:masterClrMapping/>
  </p:clrMapOvr>
  <p:transition>
    <p:pull dir="r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11998" y="1307051"/>
            <a:ext cx="8182841" cy="3476822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  <a:r>
              <a:rPr lang="en-US" altLang="zh-CN" sz="2000" b="0" dirty="0">
                <a:solidFill>
                  <a:prstClr val="black"/>
                </a:solidFill>
              </a:rPr>
              <a:t>H</a:t>
            </a:r>
            <a:r>
              <a:rPr lang="en-US" sz="2000" b="0" dirty="0">
                <a:solidFill>
                  <a:prstClr val="black"/>
                </a:solidFill>
              </a:rPr>
              <a:t>ow many memory cycles are required to read each of the following from memory?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A 4-Byte operand read from decimal address 20</a:t>
            </a:r>
            <a:endParaRPr lang="en-US" sz="16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6686548"/>
      </p:ext>
    </p:extLst>
  </p:cSld>
  <p:clrMapOvr>
    <a:masterClrMapping/>
  </p:clrMapOvr>
  <p:transition>
    <p:pull dir="r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34" y="0"/>
            <a:ext cx="8229600" cy="1143000"/>
          </a:xfrm>
        </p:spPr>
        <p:txBody>
          <a:bodyPr/>
          <a:lstStyle/>
          <a:p>
            <a:r>
              <a:rPr lang="en-US" dirty="0"/>
              <a:t>Answer: Data Align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644276"/>
            <a:ext cx="8620129" cy="31868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Q:  Assume a byte-addressable memory with a data bus that is 32 bits (4 bytes) wide. How many memory cycles are required to read each of the following from memory?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200" b="0" dirty="0">
                <a:solidFill>
                  <a:prstClr val="black"/>
                </a:solidFill>
              </a:rPr>
              <a:t>(d) A 4-Byte operand read from decimal address 20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A: (a) The operand contains memory content </a:t>
            </a:r>
            <a:r>
              <a:rPr lang="en-US" altLang="zh-CN" sz="1600" b="0" dirty="0">
                <a:solidFill>
                  <a:prstClr val="black"/>
                </a:solidFill>
              </a:rPr>
              <a:t>in</a:t>
            </a:r>
            <a:r>
              <a:rPr lang="en-US" sz="1600" b="0" dirty="0">
                <a:solidFill>
                  <a:prstClr val="black"/>
                </a:solidFill>
              </a:rPr>
              <a:t> address range [5,6]. It can be read in 1 memory cycle; the memory controller returns a word in address range [4,7]. The operand can be obtained via 1-Byte offset addressing into the word.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(b) The operand contains memory content in address range [15,16]. It can be read in 2 memory cycles; the memory controller returns 2 words in address ranges [12,15] and [16, 19], which can be combined to return a word in address range [14,17]. The operand can be obtained via 1-Byte offset addressing into the word.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(c) The operand contains memory content in address range [10,13]. It can be read in 2 memory cycles; the memory controller returns 2 words </a:t>
            </a:r>
            <a:r>
              <a:rPr lang="en-US" altLang="zh-CN" sz="1600" b="0" dirty="0">
                <a:solidFill>
                  <a:prstClr val="black"/>
                </a:solidFill>
              </a:rPr>
              <a:t>in</a:t>
            </a:r>
            <a:r>
              <a:rPr lang="en-US" sz="1600" b="0" dirty="0">
                <a:solidFill>
                  <a:prstClr val="black"/>
                </a:solidFill>
              </a:rPr>
              <a:t> address ranges [8,11] and [12, 15], which can be combined to return a word with address range [10,13].</a:t>
            </a:r>
          </a:p>
          <a:p>
            <a:pPr marL="257175" indent="-257175" defTabSz="342900"/>
            <a:r>
              <a:rPr lang="en-US" sz="1600" b="0" dirty="0">
                <a:solidFill>
                  <a:prstClr val="black"/>
                </a:solidFill>
              </a:rPr>
              <a:t>(d) The operand contains memory content in address range [20,23]. Since 20%4=0, it is well-aligned, and can be read in 1 memory cycle.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684" y="83634"/>
            <a:ext cx="4067187" cy="15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526811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Question: Data Align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09"/>
            <a:ext cx="8182841" cy="351027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068738"/>
      </p:ext>
    </p:extLst>
  </p:cSld>
  <p:clrMapOvr>
    <a:masterClrMapping/>
  </p:clrMapOvr>
  <p:transition>
    <p:pull dir="r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Answer: Data Align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10"/>
            <a:ext cx="8182841" cy="47108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A: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MSB of the word at address 102 is 105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LSB of the word at address 102 is 102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2 cycles.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1cycle. </a:t>
            </a:r>
            <a:endParaRPr lang="en-US" sz="90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515287"/>
      </p:ext>
    </p:extLst>
  </p:cSld>
  <p:clrMapOvr>
    <a:masterClrMapping/>
  </p:clrMapOvr>
  <p:transition>
    <p:pull dir="r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3581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8DA596E-85CA-C0C6-85A8-74A98C3D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Answer: Memory Cycles</a:t>
            </a:r>
          </a:p>
        </p:txBody>
      </p:sp>
    </p:spTree>
    <p:extLst>
      <p:ext uri="{BB962C8B-B14F-4D97-AF65-F5344CB8AC3E}">
        <p14:creationId xmlns:p14="http://schemas.microsoft.com/office/powerpoint/2010/main" val="1910717593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Answer: Memory Cycles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4343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</a:p>
          <a:p>
            <a:pPr marL="257175" indent="-257175" defTabSz="342900"/>
            <a:r>
              <a:rPr lang="en-US" altLang="zh-CN" sz="2400" b="0" dirty="0">
                <a:solidFill>
                  <a:prstClr val="black"/>
                </a:solidFill>
              </a:rPr>
              <a:t>A: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 or 2__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__1 or 2__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__2 or 3__ memory cycle(s) to read a double word from memory (a double word may span at most 3 consecutive words in memory)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32946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71346" y="1299117"/>
            <a:ext cx="8182841" cy="33392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(c)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297202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38254" y="1425575"/>
            <a:ext cx="8182841" cy="46482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(c)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A: x[1]’s address is x’s address plus the data type size in Bytes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12345678+1=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12345679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12345678+2=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1234567A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r>
              <a:rPr lang="en-US" altLang="zh-CN" sz="1800" b="0" dirty="0">
                <a:solidFill>
                  <a:prstClr val="black"/>
                </a:solidFill>
              </a:rPr>
              <a:t>: </a:t>
            </a:r>
            <a:r>
              <a:rPr lang="en-US" sz="1800" b="0" dirty="0">
                <a:solidFill>
                  <a:prstClr val="black"/>
                </a:solidFill>
              </a:rPr>
              <a:t>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12345678+4=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1234567C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(c) longs: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12345678+8= 0</a:t>
            </a:r>
            <a:r>
              <a:rPr lang="en-US" altLang="zh-CN" sz="1800" b="0" dirty="0">
                <a:solidFill>
                  <a:prstClr val="black"/>
                </a:solidFill>
              </a:rPr>
              <a:t>x</a:t>
            </a:r>
            <a:r>
              <a:rPr lang="en-US" sz="1800" b="0" dirty="0">
                <a:solidFill>
                  <a:prstClr val="black"/>
                </a:solidFill>
              </a:rPr>
              <a:t>12345680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526001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63" y="1331918"/>
            <a:ext cx="8932501" cy="48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21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861E1-0E8B-78F8-D2D2-3F55D16ED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25031-3EBD-28FC-E1A0-0049330C0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30E0F-B359-645E-5E6D-5DC92C1B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C2D736-73D7-3A26-A782-9CEC03C12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81988"/>
              </p:ext>
            </p:extLst>
          </p:nvPr>
        </p:nvGraphicFramePr>
        <p:xfrm>
          <a:off x="5410243" y="2477135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077EDE-860F-119C-95B4-998969925842}"/>
              </a:ext>
            </a:extLst>
          </p:cNvPr>
          <p:cNvSpPr txBox="1"/>
          <p:nvPr/>
        </p:nvSpPr>
        <p:spPr>
          <a:xfrm>
            <a:off x="5016500" y="4560550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401EA57-66F9-3EE2-E561-2AB9C3395B7B}"/>
              </a:ext>
            </a:extLst>
          </p:cNvPr>
          <p:cNvSpPr/>
          <p:nvPr/>
        </p:nvSpPr>
        <p:spPr>
          <a:xfrm>
            <a:off x="5509075" y="4684711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5B25AD4-8787-2AE5-61C8-58C8E91AB6F9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8229600" cy="4937760"/>
          </a:xfrm>
          <a:prstGeom prst="rect">
            <a:avLst/>
          </a:prstGeom>
        </p:spPr>
        <p:txBody>
          <a:bodyPr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{r1, r2, r0}</a:t>
            </a:r>
          </a:p>
        </p:txBody>
      </p:sp>
    </p:spTree>
    <p:extLst>
      <p:ext uri="{BB962C8B-B14F-4D97-AF65-F5344CB8AC3E}">
        <p14:creationId xmlns:p14="http://schemas.microsoft.com/office/powerpoint/2010/main" val="3968162788"/>
      </p:ext>
    </p:extLst>
  </p:cSld>
  <p:clrMapOvr>
    <a:masterClrMapping/>
  </p:clrMapOvr>
  <p:transition>
    <p:pull dir="r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BAC0-1ED1-3CC9-BDD8-A393E1B05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9F51EC-3133-7DCD-D9AC-FB8A64524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8E9B9C5-BA3B-C651-FA94-86C87FF6C8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445929"/>
              </p:ext>
            </p:extLst>
          </p:nvPr>
        </p:nvGraphicFramePr>
        <p:xfrm>
          <a:off x="5422943" y="2311933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E606E0-E40B-C230-04E8-0FC3B6565AF7}"/>
              </a:ext>
            </a:extLst>
          </p:cNvPr>
          <p:cNvSpPr txBox="1"/>
          <p:nvPr/>
        </p:nvSpPr>
        <p:spPr>
          <a:xfrm>
            <a:off x="5029200" y="4395348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784F08A-CE46-3CB7-3599-5D636AB5ED5C}"/>
              </a:ext>
            </a:extLst>
          </p:cNvPr>
          <p:cNvSpPr/>
          <p:nvPr/>
        </p:nvSpPr>
        <p:spPr>
          <a:xfrm>
            <a:off x="5521775" y="4519509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EF9D02D-5D8D-AFF6-3EFF-241315018FBE}"/>
              </a:ext>
            </a:extLst>
          </p:cNvPr>
          <p:cNvSpPr txBox="1">
            <a:spLocks/>
          </p:cNvSpPr>
          <p:nvPr/>
        </p:nvSpPr>
        <p:spPr>
          <a:xfrm>
            <a:off x="457200" y="1054100"/>
            <a:ext cx="8229600" cy="5588000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  <a:p>
            <a:pPr fontAlgn="auto">
              <a:spcAft>
                <a:spcPts val="0"/>
              </a:spcAft>
            </a:pPr>
            <a:r>
              <a:rPr lang="en-US" b="0" dirty="0"/>
              <a:t>ANS: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After </a:t>
            </a:r>
            <a:r>
              <a:rPr lang="pt-BR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0xBABE0000 (loaded from 0x8000)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after LDMIB r3!, {r2, r1,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0xFEEDDEAF (loaded from 0x800c)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after LDMIB r3!, {r1, r2, r0}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r0 = 0x12340000 (loaded from 0x8004)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r1 = 0x00008888 (loaded from 0x8008)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r2 = 0xFEEDDEAF (loaded from 0x800c)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r3 = 0x800C (auto-incremented)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DCD008-C81A-0FDE-1A42-D78DBFAE7B90}"/>
              </a:ext>
            </a:extLst>
          </p:cNvPr>
          <p:cNvSpPr txBox="1"/>
          <p:nvPr/>
        </p:nvSpPr>
        <p:spPr>
          <a:xfrm>
            <a:off x="4909627" y="5123992"/>
            <a:ext cx="4140937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800" b="0" dirty="0">
                <a:latin typeface="+mn-lt"/>
              </a:rPr>
              <a:t>The order in which registers are listed does not matter. For STM/LDM, the lowest-numbered register is stored/loaded at the lowest memory address.</a:t>
            </a:r>
          </a:p>
        </p:txBody>
      </p:sp>
    </p:spTree>
    <p:extLst>
      <p:ext uri="{BB962C8B-B14F-4D97-AF65-F5344CB8AC3E}">
        <p14:creationId xmlns:p14="http://schemas.microsoft.com/office/powerpoint/2010/main" val="3896189839"/>
      </p:ext>
    </p:extLst>
  </p:cSld>
  <p:clrMapOvr>
    <a:masterClrMapping/>
  </p:clrMapOvr>
  <p:transition>
    <p:pull dir="r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9E08C-929E-B06D-9D5C-D3C07F29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6C3-9012-39E9-02E8-5A15294CC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F0EF40-C94A-5BF4-DE58-F56B8F03E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2226-E71C-C418-9D4C-D783EC4359F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37150"/>
          </a:xfrm>
        </p:spPr>
        <p:txBody>
          <a:bodyPr>
            <a:normAutofit/>
          </a:bodyPr>
          <a:lstStyle/>
          <a:p>
            <a:r>
              <a:rPr lang="en-US" dirty="0"/>
              <a:t>Suppose R2 and R5 hold the values 8 and 0x23456789 After following code runs on a Big-Endian system, what value is in R7? How about in a little-endian system?</a:t>
            </a:r>
          </a:p>
          <a:p>
            <a:pPr lvl="1"/>
            <a:r>
              <a:rPr lang="en-US" dirty="0"/>
              <a:t>STR R5, [R2, #0]</a:t>
            </a:r>
          </a:p>
          <a:p>
            <a:pPr lvl="1"/>
            <a:r>
              <a:rPr lang="en-US" dirty="0"/>
              <a:t>LDRB R7, [R2, #1]</a:t>
            </a:r>
          </a:p>
          <a:p>
            <a:pPr lvl="1"/>
            <a:r>
              <a:rPr lang="en-US" dirty="0"/>
              <a:t>LDRSH R7, [R2, #1]</a:t>
            </a:r>
          </a:p>
          <a:p>
            <a:pPr lvl="1"/>
            <a:r>
              <a:rPr lang="en-US" dirty="0"/>
              <a:t>LDRSH R7, [R2, #2]</a:t>
            </a:r>
          </a:p>
        </p:txBody>
      </p:sp>
    </p:spTree>
    <p:extLst>
      <p:ext uri="{BB962C8B-B14F-4D97-AF65-F5344CB8AC3E}">
        <p14:creationId xmlns:p14="http://schemas.microsoft.com/office/powerpoint/2010/main" val="2882502133"/>
      </p:ext>
    </p:extLst>
  </p:cSld>
  <p:clrMapOvr>
    <a:masterClrMapping/>
  </p:clrMapOvr>
  <p:transition>
    <p:pull dir="r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B2238-BBC0-CBBF-7810-8FBE90A0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LDRB R7, [R2, #1]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63EDD9-B8F6-0646-18B3-CC070E8A0A4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ANS after LDRB R7, [R2, #1] (detailed explanations not needed for exam):</a:t>
            </a:r>
          </a:p>
          <a:p>
            <a:pPr lvl="1"/>
            <a:r>
              <a:rPr lang="en-US" dirty="0"/>
              <a:t>STR stores a 32-bit register value to memory at base-plus-immediate without changing the base, and LDRB loads a single byte and zero-extends to 32 bits, so endianness only affects which byte resides at offset +1. </a:t>
            </a:r>
          </a:p>
          <a:p>
            <a:pPr lvl="1"/>
            <a:r>
              <a:rPr lang="en-US" dirty="0"/>
              <a:t>R2 holds 8 (base address), and R5 holds 0x23456789; first the store writes that 32-bit word to memory at address R2+0, and then a byte load reads one byte from address R2+1 into R7.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LDRB R7,[R2,#1] reads 0x45 and zero-extends it to R7 = 0x00000045.</a:t>
            </a:r>
          </a:p>
          <a:p>
            <a:pPr lvl="1"/>
            <a:r>
              <a:rPr lang="en-US" dirty="0"/>
              <a:t>Little-endian: the same word is laid out as 89 67 45 23 at addresses A, A+1, A+2, A+3 respectively, so LDRB R7,[R2,#1] reads 0x67 and zero-extends it to R7 = 0x00000067.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D17121-F2EE-4EB2-E99B-5E4ED1E984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1319937"/>
              </p:ext>
            </p:extLst>
          </p:nvPr>
        </p:nvGraphicFramePr>
        <p:xfrm>
          <a:off x="955314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D348A1B-265D-FC66-3D0D-1FCF93CB8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231094"/>
              </p:ext>
            </p:extLst>
          </p:nvPr>
        </p:nvGraphicFramePr>
        <p:xfrm>
          <a:off x="5261097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CBD8A71-6858-EB63-60B1-2BCE04BF15A1}"/>
              </a:ext>
            </a:extLst>
          </p:cNvPr>
          <p:cNvSpPr txBox="1"/>
          <p:nvPr/>
        </p:nvSpPr>
        <p:spPr>
          <a:xfrm>
            <a:off x="498025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431F53F-9A54-2B40-184B-D840774F8B1E}"/>
              </a:ext>
            </a:extLst>
          </p:cNvPr>
          <p:cNvSpPr/>
          <p:nvPr/>
        </p:nvSpPr>
        <p:spPr>
          <a:xfrm>
            <a:off x="990600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931BD9-C3E4-0025-B087-EEB521A2C46D}"/>
              </a:ext>
            </a:extLst>
          </p:cNvPr>
          <p:cNvSpPr txBox="1"/>
          <p:nvPr/>
        </p:nvSpPr>
        <p:spPr>
          <a:xfrm>
            <a:off x="4834846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4CE08F2-4EA8-54EE-BF49-1DDF1427E231}"/>
              </a:ext>
            </a:extLst>
          </p:cNvPr>
          <p:cNvSpPr/>
          <p:nvPr/>
        </p:nvSpPr>
        <p:spPr>
          <a:xfrm>
            <a:off x="5327421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882224"/>
      </p:ext>
    </p:extLst>
  </p:cSld>
  <p:clrMapOvr>
    <a:masterClrMapping/>
  </p:clrMapOvr>
  <p:transition>
    <p:pull dir="r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C384-FFC9-52AC-1FF2-B2F5F7DDE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04C52-29FC-2FF0-4F89-3285A82B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LDRSH R7, [R2, #1]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D5A64C-016C-A0F2-38AF-054CBADAE79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/>
          </a:bodyPr>
          <a:lstStyle/>
          <a:p>
            <a:r>
              <a:rPr lang="en-US" dirty="0"/>
              <a:t>ANS after LDRSH R7, [R2, #1]: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LDRSH R7, [R2, #1] reads 0x4567 and sign-extends it to R7 = 0x00004567. (Sign bit is 0 for 0x4567)</a:t>
            </a:r>
          </a:p>
          <a:p>
            <a:pPr lvl="1"/>
            <a:r>
              <a:rPr lang="en-US" dirty="0"/>
              <a:t>Little-endian: the same word is laid out as 89 67 45 23 at addresses A, A+1, A+2, A+3 respectively, so LDRSH R7, [R2, #1] reads 0x4567 and sign-extends it to R7 = 0x00004567. (Sign bit is 0 for 0x4567)</a:t>
            </a:r>
          </a:p>
          <a:p>
            <a:pPr lvl="1"/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6C059E5-F0E5-8833-AA36-573533B7B6AE}"/>
              </a:ext>
            </a:extLst>
          </p:cNvPr>
          <p:cNvGraphicFramePr>
            <a:graphicFrameLocks noGrp="1"/>
          </p:cNvGraphicFramePr>
          <p:nvPr/>
        </p:nvGraphicFramePr>
        <p:xfrm>
          <a:off x="955314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521C1A2-D863-2E48-2394-4B8095D9FC9E}"/>
              </a:ext>
            </a:extLst>
          </p:cNvPr>
          <p:cNvGraphicFramePr>
            <a:graphicFrameLocks noGrp="1"/>
          </p:cNvGraphicFramePr>
          <p:nvPr/>
        </p:nvGraphicFramePr>
        <p:xfrm>
          <a:off x="5261097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7A996FC-F93E-6EF2-A02F-BA392BF9A202}"/>
              </a:ext>
            </a:extLst>
          </p:cNvPr>
          <p:cNvSpPr txBox="1"/>
          <p:nvPr/>
        </p:nvSpPr>
        <p:spPr>
          <a:xfrm>
            <a:off x="498025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303034B-1544-8514-5223-EA486A850EC3}"/>
              </a:ext>
            </a:extLst>
          </p:cNvPr>
          <p:cNvSpPr/>
          <p:nvPr/>
        </p:nvSpPr>
        <p:spPr>
          <a:xfrm>
            <a:off x="990600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110493-0041-BD86-E3E1-1704C9C6DDC3}"/>
              </a:ext>
            </a:extLst>
          </p:cNvPr>
          <p:cNvSpPr txBox="1"/>
          <p:nvPr/>
        </p:nvSpPr>
        <p:spPr>
          <a:xfrm>
            <a:off x="4834846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83CA7F24-6687-6FF3-F8F0-EDA8288DA6CA}"/>
              </a:ext>
            </a:extLst>
          </p:cNvPr>
          <p:cNvSpPr/>
          <p:nvPr/>
        </p:nvSpPr>
        <p:spPr>
          <a:xfrm>
            <a:off x="5327421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50644"/>
      </p:ext>
    </p:extLst>
  </p:cSld>
  <p:clrMapOvr>
    <a:masterClrMapping/>
  </p:clrMapOvr>
  <p:transition>
    <p:pull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5164D-65DE-1197-3213-5D4C9C12C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FC6F-F86B-D4FA-4FF9-D7B46DE6E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LDRSH R7, [R2, #2] ANS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BD1FD1-2387-26FB-4BF0-E2B12311B2D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3558746"/>
          </a:xfrm>
        </p:spPr>
        <p:txBody>
          <a:bodyPr>
            <a:normAutofit/>
          </a:bodyPr>
          <a:lstStyle/>
          <a:p>
            <a:r>
              <a:rPr lang="en-US" dirty="0"/>
              <a:t>ANS after LDRSH R7, [R2, #1]:</a:t>
            </a:r>
          </a:p>
          <a:p>
            <a:pPr lvl="1"/>
            <a:r>
              <a:rPr lang="en-US" dirty="0"/>
              <a:t>Big-endian: the word 0x23456789 is laid out in memory as bytes 23 45 67 89 at addresses A, A+1, A+2, A+3 respectively, so LDRSH R7, [R2, #1] reads 0x6789 and sign-extends it to R7 = 0x00006789. </a:t>
            </a:r>
          </a:p>
          <a:p>
            <a:pPr lvl="1"/>
            <a:r>
              <a:rPr lang="en-US" dirty="0"/>
              <a:t>Little-endian: the same word is laid out as 89 67 45 23 at addresses A, A+1, A+2, A+3 respectively, so LDRSH R7, [R2, #1] reads 0x2345 and sign-extends it to R7 = 0x00002345. </a:t>
            </a:r>
          </a:p>
          <a:p>
            <a:pPr lvl="1"/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9B3120B-E6CB-D08B-C83A-65EA4EBFEEBA}"/>
              </a:ext>
            </a:extLst>
          </p:cNvPr>
          <p:cNvGraphicFramePr>
            <a:graphicFrameLocks noGrp="1"/>
          </p:cNvGraphicFramePr>
          <p:nvPr/>
        </p:nvGraphicFramePr>
        <p:xfrm>
          <a:off x="955314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A9D7B6-EE91-3397-F114-367B143D28C0}"/>
              </a:ext>
            </a:extLst>
          </p:cNvPr>
          <p:cNvGraphicFramePr>
            <a:graphicFrameLocks noGrp="1"/>
          </p:cNvGraphicFramePr>
          <p:nvPr/>
        </p:nvGraphicFramePr>
        <p:xfrm>
          <a:off x="5261097" y="4506220"/>
          <a:ext cx="379817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0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0x00000008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D328998-F5A5-38ED-01EA-1EC3EF7E338A}"/>
              </a:ext>
            </a:extLst>
          </p:cNvPr>
          <p:cNvSpPr txBox="1"/>
          <p:nvPr/>
        </p:nvSpPr>
        <p:spPr>
          <a:xfrm>
            <a:off x="498025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7B6A0A7-7A1C-7320-C242-11989D0D0ED0}"/>
              </a:ext>
            </a:extLst>
          </p:cNvPr>
          <p:cNvSpPr/>
          <p:nvPr/>
        </p:nvSpPr>
        <p:spPr>
          <a:xfrm>
            <a:off x="990600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4CC732-54C8-85E9-07B7-FAF0798F74AA}"/>
              </a:ext>
            </a:extLst>
          </p:cNvPr>
          <p:cNvSpPr txBox="1"/>
          <p:nvPr/>
        </p:nvSpPr>
        <p:spPr>
          <a:xfrm>
            <a:off x="4834846" y="6378507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2C9720F2-1965-B15A-E7DD-DB560229807A}"/>
              </a:ext>
            </a:extLst>
          </p:cNvPr>
          <p:cNvSpPr/>
          <p:nvPr/>
        </p:nvSpPr>
        <p:spPr>
          <a:xfrm>
            <a:off x="5327421" y="6502668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0540"/>
      </p:ext>
    </p:extLst>
  </p:cSld>
  <p:clrMapOvr>
    <a:masterClrMapping/>
  </p:clrMapOvr>
  <p:transition>
    <p:pull dir="r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C0000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14718</TotalTime>
  <Pages>1</Pages>
  <Words>4948</Words>
  <Application>Microsoft Office PowerPoint</Application>
  <PresentationFormat>On-screen Show (4:3)</PresentationFormat>
  <Paragraphs>659</Paragraphs>
  <Slides>30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5" baseType="lpstr">
      <vt:lpstr>Bookman Old Style (Headings)</vt:lpstr>
      <vt:lpstr>Gill Sans</vt:lpstr>
      <vt:lpstr>Gill Sans Light</vt:lpstr>
      <vt:lpstr>Arial</vt:lpstr>
      <vt:lpstr>Arial Narrow</vt:lpstr>
      <vt:lpstr>Bookman Old Style</vt:lpstr>
      <vt:lpstr>Calibri</vt:lpstr>
      <vt:lpstr>Consolas</vt:lpstr>
      <vt:lpstr>Courier New</vt:lpstr>
      <vt:lpstr>Gill Sans MT</vt:lpstr>
      <vt:lpstr>Helvetica</vt:lpstr>
      <vt:lpstr>Times New Roman</vt:lpstr>
      <vt:lpstr>Wingdings</vt:lpstr>
      <vt:lpstr>Wingdings 3</vt:lpstr>
      <vt:lpstr>Origin</vt:lpstr>
      <vt:lpstr>Zonghua Gu</vt:lpstr>
      <vt:lpstr>Question: Endianness</vt:lpstr>
      <vt:lpstr>Answer: Endianness</vt:lpstr>
      <vt:lpstr>Question: Endianness</vt:lpstr>
      <vt:lpstr>Answer: Endianness</vt:lpstr>
      <vt:lpstr>Question: Endianness</vt:lpstr>
      <vt:lpstr>Answer: Endianness</vt:lpstr>
      <vt:lpstr>Endianness</vt:lpstr>
      <vt:lpstr>Endianness ANS</vt:lpstr>
      <vt:lpstr>Endianness ANS</vt:lpstr>
      <vt:lpstr>Endianness</vt:lpstr>
      <vt:lpstr>Endianness ANS</vt:lpstr>
      <vt:lpstr>Endianness ANS</vt:lpstr>
      <vt:lpstr>Endianness ANS</vt:lpstr>
      <vt:lpstr>Data Alignment</vt:lpstr>
      <vt:lpstr>Question: Data Alignment</vt:lpstr>
      <vt:lpstr>Answer: Data Align</vt:lpstr>
      <vt:lpstr>Question: Data Align</vt:lpstr>
      <vt:lpstr>Answer: Data Align</vt:lpstr>
      <vt:lpstr>Answer: Memory Cycles</vt:lpstr>
      <vt:lpstr>Answer: Memory Cycles</vt:lpstr>
      <vt:lpstr>Question: Arrays</vt:lpstr>
      <vt:lpstr>Answer: Arrays</vt:lpstr>
      <vt:lpstr>Load Multiple Registers</vt:lpstr>
      <vt:lpstr>LDM</vt:lpstr>
      <vt:lpstr>LDM ANS</vt:lpstr>
      <vt:lpstr>LDR</vt:lpstr>
      <vt:lpstr>LDRB R7, [R2, #1] ANS</vt:lpstr>
      <vt:lpstr>LDRSH R7, [R2, #1] ANS</vt:lpstr>
      <vt:lpstr>LDRSH R7, [R2, #2]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ARM Architecture</dc:title>
  <dc:creator>ARM Training</dc:creator>
  <cp:lastModifiedBy>Zonghua Gu</cp:lastModifiedBy>
  <cp:revision>577</cp:revision>
  <cp:lastPrinted>2025-09-18T21:37:08Z</cp:lastPrinted>
  <dcterms:created xsi:type="dcterms:W3CDTF">2014-02-12T15:59:14Z</dcterms:created>
  <dcterms:modified xsi:type="dcterms:W3CDTF">2025-10-08T02:01:38Z</dcterms:modified>
</cp:coreProperties>
</file>