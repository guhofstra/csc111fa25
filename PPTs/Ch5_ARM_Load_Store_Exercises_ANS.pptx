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9"/>
  </p:notesMasterIdLst>
  <p:handoutMasterIdLst>
    <p:handoutMasterId r:id="rId40"/>
  </p:handoutMasterIdLst>
  <p:sldIdLst>
    <p:sldId id="385" r:id="rId2"/>
    <p:sldId id="356" r:id="rId3"/>
    <p:sldId id="357" r:id="rId4"/>
    <p:sldId id="363" r:id="rId5"/>
    <p:sldId id="364" r:id="rId6"/>
    <p:sldId id="358" r:id="rId7"/>
    <p:sldId id="359" r:id="rId8"/>
    <p:sldId id="417" r:id="rId9"/>
    <p:sldId id="798" r:id="rId10"/>
    <p:sldId id="813" r:id="rId11"/>
    <p:sldId id="809" r:id="rId12"/>
    <p:sldId id="811" r:id="rId13"/>
    <p:sldId id="812" r:id="rId14"/>
    <p:sldId id="774" r:id="rId15"/>
    <p:sldId id="345" r:id="rId16"/>
    <p:sldId id="346" r:id="rId17"/>
    <p:sldId id="369" r:id="rId18"/>
    <p:sldId id="370" r:id="rId19"/>
    <p:sldId id="367" r:id="rId20"/>
    <p:sldId id="368" r:id="rId21"/>
    <p:sldId id="365" r:id="rId22"/>
    <p:sldId id="366" r:id="rId23"/>
    <p:sldId id="495" r:id="rId24"/>
    <p:sldId id="801" r:id="rId25"/>
    <p:sldId id="799" r:id="rId26"/>
    <p:sldId id="804" r:id="rId27"/>
    <p:sldId id="803" r:id="rId28"/>
    <p:sldId id="805" r:id="rId29"/>
    <p:sldId id="806" r:id="rId30"/>
    <p:sldId id="816" r:id="rId31"/>
    <p:sldId id="817" r:id="rId32"/>
    <p:sldId id="818" r:id="rId33"/>
    <p:sldId id="819" r:id="rId34"/>
    <p:sldId id="821" r:id="rId35"/>
    <p:sldId id="823" r:id="rId36"/>
    <p:sldId id="824" r:id="rId37"/>
    <p:sldId id="820" r:id="rId38"/>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D25279-C3AD-4B13-92A2-4AC656D27A67}" v="477" dt="2025-10-22T01:45:54.5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1699" autoAdjust="0"/>
  </p:normalViewPr>
  <p:slideViewPr>
    <p:cSldViewPr snapToGrid="0">
      <p:cViewPr varScale="1">
        <p:scale>
          <a:sx n="67" d="100"/>
          <a:sy n="67" d="100"/>
        </p:scale>
        <p:origin x="1210" y="62"/>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19666"/>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5-10-22T01:46:06.385" v="5071" actId="20577"/>
      <pc:docMkLst>
        <pc:docMk/>
      </pc:docMkLst>
      <pc:sldChg chg="modSp mod">
        <pc:chgData name="Zonghua Gu" userId="9a7e1853e1951ef5" providerId="LiveId" clId="{CF1FAA12-072C-4ED5-BA76-0FFFAEFDB88A}" dt="2025-10-22T00:51:36.795" v="4296" actId="20577"/>
        <pc:sldMkLst>
          <pc:docMk/>
          <pc:sldMk cId="936686548" sldId="345"/>
        </pc:sldMkLst>
        <pc:spChg chg="mod">
          <ac:chgData name="Zonghua Gu" userId="9a7e1853e1951ef5" providerId="LiveId" clId="{CF1FAA12-072C-4ED5-BA76-0FFFAEFDB88A}" dt="2025-10-22T00:51:36.795" v="4296" actId="20577"/>
          <ac:spMkLst>
            <pc:docMk/>
            <pc:sldMk cId="936686548" sldId="345"/>
            <ac:spMk id="2" creationId="{00000000-0000-0000-0000-000000000000}"/>
          </ac:spMkLst>
        </pc:spChg>
      </pc:sldChg>
      <pc:sldChg chg="modSp mod">
        <pc:chgData name="Zonghua Gu" userId="9a7e1853e1951ef5" providerId="LiveId" clId="{CF1FAA12-072C-4ED5-BA76-0FFFAEFDB88A}" dt="2025-10-22T00:51:45.513" v="4303" actId="20577"/>
        <pc:sldMkLst>
          <pc:docMk/>
          <pc:sldMk cId="2173526811" sldId="346"/>
        </pc:sldMkLst>
        <pc:spChg chg="mod">
          <ac:chgData name="Zonghua Gu" userId="9a7e1853e1951ef5" providerId="LiveId" clId="{CF1FAA12-072C-4ED5-BA76-0FFFAEFDB88A}" dt="2025-10-22T00:51:45.513" v="4303" actId="20577"/>
          <ac:spMkLst>
            <pc:docMk/>
            <pc:sldMk cId="2173526811" sldId="346"/>
            <ac:spMk id="2" creationId="{00000000-0000-0000-0000-000000000000}"/>
          </ac:spMkLst>
        </pc:spChg>
      </pc:sldChg>
      <pc:sldChg chg="modSp mod">
        <pc:chgData name="Zonghua Gu" userId="9a7e1853e1951ef5" providerId="LiveId" clId="{CF1FAA12-072C-4ED5-BA76-0FFFAEFDB88A}" dt="2025-10-22T00:50:44.004" v="4282" actId="20577"/>
        <pc:sldMkLst>
          <pc:docMk/>
          <pc:sldMk cId="3359075723" sldId="356"/>
        </pc:sldMkLst>
        <pc:spChg chg="mod">
          <ac:chgData name="Zonghua Gu" userId="9a7e1853e1951ef5" providerId="LiveId" clId="{CF1FAA12-072C-4ED5-BA76-0FFFAEFDB88A}" dt="2025-10-22T00:50:44.004" v="4282" actId="20577"/>
          <ac:spMkLst>
            <pc:docMk/>
            <pc:sldMk cId="3359075723" sldId="356"/>
            <ac:spMk id="46084" creationId="{00000000-0000-0000-0000-000000000000}"/>
          </ac:spMkLst>
        </pc:spChg>
      </pc:sldChg>
      <pc:sldChg chg="modSp mod">
        <pc:chgData name="Zonghua Gu" userId="9a7e1853e1951ef5" providerId="LiveId" clId="{CF1FAA12-072C-4ED5-BA76-0FFFAEFDB88A}" dt="2025-10-22T00:50:49.443" v="4287" actId="20577"/>
        <pc:sldMkLst>
          <pc:docMk/>
          <pc:sldMk cId="1209470724" sldId="357"/>
        </pc:sldMkLst>
        <pc:spChg chg="mod">
          <ac:chgData name="Zonghua Gu" userId="9a7e1853e1951ef5" providerId="LiveId" clId="{CF1FAA12-072C-4ED5-BA76-0FFFAEFDB88A}" dt="2025-10-22T00:50:49.443" v="4287" actId="20577"/>
          <ac:spMkLst>
            <pc:docMk/>
            <pc:sldMk cId="1209470724" sldId="357"/>
            <ac:spMk id="46084" creationId="{00000000-0000-0000-0000-000000000000}"/>
          </ac:spMkLst>
        </pc:spChg>
      </pc:sldChg>
      <pc:sldChg chg="modSp mod">
        <pc:chgData name="Zonghua Gu" userId="9a7e1853e1951ef5" providerId="LiveId" clId="{CF1FAA12-072C-4ED5-BA76-0FFFAEFDB88A}" dt="2025-10-22T00:51:07.369" v="4292" actId="20577"/>
        <pc:sldMkLst>
          <pc:docMk/>
          <pc:sldMk cId="1502810167" sldId="358"/>
        </pc:sldMkLst>
        <pc:spChg chg="mod">
          <ac:chgData name="Zonghua Gu" userId="9a7e1853e1951ef5" providerId="LiveId" clId="{CF1FAA12-072C-4ED5-BA76-0FFFAEFDB88A}" dt="2025-10-22T00:51:07.369" v="4292" actId="20577"/>
          <ac:spMkLst>
            <pc:docMk/>
            <pc:sldMk cId="1502810167" sldId="358"/>
            <ac:spMk id="25606" creationId="{00000000-0000-0000-0000-000000000000}"/>
          </ac:spMkLst>
        </pc:spChg>
      </pc:sldChg>
      <pc:sldChg chg="modSp mod">
        <pc:chgData name="Zonghua Gu" userId="9a7e1853e1951ef5" providerId="LiveId" clId="{CF1FAA12-072C-4ED5-BA76-0FFFAEFDB88A}" dt="2025-10-22T00:51:12.718" v="4295"/>
        <pc:sldMkLst>
          <pc:docMk/>
          <pc:sldMk cId="670903100" sldId="359"/>
        </pc:sldMkLst>
        <pc:spChg chg="mod">
          <ac:chgData name="Zonghua Gu" userId="9a7e1853e1951ef5" providerId="LiveId" clId="{CF1FAA12-072C-4ED5-BA76-0FFFAEFDB88A}" dt="2025-10-22T00:51:12.718" v="4295"/>
          <ac:spMkLst>
            <pc:docMk/>
            <pc:sldMk cId="670903100" sldId="359"/>
            <ac:spMk id="25606" creationId="{00000000-0000-0000-0000-000000000000}"/>
          </ac:spMkLst>
        </pc:spChg>
      </pc:sldChg>
      <pc:sldChg chg="modSp mod">
        <pc:chgData name="Zonghua Gu" userId="9a7e1853e1951ef5" providerId="LiveId" clId="{CF1FAA12-072C-4ED5-BA76-0FFFAEFDB88A}" dt="2025-10-22T00:50:52.874" v="4288" actId="6549"/>
        <pc:sldMkLst>
          <pc:docMk/>
          <pc:sldMk cId="3486040908" sldId="363"/>
        </pc:sldMkLst>
        <pc:spChg chg="mod">
          <ac:chgData name="Zonghua Gu" userId="9a7e1853e1951ef5" providerId="LiveId" clId="{CF1FAA12-072C-4ED5-BA76-0FFFAEFDB88A}" dt="2025-10-22T00:50:52.874" v="4288" actId="6549"/>
          <ac:spMkLst>
            <pc:docMk/>
            <pc:sldMk cId="3486040908" sldId="363"/>
            <ac:spMk id="2" creationId="{00000000-0000-0000-0000-000000000000}"/>
          </ac:spMkLst>
        </pc:spChg>
      </pc:sldChg>
      <pc:sldChg chg="modSp mod">
        <pc:chgData name="Zonghua Gu" userId="9a7e1853e1951ef5" providerId="LiveId" clId="{CF1FAA12-072C-4ED5-BA76-0FFFAEFDB88A}" dt="2025-10-22T00:51:04.413" v="4291"/>
        <pc:sldMkLst>
          <pc:docMk/>
          <pc:sldMk cId="3561992185" sldId="364"/>
        </pc:sldMkLst>
        <pc:spChg chg="mod">
          <ac:chgData name="Zonghua Gu" userId="9a7e1853e1951ef5" providerId="LiveId" clId="{CF1FAA12-072C-4ED5-BA76-0FFFAEFDB88A}" dt="2025-10-22T00:51:04.413" v="4291"/>
          <ac:spMkLst>
            <pc:docMk/>
            <pc:sldMk cId="3561992185" sldId="364"/>
            <ac:spMk id="2" creationId="{00000000-0000-0000-0000-000000000000}"/>
          </ac:spMkLst>
        </pc:spChg>
      </pc:sldChg>
      <pc:sldChg chg="modSp mod">
        <pc:chgData name="Zonghua Gu" userId="9a7e1853e1951ef5" providerId="LiveId" clId="{CF1FAA12-072C-4ED5-BA76-0FFFAEFDB88A}" dt="2025-10-22T00:49:15.188" v="4257" actId="20577"/>
        <pc:sldMkLst>
          <pc:docMk/>
          <pc:sldMk cId="802972020" sldId="365"/>
        </pc:sldMkLst>
        <pc:spChg chg="mod">
          <ac:chgData name="Zonghua Gu" userId="9a7e1853e1951ef5" providerId="LiveId" clId="{CF1FAA12-072C-4ED5-BA76-0FFFAEFDB88A}" dt="2025-10-22T00:49:03.943" v="4255" actId="20577"/>
          <ac:spMkLst>
            <pc:docMk/>
            <pc:sldMk cId="802972020" sldId="365"/>
            <ac:spMk id="2" creationId="{00000000-0000-0000-0000-000000000000}"/>
          </ac:spMkLst>
        </pc:spChg>
        <pc:spChg chg="mod">
          <ac:chgData name="Zonghua Gu" userId="9a7e1853e1951ef5" providerId="LiveId" clId="{CF1FAA12-072C-4ED5-BA76-0FFFAEFDB88A}" dt="2025-10-22T00:49:15.188" v="4257" actId="20577"/>
          <ac:spMkLst>
            <pc:docMk/>
            <pc:sldMk cId="802972020" sldId="365"/>
            <ac:spMk id="4" creationId="{00000000-0000-0000-0000-000000000000}"/>
          </ac:spMkLst>
        </pc:spChg>
      </pc:sldChg>
      <pc:sldChg chg="modSp mod">
        <pc:chgData name="Zonghua Gu" userId="9a7e1853e1951ef5" providerId="LiveId" clId="{CF1FAA12-072C-4ED5-BA76-0FFFAEFDB88A}" dt="2025-10-22T00:49:50.613" v="4267" actId="20577"/>
        <pc:sldMkLst>
          <pc:docMk/>
          <pc:sldMk cId="415260018" sldId="366"/>
        </pc:sldMkLst>
        <pc:spChg chg="mod">
          <ac:chgData name="Zonghua Gu" userId="9a7e1853e1951ef5" providerId="LiveId" clId="{CF1FAA12-072C-4ED5-BA76-0FFFAEFDB88A}" dt="2025-10-22T00:49:30.285" v="4264" actId="20577"/>
          <ac:spMkLst>
            <pc:docMk/>
            <pc:sldMk cId="415260018" sldId="366"/>
            <ac:spMk id="2" creationId="{00000000-0000-0000-0000-000000000000}"/>
          </ac:spMkLst>
        </pc:spChg>
        <pc:spChg chg="mod">
          <ac:chgData name="Zonghua Gu" userId="9a7e1853e1951ef5" providerId="LiveId" clId="{CF1FAA12-072C-4ED5-BA76-0FFFAEFDB88A}" dt="2025-10-22T00:49:50.613" v="4267" actId="20577"/>
          <ac:spMkLst>
            <pc:docMk/>
            <pc:sldMk cId="415260018" sldId="366"/>
            <ac:spMk id="4" creationId="{00000000-0000-0000-0000-000000000000}"/>
          </ac:spMkLst>
        </pc:spChg>
      </pc:sldChg>
      <pc:sldChg chg="modSp mod">
        <pc:chgData name="Zonghua Gu" userId="9a7e1853e1951ef5" providerId="LiveId" clId="{CF1FAA12-072C-4ED5-BA76-0FFFAEFDB88A}" dt="2025-10-22T00:52:02.093" v="4312" actId="20577"/>
        <pc:sldMkLst>
          <pc:docMk/>
          <pc:sldMk cId="1910717593" sldId="367"/>
        </pc:sldMkLst>
        <pc:spChg chg="mod">
          <ac:chgData name="Zonghua Gu" userId="9a7e1853e1951ef5" providerId="LiveId" clId="{CF1FAA12-072C-4ED5-BA76-0FFFAEFDB88A}" dt="2025-10-22T00:52:02.093" v="4312" actId="20577"/>
          <ac:spMkLst>
            <pc:docMk/>
            <pc:sldMk cId="1910717593" sldId="367"/>
            <ac:spMk id="9" creationId="{78DA596E-85CA-C0C6-85A8-74A98C3DFFDB}"/>
          </ac:spMkLst>
        </pc:spChg>
      </pc:sldChg>
      <pc:sldChg chg="modSp mod">
        <pc:chgData name="Zonghua Gu" userId="9a7e1853e1951ef5" providerId="LiveId" clId="{CF1FAA12-072C-4ED5-BA76-0FFFAEFDB88A}" dt="2025-10-22T00:52:11.817" v="4319" actId="20577"/>
        <pc:sldMkLst>
          <pc:docMk/>
          <pc:sldMk cId="3116329460" sldId="368"/>
        </pc:sldMkLst>
        <pc:spChg chg="mod">
          <ac:chgData name="Zonghua Gu" userId="9a7e1853e1951ef5" providerId="LiveId" clId="{CF1FAA12-072C-4ED5-BA76-0FFFAEFDB88A}" dt="2025-10-22T00:52:11.817" v="4319" actId="20577"/>
          <ac:spMkLst>
            <pc:docMk/>
            <pc:sldMk cId="3116329460" sldId="368"/>
            <ac:spMk id="2" creationId="{00000000-0000-0000-0000-000000000000}"/>
          </ac:spMkLst>
        </pc:spChg>
        <pc:spChg chg="mod">
          <ac:chgData name="Zonghua Gu" userId="9a7e1853e1951ef5" providerId="LiveId" clId="{CF1FAA12-072C-4ED5-BA76-0FFFAEFDB88A}" dt="2025-10-21T22:27:40.768" v="2971" actId="20577"/>
          <ac:spMkLst>
            <pc:docMk/>
            <pc:sldMk cId="3116329460" sldId="368"/>
            <ac:spMk id="4" creationId="{00000000-0000-0000-0000-000000000000}"/>
          </ac:spMkLst>
        </pc:spChg>
      </pc:sldChg>
      <pc:sldChg chg="modSp mod">
        <pc:chgData name="Zonghua Gu" userId="9a7e1853e1951ef5" providerId="LiveId" clId="{CF1FAA12-072C-4ED5-BA76-0FFFAEFDB88A}" dt="2025-10-22T00:51:51.924" v="4307" actId="20577"/>
        <pc:sldMkLst>
          <pc:docMk/>
          <pc:sldMk cId="1545068738" sldId="369"/>
        </pc:sldMkLst>
        <pc:spChg chg="mod">
          <ac:chgData name="Zonghua Gu" userId="9a7e1853e1951ef5" providerId="LiveId" clId="{CF1FAA12-072C-4ED5-BA76-0FFFAEFDB88A}" dt="2025-10-22T00:51:51.924" v="4307" actId="20577"/>
          <ac:spMkLst>
            <pc:docMk/>
            <pc:sldMk cId="1545068738" sldId="369"/>
            <ac:spMk id="2" creationId="{00000000-0000-0000-0000-000000000000}"/>
          </ac:spMkLst>
        </pc:spChg>
        <pc:spChg chg="mod">
          <ac:chgData name="Zonghua Gu" userId="9a7e1853e1951ef5" providerId="LiveId" clId="{CF1FAA12-072C-4ED5-BA76-0FFFAEFDB88A}" dt="2025-10-22T00:47:47.373" v="4250" actId="20577"/>
          <ac:spMkLst>
            <pc:docMk/>
            <pc:sldMk cId="1545068738" sldId="369"/>
            <ac:spMk id="4" creationId="{00000000-0000-0000-0000-000000000000}"/>
          </ac:spMkLst>
        </pc:spChg>
      </pc:sldChg>
      <pc:sldChg chg="modSp mod">
        <pc:chgData name="Zonghua Gu" userId="9a7e1853e1951ef5" providerId="LiveId" clId="{CF1FAA12-072C-4ED5-BA76-0FFFAEFDB88A}" dt="2025-10-22T00:51:56.385" v="4311" actId="20577"/>
        <pc:sldMkLst>
          <pc:docMk/>
          <pc:sldMk cId="598515287" sldId="370"/>
        </pc:sldMkLst>
        <pc:spChg chg="mod">
          <ac:chgData name="Zonghua Gu" userId="9a7e1853e1951ef5" providerId="LiveId" clId="{CF1FAA12-072C-4ED5-BA76-0FFFAEFDB88A}" dt="2025-10-22T00:51:56.385" v="4311" actId="20577"/>
          <ac:spMkLst>
            <pc:docMk/>
            <pc:sldMk cId="598515287" sldId="370"/>
            <ac:spMk id="2" creationId="{00000000-0000-0000-0000-000000000000}"/>
          </ac:spMkLst>
        </pc:spChg>
        <pc:spChg chg="mod">
          <ac:chgData name="Zonghua Gu" userId="9a7e1853e1951ef5" providerId="LiveId" clId="{CF1FAA12-072C-4ED5-BA76-0FFFAEFDB88A}" dt="2025-10-22T00:48:09.984" v="4254" actId="20577"/>
          <ac:spMkLst>
            <pc:docMk/>
            <pc:sldMk cId="598515287" sldId="370"/>
            <ac:spMk id="4" creationId="{00000000-0000-0000-0000-000000000000}"/>
          </ac:spMkLst>
        </pc:spChg>
      </pc:sldChg>
      <pc:sldChg chg="addSp modSp add del">
        <pc:chgData name="Zonghua Gu" userId="9a7e1853e1951ef5" providerId="LiveId" clId="{CF1FAA12-072C-4ED5-BA76-0FFFAEFDB88A}" dt="2025-10-22T00:52:43.400" v="4320"/>
        <pc:sldMkLst>
          <pc:docMk/>
          <pc:sldMk cId="146821145" sldId="495"/>
        </pc:sldMkLst>
        <pc:spChg chg="add mod">
          <ac:chgData name="Zonghua Gu" userId="9a7e1853e1951ef5" providerId="LiveId" clId="{CF1FAA12-072C-4ED5-BA76-0FFFAEFDB88A}" dt="2025-10-22T00:52:43.400" v="4320"/>
          <ac:spMkLst>
            <pc:docMk/>
            <pc:sldMk cId="146821145" sldId="495"/>
            <ac:spMk id="4" creationId="{FA6A14B0-92BB-D509-5DE4-9E034654971E}"/>
          </ac:spMkLst>
        </pc:spChg>
      </pc:sldChg>
      <pc:sldChg chg="addSp delSp modSp add del mod modTransition modAnim">
        <pc:chgData name="Zonghua Gu" userId="9a7e1853e1951ef5" providerId="LiveId" clId="{CF1FAA12-072C-4ED5-BA76-0FFFAEFDB88A}" dt="2025-10-21T22:25:54.458" v="2937" actId="1076"/>
        <pc:sldMkLst>
          <pc:docMk/>
          <pc:sldMk cId="1864663475" sldId="774"/>
        </pc:sldMkLst>
        <pc:spChg chg="add mod">
          <ac:chgData name="Zonghua Gu" userId="9a7e1853e1951ef5" providerId="LiveId" clId="{CF1FAA12-072C-4ED5-BA76-0FFFAEFDB88A}" dt="2025-10-21T22:25:51.120" v="2936" actId="1076"/>
          <ac:spMkLst>
            <pc:docMk/>
            <pc:sldMk cId="1864663475" sldId="774"/>
            <ac:spMk id="8" creationId="{B9B3AF0F-A272-85F5-9499-4FA634AB7DC6}"/>
          </ac:spMkLst>
        </pc:spChg>
        <pc:picChg chg="mod">
          <ac:chgData name="Zonghua Gu" userId="9a7e1853e1951ef5" providerId="LiveId" clId="{CF1FAA12-072C-4ED5-BA76-0FFFAEFDB88A}" dt="2025-10-21T22:24:45.926" v="2924" actId="14826"/>
          <ac:picMkLst>
            <pc:docMk/>
            <pc:sldMk cId="1864663475" sldId="774"/>
            <ac:picMk id="12" creationId="{00000000-0000-0000-0000-000000000000}"/>
          </ac:picMkLst>
        </pc:picChg>
        <pc:picChg chg="mod">
          <ac:chgData name="Zonghua Gu" userId="9a7e1853e1951ef5" providerId="LiveId" clId="{CF1FAA12-072C-4ED5-BA76-0FFFAEFDB88A}" dt="2025-10-21T22:25:27.339" v="2930" actId="14100"/>
          <ac:picMkLst>
            <pc:docMk/>
            <pc:sldMk cId="1864663475" sldId="774"/>
            <ac:picMk id="13" creationId="{00000000-0000-0000-0000-000000000000}"/>
          </ac:picMkLst>
        </pc:picChg>
        <pc:picChg chg="mod">
          <ac:chgData name="Zonghua Gu" userId="9a7e1853e1951ef5" providerId="LiveId" clId="{CF1FAA12-072C-4ED5-BA76-0FFFAEFDB88A}" dt="2025-10-21T22:25:54.458" v="2937" actId="1076"/>
          <ac:picMkLst>
            <pc:docMk/>
            <pc:sldMk cId="1864663475" sldId="774"/>
            <ac:picMk id="14" creationId="{00000000-0000-0000-0000-000000000000}"/>
          </ac:picMkLst>
        </pc:picChg>
      </pc:sldChg>
      <pc:sldChg chg="addSp delSp modSp new mod">
        <pc:chgData name="Zonghua Gu" userId="9a7e1853e1951ef5" providerId="LiveId" clId="{CF1FAA12-072C-4ED5-BA76-0FFFAEFDB88A}" dt="2025-10-21T22:38:05.239" v="3061" actId="1038"/>
        <pc:sldMkLst>
          <pc:docMk/>
          <pc:sldMk cId="3896189839" sldId="799"/>
        </pc:sldMkLst>
        <pc:spChg chg="mod">
          <ac:chgData name="Zonghua Gu" userId="9a7e1853e1951ef5" providerId="LiveId" clId="{CF1FAA12-072C-4ED5-BA76-0FFFAEFDB88A}" dt="2025-09-24T21:54:28.776" v="681" actId="20577"/>
          <ac:spMkLst>
            <pc:docMk/>
            <pc:sldMk cId="3896189839" sldId="799"/>
            <ac:spMk id="2" creationId="{10B3BAC0-1ED1-3CC9-BDD8-A393E1B052E7}"/>
          </ac:spMkLst>
        </pc:spChg>
        <pc:spChg chg="add mod">
          <ac:chgData name="Zonghua Gu" userId="9a7e1853e1951ef5" providerId="LiveId" clId="{CF1FAA12-072C-4ED5-BA76-0FFFAEFDB88A}" dt="2025-10-21T22:38:05.239" v="3061" actId="1038"/>
          <ac:spMkLst>
            <pc:docMk/>
            <pc:sldMk cId="3896189839" sldId="799"/>
            <ac:spMk id="4" creationId="{2DDCD008-C81A-0FDE-1A42-D78DBFAE7B90}"/>
          </ac:spMkLst>
        </pc:spChg>
        <pc:spChg chg="add mod">
          <ac:chgData name="Zonghua Gu" userId="9a7e1853e1951ef5" providerId="LiveId" clId="{CF1FAA12-072C-4ED5-BA76-0FFFAEFDB88A}" dt="2025-09-25T21:34:08.218" v="901" actId="1035"/>
          <ac:spMkLst>
            <pc:docMk/>
            <pc:sldMk cId="3896189839" sldId="799"/>
            <ac:spMk id="9" creationId="{1CE606E0-E40B-C230-04E8-0FC3B6565AF7}"/>
          </ac:spMkLst>
        </pc:spChg>
        <pc:spChg chg="add mod">
          <ac:chgData name="Zonghua Gu" userId="9a7e1853e1951ef5" providerId="LiveId" clId="{CF1FAA12-072C-4ED5-BA76-0FFFAEFDB88A}" dt="2025-09-25T21:34:08.218" v="901" actId="1035"/>
          <ac:spMkLst>
            <pc:docMk/>
            <pc:sldMk cId="3896189839" sldId="799"/>
            <ac:spMk id="10" creationId="{3784F08A-CE46-3CB7-3599-5D636AB5ED5C}"/>
          </ac:spMkLst>
        </pc:spChg>
        <pc:spChg chg="add mod">
          <ac:chgData name="Zonghua Gu" userId="9a7e1853e1951ef5" providerId="LiveId" clId="{CF1FAA12-072C-4ED5-BA76-0FFFAEFDB88A}" dt="2025-09-25T23:28:11.389" v="1277" actId="1036"/>
          <ac:spMkLst>
            <pc:docMk/>
            <pc:sldMk cId="3896189839" sldId="799"/>
            <ac:spMk id="11" creationId="{6EF9D02D-5D8D-AFF6-3EFF-241315018FBE}"/>
          </ac:spMkLst>
        </pc:spChg>
        <pc:graphicFrameChg chg="add mod modGraphic">
          <ac:chgData name="Zonghua Gu" userId="9a7e1853e1951ef5" providerId="LiveId" clId="{CF1FAA12-072C-4ED5-BA76-0FFFAEFDB88A}" dt="2025-09-24T22:00:23.975" v="804" actId="1076"/>
          <ac:graphicFrameMkLst>
            <pc:docMk/>
            <pc:sldMk cId="3896189839" sldId="799"/>
            <ac:graphicFrameMk id="8" creationId="{38E9B9C5-BA3B-C651-FA94-86C87FF6C80A}"/>
          </ac:graphicFrameMkLst>
        </pc:graphicFrameChg>
      </pc:sldChg>
      <pc:sldChg chg="modSp add mod">
        <pc:chgData name="Zonghua Gu" userId="9a7e1853e1951ef5" providerId="LiveId" clId="{CF1FAA12-072C-4ED5-BA76-0FFFAEFDB88A}" dt="2025-09-25T23:27:31.682" v="1255"/>
        <pc:sldMkLst>
          <pc:docMk/>
          <pc:sldMk cId="3968162788" sldId="801"/>
        </pc:sldMkLst>
        <pc:spChg chg="mod">
          <ac:chgData name="Zonghua Gu" userId="9a7e1853e1951ef5" providerId="LiveId" clId="{CF1FAA12-072C-4ED5-BA76-0FFFAEFDB88A}" dt="2025-09-24T22:02:02.352" v="855" actId="20577"/>
          <ac:spMkLst>
            <pc:docMk/>
            <pc:sldMk cId="3968162788" sldId="801"/>
            <ac:spMk id="2" creationId="{E0225031-3EBD-28FC-E1A0-0049330C0107}"/>
          </ac:spMkLst>
        </pc:spChg>
        <pc:spChg chg="mod">
          <ac:chgData name="Zonghua Gu" userId="9a7e1853e1951ef5" providerId="LiveId" clId="{CF1FAA12-072C-4ED5-BA76-0FFFAEFDB88A}" dt="2025-09-25T21:34:01.120" v="899" actId="1035"/>
          <ac:spMkLst>
            <pc:docMk/>
            <pc:sldMk cId="3968162788" sldId="801"/>
            <ac:spMk id="9" creationId="{DC077EDE-860F-119C-95B4-998969925842}"/>
          </ac:spMkLst>
        </pc:spChg>
        <pc:spChg chg="mod">
          <ac:chgData name="Zonghua Gu" userId="9a7e1853e1951ef5" providerId="LiveId" clId="{CF1FAA12-072C-4ED5-BA76-0FFFAEFDB88A}" dt="2025-09-25T21:34:01.120" v="899" actId="1035"/>
          <ac:spMkLst>
            <pc:docMk/>
            <pc:sldMk cId="3968162788" sldId="801"/>
            <ac:spMk id="10" creationId="{0401EA57-66F9-3EE2-E561-2AB9C3395B7B}"/>
          </ac:spMkLst>
        </pc:spChg>
        <pc:spChg chg="mod">
          <ac:chgData name="Zonghua Gu" userId="9a7e1853e1951ef5" providerId="LiveId" clId="{CF1FAA12-072C-4ED5-BA76-0FFFAEFDB88A}" dt="2025-09-25T23:27:31.682" v="1255"/>
          <ac:spMkLst>
            <pc:docMk/>
            <pc:sldMk cId="3968162788" sldId="801"/>
            <ac:spMk id="11" creationId="{45B25AD4-8787-2AE5-61C8-58C8E91AB6F9}"/>
          </ac:spMkLst>
        </pc:spChg>
        <pc:graphicFrameChg chg="mod">
          <ac:chgData name="Zonghua Gu" userId="9a7e1853e1951ef5" providerId="LiveId" clId="{CF1FAA12-072C-4ED5-BA76-0FFFAEFDB88A}" dt="2025-09-24T22:02:48.768" v="856" actId="1076"/>
          <ac:graphicFrameMkLst>
            <pc:docMk/>
            <pc:sldMk cId="3968162788" sldId="801"/>
            <ac:graphicFrameMk id="8" creationId="{D3C2D736-73D7-3A26-A782-9CEC03C12D04}"/>
          </ac:graphicFrameMkLst>
        </pc:graphicFrameChg>
      </pc:sldChg>
      <pc:sldChg chg="addSp delSp modSp new mod">
        <pc:chgData name="Zonghua Gu" userId="9a7e1853e1951ef5" providerId="LiveId" clId="{CF1FAA12-072C-4ED5-BA76-0FFFAEFDB88A}" dt="2025-10-21T22:44:19.619" v="3233" actId="1035"/>
        <pc:sldMkLst>
          <pc:docMk/>
          <pc:sldMk cId="2664882224" sldId="803"/>
        </pc:sldMkLst>
        <pc:spChg chg="mod">
          <ac:chgData name="Zonghua Gu" userId="9a7e1853e1951ef5" providerId="LiveId" clId="{CF1FAA12-072C-4ED5-BA76-0FFFAEFDB88A}" dt="2025-09-25T21:51:10.870" v="1212" actId="20577"/>
          <ac:spMkLst>
            <pc:docMk/>
            <pc:sldMk cId="2664882224" sldId="803"/>
            <ac:spMk id="2" creationId="{C6EB2238-BBC0-CBBF-7810-8FBE90A0F7F6}"/>
          </ac:spMkLst>
        </pc:spChg>
        <pc:spChg chg="mod">
          <ac:chgData name="Zonghua Gu" userId="9a7e1853e1951ef5" providerId="LiveId" clId="{CF1FAA12-072C-4ED5-BA76-0FFFAEFDB88A}" dt="2025-10-21T22:44:00.955" v="3182" actId="1076"/>
          <ac:spMkLst>
            <pc:docMk/>
            <pc:sldMk cId="2664882224" sldId="803"/>
            <ac:spMk id="4" creationId="{2463EDD9-B8F6-0646-18B3-CC070E8A0A43}"/>
          </ac:spMkLst>
        </pc:spChg>
        <pc:spChg chg="add mod">
          <ac:chgData name="Zonghua Gu" userId="9a7e1853e1951ef5" providerId="LiveId" clId="{CF1FAA12-072C-4ED5-BA76-0FFFAEFDB88A}" dt="2025-10-21T22:44:19.619" v="3233" actId="1035"/>
          <ac:spMkLst>
            <pc:docMk/>
            <pc:sldMk cId="2664882224" sldId="803"/>
            <ac:spMk id="10" creationId="{0CBD8A71-6858-EB63-60B1-2BCE04BF15A1}"/>
          </ac:spMkLst>
        </pc:spChg>
        <pc:spChg chg="add mod">
          <ac:chgData name="Zonghua Gu" userId="9a7e1853e1951ef5" providerId="LiveId" clId="{CF1FAA12-072C-4ED5-BA76-0FFFAEFDB88A}" dt="2025-10-21T22:44:19.619" v="3233" actId="1035"/>
          <ac:spMkLst>
            <pc:docMk/>
            <pc:sldMk cId="2664882224" sldId="803"/>
            <ac:spMk id="11" creationId="{F431F53F-9A54-2B40-184B-D840774F8B1E}"/>
          </ac:spMkLst>
        </pc:spChg>
        <pc:spChg chg="add mod">
          <ac:chgData name="Zonghua Gu" userId="9a7e1853e1951ef5" providerId="LiveId" clId="{CF1FAA12-072C-4ED5-BA76-0FFFAEFDB88A}" dt="2025-10-21T22:44:19.619" v="3233" actId="1035"/>
          <ac:spMkLst>
            <pc:docMk/>
            <pc:sldMk cId="2664882224" sldId="803"/>
            <ac:spMk id="12" creationId="{4B931BD9-C3E4-0025-B087-EEB521A2C46D}"/>
          </ac:spMkLst>
        </pc:spChg>
        <pc:spChg chg="add mod">
          <ac:chgData name="Zonghua Gu" userId="9a7e1853e1951ef5" providerId="LiveId" clId="{CF1FAA12-072C-4ED5-BA76-0FFFAEFDB88A}" dt="2025-10-21T22:44:19.619" v="3233" actId="1035"/>
          <ac:spMkLst>
            <pc:docMk/>
            <pc:sldMk cId="2664882224" sldId="803"/>
            <ac:spMk id="13" creationId="{A4CE08F2-4EA8-54EE-BF49-1DDF1427E231}"/>
          </ac:spMkLst>
        </pc:spChg>
        <pc:graphicFrameChg chg="add mod modGraphic">
          <ac:chgData name="Zonghua Gu" userId="9a7e1853e1951ef5" providerId="LiveId" clId="{CF1FAA12-072C-4ED5-BA76-0FFFAEFDB88A}" dt="2025-10-21T22:44:19.619" v="3233" actId="1035"/>
          <ac:graphicFrameMkLst>
            <pc:docMk/>
            <pc:sldMk cId="2664882224" sldId="803"/>
            <ac:graphicFrameMk id="8" creationId="{7BD17121-F2EE-4EB2-E99B-5E4ED1E984B5}"/>
          </ac:graphicFrameMkLst>
        </pc:graphicFrameChg>
        <pc:graphicFrameChg chg="add mod modGraphic">
          <ac:chgData name="Zonghua Gu" userId="9a7e1853e1951ef5" providerId="LiveId" clId="{CF1FAA12-072C-4ED5-BA76-0FFFAEFDB88A}" dt="2025-10-21T22:44:19.619" v="3233" actId="1035"/>
          <ac:graphicFrameMkLst>
            <pc:docMk/>
            <pc:sldMk cId="2664882224" sldId="803"/>
            <ac:graphicFrameMk id="9" creationId="{DD348A1B-265D-FC66-3D0D-1FCF93CB8C74}"/>
          </ac:graphicFrameMkLst>
        </pc:graphicFrameChg>
      </pc:sldChg>
      <pc:sldChg chg="modSp add mod modNotesTx">
        <pc:chgData name="Zonghua Gu" userId="9a7e1853e1951ef5" providerId="LiveId" clId="{CF1FAA12-072C-4ED5-BA76-0FFFAEFDB88A}" dt="2025-10-22T00:15:46.837" v="4015" actId="20577"/>
        <pc:sldMkLst>
          <pc:docMk/>
          <pc:sldMk cId="2882502133" sldId="804"/>
        </pc:sldMkLst>
        <pc:spChg chg="mod">
          <ac:chgData name="Zonghua Gu" userId="9a7e1853e1951ef5" providerId="LiveId" clId="{CF1FAA12-072C-4ED5-BA76-0FFFAEFDB88A}" dt="2025-09-25T21:37:37.535" v="1020" actId="20577"/>
          <ac:spMkLst>
            <pc:docMk/>
            <pc:sldMk cId="2882502133" sldId="804"/>
            <ac:spMk id="2" creationId="{3D61F6C3-9012-39E9-02E8-5A15294CC493}"/>
          </ac:spMkLst>
        </pc:spChg>
        <pc:spChg chg="mod">
          <ac:chgData name="Zonghua Gu" userId="9a7e1853e1951ef5" providerId="LiveId" clId="{CF1FAA12-072C-4ED5-BA76-0FFFAEFDB88A}" dt="2025-10-22T00:15:46.837" v="4015" actId="20577"/>
          <ac:spMkLst>
            <pc:docMk/>
            <pc:sldMk cId="2882502133" sldId="804"/>
            <ac:spMk id="4" creationId="{0A072226-E71C-C418-9D4C-D783EC4359F1}"/>
          </ac:spMkLst>
        </pc:spChg>
      </pc:sldChg>
      <pc:sldChg chg="modSp add mod">
        <pc:chgData name="Zonghua Gu" userId="9a7e1853e1951ef5" providerId="LiveId" clId="{CF1FAA12-072C-4ED5-BA76-0FFFAEFDB88A}" dt="2025-10-21T22:45:50.494" v="3240" actId="1076"/>
        <pc:sldMkLst>
          <pc:docMk/>
          <pc:sldMk cId="3336550644" sldId="805"/>
        </pc:sldMkLst>
        <pc:spChg chg="mod">
          <ac:chgData name="Zonghua Gu" userId="9a7e1853e1951ef5" providerId="LiveId" clId="{CF1FAA12-072C-4ED5-BA76-0FFFAEFDB88A}" dt="2025-09-25T21:51:26.700" v="1222" actId="20577"/>
          <ac:spMkLst>
            <pc:docMk/>
            <pc:sldMk cId="3336550644" sldId="805"/>
            <ac:spMk id="2" creationId="{A8D04C52-29FC-2FF0-4F89-3285A82B3DAB}"/>
          </ac:spMkLst>
        </pc:spChg>
        <pc:spChg chg="mod">
          <ac:chgData name="Zonghua Gu" userId="9a7e1853e1951ef5" providerId="LiveId" clId="{CF1FAA12-072C-4ED5-BA76-0FFFAEFDB88A}" dt="2025-10-21T22:45:45.284" v="3239" actId="20577"/>
          <ac:spMkLst>
            <pc:docMk/>
            <pc:sldMk cId="3336550644" sldId="805"/>
            <ac:spMk id="4" creationId="{22D5A64C-016C-A0F2-38AF-054CBADAE79C}"/>
          </ac:spMkLst>
        </pc:spChg>
        <pc:spChg chg="mod">
          <ac:chgData name="Zonghua Gu" userId="9a7e1853e1951ef5" providerId="LiveId" clId="{CF1FAA12-072C-4ED5-BA76-0FFFAEFDB88A}" dt="2025-10-21T22:45:50.494" v="3240" actId="1076"/>
          <ac:spMkLst>
            <pc:docMk/>
            <pc:sldMk cId="3336550644" sldId="805"/>
            <ac:spMk id="10" creationId="{07A996FC-F93E-6EF2-A02F-BA392BF9A202}"/>
          </ac:spMkLst>
        </pc:spChg>
        <pc:spChg chg="mod">
          <ac:chgData name="Zonghua Gu" userId="9a7e1853e1951ef5" providerId="LiveId" clId="{CF1FAA12-072C-4ED5-BA76-0FFFAEFDB88A}" dt="2025-10-21T22:45:50.494" v="3240" actId="1076"/>
          <ac:spMkLst>
            <pc:docMk/>
            <pc:sldMk cId="3336550644" sldId="805"/>
            <ac:spMk id="11" creationId="{9303034B-1544-8514-5223-EA486A850EC3}"/>
          </ac:spMkLst>
        </pc:spChg>
        <pc:spChg chg="mod">
          <ac:chgData name="Zonghua Gu" userId="9a7e1853e1951ef5" providerId="LiveId" clId="{CF1FAA12-072C-4ED5-BA76-0FFFAEFDB88A}" dt="2025-10-21T22:45:50.494" v="3240" actId="1076"/>
          <ac:spMkLst>
            <pc:docMk/>
            <pc:sldMk cId="3336550644" sldId="805"/>
            <ac:spMk id="12" creationId="{50110493-0041-BD86-E3E1-1704C9C6DDC3}"/>
          </ac:spMkLst>
        </pc:spChg>
        <pc:spChg chg="mod">
          <ac:chgData name="Zonghua Gu" userId="9a7e1853e1951ef5" providerId="LiveId" clId="{CF1FAA12-072C-4ED5-BA76-0FFFAEFDB88A}" dt="2025-10-21T22:45:50.494" v="3240" actId="1076"/>
          <ac:spMkLst>
            <pc:docMk/>
            <pc:sldMk cId="3336550644" sldId="805"/>
            <ac:spMk id="13" creationId="{83CA7F24-6687-6FF3-F8F0-EDA8288DA6CA}"/>
          </ac:spMkLst>
        </pc:spChg>
        <pc:graphicFrameChg chg="mod">
          <ac:chgData name="Zonghua Gu" userId="9a7e1853e1951ef5" providerId="LiveId" clId="{CF1FAA12-072C-4ED5-BA76-0FFFAEFDB88A}" dt="2025-10-21T22:45:50.494" v="3240" actId="1076"/>
          <ac:graphicFrameMkLst>
            <pc:docMk/>
            <pc:sldMk cId="3336550644" sldId="805"/>
            <ac:graphicFrameMk id="8" creationId="{F6C059E5-F0E5-8833-AA36-573533B7B6AE}"/>
          </ac:graphicFrameMkLst>
        </pc:graphicFrameChg>
        <pc:graphicFrameChg chg="mod">
          <ac:chgData name="Zonghua Gu" userId="9a7e1853e1951ef5" providerId="LiveId" clId="{CF1FAA12-072C-4ED5-BA76-0FFFAEFDB88A}" dt="2025-10-21T22:45:50.494" v="3240" actId="1076"/>
          <ac:graphicFrameMkLst>
            <pc:docMk/>
            <pc:sldMk cId="3336550644" sldId="805"/>
            <ac:graphicFrameMk id="9" creationId="{9521C1A2-D863-2E48-2394-4B8095D9FC9E}"/>
          </ac:graphicFrameMkLst>
        </pc:graphicFrameChg>
      </pc:sldChg>
      <pc:sldChg chg="modSp add mod">
        <pc:chgData name="Zonghua Gu" userId="9a7e1853e1951ef5" providerId="LiveId" clId="{CF1FAA12-072C-4ED5-BA76-0FFFAEFDB88A}" dt="2025-10-21T22:49:33.260" v="3244" actId="1076"/>
        <pc:sldMkLst>
          <pc:docMk/>
          <pc:sldMk cId="1204830540" sldId="806"/>
        </pc:sldMkLst>
        <pc:spChg chg="mod">
          <ac:chgData name="Zonghua Gu" userId="9a7e1853e1951ef5" providerId="LiveId" clId="{CF1FAA12-072C-4ED5-BA76-0FFFAEFDB88A}" dt="2025-09-25T21:51:37.364" v="1225" actId="20577"/>
          <ac:spMkLst>
            <pc:docMk/>
            <pc:sldMk cId="1204830540" sldId="806"/>
            <ac:spMk id="2" creationId="{14E1FC6F-F86B-D4FA-4FF9-D7B46DE6EB88}"/>
          </ac:spMkLst>
        </pc:spChg>
        <pc:spChg chg="mod">
          <ac:chgData name="Zonghua Gu" userId="9a7e1853e1951ef5" providerId="LiveId" clId="{CF1FAA12-072C-4ED5-BA76-0FFFAEFDB88A}" dt="2025-10-21T22:48:08.527" v="3243" actId="20577"/>
          <ac:spMkLst>
            <pc:docMk/>
            <pc:sldMk cId="1204830540" sldId="806"/>
            <ac:spMk id="4" creationId="{F5BD1FD1-2387-26FB-4BF0-E2B12311B2D2}"/>
          </ac:spMkLst>
        </pc:spChg>
        <pc:spChg chg="mod">
          <ac:chgData name="Zonghua Gu" userId="9a7e1853e1951ef5" providerId="LiveId" clId="{CF1FAA12-072C-4ED5-BA76-0FFFAEFDB88A}" dt="2025-10-21T22:49:33.260" v="3244" actId="1076"/>
          <ac:spMkLst>
            <pc:docMk/>
            <pc:sldMk cId="1204830540" sldId="806"/>
            <ac:spMk id="10" creationId="{CD328998-F5A5-38ED-01EA-1EC3EF7E338A}"/>
          </ac:spMkLst>
        </pc:spChg>
        <pc:spChg chg="mod">
          <ac:chgData name="Zonghua Gu" userId="9a7e1853e1951ef5" providerId="LiveId" clId="{CF1FAA12-072C-4ED5-BA76-0FFFAEFDB88A}" dt="2025-10-21T22:49:33.260" v="3244" actId="1076"/>
          <ac:spMkLst>
            <pc:docMk/>
            <pc:sldMk cId="1204830540" sldId="806"/>
            <ac:spMk id="11" creationId="{87B6A0A7-7A1C-7320-C242-11989D0D0ED0}"/>
          </ac:spMkLst>
        </pc:spChg>
        <pc:spChg chg="mod">
          <ac:chgData name="Zonghua Gu" userId="9a7e1853e1951ef5" providerId="LiveId" clId="{CF1FAA12-072C-4ED5-BA76-0FFFAEFDB88A}" dt="2025-10-21T22:49:33.260" v="3244" actId="1076"/>
          <ac:spMkLst>
            <pc:docMk/>
            <pc:sldMk cId="1204830540" sldId="806"/>
            <ac:spMk id="12" creationId="{564CC732-54C8-85E9-07B7-FAF0798F74AA}"/>
          </ac:spMkLst>
        </pc:spChg>
        <pc:spChg chg="mod">
          <ac:chgData name="Zonghua Gu" userId="9a7e1853e1951ef5" providerId="LiveId" clId="{CF1FAA12-072C-4ED5-BA76-0FFFAEFDB88A}" dt="2025-10-21T22:49:33.260" v="3244" actId="1076"/>
          <ac:spMkLst>
            <pc:docMk/>
            <pc:sldMk cId="1204830540" sldId="806"/>
            <ac:spMk id="13" creationId="{2C9720F2-1965-B15A-E7DD-DB560229807A}"/>
          </ac:spMkLst>
        </pc:spChg>
        <pc:graphicFrameChg chg="mod">
          <ac:chgData name="Zonghua Gu" userId="9a7e1853e1951ef5" providerId="LiveId" clId="{CF1FAA12-072C-4ED5-BA76-0FFFAEFDB88A}" dt="2025-10-21T22:49:33.260" v="3244" actId="1076"/>
          <ac:graphicFrameMkLst>
            <pc:docMk/>
            <pc:sldMk cId="1204830540" sldId="806"/>
            <ac:graphicFrameMk id="8" creationId="{A9B3120B-E6CB-D08B-C83A-65EA4EBFEEBA}"/>
          </ac:graphicFrameMkLst>
        </pc:graphicFrameChg>
        <pc:graphicFrameChg chg="mod">
          <ac:chgData name="Zonghua Gu" userId="9a7e1853e1951ef5" providerId="LiveId" clId="{CF1FAA12-072C-4ED5-BA76-0FFFAEFDB88A}" dt="2025-10-21T22:49:33.260" v="3244" actId="1076"/>
          <ac:graphicFrameMkLst>
            <pc:docMk/>
            <pc:sldMk cId="1204830540" sldId="806"/>
            <ac:graphicFrameMk id="9" creationId="{68A9D7B6-EE91-3397-F114-367B143D28C0}"/>
          </ac:graphicFrameMkLst>
        </pc:graphicFrameChg>
      </pc:sldChg>
      <pc:sldChg chg="delSp modSp add del mod">
        <pc:chgData name="Zonghua Gu" userId="9a7e1853e1951ef5" providerId="LiveId" clId="{CF1FAA12-072C-4ED5-BA76-0FFFAEFDB88A}" dt="2025-10-21T23:51:15.209" v="3756" actId="47"/>
        <pc:sldMkLst>
          <pc:docMk/>
          <pc:sldMk cId="1650360982" sldId="808"/>
        </pc:sldMkLst>
      </pc:sldChg>
      <pc:sldChg chg="addSp delSp modSp new mod">
        <pc:chgData name="Zonghua Gu" userId="9a7e1853e1951ef5" providerId="LiveId" clId="{CF1FAA12-072C-4ED5-BA76-0FFFAEFDB88A}" dt="2025-10-08T01:55:27.618" v="1658" actId="27636"/>
        <pc:sldMkLst>
          <pc:docMk/>
          <pc:sldMk cId="2284923932" sldId="809"/>
        </pc:sldMkLst>
        <pc:spChg chg="mod">
          <ac:chgData name="Zonghua Gu" userId="9a7e1853e1951ef5" providerId="LiveId" clId="{CF1FAA12-072C-4ED5-BA76-0FFFAEFDB88A}" dt="2025-10-08T01:31:36.074" v="1331"/>
          <ac:spMkLst>
            <pc:docMk/>
            <pc:sldMk cId="2284923932" sldId="809"/>
            <ac:spMk id="2" creationId="{06D87A03-6041-026E-57B5-BB15BE9C9179}"/>
          </ac:spMkLst>
        </pc:spChg>
        <pc:spChg chg="mod">
          <ac:chgData name="Zonghua Gu" userId="9a7e1853e1951ef5" providerId="LiveId" clId="{CF1FAA12-072C-4ED5-BA76-0FFFAEFDB88A}" dt="2025-10-08T01:55:27.618" v="1658" actId="27636"/>
          <ac:spMkLst>
            <pc:docMk/>
            <pc:sldMk cId="2284923932" sldId="809"/>
            <ac:spMk id="4" creationId="{820F721C-49AF-4791-CFC3-7A5BCF18A263}"/>
          </ac:spMkLst>
        </pc:spChg>
        <pc:graphicFrameChg chg="add mod">
          <ac:chgData name="Zonghua Gu" userId="9a7e1853e1951ef5" providerId="LiveId" clId="{CF1FAA12-072C-4ED5-BA76-0FFFAEFDB88A}" dt="2025-10-08T01:53:58.840" v="1644"/>
          <ac:graphicFrameMkLst>
            <pc:docMk/>
            <pc:sldMk cId="2284923932" sldId="809"/>
            <ac:graphicFrameMk id="11" creationId="{E200620A-B2FE-B335-0D7B-0C5D9D0E887A}"/>
          </ac:graphicFrameMkLst>
        </pc:graphicFrameChg>
        <pc:graphicFrameChg chg="add mod modGraphic">
          <ac:chgData name="Zonghua Gu" userId="9a7e1853e1951ef5" providerId="LiveId" clId="{CF1FAA12-072C-4ED5-BA76-0FFFAEFDB88A}" dt="2025-10-08T01:54:05.636" v="1646" actId="108"/>
          <ac:graphicFrameMkLst>
            <pc:docMk/>
            <pc:sldMk cId="2284923932" sldId="809"/>
            <ac:graphicFrameMk id="12" creationId="{9E77696A-7447-CDEC-D8B2-8C7336B6AE76}"/>
          </ac:graphicFrameMkLst>
        </pc:graphicFrameChg>
      </pc:sldChg>
      <pc:sldChg chg="addSp delSp modSp add mod">
        <pc:chgData name="Zonghua Gu" userId="9a7e1853e1951ef5" providerId="LiveId" clId="{CF1FAA12-072C-4ED5-BA76-0FFFAEFDB88A}" dt="2025-10-22T00:00:36.454" v="3908" actId="20577"/>
        <pc:sldMkLst>
          <pc:docMk/>
          <pc:sldMk cId="2957949268" sldId="811"/>
        </pc:sldMkLst>
        <pc:spChg chg="mod">
          <ac:chgData name="Zonghua Gu" userId="9a7e1853e1951ef5" providerId="LiveId" clId="{CF1FAA12-072C-4ED5-BA76-0FFFAEFDB88A}" dt="2025-10-22T00:00:36.454" v="3908" actId="20577"/>
          <ac:spMkLst>
            <pc:docMk/>
            <pc:sldMk cId="2957949268" sldId="811"/>
            <ac:spMk id="4" creationId="{3528BAFB-7E83-6017-36A5-8856E36AD2DF}"/>
          </ac:spMkLst>
        </pc:spChg>
        <pc:graphicFrameChg chg="add mod">
          <ac:chgData name="Zonghua Gu" userId="9a7e1853e1951ef5" providerId="LiveId" clId="{CF1FAA12-072C-4ED5-BA76-0FFFAEFDB88A}" dt="2025-10-08T01:39:14.225" v="1492"/>
          <ac:graphicFrameMkLst>
            <pc:docMk/>
            <pc:sldMk cId="2957949268" sldId="811"/>
            <ac:graphicFrameMk id="5" creationId="{DCFF20E1-6306-C5B2-B89F-50622B752DF5}"/>
          </ac:graphicFrameMkLst>
        </pc:graphicFrameChg>
        <pc:graphicFrameChg chg="add mod modGraphic">
          <ac:chgData name="Zonghua Gu" userId="9a7e1853e1951ef5" providerId="LiveId" clId="{CF1FAA12-072C-4ED5-BA76-0FFFAEFDB88A}" dt="2025-10-08T01:54:09.386" v="1647" actId="108"/>
          <ac:graphicFrameMkLst>
            <pc:docMk/>
            <pc:sldMk cId="2957949268" sldId="811"/>
            <ac:graphicFrameMk id="11" creationId="{001500E7-0850-9C66-1E7A-24ECEE3B31E6}"/>
          </ac:graphicFrameMkLst>
        </pc:graphicFrameChg>
      </pc:sldChg>
      <pc:sldChg chg="addSp delSp modSp add mod">
        <pc:chgData name="Zonghua Gu" userId="9a7e1853e1951ef5" providerId="LiveId" clId="{CF1FAA12-072C-4ED5-BA76-0FFFAEFDB88A}" dt="2025-10-22T00:00:39.797" v="3913" actId="20577"/>
        <pc:sldMkLst>
          <pc:docMk/>
          <pc:sldMk cId="195030017" sldId="812"/>
        </pc:sldMkLst>
        <pc:spChg chg="mod">
          <ac:chgData name="Zonghua Gu" userId="9a7e1853e1951ef5" providerId="LiveId" clId="{CF1FAA12-072C-4ED5-BA76-0FFFAEFDB88A}" dt="2025-10-22T00:00:39.797" v="3913" actId="20577"/>
          <ac:spMkLst>
            <pc:docMk/>
            <pc:sldMk cId="195030017" sldId="812"/>
            <ac:spMk id="4" creationId="{BA095994-96A1-3342-AF91-E5C6E48F1321}"/>
          </ac:spMkLst>
        </pc:spChg>
      </pc:sldChg>
      <pc:sldChg chg="modSp add mod">
        <pc:chgData name="Zonghua Gu" userId="9a7e1853e1951ef5" providerId="LiveId" clId="{CF1FAA12-072C-4ED5-BA76-0FFFAEFDB88A}" dt="2025-10-22T00:00:29.660" v="3903" actId="20577"/>
        <pc:sldMkLst>
          <pc:docMk/>
          <pc:sldMk cId="1716263769" sldId="813"/>
        </pc:sldMkLst>
        <pc:spChg chg="mod">
          <ac:chgData name="Zonghua Gu" userId="9a7e1853e1951ef5" providerId="LiveId" clId="{CF1FAA12-072C-4ED5-BA76-0FFFAEFDB88A}" dt="2025-10-22T00:00:29.660" v="3903" actId="20577"/>
          <ac:spMkLst>
            <pc:docMk/>
            <pc:sldMk cId="1716263769" sldId="813"/>
            <ac:spMk id="4" creationId="{2E30BEB6-14A6-7DA1-64FA-D0E05B682530}"/>
          </ac:spMkLst>
        </pc:spChg>
      </pc:sldChg>
      <pc:sldChg chg="addSp delSp modSp new del mod">
        <pc:chgData name="Zonghua Gu" userId="9a7e1853e1951ef5" providerId="LiveId" clId="{CF1FAA12-072C-4ED5-BA76-0FFFAEFDB88A}" dt="2025-10-21T19:27:16.819" v="2452" actId="47"/>
        <pc:sldMkLst>
          <pc:docMk/>
          <pc:sldMk cId="754608230" sldId="815"/>
        </pc:sldMkLst>
      </pc:sldChg>
      <pc:sldChg chg="addSp delSp modSp new mod">
        <pc:chgData name="Zonghua Gu" userId="9a7e1853e1951ef5" providerId="LiveId" clId="{CF1FAA12-072C-4ED5-BA76-0FFFAEFDB88A}" dt="2025-10-22T01:46:06.385" v="5071" actId="20577"/>
        <pc:sldMkLst>
          <pc:docMk/>
          <pc:sldMk cId="811401925" sldId="816"/>
        </pc:sldMkLst>
        <pc:spChg chg="mod">
          <ac:chgData name="Zonghua Gu" userId="9a7e1853e1951ef5" providerId="LiveId" clId="{CF1FAA12-072C-4ED5-BA76-0FFFAEFDB88A}" dt="2025-10-22T00:50:15.019" v="4269" actId="20577"/>
          <ac:spMkLst>
            <pc:docMk/>
            <pc:sldMk cId="811401925" sldId="816"/>
            <ac:spMk id="2" creationId="{ED346943-56FC-4F00-B4C2-002F4BD6545D}"/>
          </ac:spMkLst>
        </pc:spChg>
        <pc:spChg chg="del">
          <ac:chgData name="Zonghua Gu" userId="9a7e1853e1951ef5" providerId="LiveId" clId="{CF1FAA12-072C-4ED5-BA76-0FFFAEFDB88A}" dt="2025-10-21T19:10:04.457" v="2116" actId="3680"/>
          <ac:spMkLst>
            <pc:docMk/>
            <pc:sldMk cId="811401925" sldId="816"/>
            <ac:spMk id="4" creationId="{6871AECB-404C-2B17-2203-AE0D11B00895}"/>
          </ac:spMkLst>
        </pc:spChg>
        <pc:spChg chg="add mod">
          <ac:chgData name="Zonghua Gu" userId="9a7e1853e1951ef5" providerId="LiveId" clId="{CF1FAA12-072C-4ED5-BA76-0FFFAEFDB88A}" dt="2025-10-21T19:24:00.659" v="2299"/>
          <ac:spMkLst>
            <pc:docMk/>
            <pc:sldMk cId="811401925" sldId="816"/>
            <ac:spMk id="9" creationId="{810EE1B8-C141-FA04-4558-34F0A27580B4}"/>
          </ac:spMkLst>
        </pc:spChg>
        <pc:spChg chg="add mod">
          <ac:chgData name="Zonghua Gu" userId="9a7e1853e1951ef5" providerId="LiveId" clId="{CF1FAA12-072C-4ED5-BA76-0FFFAEFDB88A}" dt="2025-10-22T01:46:06.385" v="5071" actId="20577"/>
          <ac:spMkLst>
            <pc:docMk/>
            <pc:sldMk cId="811401925" sldId="816"/>
            <ac:spMk id="10" creationId="{1E914C08-96CB-135B-1433-52624F812AD9}"/>
          </ac:spMkLst>
        </pc:spChg>
        <pc:spChg chg="add mod">
          <ac:chgData name="Zonghua Gu" userId="9a7e1853e1951ef5" providerId="LiveId" clId="{CF1FAA12-072C-4ED5-BA76-0FFFAEFDB88A}" dt="2025-10-22T00:16:42.106" v="4044" actId="27636"/>
          <ac:spMkLst>
            <pc:docMk/>
            <pc:sldMk cId="811401925" sldId="816"/>
            <ac:spMk id="11" creationId="{E0C303F2-641E-019B-CA34-0B02E8722206}"/>
          </ac:spMkLst>
        </pc:spChg>
        <pc:spChg chg="add mod">
          <ac:chgData name="Zonghua Gu" userId="9a7e1853e1951ef5" providerId="LiveId" clId="{CF1FAA12-072C-4ED5-BA76-0FFFAEFDB88A}" dt="2025-10-21T19:26:02.468" v="2361" actId="1076"/>
          <ac:spMkLst>
            <pc:docMk/>
            <pc:sldMk cId="811401925" sldId="816"/>
            <ac:spMk id="12" creationId="{4C6A6B80-3FEE-6D76-7A51-6A84F29B3557}"/>
          </ac:spMkLst>
        </pc:spChg>
        <pc:spChg chg="add mod">
          <ac:chgData name="Zonghua Gu" userId="9a7e1853e1951ef5" providerId="LiveId" clId="{CF1FAA12-072C-4ED5-BA76-0FFFAEFDB88A}" dt="2025-10-21T19:26:17.471" v="2378" actId="20577"/>
          <ac:spMkLst>
            <pc:docMk/>
            <pc:sldMk cId="811401925" sldId="816"/>
            <ac:spMk id="13" creationId="{E381BB9B-55E3-DA1B-9EC5-B7BD5B3494A9}"/>
          </ac:spMkLst>
        </pc:spChg>
        <pc:graphicFrameChg chg="add mod ord modGraphic">
          <ac:chgData name="Zonghua Gu" userId="9a7e1853e1951ef5" providerId="LiveId" clId="{CF1FAA12-072C-4ED5-BA76-0FFFAEFDB88A}" dt="2025-10-21T19:23:11.565" v="2297" actId="1037"/>
          <ac:graphicFrameMkLst>
            <pc:docMk/>
            <pc:sldMk cId="811401925" sldId="816"/>
            <ac:graphicFrameMk id="7" creationId="{921A7FA2-20A5-D70A-4C8A-128BD78BDA7C}"/>
          </ac:graphicFrameMkLst>
        </pc:graphicFrameChg>
        <pc:graphicFrameChg chg="add mod modGraphic">
          <ac:chgData name="Zonghua Gu" userId="9a7e1853e1951ef5" providerId="LiveId" clId="{CF1FAA12-072C-4ED5-BA76-0FFFAEFDB88A}" dt="2025-10-21T19:24:38.666" v="2309" actId="113"/>
          <ac:graphicFrameMkLst>
            <pc:docMk/>
            <pc:sldMk cId="811401925" sldId="816"/>
            <ac:graphicFrameMk id="8" creationId="{D888B29E-C3F6-5701-3FB8-7AD8E9E5634F}"/>
          </ac:graphicFrameMkLst>
        </pc:graphicFrameChg>
        <pc:picChg chg="add del mod">
          <ac:chgData name="Zonghua Gu" userId="9a7e1853e1951ef5" providerId="LiveId" clId="{CF1FAA12-072C-4ED5-BA76-0FFFAEFDB88A}" dt="2025-10-21T19:22:28.127" v="2290" actId="478"/>
          <ac:picMkLst>
            <pc:docMk/>
            <pc:sldMk cId="811401925" sldId="816"/>
            <ac:picMk id="6" creationId="{67B010C6-C844-ABC8-621B-34CA9631176F}"/>
          </ac:picMkLst>
        </pc:picChg>
      </pc:sldChg>
      <pc:sldChg chg="addSp delSp modSp add mod">
        <pc:chgData name="Zonghua Gu" userId="9a7e1853e1951ef5" providerId="LiveId" clId="{CF1FAA12-072C-4ED5-BA76-0FFFAEFDB88A}" dt="2025-10-22T01:45:57.088" v="5069" actId="20577"/>
        <pc:sldMkLst>
          <pc:docMk/>
          <pc:sldMk cId="436543705" sldId="817"/>
        </pc:sldMkLst>
        <pc:spChg chg="mod">
          <ac:chgData name="Zonghua Gu" userId="9a7e1853e1951ef5" providerId="LiveId" clId="{CF1FAA12-072C-4ED5-BA76-0FFFAEFDB88A}" dt="2025-10-22T00:50:29.405" v="4277" actId="20577"/>
          <ac:spMkLst>
            <pc:docMk/>
            <pc:sldMk cId="436543705" sldId="817"/>
            <ac:spMk id="2" creationId="{0BA13921-2A45-DFEB-5309-D3FF1ADB4632}"/>
          </ac:spMkLst>
        </pc:spChg>
        <pc:spChg chg="add mod">
          <ac:chgData name="Zonghua Gu" userId="9a7e1853e1951ef5" providerId="LiveId" clId="{CF1FAA12-072C-4ED5-BA76-0FFFAEFDB88A}" dt="2025-10-21T20:51:14.891" v="2464" actId="1076"/>
          <ac:spMkLst>
            <pc:docMk/>
            <pc:sldMk cId="436543705" sldId="817"/>
            <ac:spMk id="4" creationId="{85B69292-CBB5-3DF7-B428-218A4A7336AD}"/>
          </ac:spMkLst>
        </pc:spChg>
        <pc:spChg chg="del mod">
          <ac:chgData name="Zonghua Gu" userId="9a7e1853e1951ef5" providerId="LiveId" clId="{CF1FAA12-072C-4ED5-BA76-0FFFAEFDB88A}" dt="2025-10-21T20:50:04.244" v="2462" actId="478"/>
          <ac:spMkLst>
            <pc:docMk/>
            <pc:sldMk cId="436543705" sldId="817"/>
            <ac:spMk id="10" creationId="{CADA20C5-94EA-D2BC-F9C4-1384F4ACFE2E}"/>
          </ac:spMkLst>
        </pc:spChg>
        <pc:spChg chg="mod">
          <ac:chgData name="Zonghua Gu" userId="9a7e1853e1951ef5" providerId="LiveId" clId="{CF1FAA12-072C-4ED5-BA76-0FFFAEFDB88A}" dt="2025-10-22T01:45:57.088" v="5069" actId="20577"/>
          <ac:spMkLst>
            <pc:docMk/>
            <pc:sldMk cId="436543705" sldId="817"/>
            <ac:spMk id="11" creationId="{722AEABA-ECF0-EE34-D92D-0B9E8214F92E}"/>
          </ac:spMkLst>
        </pc:spChg>
        <pc:graphicFrameChg chg="mod modGraphic">
          <ac:chgData name="Zonghua Gu" userId="9a7e1853e1951ef5" providerId="LiveId" clId="{CF1FAA12-072C-4ED5-BA76-0FFFAEFDB88A}" dt="2025-10-21T20:54:23.689" v="2523" actId="207"/>
          <ac:graphicFrameMkLst>
            <pc:docMk/>
            <pc:sldMk cId="436543705" sldId="817"/>
            <ac:graphicFrameMk id="7" creationId="{34E32F45-A466-4D81-2CAD-4DBC2C6742BC}"/>
          </ac:graphicFrameMkLst>
        </pc:graphicFrameChg>
        <pc:picChg chg="add del mod">
          <ac:chgData name="Zonghua Gu" userId="9a7e1853e1951ef5" providerId="LiveId" clId="{CF1FAA12-072C-4ED5-BA76-0FFFAEFDB88A}" dt="2025-10-21T20:58:35.736" v="2679" actId="478"/>
          <ac:picMkLst>
            <pc:docMk/>
            <pc:sldMk cId="436543705" sldId="817"/>
            <ac:picMk id="6" creationId="{B3D61838-5CA0-0D2B-3CB1-99587208CBBD}"/>
          </ac:picMkLst>
        </pc:picChg>
      </pc:sldChg>
      <pc:sldChg chg="modSp new del mod">
        <pc:chgData name="Zonghua Gu" userId="9a7e1853e1951ef5" providerId="LiveId" clId="{CF1FAA12-072C-4ED5-BA76-0FFFAEFDB88A}" dt="2025-10-21T19:25:07.882" v="2319" actId="47"/>
        <pc:sldMkLst>
          <pc:docMk/>
          <pc:sldMk cId="1537251355" sldId="817"/>
        </pc:sldMkLst>
        <pc:spChg chg="mod">
          <ac:chgData name="Zonghua Gu" userId="9a7e1853e1951ef5" providerId="LiveId" clId="{CF1FAA12-072C-4ED5-BA76-0FFFAEFDB88A}" dt="2025-10-21T19:25:03.318" v="2317" actId="20577"/>
          <ac:spMkLst>
            <pc:docMk/>
            <pc:sldMk cId="1537251355" sldId="817"/>
            <ac:spMk id="4" creationId="{4A985CA6-93B6-D329-ECB3-71E10295D696}"/>
          </ac:spMkLst>
        </pc:spChg>
      </pc:sldChg>
      <pc:sldChg chg="addSp delSp modSp new mod">
        <pc:chgData name="Zonghua Gu" userId="9a7e1853e1951ef5" providerId="LiveId" clId="{CF1FAA12-072C-4ED5-BA76-0FFFAEFDB88A}" dt="2025-10-22T01:38:04.090" v="4951" actId="27636"/>
        <pc:sldMkLst>
          <pc:docMk/>
          <pc:sldMk cId="3488595267" sldId="818"/>
        </pc:sldMkLst>
        <pc:spChg chg="mod">
          <ac:chgData name="Zonghua Gu" userId="9a7e1853e1951ef5" providerId="LiveId" clId="{CF1FAA12-072C-4ED5-BA76-0FFFAEFDB88A}" dt="2025-10-22T00:50:33.039" v="4279" actId="20577"/>
          <ac:spMkLst>
            <pc:docMk/>
            <pc:sldMk cId="3488595267" sldId="818"/>
            <ac:spMk id="2" creationId="{A0192FCB-7FF9-9037-3DC9-B18E7B49293F}"/>
          </ac:spMkLst>
        </pc:spChg>
        <pc:spChg chg="mod">
          <ac:chgData name="Zonghua Gu" userId="9a7e1853e1951ef5" providerId="LiveId" clId="{CF1FAA12-072C-4ED5-BA76-0FFFAEFDB88A}" dt="2025-10-22T01:38:04.090" v="4951" actId="27636"/>
          <ac:spMkLst>
            <pc:docMk/>
            <pc:sldMk cId="3488595267" sldId="818"/>
            <ac:spMk id="4" creationId="{145B3053-CFB1-6838-AAE4-D5E27021784B}"/>
          </ac:spMkLst>
        </pc:spChg>
        <pc:spChg chg="add mod">
          <ac:chgData name="Zonghua Gu" userId="9a7e1853e1951ef5" providerId="LiveId" clId="{CF1FAA12-072C-4ED5-BA76-0FFFAEFDB88A}" dt="2025-10-21T23:58:56.962" v="3893" actId="20577"/>
          <ac:spMkLst>
            <pc:docMk/>
            <pc:sldMk cId="3488595267" sldId="818"/>
            <ac:spMk id="5" creationId="{393557C1-FD7E-7283-65D1-80093EB57E23}"/>
          </ac:spMkLst>
        </pc:spChg>
        <pc:graphicFrameChg chg="add mod modGraphic">
          <ac:chgData name="Zonghua Gu" userId="9a7e1853e1951ef5" providerId="LiveId" clId="{CF1FAA12-072C-4ED5-BA76-0FFFAEFDB88A}" dt="2025-10-22T01:20:41.712" v="4450" actId="1076"/>
          <ac:graphicFrameMkLst>
            <pc:docMk/>
            <pc:sldMk cId="3488595267" sldId="818"/>
            <ac:graphicFrameMk id="6" creationId="{43586B0A-AAB6-1D2E-24D6-64E619D83AA5}"/>
          </ac:graphicFrameMkLst>
        </pc:graphicFrameChg>
        <pc:graphicFrameChg chg="add del mod modGraphic">
          <ac:chgData name="Zonghua Gu" userId="9a7e1853e1951ef5" providerId="LiveId" clId="{CF1FAA12-072C-4ED5-BA76-0FFFAEFDB88A}" dt="2025-10-21T21:55:42.555" v="2882" actId="478"/>
          <ac:graphicFrameMkLst>
            <pc:docMk/>
            <pc:sldMk cId="3488595267" sldId="818"/>
            <ac:graphicFrameMk id="7" creationId="{D4316DAB-C1FB-4187-B078-056B73A7228E}"/>
          </ac:graphicFrameMkLst>
        </pc:graphicFrameChg>
        <pc:graphicFrameChg chg="add mod modGraphic">
          <ac:chgData name="Zonghua Gu" userId="9a7e1853e1951ef5" providerId="LiveId" clId="{CF1FAA12-072C-4ED5-BA76-0FFFAEFDB88A}" dt="2025-10-22T00:31:09.285" v="4102" actId="20577"/>
          <ac:graphicFrameMkLst>
            <pc:docMk/>
            <pc:sldMk cId="3488595267" sldId="818"/>
            <ac:graphicFrameMk id="8" creationId="{C7C14E0C-8BA7-B240-2E5F-B804E09539CB}"/>
          </ac:graphicFrameMkLst>
        </pc:graphicFrameChg>
        <pc:picChg chg="add del mod">
          <ac:chgData name="Zonghua Gu" userId="9a7e1853e1951ef5" providerId="LiveId" clId="{CF1FAA12-072C-4ED5-BA76-0FFFAEFDB88A}" dt="2025-10-22T00:01:50.185" v="3914" actId="478"/>
          <ac:picMkLst>
            <pc:docMk/>
            <pc:sldMk cId="3488595267" sldId="818"/>
            <ac:picMk id="9" creationId="{5459461E-271B-8903-4B13-098AE5E38C33}"/>
          </ac:picMkLst>
        </pc:picChg>
        <pc:picChg chg="add del mod">
          <ac:chgData name="Zonghua Gu" userId="9a7e1853e1951ef5" providerId="LiveId" clId="{CF1FAA12-072C-4ED5-BA76-0FFFAEFDB88A}" dt="2025-10-22T00:41:12.619" v="4186" actId="478"/>
          <ac:picMkLst>
            <pc:docMk/>
            <pc:sldMk cId="3488595267" sldId="818"/>
            <ac:picMk id="11" creationId="{8D4D34D7-97B7-497F-40CB-021EF1EF9AAB}"/>
          </ac:picMkLst>
        </pc:picChg>
      </pc:sldChg>
      <pc:sldChg chg="addSp delSp modSp add mod ord modNotesTx">
        <pc:chgData name="Zonghua Gu" userId="9a7e1853e1951ef5" providerId="LiveId" clId="{CF1FAA12-072C-4ED5-BA76-0FFFAEFDB88A}" dt="2025-10-22T01:35:59.912" v="4880"/>
        <pc:sldMkLst>
          <pc:docMk/>
          <pc:sldMk cId="3653550031" sldId="819"/>
        </pc:sldMkLst>
        <pc:spChg chg="mod">
          <ac:chgData name="Zonghua Gu" userId="9a7e1853e1951ef5" providerId="LiveId" clId="{CF1FAA12-072C-4ED5-BA76-0FFFAEFDB88A}" dt="2025-10-22T00:50:35.944" v="4281" actId="20577"/>
          <ac:spMkLst>
            <pc:docMk/>
            <pc:sldMk cId="3653550031" sldId="819"/>
            <ac:spMk id="2" creationId="{8D6A2D63-87B9-C779-5841-28DFFCC174D8}"/>
          </ac:spMkLst>
        </pc:spChg>
        <pc:spChg chg="mod">
          <ac:chgData name="Zonghua Gu" userId="9a7e1853e1951ef5" providerId="LiveId" clId="{CF1FAA12-072C-4ED5-BA76-0FFFAEFDB88A}" dt="2025-10-22T00:43:12.498" v="4236" actId="20577"/>
          <ac:spMkLst>
            <pc:docMk/>
            <pc:sldMk cId="3653550031" sldId="819"/>
            <ac:spMk id="4" creationId="{47E16147-F6FF-DA8E-A54B-3AD6FD9BC42D}"/>
          </ac:spMkLst>
        </pc:spChg>
        <pc:spChg chg="add del mod ord">
          <ac:chgData name="Zonghua Gu" userId="9a7e1853e1951ef5" providerId="LiveId" clId="{CF1FAA12-072C-4ED5-BA76-0FFFAEFDB88A}" dt="2025-10-22T00:03:01.548" v="3943" actId="478"/>
          <ac:spMkLst>
            <pc:docMk/>
            <pc:sldMk cId="3653550031" sldId="819"/>
            <ac:spMk id="5" creationId="{0C104577-4185-350D-E7F1-6C339C3527F4}"/>
          </ac:spMkLst>
        </pc:spChg>
        <pc:spChg chg="add del mod">
          <ac:chgData name="Zonghua Gu" userId="9a7e1853e1951ef5" providerId="LiveId" clId="{CF1FAA12-072C-4ED5-BA76-0FFFAEFDB88A}" dt="2025-10-21T23:19:46.488" v="3569" actId="478"/>
          <ac:spMkLst>
            <pc:docMk/>
            <pc:sldMk cId="3653550031" sldId="819"/>
            <ac:spMk id="5" creationId="{14C46A35-2005-77E1-D1E1-B09F11824443}"/>
          </ac:spMkLst>
        </pc:spChg>
        <pc:spChg chg="del mod">
          <ac:chgData name="Zonghua Gu" userId="9a7e1853e1951ef5" providerId="LiveId" clId="{CF1FAA12-072C-4ED5-BA76-0FFFAEFDB88A}" dt="2025-10-21T21:52:58.583" v="2835" actId="478"/>
          <ac:spMkLst>
            <pc:docMk/>
            <pc:sldMk cId="3653550031" sldId="819"/>
            <ac:spMk id="5" creationId="{7B6009B9-DB25-9D67-FB29-210945594320}"/>
          </ac:spMkLst>
        </pc:spChg>
        <pc:spChg chg="add mod">
          <ac:chgData name="Zonghua Gu" userId="9a7e1853e1951ef5" providerId="LiveId" clId="{CF1FAA12-072C-4ED5-BA76-0FFFAEFDB88A}" dt="2025-10-22T00:01:56.039" v="3916"/>
          <ac:spMkLst>
            <pc:docMk/>
            <pc:sldMk cId="3653550031" sldId="819"/>
            <ac:spMk id="12" creationId="{40CDF3CF-5957-FE74-D9E1-DFB62DA656B4}"/>
          </ac:spMkLst>
        </pc:spChg>
        <pc:spChg chg="add mod ord">
          <ac:chgData name="Zonghua Gu" userId="9a7e1853e1951ef5" providerId="LiveId" clId="{CF1FAA12-072C-4ED5-BA76-0FFFAEFDB88A}" dt="2025-10-22T00:03:10.690" v="3945" actId="167"/>
          <ac:spMkLst>
            <pc:docMk/>
            <pc:sldMk cId="3653550031" sldId="819"/>
            <ac:spMk id="13" creationId="{03AB1D5E-EA8C-DC0E-3504-787C31C3FF4B}"/>
          </ac:spMkLst>
        </pc:spChg>
        <pc:graphicFrameChg chg="mod modGraphic">
          <ac:chgData name="Zonghua Gu" userId="9a7e1853e1951ef5" providerId="LiveId" clId="{CF1FAA12-072C-4ED5-BA76-0FFFAEFDB88A}" dt="2025-10-22T01:35:59.912" v="4880"/>
          <ac:graphicFrameMkLst>
            <pc:docMk/>
            <pc:sldMk cId="3653550031" sldId="819"/>
            <ac:graphicFrameMk id="6" creationId="{20BD6E28-A5B2-15E2-4657-69B74D865AD1}"/>
          </ac:graphicFrameMkLst>
        </pc:graphicFrameChg>
        <pc:graphicFrameChg chg="add mod modGraphic">
          <ac:chgData name="Zonghua Gu" userId="9a7e1853e1951ef5" providerId="LiveId" clId="{CF1FAA12-072C-4ED5-BA76-0FFFAEFDB88A}" dt="2025-10-22T00:31:21.462" v="4105" actId="207"/>
          <ac:graphicFrameMkLst>
            <pc:docMk/>
            <pc:sldMk cId="3653550031" sldId="819"/>
            <ac:graphicFrameMk id="7" creationId="{744E2143-7A13-BD9D-79CC-8CEAA8258A28}"/>
          </ac:graphicFrameMkLst>
        </pc:graphicFrameChg>
        <pc:picChg chg="add del mod">
          <ac:chgData name="Zonghua Gu" userId="9a7e1853e1951ef5" providerId="LiveId" clId="{CF1FAA12-072C-4ED5-BA76-0FFFAEFDB88A}" dt="2025-10-21T23:43:43.202" v="3684" actId="478"/>
          <ac:picMkLst>
            <pc:docMk/>
            <pc:sldMk cId="3653550031" sldId="819"/>
            <ac:picMk id="9" creationId="{B7A81C1E-9DA2-159C-A6C4-E613E128BF5E}"/>
          </ac:picMkLst>
        </pc:picChg>
        <pc:picChg chg="add del mod">
          <ac:chgData name="Zonghua Gu" userId="9a7e1853e1951ef5" providerId="LiveId" clId="{CF1FAA12-072C-4ED5-BA76-0FFFAEFDB88A}" dt="2025-10-21T23:43:41.468" v="3682" actId="478"/>
          <ac:picMkLst>
            <pc:docMk/>
            <pc:sldMk cId="3653550031" sldId="819"/>
            <ac:picMk id="11" creationId="{E0A0BAC8-10EF-4DCA-78AA-51558855D03D}"/>
          </ac:picMkLst>
        </pc:picChg>
        <pc:picChg chg="add del mod">
          <ac:chgData name="Zonghua Gu" userId="9a7e1853e1951ef5" providerId="LiveId" clId="{CF1FAA12-072C-4ED5-BA76-0FFFAEFDB88A}" dt="2025-10-22T00:03:32.447" v="3948" actId="478"/>
          <ac:picMkLst>
            <pc:docMk/>
            <pc:sldMk cId="3653550031" sldId="819"/>
            <ac:picMk id="15" creationId="{6301AA68-0EEC-5B3A-BD9C-E581E69F6978}"/>
          </ac:picMkLst>
        </pc:picChg>
        <pc:picChg chg="add del mod">
          <ac:chgData name="Zonghua Gu" userId="9a7e1853e1951ef5" providerId="LiveId" clId="{CF1FAA12-072C-4ED5-BA76-0FFFAEFDB88A}" dt="2025-10-22T00:13:09.946" v="3962" actId="478"/>
          <ac:picMkLst>
            <pc:docMk/>
            <pc:sldMk cId="3653550031" sldId="819"/>
            <ac:picMk id="17" creationId="{CB553775-06AD-B2DD-E814-CD3699CC979E}"/>
          </ac:picMkLst>
        </pc:picChg>
        <pc:picChg chg="add del mod">
          <ac:chgData name="Zonghua Gu" userId="9a7e1853e1951ef5" providerId="LiveId" clId="{CF1FAA12-072C-4ED5-BA76-0FFFAEFDB88A}" dt="2025-10-22T00:41:11.253" v="4185" actId="478"/>
          <ac:picMkLst>
            <pc:docMk/>
            <pc:sldMk cId="3653550031" sldId="819"/>
            <ac:picMk id="19" creationId="{827EE029-E925-C0F8-283D-EE5EFECEDB83}"/>
          </ac:picMkLst>
        </pc:picChg>
        <pc:picChg chg="add del">
          <ac:chgData name="Zonghua Gu" userId="9a7e1853e1951ef5" providerId="LiveId" clId="{CF1FAA12-072C-4ED5-BA76-0FFFAEFDB88A}" dt="2025-10-22T00:42:05.745" v="4188" actId="478"/>
          <ac:picMkLst>
            <pc:docMk/>
            <pc:sldMk cId="3653550031" sldId="819"/>
            <ac:picMk id="21" creationId="{E225A38F-703A-7096-3943-B0593F0E2F61}"/>
          </ac:picMkLst>
        </pc:picChg>
        <pc:picChg chg="add del mod">
          <ac:chgData name="Zonghua Gu" userId="9a7e1853e1951ef5" providerId="LiveId" clId="{CF1FAA12-072C-4ED5-BA76-0FFFAEFDB88A}" dt="2025-10-22T00:55:47.841" v="4329" actId="478"/>
          <ac:picMkLst>
            <pc:docMk/>
            <pc:sldMk cId="3653550031" sldId="819"/>
            <ac:picMk id="23" creationId="{918F0FD2-3EF3-B9B4-9822-DEAC5B387B8D}"/>
          </ac:picMkLst>
        </pc:picChg>
      </pc:sldChg>
      <pc:sldChg chg="addSp delSp modSp new mod ord">
        <pc:chgData name="Zonghua Gu" userId="9a7e1853e1951ef5" providerId="LiveId" clId="{CF1FAA12-072C-4ED5-BA76-0FFFAEFDB88A}" dt="2025-10-22T01:28:19.279" v="4658" actId="478"/>
        <pc:sldMkLst>
          <pc:docMk/>
          <pc:sldMk cId="606520013" sldId="820"/>
        </pc:sldMkLst>
        <pc:spChg chg="del">
          <ac:chgData name="Zonghua Gu" userId="9a7e1853e1951ef5" providerId="LiveId" clId="{CF1FAA12-072C-4ED5-BA76-0FFFAEFDB88A}" dt="2025-10-22T01:28:18.349" v="4657" actId="478"/>
          <ac:spMkLst>
            <pc:docMk/>
            <pc:sldMk cId="606520013" sldId="820"/>
            <ac:spMk id="2" creationId="{BD71EDE7-580A-D7EC-1F9A-0ADA4EBCA7FD}"/>
          </ac:spMkLst>
        </pc:spChg>
        <pc:spChg chg="del">
          <ac:chgData name="Zonghua Gu" userId="9a7e1853e1951ef5" providerId="LiveId" clId="{CF1FAA12-072C-4ED5-BA76-0FFFAEFDB88A}" dt="2025-10-22T01:28:19.279" v="4658" actId="478"/>
          <ac:spMkLst>
            <pc:docMk/>
            <pc:sldMk cId="606520013" sldId="820"/>
            <ac:spMk id="4" creationId="{3993DB85-14D3-DCA0-8DAE-156878EE97F2}"/>
          </ac:spMkLst>
        </pc:spChg>
        <pc:spChg chg="add del mod">
          <ac:chgData name="Zonghua Gu" userId="9a7e1853e1951ef5" providerId="LiveId" clId="{CF1FAA12-072C-4ED5-BA76-0FFFAEFDB88A}" dt="2025-10-21T23:30:00.128" v="3643" actId="404"/>
          <ac:spMkLst>
            <pc:docMk/>
            <pc:sldMk cId="606520013" sldId="820"/>
            <ac:spMk id="5" creationId="{32A79334-25D3-6F34-8E60-D781DF9B18E9}"/>
          </ac:spMkLst>
        </pc:spChg>
        <pc:picChg chg="add del">
          <ac:chgData name="Zonghua Gu" userId="9a7e1853e1951ef5" providerId="LiveId" clId="{CF1FAA12-072C-4ED5-BA76-0FFFAEFDB88A}" dt="2025-10-22T01:28:12.149" v="4654" actId="478"/>
          <ac:picMkLst>
            <pc:docMk/>
            <pc:sldMk cId="606520013" sldId="820"/>
            <ac:picMk id="6" creationId="{DBA7E6FD-31CB-BF98-56D2-635FB4217B9E}"/>
          </ac:picMkLst>
        </pc:picChg>
        <pc:picChg chg="add ord">
          <ac:chgData name="Zonghua Gu" userId="9a7e1853e1951ef5" providerId="LiveId" clId="{CF1FAA12-072C-4ED5-BA76-0FFFAEFDB88A}" dt="2025-10-22T01:28:15.499" v="4656" actId="167"/>
          <ac:picMkLst>
            <pc:docMk/>
            <pc:sldMk cId="606520013" sldId="820"/>
            <ac:picMk id="8" creationId="{05CC5A91-7318-5266-2B36-68F3E5DFBE3F}"/>
          </ac:picMkLst>
        </pc:picChg>
      </pc:sldChg>
      <pc:sldChg chg="modSp add del mod">
        <pc:chgData name="Zonghua Gu" userId="9a7e1853e1951ef5" providerId="LiveId" clId="{CF1FAA12-072C-4ED5-BA76-0FFFAEFDB88A}" dt="2025-10-21T23:16:56.406" v="3507" actId="47"/>
        <pc:sldMkLst>
          <pc:docMk/>
          <pc:sldMk cId="264931008" sldId="821"/>
        </pc:sldMkLst>
        <pc:spChg chg="mod">
          <ac:chgData name="Zonghua Gu" userId="9a7e1853e1951ef5" providerId="LiveId" clId="{CF1FAA12-072C-4ED5-BA76-0FFFAEFDB88A}" dt="2025-10-21T22:50:37.603" v="3255" actId="20577"/>
          <ac:spMkLst>
            <pc:docMk/>
            <pc:sldMk cId="264931008" sldId="821"/>
            <ac:spMk id="2" creationId="{F8083EAB-FFC3-F4EA-09D5-AF2B72986DBE}"/>
          </ac:spMkLst>
        </pc:spChg>
        <pc:spChg chg="mod">
          <ac:chgData name="Zonghua Gu" userId="9a7e1853e1951ef5" providerId="LiveId" clId="{CF1FAA12-072C-4ED5-BA76-0FFFAEFDB88A}" dt="2025-10-21T22:59:35.906" v="3483" actId="20577"/>
          <ac:spMkLst>
            <pc:docMk/>
            <pc:sldMk cId="264931008" sldId="821"/>
            <ac:spMk id="10" creationId="{9998843F-85FA-42AA-56E1-7931DB6DC6DF}"/>
          </ac:spMkLst>
        </pc:spChg>
        <pc:spChg chg="mod">
          <ac:chgData name="Zonghua Gu" userId="9a7e1853e1951ef5" providerId="LiveId" clId="{CF1FAA12-072C-4ED5-BA76-0FFFAEFDB88A}" dt="2025-10-21T23:02:34.868" v="3506" actId="20577"/>
          <ac:spMkLst>
            <pc:docMk/>
            <pc:sldMk cId="264931008" sldId="821"/>
            <ac:spMk id="11" creationId="{0B1A91FE-A044-D5A1-3340-EFF3676534C4}"/>
          </ac:spMkLst>
        </pc:spChg>
        <pc:graphicFrameChg chg="modGraphic">
          <ac:chgData name="Zonghua Gu" userId="9a7e1853e1951ef5" providerId="LiveId" clId="{CF1FAA12-072C-4ED5-BA76-0FFFAEFDB88A}" dt="2025-10-21T23:01:40.279" v="3485" actId="207"/>
          <ac:graphicFrameMkLst>
            <pc:docMk/>
            <pc:sldMk cId="264931008" sldId="821"/>
            <ac:graphicFrameMk id="7" creationId="{7030E39E-B193-3BBF-A4A9-1873E89A8E66}"/>
          </ac:graphicFrameMkLst>
        </pc:graphicFrameChg>
        <pc:graphicFrameChg chg="mod modGraphic">
          <ac:chgData name="Zonghua Gu" userId="9a7e1853e1951ef5" providerId="LiveId" clId="{CF1FAA12-072C-4ED5-BA76-0FFFAEFDB88A}" dt="2025-10-21T22:56:06.662" v="3329" actId="207"/>
          <ac:graphicFrameMkLst>
            <pc:docMk/>
            <pc:sldMk cId="264931008" sldId="821"/>
            <ac:graphicFrameMk id="8" creationId="{5C49654E-F929-61E6-C5C2-006A4E800316}"/>
          </ac:graphicFrameMkLst>
        </pc:graphicFrameChg>
      </pc:sldChg>
      <pc:sldChg chg="addSp delSp modSp new del mod">
        <pc:chgData name="Zonghua Gu" userId="9a7e1853e1951ef5" providerId="LiveId" clId="{CF1FAA12-072C-4ED5-BA76-0FFFAEFDB88A}" dt="2025-10-21T23:29:51.761" v="3642" actId="47"/>
        <pc:sldMkLst>
          <pc:docMk/>
          <pc:sldMk cId="1213710140" sldId="821"/>
        </pc:sldMkLst>
        <pc:spChg chg="del mod">
          <ac:chgData name="Zonghua Gu" userId="9a7e1853e1951ef5" providerId="LiveId" clId="{CF1FAA12-072C-4ED5-BA76-0FFFAEFDB88A}" dt="2025-10-21T23:28:54.605" v="3601" actId="478"/>
          <ac:spMkLst>
            <pc:docMk/>
            <pc:sldMk cId="1213710140" sldId="821"/>
            <ac:spMk id="2" creationId="{2DCAAD60-24CA-3845-810F-D025F0B9843E}"/>
          </ac:spMkLst>
        </pc:spChg>
        <pc:spChg chg="add mod">
          <ac:chgData name="Zonghua Gu" userId="9a7e1853e1951ef5" providerId="LiveId" clId="{CF1FAA12-072C-4ED5-BA76-0FFFAEFDB88A}" dt="2025-10-21T23:28:39.609" v="3597"/>
          <ac:spMkLst>
            <pc:docMk/>
            <pc:sldMk cId="1213710140" sldId="821"/>
            <ac:spMk id="5" creationId="{89702899-F022-872A-9634-4218E5DF64C7}"/>
          </ac:spMkLst>
        </pc:spChg>
        <pc:spChg chg="add del mod">
          <ac:chgData name="Zonghua Gu" userId="9a7e1853e1951ef5" providerId="LiveId" clId="{CF1FAA12-072C-4ED5-BA76-0FFFAEFDB88A}" dt="2025-10-21T23:28:56.937" v="3604" actId="478"/>
          <ac:spMkLst>
            <pc:docMk/>
            <pc:sldMk cId="1213710140" sldId="821"/>
            <ac:spMk id="7" creationId="{A29CF462-FF04-DE35-9BC0-394985D86E04}"/>
          </ac:spMkLst>
        </pc:spChg>
        <pc:spChg chg="add mod">
          <ac:chgData name="Zonghua Gu" userId="9a7e1853e1951ef5" providerId="LiveId" clId="{CF1FAA12-072C-4ED5-BA76-0FFFAEFDB88A}" dt="2025-10-21T23:28:55.516" v="3603"/>
          <ac:spMkLst>
            <pc:docMk/>
            <pc:sldMk cId="1213710140" sldId="821"/>
            <ac:spMk id="8" creationId="{9E09E155-AB6D-3495-57A6-E35E28998DDD}"/>
          </ac:spMkLst>
        </pc:spChg>
        <pc:spChg chg="add mod">
          <ac:chgData name="Zonghua Gu" userId="9a7e1853e1951ef5" providerId="LiveId" clId="{CF1FAA12-072C-4ED5-BA76-0FFFAEFDB88A}" dt="2025-10-21T23:28:57.132" v="3605"/>
          <ac:spMkLst>
            <pc:docMk/>
            <pc:sldMk cId="1213710140" sldId="821"/>
            <ac:spMk id="9" creationId="{DD002108-ACD9-A585-5DE5-90E90F1F38A7}"/>
          </ac:spMkLst>
        </pc:spChg>
      </pc:sldChg>
      <pc:sldChg chg="new del">
        <pc:chgData name="Zonghua Gu" userId="9a7e1853e1951ef5" providerId="LiveId" clId="{CF1FAA12-072C-4ED5-BA76-0FFFAEFDB88A}" dt="2025-10-21T22:50:29.190" v="3246" actId="680"/>
        <pc:sldMkLst>
          <pc:docMk/>
          <pc:sldMk cId="1378059341" sldId="821"/>
        </pc:sldMkLst>
      </pc:sldChg>
      <pc:sldChg chg="addSp delSp modSp new mod modNotesTx">
        <pc:chgData name="Zonghua Gu" userId="9a7e1853e1951ef5" providerId="LiveId" clId="{CF1FAA12-072C-4ED5-BA76-0FFFAEFDB88A}" dt="2025-10-22T01:35:37.903" v="4879" actId="20577"/>
        <pc:sldMkLst>
          <pc:docMk/>
          <pc:sldMk cId="2270848448" sldId="821"/>
        </pc:sldMkLst>
        <pc:spChg chg="del mod">
          <ac:chgData name="Zonghua Gu" userId="9a7e1853e1951ef5" providerId="LiveId" clId="{CF1FAA12-072C-4ED5-BA76-0FFFAEFDB88A}" dt="2025-10-22T00:36:57.804" v="4120" actId="478"/>
          <ac:spMkLst>
            <pc:docMk/>
            <pc:sldMk cId="2270848448" sldId="821"/>
            <ac:spMk id="2" creationId="{DDD3CE1C-ED9A-AC1A-9706-EDD008F0CFA3}"/>
          </ac:spMkLst>
        </pc:spChg>
        <pc:spChg chg="mod">
          <ac:chgData name="Zonghua Gu" userId="9a7e1853e1951ef5" providerId="LiveId" clId="{CF1FAA12-072C-4ED5-BA76-0FFFAEFDB88A}" dt="2025-10-22T00:37:29.537" v="4129" actId="207"/>
          <ac:spMkLst>
            <pc:docMk/>
            <pc:sldMk cId="2270848448" sldId="821"/>
            <ac:spMk id="4" creationId="{53110734-57D2-2BF2-C541-48EEFD793D20}"/>
          </ac:spMkLst>
        </pc:spChg>
        <pc:spChg chg="add del mod">
          <ac:chgData name="Zonghua Gu" userId="9a7e1853e1951ef5" providerId="LiveId" clId="{CF1FAA12-072C-4ED5-BA76-0FFFAEFDB88A}" dt="2025-10-22T00:37:00.773" v="4121" actId="478"/>
          <ac:spMkLst>
            <pc:docMk/>
            <pc:sldMk cId="2270848448" sldId="821"/>
            <ac:spMk id="10" creationId="{E3BBBAAD-10E3-1C32-82DB-8AE62AAF4FC5}"/>
          </ac:spMkLst>
        </pc:spChg>
        <pc:graphicFrameChg chg="add mod modGraphic">
          <ac:chgData name="Zonghua Gu" userId="9a7e1853e1951ef5" providerId="LiveId" clId="{CF1FAA12-072C-4ED5-BA76-0FFFAEFDB88A}" dt="2025-10-22T01:35:37.903" v="4879" actId="20577"/>
          <ac:graphicFrameMkLst>
            <pc:docMk/>
            <pc:sldMk cId="2270848448" sldId="821"/>
            <ac:graphicFrameMk id="5" creationId="{AC30E1FB-AD9F-F830-145F-E37C379A0532}"/>
          </ac:graphicFrameMkLst>
        </pc:graphicFrameChg>
        <pc:graphicFrameChg chg="add mod">
          <ac:chgData name="Zonghua Gu" userId="9a7e1853e1951ef5" providerId="LiveId" clId="{CF1FAA12-072C-4ED5-BA76-0FFFAEFDB88A}" dt="2025-10-22T00:36:37.626" v="4118" actId="1036"/>
          <ac:graphicFrameMkLst>
            <pc:docMk/>
            <pc:sldMk cId="2270848448" sldId="821"/>
            <ac:graphicFrameMk id="6" creationId="{D224D27B-3F94-7C6B-E7AD-4D1E028E1241}"/>
          </ac:graphicFrameMkLst>
        </pc:graphicFrameChg>
        <pc:picChg chg="add del mod">
          <ac:chgData name="Zonghua Gu" userId="9a7e1853e1951ef5" providerId="LiveId" clId="{CF1FAA12-072C-4ED5-BA76-0FFFAEFDB88A}" dt="2025-10-22T00:36:17.365" v="4112" actId="478"/>
          <ac:picMkLst>
            <pc:docMk/>
            <pc:sldMk cId="2270848448" sldId="821"/>
            <ac:picMk id="8" creationId="{0476480D-700B-CE97-2DCA-ECB3461885FC}"/>
          </ac:picMkLst>
        </pc:picChg>
        <pc:picChg chg="add del mod">
          <ac:chgData name="Zonghua Gu" userId="9a7e1853e1951ef5" providerId="LiveId" clId="{CF1FAA12-072C-4ED5-BA76-0FFFAEFDB88A}" dt="2025-10-22T00:38:40.828" v="4132" actId="478"/>
          <ac:picMkLst>
            <pc:docMk/>
            <pc:sldMk cId="2270848448" sldId="821"/>
            <ac:picMk id="12" creationId="{F3F8ECEE-5307-61BA-51C8-85CFB6F2A29A}"/>
          </ac:picMkLst>
        </pc:picChg>
      </pc:sldChg>
      <pc:sldChg chg="modSp new del mod">
        <pc:chgData name="Zonghua Gu" userId="9a7e1853e1951ef5" providerId="LiveId" clId="{CF1FAA12-072C-4ED5-BA76-0FFFAEFDB88A}" dt="2025-10-22T00:58:58.172" v="4330" actId="47"/>
        <pc:sldMkLst>
          <pc:docMk/>
          <pc:sldMk cId="619272312" sldId="822"/>
        </pc:sldMkLst>
        <pc:spChg chg="mod">
          <ac:chgData name="Zonghua Gu" userId="9a7e1853e1951ef5" providerId="LiveId" clId="{CF1FAA12-072C-4ED5-BA76-0FFFAEFDB88A}" dt="2025-10-22T00:29:40.529" v="4065" actId="27636"/>
          <ac:spMkLst>
            <pc:docMk/>
            <pc:sldMk cId="619272312" sldId="822"/>
            <ac:spMk id="4" creationId="{49B47C35-C1C8-8BDF-B4B8-1A999EEC4CDA}"/>
          </ac:spMkLst>
        </pc:spChg>
      </pc:sldChg>
      <pc:sldChg chg="addSp modSp new mod">
        <pc:chgData name="Zonghua Gu" userId="9a7e1853e1951ef5" providerId="LiveId" clId="{CF1FAA12-072C-4ED5-BA76-0FFFAEFDB88A}" dt="2025-10-22T01:36:24.547" v="4881"/>
        <pc:sldMkLst>
          <pc:docMk/>
          <pc:sldMk cId="357148919" sldId="823"/>
        </pc:sldMkLst>
        <pc:spChg chg="mod">
          <ac:chgData name="Zonghua Gu" userId="9a7e1853e1951ef5" providerId="LiveId" clId="{CF1FAA12-072C-4ED5-BA76-0FFFAEFDB88A}" dt="2025-10-22T00:39:04.918" v="4152" actId="20577"/>
          <ac:spMkLst>
            <pc:docMk/>
            <pc:sldMk cId="357148919" sldId="823"/>
            <ac:spMk id="2" creationId="{B6A01A4E-B48D-1DBD-A8D9-2E7B56DAED3E}"/>
          </ac:spMkLst>
        </pc:spChg>
        <pc:spChg chg="mod">
          <ac:chgData name="Zonghua Gu" userId="9a7e1853e1951ef5" providerId="LiveId" clId="{CF1FAA12-072C-4ED5-BA76-0FFFAEFDB88A}" dt="2025-10-22T00:40:12.300" v="4178" actId="20577"/>
          <ac:spMkLst>
            <pc:docMk/>
            <pc:sldMk cId="357148919" sldId="823"/>
            <ac:spMk id="4" creationId="{92D7924B-1264-801F-B527-B071DE30B0D5}"/>
          </ac:spMkLst>
        </pc:spChg>
        <pc:spChg chg="add mod">
          <ac:chgData name="Zonghua Gu" userId="9a7e1853e1951ef5" providerId="LiveId" clId="{CF1FAA12-072C-4ED5-BA76-0FFFAEFDB88A}" dt="2025-10-22T00:38:57.480" v="4136"/>
          <ac:spMkLst>
            <pc:docMk/>
            <pc:sldMk cId="357148919" sldId="823"/>
            <ac:spMk id="5" creationId="{7271186D-05AA-4376-BD30-2CA45FBDA190}"/>
          </ac:spMkLst>
        </pc:spChg>
        <pc:graphicFrameChg chg="add mod">
          <ac:chgData name="Zonghua Gu" userId="9a7e1853e1951ef5" providerId="LiveId" clId="{CF1FAA12-072C-4ED5-BA76-0FFFAEFDB88A}" dt="2025-10-22T01:36:24.547" v="4881"/>
          <ac:graphicFrameMkLst>
            <pc:docMk/>
            <pc:sldMk cId="357148919" sldId="823"/>
            <ac:graphicFrameMk id="6" creationId="{7E4F03E2-3309-3F5B-7C2A-81D445DA8BA6}"/>
          </ac:graphicFrameMkLst>
        </pc:graphicFrameChg>
        <pc:graphicFrameChg chg="add mod">
          <ac:chgData name="Zonghua Gu" userId="9a7e1853e1951ef5" providerId="LiveId" clId="{CF1FAA12-072C-4ED5-BA76-0FFFAEFDB88A}" dt="2025-10-22T00:38:57.480" v="4136"/>
          <ac:graphicFrameMkLst>
            <pc:docMk/>
            <pc:sldMk cId="357148919" sldId="823"/>
            <ac:graphicFrameMk id="7" creationId="{F05BFDFB-FCA9-9356-1E8B-8D31B2E6CEF7}"/>
          </ac:graphicFrameMkLst>
        </pc:graphicFrameChg>
      </pc:sldChg>
      <pc:sldChg chg="addSp delSp modSp new mod">
        <pc:chgData name="Zonghua Gu" userId="9a7e1853e1951ef5" providerId="LiveId" clId="{CF1FAA12-072C-4ED5-BA76-0FFFAEFDB88A}" dt="2025-10-22T01:41:16.479" v="5064" actId="20577"/>
        <pc:sldMkLst>
          <pc:docMk/>
          <pc:sldMk cId="1902584283" sldId="824"/>
        </pc:sldMkLst>
        <pc:spChg chg="mod">
          <ac:chgData name="Zonghua Gu" userId="9a7e1853e1951ef5" providerId="LiveId" clId="{CF1FAA12-072C-4ED5-BA76-0FFFAEFDB88A}" dt="2025-10-22T01:32:49.013" v="4808" actId="20577"/>
          <ac:spMkLst>
            <pc:docMk/>
            <pc:sldMk cId="1902584283" sldId="824"/>
            <ac:spMk id="2" creationId="{BDA40FCB-D54C-D82C-3682-2EDAFE1522C2}"/>
          </ac:spMkLst>
        </pc:spChg>
        <pc:spChg chg="mod">
          <ac:chgData name="Zonghua Gu" userId="9a7e1853e1951ef5" providerId="LiveId" clId="{CF1FAA12-072C-4ED5-BA76-0FFFAEFDB88A}" dt="2025-10-22T01:41:16.479" v="5064" actId="20577"/>
          <ac:spMkLst>
            <pc:docMk/>
            <pc:sldMk cId="1902584283" sldId="824"/>
            <ac:spMk id="4" creationId="{57BCF497-35C8-0714-FEEA-1350E6ED5D96}"/>
          </ac:spMkLst>
        </pc:spChg>
        <pc:spChg chg="add mod">
          <ac:chgData name="Zonghua Gu" userId="9a7e1853e1951ef5" providerId="LiveId" clId="{CF1FAA12-072C-4ED5-BA76-0FFFAEFDB88A}" dt="2025-10-22T01:18:00.154" v="4334"/>
          <ac:spMkLst>
            <pc:docMk/>
            <pc:sldMk cId="1902584283" sldId="824"/>
            <ac:spMk id="5" creationId="{58C3480D-C74D-EA1C-E341-5549A62A9CE4}"/>
          </ac:spMkLst>
        </pc:spChg>
        <pc:spChg chg="add mod">
          <ac:chgData name="Zonghua Gu" userId="9a7e1853e1951ef5" providerId="LiveId" clId="{CF1FAA12-072C-4ED5-BA76-0FFFAEFDB88A}" dt="2025-10-22T01:18:00.154" v="4334"/>
          <ac:spMkLst>
            <pc:docMk/>
            <pc:sldMk cId="1902584283" sldId="824"/>
            <ac:spMk id="6" creationId="{23B67C02-1D81-0D7F-AB7B-00142E1D4042}"/>
          </ac:spMkLst>
        </pc:spChg>
        <pc:spChg chg="add mod ord">
          <ac:chgData name="Zonghua Gu" userId="9a7e1853e1951ef5" providerId="LiveId" clId="{CF1FAA12-072C-4ED5-BA76-0FFFAEFDB88A}" dt="2025-10-22T01:32:39.206" v="4795" actId="167"/>
          <ac:spMkLst>
            <pc:docMk/>
            <pc:sldMk cId="1902584283" sldId="824"/>
            <ac:spMk id="9" creationId="{3835B942-ADBC-4C62-98E9-1A40633804F6}"/>
          </ac:spMkLst>
        </pc:spChg>
        <pc:spChg chg="add del mod">
          <ac:chgData name="Zonghua Gu" userId="9a7e1853e1951ef5" providerId="LiveId" clId="{CF1FAA12-072C-4ED5-BA76-0FFFAEFDB88A}" dt="2025-10-22T01:26:42.137" v="4640" actId="22"/>
          <ac:spMkLst>
            <pc:docMk/>
            <pc:sldMk cId="1902584283" sldId="824"/>
            <ac:spMk id="11" creationId="{4D36ACA5-0BF3-706A-F887-4FA1BF2A998C}"/>
          </ac:spMkLst>
        </pc:spChg>
        <pc:spChg chg="add mod">
          <ac:chgData name="Zonghua Gu" userId="9a7e1853e1951ef5" providerId="LiveId" clId="{CF1FAA12-072C-4ED5-BA76-0FFFAEFDB88A}" dt="2025-10-22T01:33:00.227" v="4809" actId="553"/>
          <ac:spMkLst>
            <pc:docMk/>
            <pc:sldMk cId="1902584283" sldId="824"/>
            <ac:spMk id="12" creationId="{9392F158-CDA9-52E5-97A3-8A9E24704B5D}"/>
          </ac:spMkLst>
        </pc:spChg>
        <pc:spChg chg="add mod">
          <ac:chgData name="Zonghua Gu" userId="9a7e1853e1951ef5" providerId="LiveId" clId="{CF1FAA12-072C-4ED5-BA76-0FFFAEFDB88A}" dt="2025-10-22T01:33:00.227" v="4809" actId="553"/>
          <ac:spMkLst>
            <pc:docMk/>
            <pc:sldMk cId="1902584283" sldId="824"/>
            <ac:spMk id="13" creationId="{4821AA2C-AE9A-E5E1-13BF-BD21613C1256}"/>
          </ac:spMkLst>
        </pc:spChg>
        <pc:spChg chg="add mod">
          <ac:chgData name="Zonghua Gu" userId="9a7e1853e1951ef5" providerId="LiveId" clId="{CF1FAA12-072C-4ED5-BA76-0FFFAEFDB88A}" dt="2025-10-22T01:33:00.227" v="4809" actId="553"/>
          <ac:spMkLst>
            <pc:docMk/>
            <pc:sldMk cId="1902584283" sldId="824"/>
            <ac:spMk id="14" creationId="{EA159E56-53CA-B7CC-AD90-7DD4547F2129}"/>
          </ac:spMkLst>
        </pc:spChg>
        <pc:graphicFrameChg chg="add mod">
          <ac:chgData name="Zonghua Gu" userId="9a7e1853e1951ef5" providerId="LiveId" clId="{CF1FAA12-072C-4ED5-BA76-0FFFAEFDB88A}" dt="2025-10-22T01:36:27.268" v="4882"/>
          <ac:graphicFrameMkLst>
            <pc:docMk/>
            <pc:sldMk cId="1902584283" sldId="824"/>
            <ac:graphicFrameMk id="7" creationId="{6FFFED02-5A98-7BA0-6E1F-FFE53EB36F8B}"/>
          </ac:graphicFrameMkLst>
        </pc:graphicFrameChg>
        <pc:graphicFrameChg chg="add mod">
          <ac:chgData name="Zonghua Gu" userId="9a7e1853e1951ef5" providerId="LiveId" clId="{CF1FAA12-072C-4ED5-BA76-0FFFAEFDB88A}" dt="2025-10-22T01:18:00.154" v="4334"/>
          <ac:graphicFrameMkLst>
            <pc:docMk/>
            <pc:sldMk cId="1902584283" sldId="824"/>
            <ac:graphicFrameMk id="8" creationId="{2B85D733-7206-4E27-9FF6-DD90689D85DA}"/>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14</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3294938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a:t>
            </a:r>
            <a:r>
              <a:rPr lang="en-US"/>
              <a:t>0x4523.</a:t>
            </a:r>
            <a:endParaRPr lang="en-US" dirty="0"/>
          </a:p>
        </p:txBody>
      </p:sp>
    </p:spTree>
    <p:extLst>
      <p:ext uri="{BB962C8B-B14F-4D97-AF65-F5344CB8AC3E}">
        <p14:creationId xmlns:p14="http://schemas.microsoft.com/office/powerpoint/2010/main" val="2121441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714158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75323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414890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R0  = 0xABCDEFFF     R4  = 0x00000000     R8  = 0x00000000     R12 = 0xAB8D7BCD0  </a:t>
            </a:r>
          </a:p>
          <a:p>
            <a:r>
              <a:rPr lang="pt-BR" dirty="0"/>
              <a:t>R1  = 0x10000010     R5  = 0x00000001     R9  = 0x008B3CD0     R13 = 0x10000200  </a:t>
            </a:r>
          </a:p>
          <a:p>
            <a:r>
              <a:rPr lang="pt-BR" dirty="0"/>
              <a:t>R2  = 0xABCDEFFF     R6  = 0x00000010     R10 = 0xDABCDAD0     R14 = 0x00000260  </a:t>
            </a:r>
          </a:p>
          <a:p>
            <a:r>
              <a:rPr lang="pt-BR" dirty="0"/>
              <a:t>R3  = 0xABCD0000     R7  = 0xABCDEFDF     R11 = 0x00503D0B     R15 = 0x00000250</a:t>
            </a:r>
          </a:p>
          <a:p>
            <a:endParaRPr lang="en-US" dirty="0"/>
          </a:p>
        </p:txBody>
      </p:sp>
    </p:spTree>
    <p:extLst>
      <p:ext uri="{BB962C8B-B14F-4D97-AF65-F5344CB8AC3E}">
        <p14:creationId xmlns:p14="http://schemas.microsoft.com/office/powerpoint/2010/main" val="2412319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program loads two words from memory, calls a max routine to choose the larger into R0, performs bit-masking and byte/bit-reordering operations, computes a rotated-sum, and stores that result back to memory at an 8‑byte offset from the base address R1, under little‑endian layout.</a:t>
            </a:r>
          </a:p>
          <a:p>
            <a:r>
              <a:rPr lang="en-US" b="0" dirty="0"/>
              <a:t>All intermediate register values, NZCV updates, and the final memory bytes at the store address are detailed below step by step.[1]</a:t>
            </a:r>
          </a:p>
          <a:p>
            <a:endParaRPr lang="en-US" b="0" dirty="0"/>
          </a:p>
          <a:p>
            <a:r>
              <a:rPr lang="en-US" b="0" dirty="0"/>
              <a:t>### Setup</a:t>
            </a:r>
          </a:p>
          <a:p>
            <a:r>
              <a:rPr lang="en-US" b="0" dirty="0"/>
              <a:t>- Memory at 0x10000010 contains bytes FF EF CD AB, and at 0x10000014 contains 00 00 CD AB, which, under little‑endian, correspond to words 0xABCDEFFF and 0xABCD0000 respectively.[1]</a:t>
            </a:r>
          </a:p>
          <a:p>
            <a:r>
              <a:rPr lang="en-US" b="0" dirty="0"/>
              <a:t>- The code sequence is the one shown on slide 32, and NZCV flags are reported in N Z C V order exactly as annotated on the slide.[1]</a:t>
            </a:r>
          </a:p>
          <a:p>
            <a:endParaRPr lang="en-US" b="0" dirty="0"/>
          </a:p>
          <a:p>
            <a:r>
              <a:rPr lang="en-US" b="0" dirty="0"/>
              <a:t>### Code listing</a:t>
            </a:r>
          </a:p>
          <a:p>
            <a:r>
              <a:rPr lang="en-US" b="0" dirty="0"/>
              <a:t>```arm</a:t>
            </a:r>
          </a:p>
          <a:p>
            <a:r>
              <a:rPr lang="en-US" b="0" dirty="0"/>
              <a:t>LDR R1, =0x10000010</a:t>
            </a:r>
          </a:p>
          <a:p>
            <a:r>
              <a:rPr lang="en-US" b="0" dirty="0"/>
              <a:t>LDR R2, [R1]</a:t>
            </a:r>
          </a:p>
          <a:p>
            <a:r>
              <a:rPr lang="en-US" b="0" dirty="0"/>
              <a:t>LDR R3, [R1,#4]</a:t>
            </a:r>
          </a:p>
          <a:p>
            <a:r>
              <a:rPr lang="en-US" b="0" dirty="0"/>
              <a:t>BL  max</a:t>
            </a:r>
          </a:p>
          <a:p>
            <a:r>
              <a:rPr lang="en-US" b="0" dirty="0"/>
              <a:t>SUBS R4, R2, R0     @NZCV =</a:t>
            </a:r>
          </a:p>
          <a:p>
            <a:r>
              <a:rPr lang="en-US" b="0" dirty="0"/>
              <a:t>MOVW R5, #1</a:t>
            </a:r>
          </a:p>
          <a:p>
            <a:r>
              <a:rPr lang="en-US" b="0" dirty="0"/>
              <a:t>LSL  R6, R5, #4</a:t>
            </a:r>
          </a:p>
          <a:p>
            <a:r>
              <a:rPr lang="en-US" b="0" dirty="0"/>
              <a:t>BIC  R7, R2, R6</a:t>
            </a:r>
          </a:p>
          <a:p>
            <a:r>
              <a:rPr lang="en-US" b="0" dirty="0"/>
              <a:t>ANDS R8, R7, R6     @NZCV =</a:t>
            </a:r>
          </a:p>
          <a:p>
            <a:r>
              <a:rPr lang="en-US" b="0" dirty="0"/>
              <a:t>ROR  R9, R3, #12</a:t>
            </a:r>
          </a:p>
          <a:p>
            <a:r>
              <a:rPr lang="en-US" b="0" dirty="0"/>
              <a:t>REV  R10, R9</a:t>
            </a:r>
          </a:p>
          <a:p>
            <a:r>
              <a:rPr lang="en-US" b="0" dirty="0"/>
              <a:t>RBIT R11, R10</a:t>
            </a:r>
          </a:p>
          <a:p>
            <a:r>
              <a:rPr lang="en-US" b="0" dirty="0"/>
              <a:t>ADDS R12, R3, R9    @NZCV =</a:t>
            </a:r>
          </a:p>
          <a:p>
            <a:r>
              <a:rPr lang="en-US" b="0" dirty="0"/>
              <a:t>STR  R12, [R1,#8]</a:t>
            </a:r>
          </a:p>
          <a:p>
            <a:r>
              <a:rPr lang="en-US" b="0" dirty="0"/>
              <a:t>```</a:t>
            </a:r>
          </a:p>
          <a:p>
            <a:endParaRPr lang="en-US" b="0" dirty="0"/>
          </a:p>
        </p:txBody>
      </p:sp>
    </p:spTree>
    <p:extLst>
      <p:ext uri="{BB962C8B-B14F-4D97-AF65-F5344CB8AC3E}">
        <p14:creationId xmlns:p14="http://schemas.microsoft.com/office/powerpoint/2010/main" val="35268961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Times New Roman" pitchFamily="18" charset="0"/>
                <a:ea typeface="+mn-ea"/>
                <a:cs typeface="+mn-cs"/>
              </a:rPr>
              <a:t>SP stays 0x10000200, LR holds the return address at 0x00000260 (next instruction after BL at 0x0000025C), and PC is shown at 0x00000250 at the snapshot with later progression omitted in the table.</a:t>
            </a:r>
            <a:endParaRPr lang="en-US" dirty="0"/>
          </a:p>
        </p:txBody>
      </p:sp>
    </p:spTree>
    <p:extLst>
      <p:ext uri="{BB962C8B-B14F-4D97-AF65-F5344CB8AC3E}">
        <p14:creationId xmlns:p14="http://schemas.microsoft.com/office/powerpoint/2010/main" val="4074115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10/21/2025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10/21/2025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10/21/2025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youtube.com/watch?v=XkjC1avu6Ow&amp;list=PLHv6klbVebn0pCLcmCxGVa7ZPx7CB01Rh&amp;index=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 ANS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0x0012</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Byte </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 ANS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 ANS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store: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store: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14</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Data Alignment </a:t>
            </a:r>
            <a:r>
              <a:rPr lang="en-US" altLang="zh-CN" dirty="0"/>
              <a:t>ANS</a:t>
            </a:r>
            <a:endParaRPr lang="en-US" dirty="0"/>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a:t>
            </a:r>
          </a:p>
          <a:p>
            <a:pPr marL="657225" lvl="1" indent="-257175" defTabSz="342900"/>
            <a:r>
              <a:rPr lang="en-US" sz="1600" b="0" dirty="0">
                <a:solidFill>
                  <a:prstClr val="black"/>
                </a:solidFill>
              </a:rPr>
              <a:t>(d) 1cycle</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Memory Cycles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(d) longs: 0</a:t>
            </a:r>
            <a:r>
              <a:rPr lang="en-US" altLang="zh-CN" sz="1800" b="0" dirty="0">
                <a:solidFill>
                  <a:prstClr val="black"/>
                </a:solidFill>
              </a:rPr>
              <a:t>x</a:t>
            </a:r>
            <a:r>
              <a:rPr lang="en-US" sz="1800" b="0" dirty="0">
                <a:solidFill>
                  <a:prstClr val="black"/>
                </a:solidFill>
              </a:rPr>
              <a:t>12345678+8 =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23</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
        <p:nvSpPr>
          <p:cNvPr id="4" name="Horizontal Scroll 14">
            <a:extLst>
              <a:ext uri="{FF2B5EF4-FFF2-40B4-BE49-F238E27FC236}">
                <a16:creationId xmlns:a16="http://schemas.microsoft.com/office/drawing/2014/main" id="{FA6A14B0-92BB-D509-5DE4-9E034654971E}"/>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24</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lvl="1" fontAlgn="auto">
              <a:spcAft>
                <a:spcPts val="0"/>
              </a:spcAft>
            </a:pPr>
            <a:r>
              <a:rPr lang="en-US" b="0" dirty="0"/>
              <a:t>Or LDMIB r3!, {r1, r2,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LDMIB r3!, {r2, r1,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a:p>
            <a:pPr lvl="1" fontAlgn="auto">
              <a:spcAft>
                <a:spcPts val="0"/>
              </a:spcAft>
            </a:pPr>
            <a:r>
              <a:rPr lang="en-US" b="0" dirty="0"/>
              <a:t>Or after LDMIB r3!, {r1, r2,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26</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with big-endian ordering, what value is in R7? How about with little-endian ordering?</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and LDRB R7, [R2, #1]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111946580"/>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3278337131"/>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a:t>
            </a:r>
          </a:p>
          <a:p>
            <a:pPr lvl="1"/>
            <a:r>
              <a:rPr lang="en-US" sz="2000" dirty="0"/>
              <a:t>Big-endian: the word 0x23456789 is laid out in memory as bytes 23 45 67 89 at addresses A, A+1, A+2, A+3 respectively, so LDRSH R7, [R2, #1] reads 0x4567 and sign-extends it to R7 = 0x00004567. (Sign bit is 0 for 0x4567)</a:t>
            </a:r>
          </a:p>
          <a:p>
            <a:pPr lvl="1"/>
            <a:r>
              <a:rPr lang="en-US" sz="2000" dirty="0"/>
              <a:t>Little-endian: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2889823835"/>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1282393997"/>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t>Big-endian: the word 0x23456789 is laid out in memory as bytes 23 45 67 89 at addresses A, A+1, A+2, A+3 respectively, so LDRSH R7, [R2, #2] reads 0x6789 and sign-extends it to R7 = 0x00006789. </a:t>
            </a:r>
          </a:p>
          <a:p>
            <a:pPr lvl="1"/>
            <a:r>
              <a:rPr lang="en-US" dirty="0"/>
              <a:t>Little-endian: 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7328629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700288449"/>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 1</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30</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a:t>
            </a:r>
            <a:r>
              <a:rPr kumimoji="0" lang="pt-BR" sz="2000" b="0" i="0" u="none" strike="noStrike" kern="0" cap="none" spc="0" normalizeH="0" baseline="0" noProof="0">
                <a:ln>
                  <a:noFill/>
                </a:ln>
                <a:solidFill>
                  <a:prstClr val="black"/>
                </a:solidFill>
                <a:effectLst/>
                <a:uLnTx/>
                <a:uFillTx/>
                <a:latin typeface="Consolas" panose="020B0609020204030204" pitchFamily="49" charset="0"/>
                <a:ea typeface="+mn-ea"/>
                <a:cs typeface="Consolas" panose="020B0609020204030204" pitchFamily="49" charset="0"/>
              </a:rPr>
              <a:t>R4, </a:t>
            </a:r>
            <a:r>
              <a:rPr lang="pt-BR" sz="2000" b="0" kern="0">
                <a:solidFill>
                  <a:prstClr val="black"/>
                </a:solidFill>
                <a:latin typeface="Consolas" panose="020B0609020204030204" pitchFamily="49" charset="0"/>
                <a:cs typeface="Consolas" panose="020B0609020204030204" pitchFamily="49" charset="0"/>
              </a:rPr>
              <a:t>[</a:t>
            </a: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R1, #0xC</a:t>
            </a:r>
            <a:r>
              <a:rPr lang="pt-BR" sz="2000" b="0" kern="0" dirty="0">
                <a:solidFill>
                  <a:prstClr val="black"/>
                </a:solidFill>
                <a:latin typeface="Consolas" panose="020B0609020204030204" pitchFamily="49" charset="0"/>
                <a:cs typeface="Consolas" panose="020B0609020204030204" pitchFamily="49" charset="0"/>
              </a:rPr>
              <a:t>]</a:t>
            </a:r>
            <a:endPar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216677" y="1116957"/>
            <a:ext cx="8913875" cy="828683"/>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ordering. (Memory addresses increase from top to bottom, and from left to right in the table.)</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1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2000" b="0" dirty="0"/>
              <a:t>MOVW R0, #0xAFE1, MOVT R0, #0xBADC</a:t>
            </a:r>
          </a:p>
          <a:p>
            <a:pPr fontAlgn="auto">
              <a:spcAft>
                <a:spcPts val="0"/>
              </a:spcAft>
            </a:pPr>
            <a:r>
              <a:rPr lang="en-US" sz="2000" b="0" dirty="0"/>
              <a:t>R0 = 0xBADCAFE1</a:t>
            </a:r>
          </a:p>
          <a:p>
            <a:pPr fontAlgn="auto">
              <a:spcAft>
                <a:spcPts val="0"/>
              </a:spcAft>
            </a:pPr>
            <a:r>
              <a:rPr lang="en-US" sz="2000" b="0" dirty="0"/>
              <a:t>After MOVT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 2</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32</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5305560" cy="3262877"/>
          </a:xfrm>
        </p:spPr>
        <p:txBody>
          <a:bodyPr>
            <a:normAutofit fontScale="92500" lnSpcReduction="20000"/>
          </a:bodyPr>
          <a:lstStyle/>
          <a:p>
            <a:pPr fontAlgn="auto">
              <a:spcAft>
                <a:spcPts val="0"/>
              </a:spcAft>
            </a:pPr>
            <a:r>
              <a:rPr lang="en-US" dirty="0"/>
              <a:t>Show all updates to registers as the assembly code shown below runs, </a:t>
            </a:r>
            <a:r>
              <a:rPr lang="en-US" sz="2800" dirty="0"/>
              <a:t>assuming little-endian ordering.</a:t>
            </a:r>
            <a:r>
              <a:rPr lang="en-US" dirty="0"/>
              <a:t> </a:t>
            </a:r>
            <a:r>
              <a:rPr lang="en-US" sz="2800" dirty="0"/>
              <a:t>(Memory addresses increase from top to bottom, and from left to right in the table.) </a:t>
            </a:r>
            <a:r>
              <a:rPr lang="en-US" dirty="0"/>
              <a:t>Show the NZCV flags next to the instruction if they change. Each instruction is 32 bits. </a:t>
            </a:r>
            <a:r>
              <a:rPr lang="en-US" altLang="zh-CN" dirty="0"/>
              <a:t>Do not update PC after each instruction. </a:t>
            </a:r>
            <a:r>
              <a:rPr lang="en-US" dirty="0"/>
              <a:t>R13 and R15 have initial values shown. </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2472080063"/>
              </p:ext>
            </p:extLst>
          </p:nvPr>
        </p:nvGraphicFramePr>
        <p:xfrm>
          <a:off x="212382" y="4426444"/>
          <a:ext cx="5155440" cy="177800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r>
                        <a:rPr lang="pt-BR" sz="1400" dirty="0"/>
                        <a:t>0x10000200</a:t>
                      </a:r>
                      <a:endParaRPr lang="en-US" sz="1400"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r>
                        <a:rPr kumimoji="0" lang="pt-BR" sz="1400" kern="1200" dirty="0">
                          <a:solidFill>
                            <a:schemeClr val="tx1"/>
                          </a:solidFill>
                          <a:latin typeface="+mn-lt"/>
                          <a:ea typeface="+mn-ea"/>
                          <a:cs typeface="+mn-cs"/>
                        </a:rPr>
                        <a:t>0x00000250</a:t>
                      </a:r>
                      <a:endParaRPr kumimoji="0" lang="en-US" sz="1400" kern="1200" dirty="0">
                        <a:solidFill>
                          <a:schemeClr val="tx1"/>
                        </a:solidFill>
                        <a:latin typeface="+mn-lt"/>
                        <a:ea typeface="+mn-ea"/>
                        <a:cs typeface="+mn-cs"/>
                      </a:endParaRPr>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1596401708"/>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AB1D5E-EA8C-DC0E-3504-787C31C3FF4B}"/>
              </a:ext>
            </a:extLst>
          </p:cNvPr>
          <p:cNvSpPr txBox="1"/>
          <p:nvPr/>
        </p:nvSpPr>
        <p:spPr>
          <a:xfrm>
            <a:off x="5601810" y="58282"/>
            <a:ext cx="3464410" cy="5909310"/>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eaLnBrk="1" fontAlgn="auto" hangingPunct="1">
              <a:spcBef>
                <a:spcPts val="0"/>
              </a:spcBef>
              <a:spcAft>
                <a:spcPts val="0"/>
              </a:spcAf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2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395377" cy="4937760"/>
          </a:xfrm>
        </p:spPr>
        <p:txBody>
          <a:bodyPr/>
          <a:lstStyle/>
          <a:p>
            <a:pPr fontAlgn="auto">
              <a:spcAft>
                <a:spcPts val="0"/>
              </a:spcAft>
            </a:pPr>
            <a:r>
              <a:rPr lang="en-US" dirty="0"/>
              <a:t>Step-by-step execution shown in next slide.</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2194543076"/>
              </p:ext>
            </p:extLst>
          </p:nvPr>
        </p:nvGraphicFramePr>
        <p:xfrm>
          <a:off x="33150" y="4882874"/>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1454189981"/>
              </p:ext>
            </p:extLst>
          </p:nvPr>
        </p:nvGraphicFramePr>
        <p:xfrm>
          <a:off x="457200" y="6413457"/>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D297AFE-3356-FACD-BA7D-CCBAAB591F62}"/>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53110734-57D2-2BF2-C541-48EEFD793D20}"/>
              </a:ext>
            </a:extLst>
          </p:cNvPr>
          <p:cNvSpPr>
            <a:spLocks noGrp="1"/>
          </p:cNvSpPr>
          <p:nvPr>
            <p:ph sz="quarter" idx="1"/>
          </p:nvPr>
        </p:nvSpPr>
        <p:spPr>
          <a:xfrm>
            <a:off x="122921" y="135890"/>
            <a:ext cx="8739696" cy="4937760"/>
          </a:xfrm>
          <a:solidFill>
            <a:schemeClr val="bg1"/>
          </a:solidFill>
        </p:spPr>
        <p:txBody>
          <a:bodyPr>
            <a:normAutofit fontScale="92500" lnSpcReduction="20000"/>
          </a:bodyPr>
          <a:lstStyle/>
          <a:p>
            <a:r>
              <a:rPr lang="en-US" sz="1600" dirty="0"/>
              <a:t>LDR R1, =0x10000010 → R1 = 0x10000010 (literal load of the base address).</a:t>
            </a:r>
          </a:p>
          <a:p>
            <a:r>
              <a:rPr lang="en-US" sz="1600" dirty="0"/>
              <a:t>LDR R2, [R1] → reads bytes FF EF CD AB at 0x10000010..13 and forms R2 = 0xABCDEFFF (little‑endian).</a:t>
            </a:r>
          </a:p>
          <a:p>
            <a:r>
              <a:rPr lang="en-US" sz="1600" dirty="0"/>
              <a:t>LDR R3, [R1,#4] → reads bytes 00 00 CD AB at 0x10000014..17 and forms R3 = 0xABCD0000 (little‑endian).</a:t>
            </a:r>
          </a:p>
          <a:p>
            <a:r>
              <a:rPr lang="en-US" sz="1600" dirty="0"/>
              <a:t>BL max → in max: CMP R2, R3 sets NZCV = 0010 since R2 &gt; R3 (N=0, Z=0, C=1, V=0), path takes first: MOV R0, R2, then BX LR returns with R0 = 0xABCDEFFF.</a:t>
            </a:r>
          </a:p>
          <a:p>
            <a:r>
              <a:rPr lang="en-US" sz="1600" dirty="0"/>
              <a:t>SUBS R4, R2, R0 → R4 = R2 − R0 = 0, NZCV = 0110 (N=0, Z=1, C=1, V=0) because subtracting equal values yields zero with carry set.</a:t>
            </a:r>
          </a:p>
          <a:p>
            <a:r>
              <a:rPr lang="en-US" sz="1600" dirty="0"/>
              <a:t>MOVW R5, #1 → R5 = 0x00000001 (loads 16‑bit immediate into low halfword).</a:t>
            </a:r>
          </a:p>
          <a:p>
            <a:r>
              <a:rPr lang="en-US" sz="1600" dirty="0"/>
              <a:t>LSL R6, R5, #4 → R6 = 0x00000010 (1 shifted left by 4).</a:t>
            </a:r>
          </a:p>
          <a:p>
            <a:r>
              <a:rPr lang="en-US" sz="1600" dirty="0"/>
              <a:t>BIC R7, R2, R6 → R7 = R2 &amp; ~R6 = 0xABCDEFFF &amp; 0xFFFFFFEF = 0xABCDEFEF (clears bit 4).</a:t>
            </a:r>
          </a:p>
          <a:p>
            <a:r>
              <a:rPr lang="en-US" sz="1600" dirty="0"/>
              <a:t>ANDS R8, R7, R6 → R8 = 0xABCDEFEF &amp; 0x10 = 0x00000000 with NZCV = 0110 (zero result with carry preserved).</a:t>
            </a:r>
          </a:p>
          <a:p>
            <a:r>
              <a:rPr lang="en-US" sz="1600" dirty="0"/>
              <a:t>ROR R9, R3, #12 → rotates 0xABCD0000 right by 12 bits to R9 = 0x000ABCD0.</a:t>
            </a:r>
          </a:p>
          <a:p>
            <a:r>
              <a:rPr lang="en-US" sz="1600" dirty="0"/>
              <a:t>REV R10, R9 → byte‑reverse 00 0A BC D0 into D0 BC 0A 00, giving R10 = 0xD0BC0A00.</a:t>
            </a:r>
          </a:p>
          <a:p>
            <a:r>
              <a:rPr lang="en-US" sz="1600" dirty="0"/>
              <a:t>RBIT R11, R10 → bit‑reverse all 32 bits of 0xD0BC0A00, yielding R11 = 0x00503D0B (per architectural bit‑reverse).</a:t>
            </a:r>
          </a:p>
          <a:p>
            <a:r>
              <a:rPr lang="en-US" sz="1600" dirty="0"/>
              <a:t>ADDS R12, R3, R9 → R12 = 0xABCD0000 + 0x000ABCD0 = 0xABD7BCD0 with NZCV = 1000 (negative due to high bit, non‑zero, no carry, no overflow).</a:t>
            </a:r>
          </a:p>
          <a:p>
            <a:r>
              <a:rPr lang="en-US" sz="1600" dirty="0"/>
              <a:t>STR R12, [R1,#8] → stores 0xABD7BCD0 at 0x10000018 as bytes D0 BC D7 AB in little‑endian.</a:t>
            </a:r>
          </a:p>
        </p:txBody>
      </p:sp>
      <p:graphicFrame>
        <p:nvGraphicFramePr>
          <p:cNvPr id="5" name="Table 4">
            <a:extLst>
              <a:ext uri="{FF2B5EF4-FFF2-40B4-BE49-F238E27FC236}">
                <a16:creationId xmlns:a16="http://schemas.microsoft.com/office/drawing/2014/main" id="{AC30E1FB-AD9F-F830-145F-E37C379A0532}"/>
              </a:ext>
            </a:extLst>
          </p:cNvPr>
          <p:cNvGraphicFramePr>
            <a:graphicFrameLocks noGrp="1"/>
          </p:cNvGraphicFramePr>
          <p:nvPr>
            <p:extLst>
              <p:ext uri="{D42A27DB-BD31-4B8C-83A1-F6EECF244321}">
                <p14:modId xmlns:p14="http://schemas.microsoft.com/office/powerpoint/2010/main" val="337987943"/>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6" name="Content Placeholder 6">
            <a:extLst>
              <a:ext uri="{FF2B5EF4-FFF2-40B4-BE49-F238E27FC236}">
                <a16:creationId xmlns:a16="http://schemas.microsoft.com/office/drawing/2014/main" id="{D224D27B-3F94-7C6B-E7AD-4D1E028E1241}"/>
              </a:ext>
            </a:extLst>
          </p:cNvPr>
          <p:cNvGraphicFramePr>
            <a:graphicFrameLocks/>
          </p:cNvGraphicFramePr>
          <p:nvPr>
            <p:extLst>
              <p:ext uri="{D42A27DB-BD31-4B8C-83A1-F6EECF244321}">
                <p14:modId xmlns:p14="http://schemas.microsoft.com/office/powerpoint/2010/main" val="695616032"/>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2270848448"/>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01A4E-B48D-1DBD-A8D9-2E7B56DAED3E}"/>
              </a:ext>
            </a:extLst>
          </p:cNvPr>
          <p:cNvSpPr>
            <a:spLocks noGrp="1"/>
          </p:cNvSpPr>
          <p:nvPr>
            <p:ph type="title"/>
          </p:nvPr>
        </p:nvSpPr>
        <p:spPr/>
        <p:txBody>
          <a:bodyPr/>
          <a:lstStyle/>
          <a:p>
            <a:r>
              <a:rPr lang="en-US" dirty="0"/>
              <a:t>Notes on Flags</a:t>
            </a:r>
          </a:p>
        </p:txBody>
      </p:sp>
      <p:sp>
        <p:nvSpPr>
          <p:cNvPr id="3" name="Slide Number Placeholder 2">
            <a:extLst>
              <a:ext uri="{FF2B5EF4-FFF2-40B4-BE49-F238E27FC236}">
                <a16:creationId xmlns:a16="http://schemas.microsoft.com/office/drawing/2014/main" id="{438B5934-5852-80F9-BC73-C9CB87277DC2}"/>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92D7924B-1264-801F-B527-B071DE30B0D5}"/>
              </a:ext>
            </a:extLst>
          </p:cNvPr>
          <p:cNvSpPr>
            <a:spLocks noGrp="1"/>
          </p:cNvSpPr>
          <p:nvPr>
            <p:ph sz="quarter" idx="1"/>
          </p:nvPr>
        </p:nvSpPr>
        <p:spPr>
          <a:xfrm>
            <a:off x="457200" y="1219199"/>
            <a:ext cx="8229600" cy="3613985"/>
          </a:xfrm>
        </p:spPr>
        <p:txBody>
          <a:bodyPr>
            <a:normAutofit fontScale="85000" lnSpcReduction="20000"/>
          </a:bodyPr>
          <a:lstStyle/>
          <a:p>
            <a:r>
              <a:rPr lang="en-US" dirty="0"/>
              <a:t>CMP R2,R3 → NZCV = 0010 because R2 &gt; R3 in unsigned comparison semantics used by CMP on 32‑bit registers without carry‑in.​</a:t>
            </a:r>
          </a:p>
          <a:p>
            <a:r>
              <a:rPr lang="en-US" dirty="0"/>
              <a:t>SUBS R4,R2,R0 → NZCV = 0110 because the result is zero and subtraction of equal values sets carry and clears negative and overflow.​</a:t>
            </a:r>
          </a:p>
          <a:p>
            <a:r>
              <a:rPr lang="en-US" dirty="0"/>
              <a:t>ANDS R8,R7,R6 → NZCV = 0110 because the logical AND produced zero, and the carry is preserved from SUBS.​</a:t>
            </a:r>
          </a:p>
          <a:p>
            <a:r>
              <a:rPr lang="en-US" dirty="0"/>
              <a:t>ADDS R12,R3,R9 → NZCV = 1000 because the sum has the top bit set (negative in signed sense), is non‑zero, and does not generate carry or overflow for these operands.</a:t>
            </a:r>
          </a:p>
        </p:txBody>
      </p:sp>
      <p:sp>
        <p:nvSpPr>
          <p:cNvPr id="5" name="Slide Number Placeholder 2">
            <a:extLst>
              <a:ext uri="{FF2B5EF4-FFF2-40B4-BE49-F238E27FC236}">
                <a16:creationId xmlns:a16="http://schemas.microsoft.com/office/drawing/2014/main" id="{7271186D-05AA-4376-BD30-2CA45FBDA190}"/>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35</a:t>
            </a:fld>
            <a:endParaRPr lang="en-US"/>
          </a:p>
        </p:txBody>
      </p:sp>
      <p:graphicFrame>
        <p:nvGraphicFramePr>
          <p:cNvPr id="6" name="Table 5">
            <a:extLst>
              <a:ext uri="{FF2B5EF4-FFF2-40B4-BE49-F238E27FC236}">
                <a16:creationId xmlns:a16="http://schemas.microsoft.com/office/drawing/2014/main" id="{7E4F03E2-3309-3F5B-7C2A-81D445DA8BA6}"/>
              </a:ext>
            </a:extLst>
          </p:cNvPr>
          <p:cNvGraphicFramePr>
            <a:graphicFrameLocks noGrp="1"/>
          </p:cNvGraphicFramePr>
          <p:nvPr>
            <p:extLst>
              <p:ext uri="{D42A27DB-BD31-4B8C-83A1-F6EECF244321}">
                <p14:modId xmlns:p14="http://schemas.microsoft.com/office/powerpoint/2010/main" val="2191483490"/>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F05BFDFB-FCA9-9356-1E8B-8D31B2E6CEF7}"/>
              </a:ext>
            </a:extLst>
          </p:cNvPr>
          <p:cNvGraphicFramePr>
            <a:graphicFrameLocks/>
          </p:cNvGraphicFramePr>
          <p:nvPr>
            <p:extLst>
              <p:ext uri="{D42A27DB-BD31-4B8C-83A1-F6EECF244321}">
                <p14:modId xmlns:p14="http://schemas.microsoft.com/office/powerpoint/2010/main" val="2149899251"/>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57148919"/>
      </p:ext>
    </p:extLst>
  </p:cSld>
  <p:clrMapOvr>
    <a:masterClrMapping/>
  </p:clrMapOvr>
  <p:transition>
    <p:pull dir="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835B942-ADBC-4C62-98E9-1A40633804F6}"/>
              </a:ext>
            </a:extLst>
          </p:cNvPr>
          <p:cNvSpPr txBox="1"/>
          <p:nvPr/>
        </p:nvSpPr>
        <p:spPr>
          <a:xfrm>
            <a:off x="6120221" y="152400"/>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BDA40FCB-D54C-D82C-3682-2EDAFE1522C2}"/>
              </a:ext>
            </a:extLst>
          </p:cNvPr>
          <p:cNvSpPr>
            <a:spLocks noGrp="1"/>
          </p:cNvSpPr>
          <p:nvPr>
            <p:ph type="title"/>
          </p:nvPr>
        </p:nvSpPr>
        <p:spPr/>
        <p:txBody>
          <a:bodyPr/>
          <a:lstStyle/>
          <a:p>
            <a:r>
              <a:rPr lang="en-US" dirty="0"/>
              <a:t>R13, R14, R15</a:t>
            </a:r>
          </a:p>
        </p:txBody>
      </p:sp>
      <p:sp>
        <p:nvSpPr>
          <p:cNvPr id="3" name="Slide Number Placeholder 2">
            <a:extLst>
              <a:ext uri="{FF2B5EF4-FFF2-40B4-BE49-F238E27FC236}">
                <a16:creationId xmlns:a16="http://schemas.microsoft.com/office/drawing/2014/main" id="{27A1AFFF-574E-8B5A-40A0-486FB05915AC}"/>
              </a:ext>
            </a:extLst>
          </p:cNvPr>
          <p:cNvSpPr>
            <a:spLocks noGrp="1"/>
          </p:cNvSpPr>
          <p:nvPr>
            <p:ph type="sldNum" sz="quarter" idx="12"/>
          </p:nvPr>
        </p:nvSpPr>
        <p:spPr/>
        <p:txBody>
          <a:bodyPr/>
          <a:lstStyle/>
          <a:p>
            <a:fld id="{AEE14D4A-FE32-40AF-B06D-E9622816B101}" type="slidenum">
              <a:rPr lang="en-US" smtClean="0"/>
              <a:pPr/>
              <a:t>36</a:t>
            </a:fld>
            <a:endParaRPr lang="en-US"/>
          </a:p>
        </p:txBody>
      </p:sp>
      <p:sp>
        <p:nvSpPr>
          <p:cNvPr id="4" name="Content Placeholder 3">
            <a:extLst>
              <a:ext uri="{FF2B5EF4-FFF2-40B4-BE49-F238E27FC236}">
                <a16:creationId xmlns:a16="http://schemas.microsoft.com/office/drawing/2014/main" id="{57BCF497-35C8-0714-FEEA-1350E6ED5D96}"/>
              </a:ext>
            </a:extLst>
          </p:cNvPr>
          <p:cNvSpPr>
            <a:spLocks noGrp="1"/>
          </p:cNvSpPr>
          <p:nvPr>
            <p:ph sz="quarter" idx="1"/>
          </p:nvPr>
        </p:nvSpPr>
        <p:spPr>
          <a:xfrm>
            <a:off x="228600" y="1219199"/>
            <a:ext cx="5835321" cy="3710897"/>
          </a:xfrm>
        </p:spPr>
        <p:txBody>
          <a:bodyPr>
            <a:normAutofit fontScale="70000" lnSpcReduction="20000"/>
          </a:bodyPr>
          <a:lstStyle/>
          <a:p>
            <a:r>
              <a:rPr lang="en-US" dirty="0"/>
              <a:t>R13 is the stack pointer (SP), R14 is the link register (LR), and R15 is the program counter (PC). Table shows </a:t>
            </a:r>
          </a:p>
          <a:p>
            <a:r>
              <a:rPr lang="en-US" dirty="0"/>
              <a:t>R13 (SP): points to the current top of the stack used for pushes, pops, and call frames; here it’s </a:t>
            </a:r>
            <a:r>
              <a:rPr lang="en-US" altLang="zh-CN" dirty="0"/>
              <a:t>initialized to</a:t>
            </a:r>
            <a:r>
              <a:rPr lang="en-US" dirty="0"/>
              <a:t> 0x10000200 and remains the same since there is no stack operation (PUSH, POP).​</a:t>
            </a:r>
          </a:p>
          <a:p>
            <a:r>
              <a:rPr lang="en-US" dirty="0"/>
              <a:t>R15 (PC): Initially, PC = 0x00000250 at the first instruction “LDR R1, =0x10000010”. It gets incremented by 4 after execution of each instruction without branch, hence PC =  0x0000025C at instruction “BL max”. When the program finishes, PC is at the last instruction “loop B loop”, and shown as “omitted” in the table.</a:t>
            </a:r>
          </a:p>
          <a:p>
            <a:r>
              <a:rPr lang="en-US" dirty="0"/>
              <a:t>R14 (LR): holds the return address set by BL (address of the instruction after the branch), which is 0x0000025C + 4 = 0x00000260.</a:t>
            </a:r>
          </a:p>
        </p:txBody>
      </p:sp>
      <p:sp>
        <p:nvSpPr>
          <p:cNvPr id="5" name="Slide Number Placeholder 2">
            <a:extLst>
              <a:ext uri="{FF2B5EF4-FFF2-40B4-BE49-F238E27FC236}">
                <a16:creationId xmlns:a16="http://schemas.microsoft.com/office/drawing/2014/main" id="{58C3480D-C74D-EA1C-E341-5549A62A9CE4}"/>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sp>
        <p:nvSpPr>
          <p:cNvPr id="6" name="Slide Number Placeholder 2">
            <a:extLst>
              <a:ext uri="{FF2B5EF4-FFF2-40B4-BE49-F238E27FC236}">
                <a16:creationId xmlns:a16="http://schemas.microsoft.com/office/drawing/2014/main" id="{23B67C02-1D81-0D7F-AB7B-00142E1D4042}"/>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graphicFrame>
        <p:nvGraphicFramePr>
          <p:cNvPr id="7" name="Table 6">
            <a:extLst>
              <a:ext uri="{FF2B5EF4-FFF2-40B4-BE49-F238E27FC236}">
                <a16:creationId xmlns:a16="http://schemas.microsoft.com/office/drawing/2014/main" id="{6FFFED02-5A98-7BA0-6E1F-FFE53EB36F8B}"/>
              </a:ext>
            </a:extLst>
          </p:cNvPr>
          <p:cNvGraphicFramePr>
            <a:graphicFrameLocks noGrp="1"/>
          </p:cNvGraphicFramePr>
          <p:nvPr>
            <p:extLst>
              <p:ext uri="{D42A27DB-BD31-4B8C-83A1-F6EECF244321}">
                <p14:modId xmlns:p14="http://schemas.microsoft.com/office/powerpoint/2010/main" val="2620328051"/>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2B85D733-7206-4E27-9FF6-DD90689D85DA}"/>
              </a:ext>
            </a:extLst>
          </p:cNvPr>
          <p:cNvGraphicFramePr>
            <a:graphicFrameLocks/>
          </p:cNvGraphicFramePr>
          <p:nvPr>
            <p:extLst>
              <p:ext uri="{D42A27DB-BD31-4B8C-83A1-F6EECF244321}">
                <p14:modId xmlns:p14="http://schemas.microsoft.com/office/powerpoint/2010/main" val="2267930343"/>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
        <p:nvSpPr>
          <p:cNvPr id="12" name="TextBox 11">
            <a:extLst>
              <a:ext uri="{FF2B5EF4-FFF2-40B4-BE49-F238E27FC236}">
                <a16:creationId xmlns:a16="http://schemas.microsoft.com/office/drawing/2014/main" id="{9392F158-CDA9-52E5-97A3-8A9E24704B5D}"/>
              </a:ext>
            </a:extLst>
          </p:cNvPr>
          <p:cNvSpPr txBox="1"/>
          <p:nvPr/>
        </p:nvSpPr>
        <p:spPr>
          <a:xfrm>
            <a:off x="5341924" y="152399"/>
            <a:ext cx="1082348"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0x00000250</a:t>
            </a:r>
            <a:endParaRPr lang="en-US" sz="1200" b="0" dirty="0">
              <a:latin typeface="+mn-lt"/>
            </a:endParaRPr>
          </a:p>
        </p:txBody>
      </p:sp>
      <p:sp>
        <p:nvSpPr>
          <p:cNvPr id="13" name="TextBox 12">
            <a:extLst>
              <a:ext uri="{FF2B5EF4-FFF2-40B4-BE49-F238E27FC236}">
                <a16:creationId xmlns:a16="http://schemas.microsoft.com/office/drawing/2014/main" id="{4821AA2C-AE9A-E5E1-13BF-BD21613C1256}"/>
              </a:ext>
            </a:extLst>
          </p:cNvPr>
          <p:cNvSpPr txBox="1"/>
          <p:nvPr/>
        </p:nvSpPr>
        <p:spPr>
          <a:xfrm>
            <a:off x="5305055" y="740171"/>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0x0000025C</a:t>
            </a:r>
            <a:endParaRPr lang="en-US" sz="1200" b="0" dirty="0">
              <a:latin typeface="+mn-lt"/>
            </a:endParaRPr>
          </a:p>
        </p:txBody>
      </p:sp>
      <p:sp>
        <p:nvSpPr>
          <p:cNvPr id="14" name="TextBox 13">
            <a:extLst>
              <a:ext uri="{FF2B5EF4-FFF2-40B4-BE49-F238E27FC236}">
                <a16:creationId xmlns:a16="http://schemas.microsoft.com/office/drawing/2014/main" id="{EA159E56-53CA-B7CC-AD90-7DD4547F2129}"/>
              </a:ext>
            </a:extLst>
          </p:cNvPr>
          <p:cNvSpPr txBox="1"/>
          <p:nvPr/>
        </p:nvSpPr>
        <p:spPr>
          <a:xfrm>
            <a:off x="5305055" y="1047947"/>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0x00000260</a:t>
            </a:r>
            <a:endParaRPr lang="en-US" sz="1200" b="0" dirty="0">
              <a:latin typeface="+mn-lt"/>
            </a:endParaRPr>
          </a:p>
        </p:txBody>
      </p:sp>
    </p:spTree>
    <p:extLst>
      <p:ext uri="{BB962C8B-B14F-4D97-AF65-F5344CB8AC3E}">
        <p14:creationId xmlns:p14="http://schemas.microsoft.com/office/powerpoint/2010/main" val="1902584283"/>
      </p:ext>
    </p:extLst>
  </p:cSld>
  <p:clrMapOvr>
    <a:masterClrMapping/>
  </p:clrMapOvr>
  <p:transition>
    <p:pull dir="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CC5A91-7318-5266-2B36-68F3E5DFBE3F}"/>
              </a:ext>
            </a:extLst>
          </p:cNvPr>
          <p:cNvPicPr>
            <a:picLocks noChangeAspect="1"/>
          </p:cNvPicPr>
          <p:nvPr/>
        </p:nvPicPr>
        <p:blipFill>
          <a:blip r:embed="rId3"/>
          <a:stretch>
            <a:fillRect/>
          </a:stretch>
        </p:blipFill>
        <p:spPr>
          <a:xfrm>
            <a:off x="1367644" y="0"/>
            <a:ext cx="6408712" cy="6858000"/>
          </a:xfrm>
          <a:prstGeom prst="rect">
            <a:avLst/>
          </a:prstGeom>
        </p:spPr>
      </p:pic>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37</a:t>
            </a:fld>
            <a:endParaRPr lang="en-US"/>
          </a:p>
        </p:txBody>
      </p:sp>
      <p:sp>
        <p:nvSpPr>
          <p:cNvPr id="5" name="TextBox 4">
            <a:extLst>
              <a:ext uri="{FF2B5EF4-FFF2-40B4-BE49-F238E27FC236}">
                <a16:creationId xmlns:a16="http://schemas.microsoft.com/office/drawing/2014/main" id="{32A79334-25D3-6F34-8E60-D781DF9B18E9}"/>
              </a:ext>
            </a:extLst>
          </p:cNvPr>
          <p:cNvSpPr txBox="1"/>
          <p:nvPr/>
        </p:nvSpPr>
        <p:spPr>
          <a:xfrm>
            <a:off x="5239190" y="827197"/>
            <a:ext cx="3812212" cy="738664"/>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hlinkClick r:id="rId4"/>
              </a:rPr>
              <a:t>https://www.youtube.com/watch?v=XkjC1avu6Ow&amp;list=PLHv6klbVebn0pCLcmCxGVa7ZPx7CB01Rh&amp;index=6</a:t>
            </a:r>
            <a:r>
              <a:rPr lang="en-US" b="0" dirty="0">
                <a:latin typeface="+mn-lt"/>
              </a:rPr>
              <a:t> </a:t>
            </a:r>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15106</TotalTime>
  <Pages>1</Pages>
  <Words>7001</Words>
  <Application>Microsoft Office PowerPoint</Application>
  <PresentationFormat>On-screen Show (4:3)</PresentationFormat>
  <Paragraphs>1167</Paragraphs>
  <Slides>37</Slides>
  <Notes>20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37</vt:i4>
      </vt:variant>
    </vt:vector>
  </HeadingPairs>
  <TitlesOfParts>
    <vt:vector size="52"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Endianness</vt:lpstr>
      <vt:lpstr>Endianness ANS</vt:lpstr>
      <vt:lpstr>Endianness</vt:lpstr>
      <vt:lpstr>Endianness ANS</vt:lpstr>
      <vt:lpstr>Endianness</vt:lpstr>
      <vt:lpstr>Endianness ANS</vt:lpstr>
      <vt:lpstr>Endianness</vt:lpstr>
      <vt:lpstr>Endianness ANS</vt:lpstr>
      <vt:lpstr>Endianness</vt:lpstr>
      <vt:lpstr>Endianness ANS</vt:lpstr>
      <vt:lpstr>Endianness ANS</vt:lpstr>
      <vt:lpstr>Endianness ANS</vt:lpstr>
      <vt:lpstr>Data Alignment</vt:lpstr>
      <vt:lpstr>Data Alignment</vt:lpstr>
      <vt:lpstr>Data Alignment ANS</vt:lpstr>
      <vt:lpstr>Data Alignment</vt:lpstr>
      <vt:lpstr>Data Alignment ANS</vt:lpstr>
      <vt:lpstr>Memory Cycles</vt:lpstr>
      <vt:lpstr>Memory Cycles ANS</vt:lpstr>
      <vt:lpstr>Arrays</vt:lpstr>
      <vt:lpstr>Arrays ANS</vt:lpstr>
      <vt:lpstr>Load Multiple Registers</vt:lpstr>
      <vt:lpstr>LDM</vt:lpstr>
      <vt:lpstr>LDM ANS</vt:lpstr>
      <vt:lpstr>LDR</vt:lpstr>
      <vt:lpstr>LDRB R7, [R2, #1] ANS</vt:lpstr>
      <vt:lpstr>LDRSH R7, [R2, #1] ANS</vt:lpstr>
      <vt:lpstr>LDRSH R7, [R2, #2] ANS</vt:lpstr>
      <vt:lpstr>Program Understanding 1</vt:lpstr>
      <vt:lpstr>Program Understanding 1 ANS</vt:lpstr>
      <vt:lpstr>Program Understanding 2</vt:lpstr>
      <vt:lpstr>Program Understanding 2 ANS</vt:lpstr>
      <vt:lpstr>PowerPoint Presentation</vt:lpstr>
      <vt:lpstr>Notes on Flags</vt:lpstr>
      <vt:lpstr>R13, R14, R15</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2025-10-22T01:46:06Z</dcterms:modified>
</cp:coreProperties>
</file>