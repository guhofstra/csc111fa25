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33"/>
  </p:notesMasterIdLst>
  <p:handoutMasterIdLst>
    <p:handoutMasterId r:id="rId34"/>
  </p:handoutMasterIdLst>
  <p:sldIdLst>
    <p:sldId id="385" r:id="rId2"/>
    <p:sldId id="356" r:id="rId3"/>
    <p:sldId id="357" r:id="rId4"/>
    <p:sldId id="363" r:id="rId5"/>
    <p:sldId id="364" r:id="rId6"/>
    <p:sldId id="358" r:id="rId7"/>
    <p:sldId id="359" r:id="rId8"/>
    <p:sldId id="417" r:id="rId9"/>
    <p:sldId id="798" r:id="rId10"/>
    <p:sldId id="808" r:id="rId11"/>
    <p:sldId id="813" r:id="rId12"/>
    <p:sldId id="809" r:id="rId13"/>
    <p:sldId id="811" r:id="rId14"/>
    <p:sldId id="812" r:id="rId15"/>
    <p:sldId id="774" r:id="rId16"/>
    <p:sldId id="345" r:id="rId17"/>
    <p:sldId id="346" r:id="rId18"/>
    <p:sldId id="369" r:id="rId19"/>
    <p:sldId id="370" r:id="rId20"/>
    <p:sldId id="367" r:id="rId21"/>
    <p:sldId id="368" r:id="rId22"/>
    <p:sldId id="365" r:id="rId23"/>
    <p:sldId id="366" r:id="rId24"/>
    <p:sldId id="495" r:id="rId25"/>
    <p:sldId id="801" r:id="rId26"/>
    <p:sldId id="799" r:id="rId27"/>
    <p:sldId id="804" r:id="rId28"/>
    <p:sldId id="803" r:id="rId29"/>
    <p:sldId id="805" r:id="rId30"/>
    <p:sldId id="806" r:id="rId31"/>
    <p:sldId id="815" r:id="rId32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48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25279-C3AD-4B13-92A2-4AC656D27A67}" v="288" dt="2025-10-16T21:43:40.6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7353" autoAdjust="0"/>
    <p:restoredTop sz="69673" autoAdjust="0"/>
  </p:normalViewPr>
  <p:slideViewPr>
    <p:cSldViewPr snapToGrid="0">
      <p:cViewPr varScale="1">
        <p:scale>
          <a:sx n="57" d="100"/>
          <a:sy n="57" d="100"/>
        </p:scale>
        <p:origin x="1656" y="77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197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548"/>
        <p:guide pos="389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 modNotesMaster modHandout">
      <pc:chgData name="Zonghua Gu" userId="9a7e1853e1951ef5" providerId="LiveId" clId="{CF1FAA12-072C-4ED5-BA76-0FFFAEFDB88A}" dt="2025-10-16T21:52:38.531" v="2111" actId="47"/>
      <pc:docMkLst>
        <pc:docMk/>
      </pc:docMkLst>
      <pc:sldChg chg="modSp add del mod modTransition">
        <pc:chgData name="Zonghua Gu" userId="9a7e1853e1951ef5" providerId="LiveId" clId="{CF1FAA12-072C-4ED5-BA76-0FFFAEFDB88A}" dt="2025-09-18T02:44:38.303" v="450" actId="20577"/>
        <pc:sldMkLst>
          <pc:docMk/>
          <pc:sldMk cId="936686548" sldId="345"/>
        </pc:sldMkLst>
        <pc:spChg chg="mod">
          <ac:chgData name="Zonghua Gu" userId="9a7e1853e1951ef5" providerId="LiveId" clId="{CF1FAA12-072C-4ED5-BA76-0FFFAEFDB88A}" dt="2025-09-18T02:44:38.303" v="450" actId="20577"/>
          <ac:spMkLst>
            <pc:docMk/>
            <pc:sldMk cId="936686548" sldId="345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2671398132" sldId="345"/>
        </pc:sldMkLst>
      </pc:sldChg>
      <pc:sldChg chg="modSp add mod modTransition">
        <pc:chgData name="Zonghua Gu" userId="9a7e1853e1951ef5" providerId="LiveId" clId="{CF1FAA12-072C-4ED5-BA76-0FFFAEFDB88A}" dt="2025-09-18T02:44:40.251" v="451" actId="20577"/>
        <pc:sldMkLst>
          <pc:docMk/>
          <pc:sldMk cId="2173526811" sldId="346"/>
        </pc:sldMkLst>
        <pc:spChg chg="mod">
          <ac:chgData name="Zonghua Gu" userId="9a7e1853e1951ef5" providerId="LiveId" clId="{CF1FAA12-072C-4ED5-BA76-0FFFAEFDB88A}" dt="2025-09-18T02:40:42.290" v="419" actId="20577"/>
          <ac:spMkLst>
            <pc:docMk/>
            <pc:sldMk cId="2173526811" sldId="34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8T02:44:40.251" v="451" actId="20577"/>
          <ac:spMkLst>
            <pc:docMk/>
            <pc:sldMk cId="2173526811" sldId="346"/>
            <ac:spMk id="4" creationId="{00000000-0000-0000-0000-000000000000}"/>
          </ac:spMkLst>
        </pc:spChg>
        <pc:picChg chg="mod">
          <ac:chgData name="Zonghua Gu" userId="9a7e1853e1951ef5" providerId="LiveId" clId="{CF1FAA12-072C-4ED5-BA76-0FFFAEFDB88A}" dt="2025-09-18T02:40:59.382" v="432" actId="1076"/>
          <ac:picMkLst>
            <pc:docMk/>
            <pc:sldMk cId="2173526811" sldId="346"/>
            <ac:picMk id="6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966429473" sldId="356"/>
        </pc:sldMkLst>
      </pc:sldChg>
      <pc:sldChg chg="add">
        <pc:chgData name="Zonghua Gu" userId="9a7e1853e1951ef5" providerId="LiveId" clId="{CF1FAA12-072C-4ED5-BA76-0FFFAEFDB88A}" dt="2025-09-18T02:48:49.161" v="512"/>
        <pc:sldMkLst>
          <pc:docMk/>
          <pc:sldMk cId="3359075723" sldId="356"/>
        </pc:sldMkLst>
      </pc:sldChg>
      <pc:sldChg chg="add">
        <pc:chgData name="Zonghua Gu" userId="9a7e1853e1951ef5" providerId="LiveId" clId="{CF1FAA12-072C-4ED5-BA76-0FFFAEFDB88A}" dt="2025-09-18T02:48:49.161" v="512"/>
        <pc:sldMkLst>
          <pc:docMk/>
          <pc:sldMk cId="1209470724" sldId="357"/>
        </pc:sldMkLst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1239709488" sldId="357"/>
        </pc:sldMkLst>
      </pc:sldChg>
      <pc:sldChg chg="add del modNotes">
        <pc:chgData name="Zonghua Gu" userId="9a7e1853e1951ef5" providerId="LiveId" clId="{CF1FAA12-072C-4ED5-BA76-0FFFAEFDB88A}" dt="2025-09-18T21:37:05.294" v="613"/>
        <pc:sldMkLst>
          <pc:docMk/>
          <pc:sldMk cId="1502810167" sldId="358"/>
        </pc:sldMkLst>
      </pc:sldChg>
      <pc:sldChg chg="add modNotes">
        <pc:chgData name="Zonghua Gu" userId="9a7e1853e1951ef5" providerId="LiveId" clId="{CF1FAA12-072C-4ED5-BA76-0FFFAEFDB88A}" dt="2025-09-18T21:37:05.294" v="613"/>
        <pc:sldMkLst>
          <pc:docMk/>
          <pc:sldMk cId="670903100" sldId="35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360"/>
        </pc:sldMkLst>
      </pc:sldChg>
      <pc:sldChg chg="addSp delSp modSp add mod">
        <pc:chgData name="Zonghua Gu" userId="9a7e1853e1951ef5" providerId="LiveId" clId="{CF1FAA12-072C-4ED5-BA76-0FFFAEFDB88A}" dt="2025-09-18T02:30:15.818" v="265" actId="1076"/>
        <pc:sldMkLst>
          <pc:docMk/>
          <pc:sldMk cId="3486040908" sldId="363"/>
        </pc:sldMkLst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4" creationId="{4D035A48-A6FE-397D-11E7-79A26D57EE6C}"/>
          </ac:spMkLst>
        </pc:spChg>
        <pc:spChg chg="mod">
          <ac:chgData name="Zonghua Gu" userId="9a7e1853e1951ef5" providerId="LiveId" clId="{CF1FAA12-072C-4ED5-BA76-0FFFAEFDB88A}" dt="2025-09-18T02:25:55.360" v="196" actId="403"/>
          <ac:spMkLst>
            <pc:docMk/>
            <pc:sldMk cId="3486040908" sldId="363"/>
            <ac:spMk id="5" creationId="{49EAAEAC-5A83-FC31-3AD1-D95A0084E014}"/>
          </ac:spMkLst>
        </pc:spChg>
        <pc:spChg chg="mod">
          <ac:chgData name="Zonghua Gu" userId="9a7e1853e1951ef5" providerId="LiveId" clId="{CF1FAA12-072C-4ED5-BA76-0FFFAEFDB88A}" dt="2025-09-18T02:29:57.414" v="262" actId="1076"/>
          <ac:spMkLst>
            <pc:docMk/>
            <pc:sldMk cId="3486040908" sldId="363"/>
            <ac:spMk id="14" creationId="{78CA3B04-30BA-AB52-96CE-C4D0D46EBB0E}"/>
          </ac:spMkLst>
        </pc:spChg>
        <pc:spChg chg="mod">
          <ac:chgData name="Zonghua Gu" userId="9a7e1853e1951ef5" providerId="LiveId" clId="{CF1FAA12-072C-4ED5-BA76-0FFFAEFDB88A}" dt="2025-09-18T02:29:48.132" v="261" actId="1076"/>
          <ac:spMkLst>
            <pc:docMk/>
            <pc:sldMk cId="3486040908" sldId="363"/>
            <ac:spMk id="15" creationId="{23CD2F51-C323-A016-AE65-89BBE14397AE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6" creationId="{3604BC0F-A245-42B3-C099-6BBF3E77DA07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7" creationId="{92DF79D3-BC63-01D9-8A39-ECF46F38BC95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0" creationId="{D39685E5-F44B-9935-D033-23E4B449AF2C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1" creationId="{A1DE57DA-AF45-14AC-B21C-DE925BE7BF0E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2" creationId="{50CEED7B-77A7-495A-418F-A75FFEAB6E65}"/>
          </ac:spMkLst>
        </pc:spChg>
      </pc:sldChg>
      <pc:sldChg chg="addSp delSp modSp add mod modAnim">
        <pc:chgData name="Zonghua Gu" userId="9a7e1853e1951ef5" providerId="LiveId" clId="{CF1FAA12-072C-4ED5-BA76-0FFFAEFDB88A}" dt="2025-09-18T02:30:31.648" v="269"/>
        <pc:sldMkLst>
          <pc:docMk/>
          <pc:sldMk cId="3561992185" sldId="364"/>
        </pc:sldMkLst>
        <pc:spChg chg="mod">
          <ac:chgData name="Zonghua Gu" userId="9a7e1853e1951ef5" providerId="LiveId" clId="{CF1FAA12-072C-4ED5-BA76-0FFFAEFDB88A}" dt="2025-09-18T02:28:26.342" v="244"/>
          <ac:spMkLst>
            <pc:docMk/>
            <pc:sldMk cId="3561992185" sldId="364"/>
            <ac:spMk id="4" creationId="{00000000-0000-0000-0000-000000000000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5" creationId="{F774CEE6-6F21-C8FD-F5E2-B3014B77F72A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6" creationId="{225F0D47-4435-6F04-B674-6CBF74FC04C8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33" creationId="{CC257C2C-171C-36C6-9B35-5D84C30FB5F6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34" creationId="{E633E003-A348-C97C-7F11-F5817BB4A282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5" creationId="{C88BD9B5-EA27-1E41-ABB8-18A51242E5CD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6" creationId="{DB595757-9D42-648F-005B-4F7AC7B938EB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7" creationId="{AD4EDC72-47D7-E0BB-30E4-E429A57E2390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8" creationId="{4452D4CB-3821-115B-B028-2A330468B902}"/>
          </ac:spMkLst>
        </pc:spChg>
      </pc:sldChg>
      <pc:sldChg chg="modSp add del mod modTransition">
        <pc:chgData name="Zonghua Gu" userId="9a7e1853e1951ef5" providerId="LiveId" clId="{CF1FAA12-072C-4ED5-BA76-0FFFAEFDB88A}" dt="2025-09-18T02:46:44.688" v="499" actId="20577"/>
        <pc:sldMkLst>
          <pc:docMk/>
          <pc:sldMk cId="802972020" sldId="365"/>
        </pc:sldMkLst>
        <pc:spChg chg="mod">
          <ac:chgData name="Zonghua Gu" userId="9a7e1853e1951ef5" providerId="LiveId" clId="{CF1FAA12-072C-4ED5-BA76-0FFFAEFDB88A}" dt="2025-09-18T02:46:44.688" v="499" actId="20577"/>
          <ac:spMkLst>
            <pc:docMk/>
            <pc:sldMk cId="802972020" sldId="365"/>
            <ac:spMk id="4" creationId="{00000000-0000-0000-0000-000000000000}"/>
          </ac:spMkLst>
        </pc:spChg>
      </pc:sldChg>
      <pc:sldChg chg="modSp add mod modTransition modAnim">
        <pc:chgData name="Zonghua Gu" userId="9a7e1853e1951ef5" providerId="LiveId" clId="{CF1FAA12-072C-4ED5-BA76-0FFFAEFDB88A}" dt="2025-09-18T02:47:05.371" v="510" actId="1076"/>
        <pc:sldMkLst>
          <pc:docMk/>
          <pc:sldMk cId="415260018" sldId="366"/>
        </pc:sldMkLst>
        <pc:spChg chg="mod">
          <ac:chgData name="Zonghua Gu" userId="9a7e1853e1951ef5" providerId="LiveId" clId="{CF1FAA12-072C-4ED5-BA76-0FFFAEFDB88A}" dt="2025-09-18T02:47:05.371" v="510" actId="1076"/>
          <ac:spMkLst>
            <pc:docMk/>
            <pc:sldMk cId="415260018" sldId="366"/>
            <ac:spMk id="4" creationId="{00000000-0000-0000-0000-000000000000}"/>
          </ac:spMkLst>
        </pc:spChg>
      </pc:sldChg>
      <pc:sldChg chg="addSp delSp modSp add del mod modTransition">
        <pc:chgData name="Zonghua Gu" userId="9a7e1853e1951ef5" providerId="LiveId" clId="{CF1FAA12-072C-4ED5-BA76-0FFFAEFDB88A}" dt="2025-09-18T02:45:44.426" v="467"/>
        <pc:sldMkLst>
          <pc:docMk/>
          <pc:sldMk cId="1910717593" sldId="367"/>
        </pc:sldMkLst>
        <pc:spChg chg="mod">
          <ac:chgData name="Zonghua Gu" userId="9a7e1853e1951ef5" providerId="LiveId" clId="{CF1FAA12-072C-4ED5-BA76-0FFFAEFDB88A}" dt="2025-09-18T02:45:22.049" v="461" actId="20577"/>
          <ac:spMkLst>
            <pc:docMk/>
            <pc:sldMk cId="1910717593" sldId="367"/>
            <ac:spMk id="4" creationId="{00000000-0000-0000-0000-000000000000}"/>
          </ac:spMkLst>
        </pc:spChg>
        <pc:spChg chg="add mod">
          <ac:chgData name="Zonghua Gu" userId="9a7e1853e1951ef5" providerId="LiveId" clId="{CF1FAA12-072C-4ED5-BA76-0FFFAEFDB88A}" dt="2025-09-18T02:45:44.426" v="467"/>
          <ac:spMkLst>
            <pc:docMk/>
            <pc:sldMk cId="1910717593" sldId="367"/>
            <ac:spMk id="9" creationId="{78DA596E-85CA-C0C6-85A8-74A98C3DFFDB}"/>
          </ac:spMkLst>
        </pc:spChg>
      </pc:sldChg>
      <pc:sldChg chg="modSp add mod modTransition">
        <pc:chgData name="Zonghua Gu" userId="9a7e1853e1951ef5" providerId="LiveId" clId="{CF1FAA12-072C-4ED5-BA76-0FFFAEFDB88A}" dt="2025-09-18T02:45:57.927" v="470" actId="403"/>
        <pc:sldMkLst>
          <pc:docMk/>
          <pc:sldMk cId="3116329460" sldId="368"/>
        </pc:sldMkLst>
        <pc:spChg chg="mod">
          <ac:chgData name="Zonghua Gu" userId="9a7e1853e1951ef5" providerId="LiveId" clId="{CF1FAA12-072C-4ED5-BA76-0FFFAEFDB88A}" dt="2025-09-18T02:45:36.660" v="462" actId="1076"/>
          <ac:spMkLst>
            <pc:docMk/>
            <pc:sldMk cId="3116329460" sldId="368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8T02:45:57.927" v="470" actId="403"/>
          <ac:spMkLst>
            <pc:docMk/>
            <pc:sldMk cId="3116329460" sldId="368"/>
            <ac:spMk id="4" creationId="{00000000-0000-0000-0000-000000000000}"/>
          </ac:spMkLst>
        </pc:spChg>
      </pc:sldChg>
      <pc:sldChg chg="modSp add del mod ord modTransition">
        <pc:chgData name="Zonghua Gu" userId="9a7e1853e1951ef5" providerId="LiveId" clId="{CF1FAA12-072C-4ED5-BA76-0FFFAEFDB88A}" dt="2025-09-18T02:43:42.643" v="444" actId="2696"/>
        <pc:sldMkLst>
          <pc:docMk/>
          <pc:sldMk cId="587842027" sldId="369"/>
        </pc:sldMkLst>
      </pc:sldChg>
      <pc:sldChg chg="modSp add mod">
        <pc:chgData name="Zonghua Gu" userId="9a7e1853e1951ef5" providerId="LiveId" clId="{CF1FAA12-072C-4ED5-BA76-0FFFAEFDB88A}" dt="2025-09-18T02:44:42.165" v="452" actId="20577"/>
        <pc:sldMkLst>
          <pc:docMk/>
          <pc:sldMk cId="1545068738" sldId="369"/>
        </pc:sldMkLst>
        <pc:spChg chg="mod">
          <ac:chgData name="Zonghua Gu" userId="9a7e1853e1951ef5" providerId="LiveId" clId="{CF1FAA12-072C-4ED5-BA76-0FFFAEFDB88A}" dt="2025-09-18T02:44:42.165" v="452" actId="20577"/>
          <ac:spMkLst>
            <pc:docMk/>
            <pc:sldMk cId="1545068738" sldId="369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3308441144" sldId="369"/>
        </pc:sldMkLst>
      </pc:sldChg>
      <pc:sldChg chg="modSp add mod modNotesTx">
        <pc:chgData name="Zonghua Gu" userId="9a7e1853e1951ef5" providerId="LiveId" clId="{CF1FAA12-072C-4ED5-BA76-0FFFAEFDB88A}" dt="2025-09-18T02:44:56.298" v="457" actId="404"/>
        <pc:sldMkLst>
          <pc:docMk/>
          <pc:sldMk cId="598515287" sldId="370"/>
        </pc:sldMkLst>
        <pc:spChg chg="mod">
          <ac:chgData name="Zonghua Gu" userId="9a7e1853e1951ef5" providerId="LiveId" clId="{CF1FAA12-072C-4ED5-BA76-0FFFAEFDB88A}" dt="2025-09-18T02:44:56.298" v="457" actId="404"/>
          <ac:spMkLst>
            <pc:docMk/>
            <pc:sldMk cId="598515287" sldId="370"/>
            <ac:spMk id="4" creationId="{00000000-0000-0000-0000-000000000000}"/>
          </ac:spMkLst>
        </pc:spChg>
      </pc:sldChg>
      <pc:sldChg chg="modSp add del mod ord modTransition modNotesTx">
        <pc:chgData name="Zonghua Gu" userId="9a7e1853e1951ef5" providerId="LiveId" clId="{CF1FAA12-072C-4ED5-BA76-0FFFAEFDB88A}" dt="2025-09-18T02:43:42.643" v="444" actId="2696"/>
        <pc:sldMkLst>
          <pc:docMk/>
          <pc:sldMk cId="1352278469" sldId="370"/>
        </pc:sldMkLst>
      </pc:sldChg>
      <pc:sldChg chg="add del modTransition">
        <pc:chgData name="Zonghua Gu" userId="9a7e1853e1951ef5" providerId="LiveId" clId="{CF1FAA12-072C-4ED5-BA76-0FFFAEFDB88A}" dt="2025-09-16T21:18:03.494" v="42" actId="47"/>
        <pc:sldMkLst>
          <pc:docMk/>
          <pc:sldMk cId="3221067157" sldId="371"/>
        </pc:sldMkLst>
      </pc:sldChg>
      <pc:sldChg chg="addSp modSp mod">
        <pc:chgData name="Zonghua Gu" userId="9a7e1853e1951ef5" providerId="LiveId" clId="{CF1FAA12-072C-4ED5-BA76-0FFFAEFDB88A}" dt="2025-09-18T02:24:22.044" v="182"/>
        <pc:sldMkLst>
          <pc:docMk/>
          <pc:sldMk cId="0" sldId="385"/>
        </pc:sldMkLst>
        <pc:spChg chg="add mod">
          <ac:chgData name="Zonghua Gu" userId="9a7e1853e1951ef5" providerId="LiveId" clId="{CF1FAA12-072C-4ED5-BA76-0FFFAEFDB88A}" dt="2025-09-17T21:20:32.046" v="173" actId="1076"/>
          <ac:spMkLst>
            <pc:docMk/>
            <pc:sldMk cId="0" sldId="385"/>
            <ac:spMk id="3" creationId="{414636B5-1A15-392F-777F-ACB6D0BF1A0E}"/>
          </ac:spMkLst>
        </pc:spChg>
        <pc:spChg chg="mod">
          <ac:chgData name="Zonghua Gu" userId="9a7e1853e1951ef5" providerId="LiveId" clId="{CF1FAA12-072C-4ED5-BA76-0FFFAEFDB88A}" dt="2025-09-18T02:23:59.436" v="181" actId="20577"/>
          <ac:spMkLst>
            <pc:docMk/>
            <pc:sldMk cId="0" sldId="385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13.719" v="106" actId="20577"/>
          <ac:spMkLst>
            <pc:docMk/>
            <pc:sldMk cId="0" sldId="385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06.160" v="101" actId="20577"/>
          <ac:spMkLst>
            <pc:docMk/>
            <pc:sldMk cId="0" sldId="385"/>
            <ac:spMk id="1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25:27.723" v="184" actId="47"/>
        <pc:sldMkLst>
          <pc:docMk/>
          <pc:sldMk cId="3486040908" sldId="38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406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8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9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0"/>
        </pc:sldMkLst>
      </pc:sldChg>
      <pc:sldChg chg="addSp del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1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2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3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4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5"/>
        </pc:sldMkLst>
      </pc:sldChg>
      <pc:sldChg chg="addSp delSp modSp add del mod delAnim modAnim modNotes">
        <pc:chgData name="Zonghua Gu" userId="9a7e1853e1951ef5" providerId="LiveId" clId="{CF1FAA12-072C-4ED5-BA76-0FFFAEFDB88A}" dt="2025-09-18T21:37:05.294" v="613"/>
        <pc:sldMkLst>
          <pc:docMk/>
          <pc:sldMk cId="0" sldId="417"/>
        </pc:sldMkLst>
        <pc:spChg chg="add 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2" creationId="{03BF8BEC-CBCA-3D53-1D6F-7FE4217EF5F8}"/>
          </ac:spMkLst>
        </pc:spChg>
        <pc:spChg chg="add mod">
          <ac:chgData name="Zonghua Gu" userId="9a7e1853e1951ef5" providerId="LiveId" clId="{CF1FAA12-072C-4ED5-BA76-0FFFAEFDB88A}" dt="2025-09-18T20:04:24.814" v="585" actId="1076"/>
          <ac:spMkLst>
            <pc:docMk/>
            <pc:sldMk cId="0" sldId="417"/>
            <ac:spMk id="3" creationId="{D80FA951-DE02-3C91-9A1E-27C70066528C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3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18.734" v="584" actId="1076"/>
          <ac:spMkLst>
            <pc:docMk/>
            <pc:sldMk cId="0" sldId="417"/>
            <ac:spMk id="14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3:46.505" v="573" actId="20577"/>
          <ac:spMkLst>
            <pc:docMk/>
            <pc:sldMk cId="0" sldId="417"/>
            <ac:spMk id="25606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09-18T20:06:59.886" v="611"/>
          <ac:graphicFrameMkLst>
            <pc:docMk/>
            <pc:sldMk cId="0" sldId="417"/>
            <ac:graphicFrameMk id="9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2340819" sldId="45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30635621" sldId="45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881575936" sldId="45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17905533" sldId="45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0450818" sldId="46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3046466" sldId="469"/>
        </pc:sldMkLst>
      </pc:sldChg>
      <pc:sldChg chg="addSp modSp del mod modNotesTx">
        <pc:chgData name="Zonghua Gu" userId="9a7e1853e1951ef5" providerId="LiveId" clId="{CF1FAA12-072C-4ED5-BA76-0FFFAEFDB88A}" dt="2025-09-18T02:23:48.757" v="174" actId="47"/>
        <pc:sldMkLst>
          <pc:docMk/>
          <pc:sldMk cId="282921071" sldId="47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29278538" sldId="47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963767799" sldId="473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3751033725" sldId="47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00446461" sldId="47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517712416" sldId="476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4040755182" sldId="478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3783602394" sldId="47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03617877" sldId="48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902260443" sldId="48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886267364" sldId="49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314866584" sldId="49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75052033" sldId="493"/>
        </pc:sldMkLst>
      </pc:sldChg>
      <pc:sldChg chg="add del">
        <pc:chgData name="Zonghua Gu" userId="9a7e1853e1951ef5" providerId="LiveId" clId="{CF1FAA12-072C-4ED5-BA76-0FFFAEFDB88A}" dt="2025-09-24T21:50:39.205" v="622"/>
        <pc:sldMkLst>
          <pc:docMk/>
          <pc:sldMk cId="1620255952" sldId="494"/>
        </pc:sldMkLst>
      </pc:sldChg>
      <pc:sldChg chg="add del">
        <pc:chgData name="Zonghua Gu" userId="9a7e1853e1951ef5" providerId="LiveId" clId="{CF1FAA12-072C-4ED5-BA76-0FFFAEFDB88A}" dt="2025-09-24T21:50:44.726" v="623"/>
        <pc:sldMkLst>
          <pc:docMk/>
          <pc:sldMk cId="146821145" sldId="49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38289989" sldId="49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95259654" sldId="49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595803636" sldId="49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92813522" sldId="499"/>
        </pc:sldMkLst>
      </pc:sldChg>
      <pc:sldChg chg="del">
        <pc:chgData name="Zonghua Gu" userId="9a7e1853e1951ef5" providerId="LiveId" clId="{CF1FAA12-072C-4ED5-BA76-0FFFAEFDB88A}" dt="2025-09-16T21:19:40.243" v="56" actId="47"/>
        <pc:sldMkLst>
          <pc:docMk/>
          <pc:sldMk cId="3157601905" sldId="500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794990730" sldId="50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76175039" sldId="50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3693986" sldId="50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09916207" sldId="50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06957169" sldId="50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87401790" sldId="50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5375760" sldId="50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3467745" sldId="50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46898804" sldId="51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78945240" sldId="51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31850479" sldId="51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83958110" sldId="51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856238415" sldId="51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7137356" sldId="51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9353238" sldId="51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88032704" sldId="51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15641243" sldId="52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3932543" sldId="52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9747507" sldId="52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088857373" sldId="52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2413975" sldId="52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686948551" sldId="52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66442587" sldId="52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434851217" sldId="52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10249931" sldId="52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797967072" sldId="529"/>
        </pc:sldMkLst>
      </pc:sldChg>
      <pc:sldChg chg="delSp modSp add del mod modTransition modAnim">
        <pc:chgData name="Zonghua Gu" userId="9a7e1853e1951ef5" providerId="LiveId" clId="{CF1FAA12-072C-4ED5-BA76-0FFFAEFDB88A}" dt="2025-09-21T21:00:43.715" v="614" actId="1076"/>
        <pc:sldMkLst>
          <pc:docMk/>
          <pc:sldMk cId="1864663475" sldId="774"/>
        </pc:sldMkLst>
        <pc:spChg chg="mod">
          <ac:chgData name="Zonghua Gu" userId="9a7e1853e1951ef5" providerId="LiveId" clId="{CF1FAA12-072C-4ED5-BA76-0FFFAEFDB88A}" dt="2025-09-21T21:00:43.715" v="614" actId="1076"/>
          <ac:spMkLst>
            <pc:docMk/>
            <pc:sldMk cId="1864663475" sldId="774"/>
            <ac:spMk id="6" creationId="{9847AA0A-7964-4433-C181-1EB7B5E48F3F}"/>
          </ac:spMkLst>
        </pc:spChg>
        <pc:spChg chg="mod topLvl">
          <ac:chgData name="Zonghua Gu" userId="9a7e1853e1951ef5" providerId="LiveId" clId="{CF1FAA12-072C-4ED5-BA76-0FFFAEFDB88A}" dt="2025-09-18T02:31:45.976" v="270" actId="165"/>
          <ac:spMkLst>
            <pc:docMk/>
            <pc:sldMk cId="1864663475" sldId="774"/>
            <ac:spMk id="16" creationId="{00000000-0000-0000-0000-000000000000}"/>
          </ac:spMkLst>
        </pc:sp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2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3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4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3575795538" sldId="774"/>
        </pc:sldMkLst>
      </pc:sldChg>
      <pc:sldChg chg="add del modTransition">
        <pc:chgData name="Zonghua Gu" userId="9a7e1853e1951ef5" providerId="LiveId" clId="{CF1FAA12-072C-4ED5-BA76-0FFFAEFDB88A}" dt="2025-09-18T02:25:27.723" v="184" actId="47"/>
        <pc:sldMkLst>
          <pc:docMk/>
          <pc:sldMk cId="936686548" sldId="775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1395983037" sldId="789"/>
        </pc:sldMkLst>
      </pc:sldChg>
      <pc:sldChg chg="modSp add del">
        <pc:chgData name="Zonghua Gu" userId="9a7e1853e1951ef5" providerId="LiveId" clId="{CF1FAA12-072C-4ED5-BA76-0FFFAEFDB88A}" dt="2025-09-16T21:21:18.768" v="77" actId="2696"/>
        <pc:sldMkLst>
          <pc:docMk/>
          <pc:sldMk cId="2509807301" sldId="789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149374474" sldId="790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2133584576" sldId="790"/>
        </pc:sldMkLst>
      </pc:sldChg>
      <pc:sldChg chg="add del modTransition">
        <pc:chgData name="Zonghua Gu" userId="9a7e1853e1951ef5" providerId="LiveId" clId="{CF1FAA12-072C-4ED5-BA76-0FFFAEFDB88A}" dt="2025-09-16T21:13:04.721" v="1" actId="47"/>
        <pc:sldMkLst>
          <pc:docMk/>
          <pc:sldMk cId="3725504313" sldId="791"/>
        </pc:sldMkLst>
      </pc:sldChg>
      <pc:sldChg chg="add del modTransition">
        <pc:chgData name="Zonghua Gu" userId="9a7e1853e1951ef5" providerId="LiveId" clId="{CF1FAA12-072C-4ED5-BA76-0FFFAEFDB88A}" dt="2025-09-16T21:18:09.568" v="43" actId="2696"/>
        <pc:sldMkLst>
          <pc:docMk/>
          <pc:sldMk cId="1629909525" sldId="793"/>
        </pc:sldMkLst>
      </pc:sldChg>
      <pc:sldChg chg="modSp add del mod">
        <pc:chgData name="Zonghua Gu" userId="9a7e1853e1951ef5" providerId="LiveId" clId="{CF1FAA12-072C-4ED5-BA76-0FFFAEFDB88A}" dt="2025-09-18T02:23:48.757" v="174" actId="47"/>
        <pc:sldMkLst>
          <pc:docMk/>
          <pc:sldMk cId="3190402835" sldId="793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2753210025" sldId="794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493324092" sldId="795"/>
        </pc:sldMkLst>
      </pc:sldChg>
      <pc:sldChg chg="modSp add del mod">
        <pc:chgData name="Zonghua Gu" userId="9a7e1853e1951ef5" providerId="LiveId" clId="{CF1FAA12-072C-4ED5-BA76-0FFFAEFDB88A}" dt="2025-09-18T20:05:47.919" v="606" actId="47"/>
        <pc:sldMkLst>
          <pc:docMk/>
          <pc:sldMk cId="3491198584" sldId="796"/>
        </pc:sldMkLst>
      </pc:sldChg>
      <pc:sldChg chg="add del">
        <pc:chgData name="Zonghua Gu" userId="9a7e1853e1951ef5" providerId="LiveId" clId="{CF1FAA12-072C-4ED5-BA76-0FFFAEFDB88A}" dt="2025-09-18T21:27:30.744" v="612" actId="47"/>
        <pc:sldMkLst>
          <pc:docMk/>
          <pc:sldMk cId="1115551691" sldId="797"/>
        </pc:sldMkLst>
      </pc:sldChg>
      <pc:sldChg chg="addSp delSp modSp add mod modAnim modNotes">
        <pc:chgData name="Zonghua Gu" userId="9a7e1853e1951ef5" providerId="LiveId" clId="{CF1FAA12-072C-4ED5-BA76-0FFFAEFDB88A}" dt="2025-09-18T21:37:05.294" v="613"/>
        <pc:sldMkLst>
          <pc:docMk/>
          <pc:sldMk cId="1422403682" sldId="798"/>
        </pc:sldMkLst>
        <pc:spChg chg="add mod">
          <ac:chgData name="Zonghua Gu" userId="9a7e1853e1951ef5" providerId="LiveId" clId="{CF1FAA12-072C-4ED5-BA76-0FFFAEFDB88A}" dt="2025-09-18T20:06:51.228" v="610" actId="1076"/>
          <ac:spMkLst>
            <pc:docMk/>
            <pc:sldMk cId="1422403682" sldId="798"/>
            <ac:spMk id="4" creationId="{6F534A2F-9846-7A97-D479-D46DB56AB958}"/>
          </ac:spMkLst>
        </pc:spChg>
        <pc:spChg chg="add mod">
          <ac:chgData name="Zonghua Gu" userId="9a7e1853e1951ef5" providerId="LiveId" clId="{CF1FAA12-072C-4ED5-BA76-0FFFAEFDB88A}" dt="2025-09-18T20:06:51.228" v="610" actId="1076"/>
          <ac:spMkLst>
            <pc:docMk/>
            <pc:sldMk cId="1422403682" sldId="798"/>
            <ac:spMk id="5" creationId="{BC3F3BEC-A50C-878A-987B-AAF83CD43E44}"/>
          </ac:spMkLst>
        </pc:spChg>
        <pc:spChg chg="add mod">
          <ac:chgData name="Zonghua Gu" userId="9a7e1853e1951ef5" providerId="LiveId" clId="{CF1FAA12-072C-4ED5-BA76-0FFFAEFDB88A}" dt="2025-09-18T20:06:44.933" v="609" actId="1076"/>
          <ac:spMkLst>
            <pc:docMk/>
            <pc:sldMk cId="1422403682" sldId="798"/>
            <ac:spMk id="6" creationId="{FF49A434-8C62-C958-9270-232816F13AE4}"/>
          </ac:spMkLst>
        </pc:spChg>
        <pc:spChg chg="add mod">
          <ac:chgData name="Zonghua Gu" userId="9a7e1853e1951ef5" providerId="LiveId" clId="{CF1FAA12-072C-4ED5-BA76-0FFFAEFDB88A}" dt="2025-09-18T20:06:44.933" v="609" actId="1076"/>
          <ac:spMkLst>
            <pc:docMk/>
            <pc:sldMk cId="1422403682" sldId="798"/>
            <ac:spMk id="7" creationId="{F6F628D0-DD4D-72F2-BDF1-C601826C46E8}"/>
          </ac:spMkLst>
        </pc:spChg>
        <pc:spChg chg="mod">
          <ac:chgData name="Zonghua Gu" userId="9a7e1853e1951ef5" providerId="LiveId" clId="{CF1FAA12-072C-4ED5-BA76-0FFFAEFDB88A}" dt="2025-09-18T20:05:42.581" v="605" actId="20577"/>
          <ac:spMkLst>
            <pc:docMk/>
            <pc:sldMk cId="1422403682" sldId="798"/>
            <ac:spMk id="25606" creationId="{2B3E1AB2-B3CB-2CA3-69A9-9B3B2CA1C3F7}"/>
          </ac:spMkLst>
        </pc:spChg>
        <pc:graphicFrameChg chg="mod">
          <ac:chgData name="Zonghua Gu" userId="9a7e1853e1951ef5" providerId="LiveId" clId="{CF1FAA12-072C-4ED5-BA76-0FFFAEFDB88A}" dt="2025-09-18T20:06:26.567" v="607"/>
          <ac:graphicFrameMkLst>
            <pc:docMk/>
            <pc:sldMk cId="1422403682" sldId="798"/>
            <ac:graphicFrameMk id="9" creationId="{0E30A4EB-ACBA-8E2B-82A1-96E1DB36D61D}"/>
          </ac:graphicFrameMkLst>
        </pc:graphicFrameChg>
      </pc:sldChg>
      <pc:sldChg chg="addSp delSp modSp new mod">
        <pc:chgData name="Zonghua Gu" userId="9a7e1853e1951ef5" providerId="LiveId" clId="{CF1FAA12-072C-4ED5-BA76-0FFFAEFDB88A}" dt="2025-09-25T23:32:29.832" v="1314" actId="207"/>
        <pc:sldMkLst>
          <pc:docMk/>
          <pc:sldMk cId="3896189839" sldId="799"/>
        </pc:sldMkLst>
        <pc:spChg chg="mod">
          <ac:chgData name="Zonghua Gu" userId="9a7e1853e1951ef5" providerId="LiveId" clId="{CF1FAA12-072C-4ED5-BA76-0FFFAEFDB88A}" dt="2025-09-24T21:54:28.776" v="681" actId="20577"/>
          <ac:spMkLst>
            <pc:docMk/>
            <pc:sldMk cId="3896189839" sldId="799"/>
            <ac:spMk id="2" creationId="{10B3BAC0-1ED1-3CC9-BDD8-A393E1B052E7}"/>
          </ac:spMkLst>
        </pc:spChg>
        <pc:spChg chg="add mod">
          <ac:chgData name="Zonghua Gu" userId="9a7e1853e1951ef5" providerId="LiveId" clId="{CF1FAA12-072C-4ED5-BA76-0FFFAEFDB88A}" dt="2025-09-25T23:32:29.832" v="1314" actId="207"/>
          <ac:spMkLst>
            <pc:docMk/>
            <pc:sldMk cId="3896189839" sldId="799"/>
            <ac:spMk id="4" creationId="{2DDCD008-C81A-0FDE-1A42-D78DBFAE7B90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9" creationId="{1CE606E0-E40B-C230-04E8-0FC3B6565AF7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10" creationId="{3784F08A-CE46-3CB7-3599-5D636AB5ED5C}"/>
          </ac:spMkLst>
        </pc:spChg>
        <pc:spChg chg="add mod">
          <ac:chgData name="Zonghua Gu" userId="9a7e1853e1951ef5" providerId="LiveId" clId="{CF1FAA12-072C-4ED5-BA76-0FFFAEFDB88A}" dt="2025-09-25T23:28:11.389" v="1277" actId="1036"/>
          <ac:spMkLst>
            <pc:docMk/>
            <pc:sldMk cId="3896189839" sldId="799"/>
            <ac:spMk id="11" creationId="{6EF9D02D-5D8D-AFF6-3EFF-241315018FBE}"/>
          </ac:spMkLst>
        </pc:spChg>
        <pc:graphicFrameChg chg="add mod modGraphic">
          <ac:chgData name="Zonghua Gu" userId="9a7e1853e1951ef5" providerId="LiveId" clId="{CF1FAA12-072C-4ED5-BA76-0FFFAEFDB88A}" dt="2025-09-24T22:00:23.975" v="804" actId="1076"/>
          <ac:graphicFrameMkLst>
            <pc:docMk/>
            <pc:sldMk cId="3896189839" sldId="799"/>
            <ac:graphicFrameMk id="8" creationId="{38E9B9C5-BA3B-C651-FA94-86C87FF6C80A}"/>
          </ac:graphicFrameMkLst>
        </pc:graphicFrameChg>
      </pc:sldChg>
      <pc:sldChg chg="new del">
        <pc:chgData name="Zonghua Gu" userId="9a7e1853e1951ef5" providerId="LiveId" clId="{CF1FAA12-072C-4ED5-BA76-0FFFAEFDB88A}" dt="2025-09-24T21:53:47.024" v="653" actId="680"/>
        <pc:sldMkLst>
          <pc:docMk/>
          <pc:sldMk cId="385187693" sldId="800"/>
        </pc:sldMkLst>
      </pc:sldChg>
      <pc:sldChg chg="modSp new del mod">
        <pc:chgData name="Zonghua Gu" userId="9a7e1853e1951ef5" providerId="LiveId" clId="{CF1FAA12-072C-4ED5-BA76-0FFFAEFDB88A}" dt="2025-09-25T21:32:48.660" v="857" actId="47"/>
        <pc:sldMkLst>
          <pc:docMk/>
          <pc:sldMk cId="1843904516" sldId="800"/>
        </pc:sldMkLst>
      </pc:sldChg>
      <pc:sldChg chg="modSp add mod">
        <pc:chgData name="Zonghua Gu" userId="9a7e1853e1951ef5" providerId="LiveId" clId="{CF1FAA12-072C-4ED5-BA76-0FFFAEFDB88A}" dt="2025-09-25T23:27:31.682" v="1255"/>
        <pc:sldMkLst>
          <pc:docMk/>
          <pc:sldMk cId="3968162788" sldId="801"/>
        </pc:sldMkLst>
        <pc:spChg chg="mod">
          <ac:chgData name="Zonghua Gu" userId="9a7e1853e1951ef5" providerId="LiveId" clId="{CF1FAA12-072C-4ED5-BA76-0FFFAEFDB88A}" dt="2025-09-24T22:02:02.352" v="855" actId="20577"/>
          <ac:spMkLst>
            <pc:docMk/>
            <pc:sldMk cId="3968162788" sldId="801"/>
            <ac:spMk id="2" creationId="{E0225031-3EBD-28FC-E1A0-0049330C0107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9" creationId="{DC077EDE-860F-119C-95B4-998969925842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10" creationId="{0401EA57-66F9-3EE2-E561-2AB9C3395B7B}"/>
          </ac:spMkLst>
        </pc:spChg>
        <pc:spChg chg="mod">
          <ac:chgData name="Zonghua Gu" userId="9a7e1853e1951ef5" providerId="LiveId" clId="{CF1FAA12-072C-4ED5-BA76-0FFFAEFDB88A}" dt="2025-09-25T23:27:31.682" v="1255"/>
          <ac:spMkLst>
            <pc:docMk/>
            <pc:sldMk cId="3968162788" sldId="801"/>
            <ac:spMk id="11" creationId="{45B25AD4-8787-2AE5-61C8-58C8E91AB6F9}"/>
          </ac:spMkLst>
        </pc:spChg>
        <pc:graphicFrameChg chg="mod">
          <ac:chgData name="Zonghua Gu" userId="9a7e1853e1951ef5" providerId="LiveId" clId="{CF1FAA12-072C-4ED5-BA76-0FFFAEFDB88A}" dt="2025-09-24T22:02:48.768" v="856" actId="1076"/>
          <ac:graphicFrameMkLst>
            <pc:docMk/>
            <pc:sldMk cId="3968162788" sldId="801"/>
            <ac:graphicFrameMk id="8" creationId="{D3C2D736-73D7-3A26-A782-9CEC03C12D04}"/>
          </ac:graphicFrameMkLst>
        </pc:graphicFrameChg>
      </pc:sldChg>
      <pc:sldChg chg="new del">
        <pc:chgData name="Zonghua Gu" userId="9a7e1853e1951ef5" providerId="LiveId" clId="{CF1FAA12-072C-4ED5-BA76-0FFFAEFDB88A}" dt="2025-09-25T21:33:00.932" v="860" actId="47"/>
        <pc:sldMkLst>
          <pc:docMk/>
          <pc:sldMk cId="3861093522" sldId="802"/>
        </pc:sldMkLst>
      </pc:sldChg>
      <pc:sldChg chg="addSp delSp modSp new mod">
        <pc:chgData name="Zonghua Gu" userId="9a7e1853e1951ef5" providerId="LiveId" clId="{CF1FAA12-072C-4ED5-BA76-0FFFAEFDB88A}" dt="2025-09-25T21:51:10.870" v="1212" actId="20577"/>
        <pc:sldMkLst>
          <pc:docMk/>
          <pc:sldMk cId="2664882224" sldId="803"/>
        </pc:sldMkLst>
        <pc:spChg chg="mod">
          <ac:chgData name="Zonghua Gu" userId="9a7e1853e1951ef5" providerId="LiveId" clId="{CF1FAA12-072C-4ED5-BA76-0FFFAEFDB88A}" dt="2025-09-25T21:51:10.870" v="1212" actId="20577"/>
          <ac:spMkLst>
            <pc:docMk/>
            <pc:sldMk cId="2664882224" sldId="803"/>
            <ac:spMk id="2" creationId="{C6EB2238-BBC0-CBBF-7810-8FBE90A0F7F6}"/>
          </ac:spMkLst>
        </pc:spChg>
        <pc:spChg chg="mod">
          <ac:chgData name="Zonghua Gu" userId="9a7e1853e1951ef5" providerId="LiveId" clId="{CF1FAA12-072C-4ED5-BA76-0FFFAEFDB88A}" dt="2025-09-25T21:45:15.376" v="1120" actId="27636"/>
          <ac:spMkLst>
            <pc:docMk/>
            <pc:sldMk cId="2664882224" sldId="803"/>
            <ac:spMk id="4" creationId="{2463EDD9-B8F6-0646-18B3-CC070E8A0A43}"/>
          </ac:spMkLst>
        </pc:spChg>
        <pc:spChg chg="add mod">
          <ac:chgData name="Zonghua Gu" userId="9a7e1853e1951ef5" providerId="LiveId" clId="{CF1FAA12-072C-4ED5-BA76-0FFFAEFDB88A}" dt="2025-09-25T21:43:29.385" v="1083" actId="1076"/>
          <ac:spMkLst>
            <pc:docMk/>
            <pc:sldMk cId="2664882224" sldId="803"/>
            <ac:spMk id="10" creationId="{0CBD8A71-6858-EB63-60B1-2BCE04BF15A1}"/>
          </ac:spMkLst>
        </pc:spChg>
        <pc:spChg chg="add mod">
          <ac:chgData name="Zonghua Gu" userId="9a7e1853e1951ef5" providerId="LiveId" clId="{CF1FAA12-072C-4ED5-BA76-0FFFAEFDB88A}" dt="2025-09-25T21:43:29.385" v="1083" actId="1076"/>
          <ac:spMkLst>
            <pc:docMk/>
            <pc:sldMk cId="2664882224" sldId="803"/>
            <ac:spMk id="11" creationId="{F431F53F-9A54-2B40-184B-D840774F8B1E}"/>
          </ac:spMkLst>
        </pc:spChg>
        <pc:spChg chg="add mod">
          <ac:chgData name="Zonghua Gu" userId="9a7e1853e1951ef5" providerId="LiveId" clId="{CF1FAA12-072C-4ED5-BA76-0FFFAEFDB88A}" dt="2025-09-25T21:43:10.570" v="1078" actId="1076"/>
          <ac:spMkLst>
            <pc:docMk/>
            <pc:sldMk cId="2664882224" sldId="803"/>
            <ac:spMk id="12" creationId="{4B931BD9-C3E4-0025-B087-EEB521A2C46D}"/>
          </ac:spMkLst>
        </pc:spChg>
        <pc:spChg chg="add mod">
          <ac:chgData name="Zonghua Gu" userId="9a7e1853e1951ef5" providerId="LiveId" clId="{CF1FAA12-072C-4ED5-BA76-0FFFAEFDB88A}" dt="2025-09-25T21:43:10.570" v="1078" actId="1076"/>
          <ac:spMkLst>
            <pc:docMk/>
            <pc:sldMk cId="2664882224" sldId="803"/>
            <ac:spMk id="13" creationId="{A4CE08F2-4EA8-54EE-BF49-1DDF1427E231}"/>
          </ac:spMkLst>
        </pc:spChg>
        <pc:graphicFrameChg chg="add mod modGraphic">
          <ac:chgData name="Zonghua Gu" userId="9a7e1853e1951ef5" providerId="LiveId" clId="{CF1FAA12-072C-4ED5-BA76-0FFFAEFDB88A}" dt="2025-09-25T21:43:10.570" v="1078" actId="1076"/>
          <ac:graphicFrameMkLst>
            <pc:docMk/>
            <pc:sldMk cId="2664882224" sldId="803"/>
            <ac:graphicFrameMk id="8" creationId="{7BD17121-F2EE-4EB2-E99B-5E4ED1E984B5}"/>
          </ac:graphicFrameMkLst>
        </pc:graphicFrameChg>
        <pc:graphicFrameChg chg="add mod modGraphic">
          <ac:chgData name="Zonghua Gu" userId="9a7e1853e1951ef5" providerId="LiveId" clId="{CF1FAA12-072C-4ED5-BA76-0FFFAEFDB88A}" dt="2025-09-25T21:43:10.570" v="1078" actId="1076"/>
          <ac:graphicFrameMkLst>
            <pc:docMk/>
            <pc:sldMk cId="2664882224" sldId="803"/>
            <ac:graphicFrameMk id="9" creationId="{DD348A1B-265D-FC66-3D0D-1FCF93CB8C74}"/>
          </ac:graphicFrameMkLst>
        </pc:graphicFrameChg>
      </pc:sldChg>
      <pc:sldChg chg="modSp add mod modNotesTx">
        <pc:chgData name="Zonghua Gu" userId="9a7e1853e1951ef5" providerId="LiveId" clId="{CF1FAA12-072C-4ED5-BA76-0FFFAEFDB88A}" dt="2025-09-25T21:58:48.416" v="1249" actId="20577"/>
        <pc:sldMkLst>
          <pc:docMk/>
          <pc:sldMk cId="2882502133" sldId="804"/>
        </pc:sldMkLst>
        <pc:spChg chg="mod">
          <ac:chgData name="Zonghua Gu" userId="9a7e1853e1951ef5" providerId="LiveId" clId="{CF1FAA12-072C-4ED5-BA76-0FFFAEFDB88A}" dt="2025-09-25T21:37:37.535" v="1020" actId="20577"/>
          <ac:spMkLst>
            <pc:docMk/>
            <pc:sldMk cId="2882502133" sldId="804"/>
            <ac:spMk id="2" creationId="{3D61F6C3-9012-39E9-02E8-5A15294CC493}"/>
          </ac:spMkLst>
        </pc:spChg>
        <pc:spChg chg="mod">
          <ac:chgData name="Zonghua Gu" userId="9a7e1853e1951ef5" providerId="LiveId" clId="{CF1FAA12-072C-4ED5-BA76-0FFFAEFDB88A}" dt="2025-09-25T21:51:57.726" v="1226" actId="6549"/>
          <ac:spMkLst>
            <pc:docMk/>
            <pc:sldMk cId="2882502133" sldId="804"/>
            <ac:spMk id="4" creationId="{0A072226-E71C-C418-9D4C-D783EC4359F1}"/>
          </ac:spMkLst>
        </pc:spChg>
      </pc:sldChg>
      <pc:sldChg chg="modSp add mod">
        <pc:chgData name="Zonghua Gu" userId="9a7e1853e1951ef5" providerId="LiveId" clId="{CF1FAA12-072C-4ED5-BA76-0FFFAEFDB88A}" dt="2025-09-25T21:51:26.700" v="1222" actId="20577"/>
        <pc:sldMkLst>
          <pc:docMk/>
          <pc:sldMk cId="3336550644" sldId="805"/>
        </pc:sldMkLst>
        <pc:spChg chg="mod">
          <ac:chgData name="Zonghua Gu" userId="9a7e1853e1951ef5" providerId="LiveId" clId="{CF1FAA12-072C-4ED5-BA76-0FFFAEFDB88A}" dt="2025-09-25T21:51:26.700" v="1222" actId="20577"/>
          <ac:spMkLst>
            <pc:docMk/>
            <pc:sldMk cId="3336550644" sldId="805"/>
            <ac:spMk id="2" creationId="{A8D04C52-29FC-2FF0-4F89-3285A82B3DAB}"/>
          </ac:spMkLst>
        </pc:spChg>
        <pc:spChg chg="mod">
          <ac:chgData name="Zonghua Gu" userId="9a7e1853e1951ef5" providerId="LiveId" clId="{CF1FAA12-072C-4ED5-BA76-0FFFAEFDB88A}" dt="2025-09-25T21:50:05.816" v="1202"/>
          <ac:spMkLst>
            <pc:docMk/>
            <pc:sldMk cId="3336550644" sldId="805"/>
            <ac:spMk id="4" creationId="{22D5A64C-016C-A0F2-38AF-054CBADAE79C}"/>
          </ac:spMkLst>
        </pc:spChg>
      </pc:sldChg>
      <pc:sldChg chg="modSp add mod">
        <pc:chgData name="Zonghua Gu" userId="9a7e1853e1951ef5" providerId="LiveId" clId="{CF1FAA12-072C-4ED5-BA76-0FFFAEFDB88A}" dt="2025-09-25T21:58:26.722" v="1248" actId="20577"/>
        <pc:sldMkLst>
          <pc:docMk/>
          <pc:sldMk cId="1204830540" sldId="806"/>
        </pc:sldMkLst>
        <pc:spChg chg="mod">
          <ac:chgData name="Zonghua Gu" userId="9a7e1853e1951ef5" providerId="LiveId" clId="{CF1FAA12-072C-4ED5-BA76-0FFFAEFDB88A}" dt="2025-09-25T21:51:37.364" v="1225" actId="20577"/>
          <ac:spMkLst>
            <pc:docMk/>
            <pc:sldMk cId="1204830540" sldId="806"/>
            <ac:spMk id="2" creationId="{14E1FC6F-F86B-D4FA-4FF9-D7B46DE6EB88}"/>
          </ac:spMkLst>
        </pc:spChg>
        <pc:spChg chg="mod">
          <ac:chgData name="Zonghua Gu" userId="9a7e1853e1951ef5" providerId="LiveId" clId="{CF1FAA12-072C-4ED5-BA76-0FFFAEFDB88A}" dt="2025-09-25T21:58:26.722" v="1248" actId="20577"/>
          <ac:spMkLst>
            <pc:docMk/>
            <pc:sldMk cId="1204830540" sldId="806"/>
            <ac:spMk id="4" creationId="{F5BD1FD1-2387-26FB-4BF0-E2B12311B2D2}"/>
          </ac:spMkLst>
        </pc:spChg>
      </pc:sldChg>
      <pc:sldChg chg="new del">
        <pc:chgData name="Zonghua Gu" userId="9a7e1853e1951ef5" providerId="LiveId" clId="{CF1FAA12-072C-4ED5-BA76-0FFFAEFDB88A}" dt="2025-10-08T02:00:36.024" v="1671" actId="47"/>
        <pc:sldMkLst>
          <pc:docMk/>
          <pc:sldMk cId="4269875482" sldId="807"/>
        </pc:sldMkLst>
      </pc:sldChg>
      <pc:sldChg chg="delSp modSp add mod">
        <pc:chgData name="Zonghua Gu" userId="9a7e1853e1951ef5" providerId="LiveId" clId="{CF1FAA12-072C-4ED5-BA76-0FFFAEFDB88A}" dt="2025-10-08T01:29:45.447" v="1329" actId="21"/>
        <pc:sldMkLst>
          <pc:docMk/>
          <pc:sldMk cId="1650360982" sldId="808"/>
        </pc:sldMkLst>
      </pc:sldChg>
      <pc:sldChg chg="addSp delSp modSp new mod">
        <pc:chgData name="Zonghua Gu" userId="9a7e1853e1951ef5" providerId="LiveId" clId="{CF1FAA12-072C-4ED5-BA76-0FFFAEFDB88A}" dt="2025-10-08T01:55:27.618" v="1658" actId="27636"/>
        <pc:sldMkLst>
          <pc:docMk/>
          <pc:sldMk cId="2284923932" sldId="809"/>
        </pc:sldMkLst>
        <pc:spChg chg="mod">
          <ac:chgData name="Zonghua Gu" userId="9a7e1853e1951ef5" providerId="LiveId" clId="{CF1FAA12-072C-4ED5-BA76-0FFFAEFDB88A}" dt="2025-10-08T01:31:36.074" v="1331"/>
          <ac:spMkLst>
            <pc:docMk/>
            <pc:sldMk cId="2284923932" sldId="809"/>
            <ac:spMk id="2" creationId="{06D87A03-6041-026E-57B5-BB15BE9C9179}"/>
          </ac:spMkLst>
        </pc:spChg>
        <pc:spChg chg="mod">
          <ac:chgData name="Zonghua Gu" userId="9a7e1853e1951ef5" providerId="LiveId" clId="{CF1FAA12-072C-4ED5-BA76-0FFFAEFDB88A}" dt="2025-10-08T01:55:27.618" v="1658" actId="27636"/>
          <ac:spMkLst>
            <pc:docMk/>
            <pc:sldMk cId="2284923932" sldId="809"/>
            <ac:spMk id="4" creationId="{820F721C-49AF-4791-CFC3-7A5BCF18A263}"/>
          </ac:spMkLst>
        </pc:spChg>
        <pc:graphicFrameChg chg="add mod">
          <ac:chgData name="Zonghua Gu" userId="9a7e1853e1951ef5" providerId="LiveId" clId="{CF1FAA12-072C-4ED5-BA76-0FFFAEFDB88A}" dt="2025-10-08T01:53:58.840" v="1644"/>
          <ac:graphicFrameMkLst>
            <pc:docMk/>
            <pc:sldMk cId="2284923932" sldId="809"/>
            <ac:graphicFrameMk id="11" creationId="{E200620A-B2FE-B335-0D7B-0C5D9D0E887A}"/>
          </ac:graphicFrameMkLst>
        </pc:graphicFrameChg>
        <pc:graphicFrameChg chg="add mod modGraphic">
          <ac:chgData name="Zonghua Gu" userId="9a7e1853e1951ef5" providerId="LiveId" clId="{CF1FAA12-072C-4ED5-BA76-0FFFAEFDB88A}" dt="2025-10-08T01:54:05.636" v="1646" actId="108"/>
          <ac:graphicFrameMkLst>
            <pc:docMk/>
            <pc:sldMk cId="2284923932" sldId="809"/>
            <ac:graphicFrameMk id="12" creationId="{9E77696A-7447-CDEC-D8B2-8C7336B6AE76}"/>
          </ac:graphicFrameMkLst>
        </pc:graphicFrameChg>
      </pc:sldChg>
      <pc:sldChg chg="addSp delSp modSp add del mod">
        <pc:chgData name="Zonghua Gu" userId="9a7e1853e1951ef5" providerId="LiveId" clId="{CF1FAA12-072C-4ED5-BA76-0FFFAEFDB88A}" dt="2025-10-08T02:01:37.956" v="1673" actId="47"/>
        <pc:sldMkLst>
          <pc:docMk/>
          <pc:sldMk cId="2952063245" sldId="810"/>
        </pc:sldMkLst>
      </pc:sldChg>
      <pc:sldChg chg="addSp delSp modSp add mod">
        <pc:chgData name="Zonghua Gu" userId="9a7e1853e1951ef5" providerId="LiveId" clId="{CF1FAA12-072C-4ED5-BA76-0FFFAEFDB88A}" dt="2025-10-08T01:55:37.750" v="1664" actId="20577"/>
        <pc:sldMkLst>
          <pc:docMk/>
          <pc:sldMk cId="2957949268" sldId="811"/>
        </pc:sldMkLst>
        <pc:spChg chg="mod">
          <ac:chgData name="Zonghua Gu" userId="9a7e1853e1951ef5" providerId="LiveId" clId="{CF1FAA12-072C-4ED5-BA76-0FFFAEFDB88A}" dt="2025-10-08T01:55:37.750" v="1664" actId="20577"/>
          <ac:spMkLst>
            <pc:docMk/>
            <pc:sldMk cId="2957949268" sldId="811"/>
            <ac:spMk id="4" creationId="{3528BAFB-7E83-6017-36A5-8856E36AD2DF}"/>
          </ac:spMkLst>
        </pc:spChg>
        <pc:graphicFrameChg chg="add mod">
          <ac:chgData name="Zonghua Gu" userId="9a7e1853e1951ef5" providerId="LiveId" clId="{CF1FAA12-072C-4ED5-BA76-0FFFAEFDB88A}" dt="2025-10-08T01:39:14.225" v="1492"/>
          <ac:graphicFrameMkLst>
            <pc:docMk/>
            <pc:sldMk cId="2957949268" sldId="811"/>
            <ac:graphicFrameMk id="5" creationId="{DCFF20E1-6306-C5B2-B89F-50622B752DF5}"/>
          </ac:graphicFrameMkLst>
        </pc:graphicFrameChg>
        <pc:graphicFrameChg chg="add mod modGraphic">
          <ac:chgData name="Zonghua Gu" userId="9a7e1853e1951ef5" providerId="LiveId" clId="{CF1FAA12-072C-4ED5-BA76-0FFFAEFDB88A}" dt="2025-10-08T01:54:09.386" v="1647" actId="108"/>
          <ac:graphicFrameMkLst>
            <pc:docMk/>
            <pc:sldMk cId="2957949268" sldId="811"/>
            <ac:graphicFrameMk id="11" creationId="{001500E7-0850-9C66-1E7A-24ECEE3B31E6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55:53.918" v="1670" actId="20577"/>
        <pc:sldMkLst>
          <pc:docMk/>
          <pc:sldMk cId="195030017" sldId="812"/>
        </pc:sldMkLst>
        <pc:spChg chg="mod">
          <ac:chgData name="Zonghua Gu" userId="9a7e1853e1951ef5" providerId="LiveId" clId="{CF1FAA12-072C-4ED5-BA76-0FFFAEFDB88A}" dt="2025-10-08T01:55:53.918" v="1670" actId="20577"/>
          <ac:spMkLst>
            <pc:docMk/>
            <pc:sldMk cId="195030017" sldId="812"/>
            <ac:spMk id="4" creationId="{BA095994-96A1-3342-AF91-E5C6E48F1321}"/>
          </ac:spMkLst>
        </pc:spChg>
      </pc:sldChg>
      <pc:sldChg chg="new del">
        <pc:chgData name="Zonghua Gu" userId="9a7e1853e1951ef5" providerId="LiveId" clId="{CF1FAA12-072C-4ED5-BA76-0FFFAEFDB88A}" dt="2025-10-08T01:55:03.006" v="1649" actId="47"/>
        <pc:sldMkLst>
          <pc:docMk/>
          <pc:sldMk cId="1115312157" sldId="813"/>
        </pc:sldMkLst>
      </pc:sldChg>
      <pc:sldChg chg="add">
        <pc:chgData name="Zonghua Gu" userId="9a7e1853e1951ef5" providerId="LiveId" clId="{CF1FAA12-072C-4ED5-BA76-0FFFAEFDB88A}" dt="2025-10-08T02:01:36.758" v="1672"/>
        <pc:sldMkLst>
          <pc:docMk/>
          <pc:sldMk cId="1716263769" sldId="813"/>
        </pc:sldMkLst>
      </pc:sldChg>
      <pc:sldChg chg="add del">
        <pc:chgData name="Zonghua Gu" userId="9a7e1853e1951ef5" providerId="LiveId" clId="{CF1FAA12-072C-4ED5-BA76-0FFFAEFDB88A}" dt="2025-10-08T01:44:40.467" v="1592"/>
        <pc:sldMkLst>
          <pc:docMk/>
          <pc:sldMk cId="3100707031" sldId="813"/>
        </pc:sldMkLst>
      </pc:sldChg>
      <pc:sldChg chg="addSp delSp modSp new del mod">
        <pc:chgData name="Zonghua Gu" userId="9a7e1853e1951ef5" providerId="LiveId" clId="{CF1FAA12-072C-4ED5-BA76-0FFFAEFDB88A}" dt="2025-10-16T21:52:35.912" v="2109" actId="47"/>
        <pc:sldMkLst>
          <pc:docMk/>
          <pc:sldMk cId="4236406998" sldId="814"/>
        </pc:sldMkLst>
        <pc:spChg chg="del">
          <ac:chgData name="Zonghua Gu" userId="9a7e1853e1951ef5" providerId="LiveId" clId="{CF1FAA12-072C-4ED5-BA76-0FFFAEFDB88A}" dt="2025-10-16T21:27:51.701" v="1682" actId="3680"/>
          <ac:spMkLst>
            <pc:docMk/>
            <pc:sldMk cId="4236406998" sldId="814"/>
            <ac:spMk id="4" creationId="{B642F049-A0F1-A62B-2828-AA3FC19F53EB}"/>
          </ac:spMkLst>
        </pc:spChg>
        <pc:spChg chg="add del mod">
          <ac:chgData name="Zonghua Gu" userId="9a7e1853e1951ef5" providerId="LiveId" clId="{CF1FAA12-072C-4ED5-BA76-0FFFAEFDB88A}" dt="2025-10-16T21:35:45.745" v="1846" actId="478"/>
          <ac:spMkLst>
            <pc:docMk/>
            <pc:sldMk cId="4236406998" sldId="814"/>
            <ac:spMk id="8" creationId="{0FEF459A-89BD-D92F-5EB8-90E39AB67087}"/>
          </ac:spMkLst>
        </pc:spChg>
        <pc:spChg chg="add del mod">
          <ac:chgData name="Zonghua Gu" userId="9a7e1853e1951ef5" providerId="LiveId" clId="{CF1FAA12-072C-4ED5-BA76-0FFFAEFDB88A}" dt="2025-10-16T21:35:45.745" v="1846" actId="478"/>
          <ac:spMkLst>
            <pc:docMk/>
            <pc:sldMk cId="4236406998" sldId="814"/>
            <ac:spMk id="9" creationId="{CCBCC066-2BBE-A469-E8B3-CB2CC477CE23}"/>
          </ac:spMkLst>
        </pc:spChg>
        <pc:spChg chg="add del">
          <ac:chgData name="Zonghua Gu" userId="9a7e1853e1951ef5" providerId="LiveId" clId="{CF1FAA12-072C-4ED5-BA76-0FFFAEFDB88A}" dt="2025-10-16T21:31:51.977" v="1778" actId="22"/>
          <ac:spMkLst>
            <pc:docMk/>
            <pc:sldMk cId="4236406998" sldId="814"/>
            <ac:spMk id="14" creationId="{DBCFB7D2-3B06-9AAE-64BE-F9FEC5548D45}"/>
          </ac:spMkLst>
        </pc:spChg>
        <pc:spChg chg="add del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16" creationId="{D8691280-3701-7284-8180-9F8BD7E6732F}"/>
          </ac:spMkLst>
        </pc:spChg>
        <pc:spChg chg="add del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17" creationId="{54DAF454-D38A-E54A-0A83-F3163F2194FD}"/>
          </ac:spMkLst>
        </pc:spChg>
        <pc:spChg chg="add del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18" creationId="{7E2E3134-A567-7018-92F0-D86F35E570CB}"/>
          </ac:spMkLst>
        </pc:spChg>
        <pc:spChg chg="add del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19" creationId="{57E19796-203A-5975-9E7E-A51D96722A9D}"/>
          </ac:spMkLst>
        </pc:spChg>
        <pc:spChg chg="add del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20" creationId="{4246B73D-93B0-BE96-6E77-F5047B876FB4}"/>
          </ac:spMkLst>
        </pc:spChg>
        <pc:spChg chg="add del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21" creationId="{2D08279E-530F-10AE-C181-2446B85EE3E6}"/>
          </ac:spMkLst>
        </pc:spChg>
        <pc:spChg chg="add mod">
          <ac:chgData name="Zonghua Gu" userId="9a7e1853e1951ef5" providerId="LiveId" clId="{CF1FAA12-072C-4ED5-BA76-0FFFAEFDB88A}" dt="2025-10-16T21:35:53.605" v="1847" actId="21"/>
          <ac:spMkLst>
            <pc:docMk/>
            <pc:sldMk cId="4236406998" sldId="814"/>
            <ac:spMk id="23" creationId="{634BCF34-7D98-65FA-6FE2-1DE1C12449A4}"/>
          </ac:spMkLst>
        </pc:spChg>
        <pc:graphicFrameChg chg="add del mod">
          <ac:chgData name="Zonghua Gu" userId="9a7e1853e1951ef5" providerId="LiveId" clId="{CF1FAA12-072C-4ED5-BA76-0FFFAEFDB88A}" dt="2025-10-16T21:33:00.653" v="1798" actId="478"/>
          <ac:graphicFrameMkLst>
            <pc:docMk/>
            <pc:sldMk cId="4236406998" sldId="814"/>
            <ac:graphicFrameMk id="7" creationId="{9F1C3AA7-5DD6-693A-D0A1-407CA72BDE52}"/>
          </ac:graphicFrameMkLst>
        </pc:graphicFrameChg>
        <pc:graphicFrameChg chg="add del mod ord modGraphic">
          <ac:chgData name="Zonghua Gu" userId="9a7e1853e1951ef5" providerId="LiveId" clId="{CF1FAA12-072C-4ED5-BA76-0FFFAEFDB88A}" dt="2025-10-16T21:35:53.605" v="1847" actId="21"/>
          <ac:graphicFrameMkLst>
            <pc:docMk/>
            <pc:sldMk cId="4236406998" sldId="814"/>
            <ac:graphicFrameMk id="10" creationId="{C66D22D6-5FBA-4885-A9F9-CB0B7935CCAF}"/>
          </ac:graphicFrameMkLst>
        </pc:graphicFrameChg>
        <pc:graphicFrameChg chg="add del mod modGraphic">
          <ac:chgData name="Zonghua Gu" userId="9a7e1853e1951ef5" providerId="LiveId" clId="{CF1FAA12-072C-4ED5-BA76-0FFFAEFDB88A}" dt="2025-10-16T21:35:53.605" v="1847" actId="21"/>
          <ac:graphicFrameMkLst>
            <pc:docMk/>
            <pc:sldMk cId="4236406998" sldId="814"/>
            <ac:graphicFrameMk id="11" creationId="{77A79F3C-0AA4-B3F6-0754-9C4A0DBE1DEF}"/>
          </ac:graphicFrameMkLst>
        </pc:graphicFrameChg>
        <pc:graphicFrameChg chg="add del mod modGraphic">
          <ac:chgData name="Zonghua Gu" userId="9a7e1853e1951ef5" providerId="LiveId" clId="{CF1FAA12-072C-4ED5-BA76-0FFFAEFDB88A}" dt="2025-10-16T21:35:53.605" v="1847" actId="21"/>
          <ac:graphicFrameMkLst>
            <pc:docMk/>
            <pc:sldMk cId="4236406998" sldId="814"/>
            <ac:graphicFrameMk id="12" creationId="{8E0D479D-BD41-9749-78E1-AE7DB7FEF62B}"/>
          </ac:graphicFrameMkLst>
        </pc:graphicFrameChg>
        <pc:picChg chg="add del mod">
          <ac:chgData name="Zonghua Gu" userId="9a7e1853e1951ef5" providerId="LiveId" clId="{CF1FAA12-072C-4ED5-BA76-0FFFAEFDB88A}" dt="2025-10-16T21:50:54.862" v="2107" actId="21"/>
          <ac:picMkLst>
            <pc:docMk/>
            <pc:sldMk cId="4236406998" sldId="814"/>
            <ac:picMk id="6" creationId="{D374FE4F-BAF0-185A-8D81-2830C4A8CAE9}"/>
          </ac:picMkLst>
        </pc:picChg>
      </pc:sldChg>
      <pc:sldChg chg="addSp delSp modSp new mod">
        <pc:chgData name="Zonghua Gu" userId="9a7e1853e1951ef5" providerId="LiveId" clId="{CF1FAA12-072C-4ED5-BA76-0FFFAEFDB88A}" dt="2025-10-16T21:42:27.494" v="2031" actId="20577"/>
        <pc:sldMkLst>
          <pc:docMk/>
          <pc:sldMk cId="754608230" sldId="815"/>
        </pc:sldMkLst>
        <pc:spChg chg="mod">
          <ac:chgData name="Zonghua Gu" userId="9a7e1853e1951ef5" providerId="LiveId" clId="{CF1FAA12-072C-4ED5-BA76-0FFFAEFDB88A}" dt="2025-10-16T21:42:27.494" v="2031" actId="20577"/>
          <ac:spMkLst>
            <pc:docMk/>
            <pc:sldMk cId="754608230" sldId="815"/>
            <ac:spMk id="2" creationId="{F578278E-4A38-6767-6648-B9C79941AF43}"/>
          </ac:spMkLst>
        </pc:spChg>
        <pc:spChg chg="mod">
          <ac:chgData name="Zonghua Gu" userId="9a7e1853e1951ef5" providerId="LiveId" clId="{CF1FAA12-072C-4ED5-BA76-0FFFAEFDB88A}" dt="2025-10-16T21:36:46.674" v="1869" actId="1076"/>
          <ac:spMkLst>
            <pc:docMk/>
            <pc:sldMk cId="754608230" sldId="815"/>
            <ac:spMk id="3" creationId="{475BC598-EF55-AB51-D906-12E17238C9A8}"/>
          </ac:spMkLst>
        </pc:spChg>
        <pc:spChg chg="del">
          <ac:chgData name="Zonghua Gu" userId="9a7e1853e1951ef5" providerId="LiveId" clId="{CF1FAA12-072C-4ED5-BA76-0FFFAEFDB88A}" dt="2025-10-16T21:37:19.387" v="1871" actId="3680"/>
          <ac:spMkLst>
            <pc:docMk/>
            <pc:sldMk cId="754608230" sldId="815"/>
            <ac:spMk id="4" creationId="{EB958EFC-D654-F23F-75A1-1FD81E9F3437}"/>
          </ac:spMkLst>
        </pc:spChg>
        <pc:spChg chg="add mod">
          <ac:chgData name="Zonghua Gu" userId="9a7e1853e1951ef5" providerId="LiveId" clId="{CF1FAA12-072C-4ED5-BA76-0FFFAEFDB88A}" dt="2025-10-16T21:42:01.388" v="2019" actId="1076"/>
          <ac:spMkLst>
            <pc:docMk/>
            <pc:sldMk cId="754608230" sldId="815"/>
            <ac:spMk id="6" creationId="{57F96825-B097-324D-C2F7-FAFF800F7FC6}"/>
          </ac:spMkLst>
        </pc:spChg>
        <pc:spChg chg="add mod">
          <ac:chgData name="Zonghua Gu" userId="9a7e1853e1951ef5" providerId="LiveId" clId="{CF1FAA12-072C-4ED5-BA76-0FFFAEFDB88A}" dt="2025-10-16T21:36:46.674" v="1869" actId="1076"/>
          <ac:spMkLst>
            <pc:docMk/>
            <pc:sldMk cId="754608230" sldId="815"/>
            <ac:spMk id="16" creationId="{D8691280-3701-7284-8180-9F8BD7E6732F}"/>
          </ac:spMkLst>
        </pc:spChg>
        <pc:spChg chg="add mod">
          <ac:chgData name="Zonghua Gu" userId="9a7e1853e1951ef5" providerId="LiveId" clId="{CF1FAA12-072C-4ED5-BA76-0FFFAEFDB88A}" dt="2025-10-16T21:36:46.674" v="1869" actId="1076"/>
          <ac:spMkLst>
            <pc:docMk/>
            <pc:sldMk cId="754608230" sldId="815"/>
            <ac:spMk id="17" creationId="{54DAF454-D38A-E54A-0A83-F3163F2194FD}"/>
          </ac:spMkLst>
        </pc:spChg>
        <pc:spChg chg="add mod">
          <ac:chgData name="Zonghua Gu" userId="9a7e1853e1951ef5" providerId="LiveId" clId="{CF1FAA12-072C-4ED5-BA76-0FFFAEFDB88A}" dt="2025-10-16T21:41:30.100" v="2002" actId="1037"/>
          <ac:spMkLst>
            <pc:docMk/>
            <pc:sldMk cId="754608230" sldId="815"/>
            <ac:spMk id="18" creationId="{7E2E3134-A567-7018-92F0-D86F35E570CB}"/>
          </ac:spMkLst>
        </pc:spChg>
        <pc:spChg chg="add mod">
          <ac:chgData name="Zonghua Gu" userId="9a7e1853e1951ef5" providerId="LiveId" clId="{CF1FAA12-072C-4ED5-BA76-0FFFAEFDB88A}" dt="2025-10-16T21:41:37.126" v="2009" actId="1038"/>
          <ac:spMkLst>
            <pc:docMk/>
            <pc:sldMk cId="754608230" sldId="815"/>
            <ac:spMk id="19" creationId="{57E19796-203A-5975-9E7E-A51D96722A9D}"/>
          </ac:spMkLst>
        </pc:spChg>
        <pc:spChg chg="add mod">
          <ac:chgData name="Zonghua Gu" userId="9a7e1853e1951ef5" providerId="LiveId" clId="{CF1FAA12-072C-4ED5-BA76-0FFFAEFDB88A}" dt="2025-10-16T21:41:30.100" v="2002" actId="1037"/>
          <ac:spMkLst>
            <pc:docMk/>
            <pc:sldMk cId="754608230" sldId="815"/>
            <ac:spMk id="20" creationId="{4246B73D-93B0-BE96-6E77-F5047B876FB4}"/>
          </ac:spMkLst>
        </pc:spChg>
        <pc:spChg chg="add mod">
          <ac:chgData name="Zonghua Gu" userId="9a7e1853e1951ef5" providerId="LiveId" clId="{CF1FAA12-072C-4ED5-BA76-0FFFAEFDB88A}" dt="2025-10-16T21:41:37.126" v="2009" actId="1038"/>
          <ac:spMkLst>
            <pc:docMk/>
            <pc:sldMk cId="754608230" sldId="815"/>
            <ac:spMk id="21" creationId="{2D08279E-530F-10AE-C181-2446B85EE3E6}"/>
          </ac:spMkLst>
        </pc:spChg>
        <pc:graphicFrameChg chg="add mod ord modGraphic">
          <ac:chgData name="Zonghua Gu" userId="9a7e1853e1951ef5" providerId="LiveId" clId="{CF1FAA12-072C-4ED5-BA76-0FFFAEFDB88A}" dt="2025-10-16T21:40:06.384" v="1924" actId="1076"/>
          <ac:graphicFrameMkLst>
            <pc:docMk/>
            <pc:sldMk cId="754608230" sldId="815"/>
            <ac:graphicFrameMk id="5" creationId="{291244C1-EEA0-B959-8AAA-2875319F934B}"/>
          </ac:graphicFrameMkLst>
        </pc:graphicFrameChg>
        <pc:graphicFrameChg chg="add mod">
          <ac:chgData name="Zonghua Gu" userId="9a7e1853e1951ef5" providerId="LiveId" clId="{CF1FAA12-072C-4ED5-BA76-0FFFAEFDB88A}" dt="2025-10-16T21:36:46.674" v="1869" actId="1076"/>
          <ac:graphicFrameMkLst>
            <pc:docMk/>
            <pc:sldMk cId="754608230" sldId="815"/>
            <ac:graphicFrameMk id="10" creationId="{C66D22D6-5FBA-4885-A9F9-CB0B7935CCAF}"/>
          </ac:graphicFrameMkLst>
        </pc:graphicFrameChg>
        <pc:graphicFrameChg chg="add mod">
          <ac:chgData name="Zonghua Gu" userId="9a7e1853e1951ef5" providerId="LiveId" clId="{CF1FAA12-072C-4ED5-BA76-0FFFAEFDB88A}" dt="2025-10-16T21:41:30.100" v="2002" actId="1037"/>
          <ac:graphicFrameMkLst>
            <pc:docMk/>
            <pc:sldMk cId="754608230" sldId="815"/>
            <ac:graphicFrameMk id="11" creationId="{77A79F3C-0AA4-B3F6-0754-9C4A0DBE1DEF}"/>
          </ac:graphicFrameMkLst>
        </pc:graphicFrameChg>
        <pc:graphicFrameChg chg="add mod">
          <ac:chgData name="Zonghua Gu" userId="9a7e1853e1951ef5" providerId="LiveId" clId="{CF1FAA12-072C-4ED5-BA76-0FFFAEFDB88A}" dt="2025-10-16T21:41:37.126" v="2009" actId="1038"/>
          <ac:graphicFrameMkLst>
            <pc:docMk/>
            <pc:sldMk cId="754608230" sldId="815"/>
            <ac:graphicFrameMk id="12" creationId="{8E0D479D-BD41-9749-78E1-AE7DB7FEF62B}"/>
          </ac:graphicFrameMkLst>
        </pc:graphicFrameChg>
      </pc:sldChg>
      <pc:sldChg chg="modSp new del mod">
        <pc:chgData name="Zonghua Gu" userId="9a7e1853e1951ef5" providerId="LiveId" clId="{CF1FAA12-072C-4ED5-BA76-0FFFAEFDB88A}" dt="2025-10-16T21:52:38.531" v="2111" actId="47"/>
        <pc:sldMkLst>
          <pc:docMk/>
          <pc:sldMk cId="103640008" sldId="816"/>
        </pc:sldMkLst>
        <pc:spChg chg="mod">
          <ac:chgData name="Zonghua Gu" userId="9a7e1853e1951ef5" providerId="LiveId" clId="{CF1FAA12-072C-4ED5-BA76-0FFFAEFDB88A}" dt="2025-10-16T21:40:12.666" v="1927" actId="14100"/>
          <ac:spMkLst>
            <pc:docMk/>
            <pc:sldMk cId="103640008" sldId="816"/>
            <ac:spMk id="4" creationId="{A85B43D4-75BC-0B95-EE60-2A2CD5219897}"/>
          </ac:spMkLst>
        </pc:spChg>
      </pc:sldChg>
      <pc:sldChg chg="addSp delSp modSp add del mod">
        <pc:chgData name="Zonghua Gu" userId="9a7e1853e1951ef5" providerId="LiveId" clId="{CF1FAA12-072C-4ED5-BA76-0FFFAEFDB88A}" dt="2025-10-16T21:52:21.702" v="2108" actId="2696"/>
        <pc:sldMkLst>
          <pc:docMk/>
          <pc:sldMk cId="198520922" sldId="817"/>
        </pc:sldMkLst>
        <pc:spChg chg="mod">
          <ac:chgData name="Zonghua Gu" userId="9a7e1853e1951ef5" providerId="LiveId" clId="{CF1FAA12-072C-4ED5-BA76-0FFFAEFDB88A}" dt="2025-10-16T21:41:47.009" v="2016" actId="20577"/>
          <ac:spMkLst>
            <pc:docMk/>
            <pc:sldMk cId="198520922" sldId="817"/>
            <ac:spMk id="2" creationId="{F76C7F84-6A8B-84A3-3E05-6733722B1417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3" creationId="{FBAC7460-E781-55DA-85A1-AB08F794EFFC}"/>
          </ac:spMkLst>
        </pc:spChg>
        <pc:spChg chg="mod">
          <ac:chgData name="Zonghua Gu" userId="9a7e1853e1951ef5" providerId="LiveId" clId="{CF1FAA12-072C-4ED5-BA76-0FFFAEFDB88A}" dt="2025-10-16T21:44:16.401" v="2105" actId="20577"/>
          <ac:spMkLst>
            <pc:docMk/>
            <pc:sldMk cId="198520922" sldId="817"/>
            <ac:spMk id="6" creationId="{7BC58CE3-4E28-D8D1-7114-E660652810B5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16" creationId="{13CA0427-59F9-DDD4-2A30-05351EB0B291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17" creationId="{96089B47-F721-8985-D032-9AA788694745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18" creationId="{A58C5C06-58F0-756D-872A-0D1336A850D5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19" creationId="{20E1A7F4-FF7E-54E3-7B42-ED326876E739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20" creationId="{A790C07D-B0A8-2FB2-2C48-5EDC645F5F20}"/>
          </ac:spMkLst>
        </pc:spChg>
        <pc:spChg chg="del">
          <ac:chgData name="Zonghua Gu" userId="9a7e1853e1951ef5" providerId="LiveId" clId="{CF1FAA12-072C-4ED5-BA76-0FFFAEFDB88A}" dt="2025-10-16T21:41:54.104" v="2017" actId="478"/>
          <ac:spMkLst>
            <pc:docMk/>
            <pc:sldMk cId="198520922" sldId="817"/>
            <ac:spMk id="21" creationId="{ACFC4A4C-6160-7CB3-583E-9504ED09F691}"/>
          </ac:spMkLst>
        </pc:spChg>
        <pc:graphicFrameChg chg="del">
          <ac:chgData name="Zonghua Gu" userId="9a7e1853e1951ef5" providerId="LiveId" clId="{CF1FAA12-072C-4ED5-BA76-0FFFAEFDB88A}" dt="2025-10-16T21:41:54.104" v="2017" actId="478"/>
          <ac:graphicFrameMkLst>
            <pc:docMk/>
            <pc:sldMk cId="198520922" sldId="817"/>
            <ac:graphicFrameMk id="10" creationId="{C5D7E2B7-7D0B-28B7-E4EC-360E54A87CEF}"/>
          </ac:graphicFrameMkLst>
        </pc:graphicFrameChg>
        <pc:graphicFrameChg chg="del">
          <ac:chgData name="Zonghua Gu" userId="9a7e1853e1951ef5" providerId="LiveId" clId="{CF1FAA12-072C-4ED5-BA76-0FFFAEFDB88A}" dt="2025-10-16T21:41:54.104" v="2017" actId="478"/>
          <ac:graphicFrameMkLst>
            <pc:docMk/>
            <pc:sldMk cId="198520922" sldId="817"/>
            <ac:graphicFrameMk id="11" creationId="{E6C87AFA-EBEC-FDAD-4411-52D5DD60AFF4}"/>
          </ac:graphicFrameMkLst>
        </pc:graphicFrameChg>
        <pc:graphicFrameChg chg="del">
          <ac:chgData name="Zonghua Gu" userId="9a7e1853e1951ef5" providerId="LiveId" clId="{CF1FAA12-072C-4ED5-BA76-0FFFAEFDB88A}" dt="2025-10-16T21:41:54.104" v="2017" actId="478"/>
          <ac:graphicFrameMkLst>
            <pc:docMk/>
            <pc:sldMk cId="198520922" sldId="817"/>
            <ac:graphicFrameMk id="12" creationId="{818D4D10-F14E-7AF6-FC0C-5C36C2D8332A}"/>
          </ac:graphicFrameMkLst>
        </pc:graphicFrameChg>
        <pc:picChg chg="add mod">
          <ac:chgData name="Zonghua Gu" userId="9a7e1853e1951ef5" providerId="LiveId" clId="{CF1FAA12-072C-4ED5-BA76-0FFFAEFDB88A}" dt="2025-10-16T21:42:49.162" v="2045" actId="1076"/>
          <ac:picMkLst>
            <pc:docMk/>
            <pc:sldMk cId="198520922" sldId="817"/>
            <ac:picMk id="7" creationId="{B6302855-AFD2-17F8-3CF5-50D052C3F637}"/>
          </ac:picMkLst>
        </pc:picChg>
      </pc:sldChg>
      <pc:sldChg chg="new del">
        <pc:chgData name="Zonghua Gu" userId="9a7e1853e1951ef5" providerId="LiveId" clId="{CF1FAA12-072C-4ED5-BA76-0FFFAEFDB88A}" dt="2025-10-16T21:52:37.773" v="2110" actId="47"/>
        <pc:sldMkLst>
          <pc:docMk/>
          <pc:sldMk cId="3168730078" sldId="81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197067" y="219891"/>
            <a:ext cx="5014725" cy="24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139" tIns="44070" rIns="88139" bIns="44070"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7023" y="3341916"/>
            <a:ext cx="6820275" cy="3168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31" tIns="47616" rIns="95231" bIns="476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118078" y="138249"/>
            <a:ext cx="1684765" cy="33201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6818" tIns="47616" rIns="96818" bIns="47616" anchor="ctr"/>
          <a:lstStyle/>
          <a:p>
            <a:pPr algn="ctr" defTabSz="999215">
              <a:defRPr/>
            </a:pPr>
            <a:r>
              <a:rPr lang="en-US" sz="18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08099" y="547551"/>
            <a:ext cx="820307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lIns="88139" tIns="44070" rIns="88139" bIns="44070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599767" y="355963"/>
            <a:ext cx="5618658" cy="21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tabLst>
                <a:tab pos="953310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408711" y="6657703"/>
            <a:ext cx="314160" cy="217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999215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94025" y="644525"/>
            <a:ext cx="3286125" cy="2465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509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518169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AF3F1-B017-A08A-9251-B46F89328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353D122D-0224-8535-E3A6-5FDD7A707E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E7284EB6-6786-5ABD-3B45-B558349A2A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627589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50F-0F5C-FDED-CCCE-CECD877F8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59E3C006-BBB7-970C-4E50-FC0411AA4BE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39420DA2-2658-32B5-8F22-01F6700048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7746859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88139" tIns="44070" rIns="88139" bIns="44070"/>
          <a:lstStyle/>
          <a:p>
            <a:fld id="{EF97FDFF-7B9F-7D4D-BFC0-AAD1F3D3D3CB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the 32-bit word at address 102 spans addresses 102..105, which cross a 4-byte alignment boundary if the bus expects aligned words at multiples of 4 (e.g., aligned words at 100 and 104). Since 102 is misaligned, the access requires two aligned 32-bit bus cycles (one covering 100..103 and one covering 104..107) with the CPU combining bytes</a:t>
            </a:r>
          </a:p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a 16-bit halfword at address 102 uses bytes 102..103, which reside within the same aligned 32-bit word (100..103). On a 32-bit bus that supports halfword transfers, this is a single bus cycle</a:t>
            </a:r>
          </a:p>
          <a:p>
            <a:pPr defTabSz="945658">
              <a:defRPr/>
            </a:pPr>
            <a:endParaRPr lang="en-US" dirty="0">
              <a:solidFill>
                <a:prstClr val="black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55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8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</a:t>
            </a:r>
            <a:r>
              <a:rPr lang="en-US"/>
              <a:t>0x4523.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71415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8F63-CB62-AD29-0E65-2F73F2894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A3B6A-BEBC-E047-D6F5-0CC9FE36C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BBA09-2F24-6E9E-D66B-08028CA3C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75323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F467-06C2-3526-37D2-F03D64AF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38F54-911C-27C2-0DE4-E67D2E33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B72AF-C25F-8B44-2BBF-BEEB603A2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41489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R0 | 0x00000000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R1 | 0x10000200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R2 | 0x0000FFFF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R3 | 0x18675309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R4 | 0x00000000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R5 | 0x00000000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...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R13 | 0x10000200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661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 dirty="0">
                <a:solidFill>
                  <a:srgbClr val="C00000"/>
                </a:solidFill>
              </a:rPr>
              <a:t>Exercises ANS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Question: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dirty="0"/>
              <a:t>Answer</a:t>
            </a:r>
            <a:r>
              <a:rPr lang="en-US" altLang="zh-CN" dirty="0"/>
              <a:t>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0x0012</a:t>
              </a:r>
              <a:endPara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6020202030204" pitchFamily="34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07817" y="3265538"/>
              <a:ext cx="733425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0x0008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25747" y="4484738"/>
              <a:ext cx="688599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0x0004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07818" y="5703938"/>
              <a:ext cx="733424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0x0000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4699" y="2826467"/>
            <a:ext cx="4151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Same as the address of the lowest-address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Byte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(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this is true </a:t>
            </a:r>
            <a:r>
              <a:rPr lang="en-US" sz="2000" dirty="0">
                <a:solidFill>
                  <a:srgbClr val="C00000"/>
                </a:solidFill>
              </a:rPr>
              <a:t>for either Little-Endian or Big-Endian ordering)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9470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8373" y="1141510"/>
            <a:ext cx="5621817" cy="54116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A: With Big-Endian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 (the half-word has address range of [N, N+1], so its address is N)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With Little-Endian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N+3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N+2 (the half-word has address range of [N+2, N+3], so its address is N+2)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D03F1-A762-F492-543B-9AD6EC9F9CD7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9EBAB1-3E91-1738-6671-40808660D47E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9" name="Group 33">
            <a:extLst>
              <a:ext uri="{FF2B5EF4-FFF2-40B4-BE49-F238E27FC236}">
                <a16:creationId xmlns:a16="http://schemas.microsoft.com/office/drawing/2014/main" id="{0FF2FFB8-C1EC-4B19-F866-D1FB55EAD587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10" name="Rectangle 34">
              <a:extLst>
                <a:ext uri="{FF2B5EF4-FFF2-40B4-BE49-F238E27FC236}">
                  <a16:creationId xmlns:a16="http://schemas.microsoft.com/office/drawing/2014/main" id="{F31FEC1C-ACD5-A713-4BFA-212468CF1C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5">
              <a:extLst>
                <a:ext uri="{FF2B5EF4-FFF2-40B4-BE49-F238E27FC236}">
                  <a16:creationId xmlns:a16="http://schemas.microsoft.com/office/drawing/2014/main" id="{8901F92C-FFDE-99A5-2A39-F3A959892A5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6">
              <a:extLst>
                <a:ext uri="{FF2B5EF4-FFF2-40B4-BE49-F238E27FC236}">
                  <a16:creationId xmlns:a16="http://schemas.microsoft.com/office/drawing/2014/main" id="{FBF8E902-648C-92E9-3599-30414D1EC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3" name="Rectangle 37">
              <a:extLst>
                <a:ext uri="{FF2B5EF4-FFF2-40B4-BE49-F238E27FC236}">
                  <a16:creationId xmlns:a16="http://schemas.microsoft.com/office/drawing/2014/main" id="{936169EB-F16E-DE3D-C69C-5E732BA948E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0136153-F36F-FA15-4D76-068229B88F7A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6F1534-5A97-76BA-4D10-552F77E560B8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6B71C-8785-BDEE-BEA1-D103CF6951D1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1" name="Group 33">
            <a:extLst>
              <a:ext uri="{FF2B5EF4-FFF2-40B4-BE49-F238E27FC236}">
                <a16:creationId xmlns:a16="http://schemas.microsoft.com/office/drawing/2014/main" id="{77DD1410-0E9B-3B5D-C548-891FB3449B78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2" name="Rectangle 34">
              <a:extLst>
                <a:ext uri="{FF2B5EF4-FFF2-40B4-BE49-F238E27FC236}">
                  <a16:creationId xmlns:a16="http://schemas.microsoft.com/office/drawing/2014/main" id="{ED0F7942-A8BC-20A0-E327-00CCBDCED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5">
              <a:extLst>
                <a:ext uri="{FF2B5EF4-FFF2-40B4-BE49-F238E27FC236}">
                  <a16:creationId xmlns:a16="http://schemas.microsoft.com/office/drawing/2014/main" id="{3B811DFC-B92F-7CA1-6FD4-485CC4601B7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6">
              <a:extLst>
                <a:ext uri="{FF2B5EF4-FFF2-40B4-BE49-F238E27FC236}">
                  <a16:creationId xmlns:a16="http://schemas.microsoft.com/office/drawing/2014/main" id="{19400406-FD11-6DEA-2CD1-191108C0D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5" name="Rectangle 37">
              <a:extLst>
                <a:ext uri="{FF2B5EF4-FFF2-40B4-BE49-F238E27FC236}">
                  <a16:creationId xmlns:a16="http://schemas.microsoft.com/office/drawing/2014/main" id="{CB0D7C8C-041A-DC9B-629E-F0CCD357F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BB9DD8F-2242-59A2-BE32-39681AA7529C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3638461-6269-C6E9-6786-C46710975E86}"/>
              </a:ext>
            </a:extLst>
          </p:cNvPr>
          <p:cNvSpPr/>
          <p:nvPr/>
        </p:nvSpPr>
        <p:spPr>
          <a:xfrm>
            <a:off x="7752965" y="2587678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526192F-D559-ADA3-4CCF-645E6A7E1269}"/>
              </a:ext>
            </a:extLst>
          </p:cNvPr>
          <p:cNvSpPr/>
          <p:nvPr/>
        </p:nvSpPr>
        <p:spPr>
          <a:xfrm>
            <a:off x="7772825" y="4202353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74CEE6-6F21-C8FD-F5E2-B3014B77F72A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5F0D47-4435-6F04-B674-6CBF74FC04C8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257C2C-171C-36C6-9B35-5D84C30FB5F6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33E003-A348-C97C-7F11-F5817BB4A282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8BD9B5-EA27-1E41-ABB8-18A51242E5CD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595757-9D42-648F-005B-4F7AC7B938EB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4EDC72-47D7-E0BB-30E4-E429A57E2390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52D4CB-3821-115B-B028-2A330468B902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561992185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Question: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Answer: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0xEE8C90A7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0xA7908CEE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784" y="5982293"/>
            <a:ext cx="8829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41FF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Endianness only specifies byte order, not bit order in a byte!</a:t>
            </a:r>
          </a:p>
        </p:txBody>
      </p:sp>
    </p:spTree>
    <p:extLst>
      <p:ext uri="{BB962C8B-B14F-4D97-AF65-F5344CB8AC3E}">
        <p14:creationId xmlns:p14="http://schemas.microsoft.com/office/powerpoint/2010/main" val="670903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24EDB-B367-8D5E-7A1D-8024D944D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C05B9626-B3E8-BC07-B4F5-BC0FE3A8C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99D37334-8950-8969-9AE6-58AA8FF1E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0750E36E-39FB-8537-5322-BE27861AF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2B3E1AB2-B3CB-2CA3-69A9-9B3B2CA1C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 ANS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99AB09FF-CB1D-F4EB-3332-E2B56DF843A9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E04384-8593-539C-67C3-6EE82121F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E30A4EB-ACBA-8E2B-82A1-96E1DB36D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698578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C123BA9-A51A-334A-3CCC-23E32C0FB2EF}"/>
              </a:ext>
            </a:extLst>
          </p:cNvPr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A81C05-5B13-07CB-4223-36EA7F5CA04E}"/>
              </a:ext>
            </a:extLst>
          </p:cNvPr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65D5A2-4D1B-E7B6-85AF-94A4001FB1BE}"/>
              </a:ext>
            </a:extLst>
          </p:cNvPr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F70820-D687-EE75-47D5-DA7B817D3044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34A2F-9846-7A97-D479-D46DB56AB958}"/>
              </a:ext>
            </a:extLst>
          </p:cNvPr>
          <p:cNvSpPr/>
          <p:nvPr/>
        </p:nvSpPr>
        <p:spPr>
          <a:xfrm>
            <a:off x="1041817" y="5253741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3F3BEC-A50C-878A-987B-AAF83CD43E44}"/>
              </a:ext>
            </a:extLst>
          </p:cNvPr>
          <p:cNvSpPr/>
          <p:nvPr/>
        </p:nvSpPr>
        <p:spPr>
          <a:xfrm>
            <a:off x="1054556" y="5213529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49A434-8C62-C958-9270-232816F13AE4}"/>
              </a:ext>
            </a:extLst>
          </p:cNvPr>
          <p:cNvSpPr/>
          <p:nvPr/>
        </p:nvSpPr>
        <p:spPr>
          <a:xfrm>
            <a:off x="1041817" y="4032316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F628D0-DD4D-72F2-BDF1-C601826C46E8}"/>
              </a:ext>
            </a:extLst>
          </p:cNvPr>
          <p:cNvSpPr/>
          <p:nvPr/>
        </p:nvSpPr>
        <p:spPr>
          <a:xfrm>
            <a:off x="1054556" y="3992104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</a:p>
        </p:txBody>
      </p:sp>
    </p:spTree>
    <p:extLst>
      <p:ext uri="{BB962C8B-B14F-4D97-AF65-F5344CB8AC3E}">
        <p14:creationId xmlns:p14="http://schemas.microsoft.com/office/powerpoint/2010/main" val="142240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B5D89-8F13-36FF-935E-A5767EDF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D486A61F-30FF-CC3A-3E75-5DF8F473A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D39A2FAD-3A79-CA5F-2B81-2862A1DDB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34197335-FCAB-33C8-1087-8FABD8617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A68A412D-6191-CA7A-7BC2-26F8E36962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 ANS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A54DAC5D-CE7A-D6A6-3DB6-070228C7DEB3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ADD9F3B-7BAE-8A97-D937-6A9189E3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F9650-1AA8-6D79-532C-623863124D8F}"/>
              </a:ext>
            </a:extLst>
          </p:cNvPr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835CEF-1048-E5FA-3564-79A31837611E}"/>
              </a:ext>
            </a:extLst>
          </p:cNvPr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C3F200-1090-C91F-D874-A74F6CEEAA28}"/>
              </a:ext>
            </a:extLst>
          </p:cNvPr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98F370-163A-2658-2335-100E7AA8E86F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A254B6-104C-2C8D-00A6-5DE241414A5B}"/>
              </a:ext>
            </a:extLst>
          </p:cNvPr>
          <p:cNvSpPr/>
          <p:nvPr/>
        </p:nvSpPr>
        <p:spPr>
          <a:xfrm>
            <a:off x="1041817" y="5253741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B190A-ACDD-BACD-C21E-5F8C20305539}"/>
              </a:ext>
            </a:extLst>
          </p:cNvPr>
          <p:cNvSpPr/>
          <p:nvPr/>
        </p:nvSpPr>
        <p:spPr>
          <a:xfrm>
            <a:off x="1054556" y="5213529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A10414-B4FB-30EC-4D9F-934B37630EBC}"/>
              </a:ext>
            </a:extLst>
          </p:cNvPr>
          <p:cNvSpPr/>
          <p:nvPr/>
        </p:nvSpPr>
        <p:spPr>
          <a:xfrm>
            <a:off x="1041817" y="4032316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E28B05-C518-793D-1FF8-DDB3F1934355}"/>
              </a:ext>
            </a:extLst>
          </p:cNvPr>
          <p:cNvSpPr/>
          <p:nvPr/>
        </p:nvSpPr>
        <p:spPr>
          <a:xfrm>
            <a:off x="1054556" y="3992104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</a:p>
        </p:txBody>
      </p:sp>
    </p:spTree>
    <p:extLst>
      <p:ext uri="{BB962C8B-B14F-4D97-AF65-F5344CB8AC3E}">
        <p14:creationId xmlns:p14="http://schemas.microsoft.com/office/powerpoint/2010/main" val="165036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6263769"/>
      </p:ext>
    </p:extLst>
  </p:cSld>
  <p:clrMapOvr>
    <a:masterClrMapping/>
  </p:clrMapOvr>
  <p:transition>
    <p:pull dir="r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87A03-6041-026E-57B5-BB15BE9C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AECCC-348A-6E6B-7C99-059184B86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0F721C-49AF-4791-CFC3-7A5BCF18A26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54000" y="1143000"/>
            <a:ext cx="4699000" cy="52133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 0x00008CEE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 0xFFFFFFEE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0x20008004</a:t>
            </a:r>
          </a:p>
          <a:p>
            <a:pPr lvl="2"/>
            <a:r>
              <a:rPr lang="en-US" dirty="0"/>
              <a:t>Post-index. Store at old r0, then r0 = r0 + 4.</a:t>
            </a:r>
          </a:p>
          <a:p>
            <a:pPr lvl="1"/>
            <a:r>
              <a:rPr lang="en-US" dirty="0"/>
              <a:t>Memory content after store: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200620A-B2FE-B335-0D7B-0C5D9D0E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33359"/>
              </p:ext>
            </p:extLst>
          </p:nvPr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77696A-7447-CDEC-D8B2-8C7336B6A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502144"/>
              </p:ext>
            </p:extLst>
          </p:nvPr>
        </p:nvGraphicFramePr>
        <p:xfrm>
          <a:off x="4953000" y="297307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0x20008003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0x20008002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0x20008001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0x20008000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4923932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02EF-D8BE-BC84-83FA-044486DF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998F4-8959-2255-3954-C64B653D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07B7-E265-EA99-A1DB-F65ACA9D5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8BAFB-7E83-6017-36A5-8856E36AD2D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45142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 0x20008000</a:t>
            </a:r>
          </a:p>
          <a:p>
            <a:pPr lvl="2"/>
            <a:r>
              <a:rPr lang="en-US" dirty="0"/>
              <a:t>Pre-index. Store at r0 + 4; r0 unchanged.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FF20E1-6306-C5B2-B89F-50622B752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012641"/>
              </p:ext>
            </p:extLst>
          </p:nvPr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01500E7-0850-9C66-1E7A-24ECEE3B31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932805"/>
              </p:ext>
            </p:extLst>
          </p:nvPr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7949268"/>
      </p:ext>
    </p:extLst>
  </p:cSld>
  <p:clrMapOvr>
    <a:masterClrMapping/>
  </p:clrMapOvr>
  <p:transition>
    <p:pull dir="r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7C6BD-F7DC-8873-84D3-CB3E842E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9F3CF-EF2A-B6F0-90EF-4F39F4FE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D7AD32-6C27-08D2-2FE0-9997B9231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95994-96A1-3342-AF91-E5C6E48F132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94484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pt-BR" dirty="0"/>
              <a:t>r0 := r0 + 4; store at new r0.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 0x20008004</a:t>
            </a:r>
          </a:p>
          <a:p>
            <a:pPr lvl="2"/>
            <a:r>
              <a:rPr lang="pt-BR" dirty="0"/>
              <a:t>Pre-index with update. r0 = r0 + 4; store at new r0.</a:t>
            </a:r>
            <a:endParaRPr lang="en-US" dirty="0"/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98C2BC-A36B-2776-0B1E-F91C98229E3B}"/>
              </a:ext>
            </a:extLst>
          </p:cNvPr>
          <p:cNvGraphicFramePr>
            <a:graphicFrameLocks noGrp="1"/>
          </p:cNvGraphicFramePr>
          <p:nvPr/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0AE3A56-A9DF-FAD9-AC88-A33CE64954D5}"/>
              </a:ext>
            </a:extLst>
          </p:cNvPr>
          <p:cNvGraphicFramePr>
            <a:graphicFrameLocks noGrp="1"/>
          </p:cNvGraphicFramePr>
          <p:nvPr/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30017"/>
      </p:ext>
    </p:extLst>
  </p:cSld>
  <p:clrMapOvr>
    <a:masterClrMapping/>
  </p:clrMapOvr>
  <p:transition>
    <p:pull dir="r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867" y="4223976"/>
            <a:ext cx="405936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611" y="4777320"/>
            <a:ext cx="4127879" cy="3271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67" y="531734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186104" y="-3926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34" y="0"/>
            <a:ext cx="8229600" cy="1143000"/>
          </a:xfrm>
        </p:spPr>
        <p:txBody>
          <a:bodyPr/>
          <a:lstStyle/>
          <a:p>
            <a:r>
              <a:rPr lang="en-US" dirty="0"/>
              <a:t>Answer: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644276"/>
            <a:ext cx="8620129" cy="3186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Q:  Assume a byte-addressable memory with a data bus that is 32 bits (4 bytes) wide. How many memory cycles are required to read each of the following from memory?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(d) A 4-Byte operand read from decimal address 20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A: (a) The operand contains memory content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 [5,6]. It can be read in 1 memory cycle; the memory controller returns a word in address range [4,7].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(b) The operand contains memory content in address range [15,16]. It can be read in 2 memory cycles; the memory controller returns 2 words in address ranges [12,15] and [16, 19], which can be combined to return a word in address range [14,17].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(c) The operand contains memory content in address range [10,13]. It can be read in 2 memory cycles; the memory controller returns 2 words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ranges [8,11] and [12, 15], which can be combined to return a word with address range [10,13].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(d) The operand contains memory content in address range [20,23]. Since 20%4=0, it is well-aligned, and can be read in 1 memory cycle.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684" y="8363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26811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Question: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Answer: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10"/>
            <a:ext cx="8182841" cy="4710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A: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MSB of the word at address 102 is 105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LSB of the word at address 102 is 102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2 cycles.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1cycle. </a:t>
            </a:r>
            <a:endParaRPr lang="en-US" sz="9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15287"/>
      </p:ext>
    </p:extLst>
  </p:cSld>
  <p:clrMapOvr>
    <a:masterClrMapping/>
  </p:clrMapOvr>
  <p:transition>
    <p:pull dir="r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4343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</a:p>
          <a:p>
            <a:pPr marL="257175" indent="-257175" defTabSz="342900"/>
            <a:r>
              <a:rPr lang="en-US" altLang="zh-CN" sz="2400" b="0" dirty="0">
                <a:solidFill>
                  <a:prstClr val="black"/>
                </a:solidFill>
              </a:rPr>
              <a:t>A: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__2 or 3__ memory cycle(s) to read a double word from memory (a double word may span at most 3 consecutive words in memory)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2946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38254" y="1425575"/>
            <a:ext cx="8182841" cy="46482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A: x[1]’s address is x’s address plus the data type size in Bytes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12345678+1=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12345679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12345678+2=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1234567A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r>
              <a:rPr lang="en-US" altLang="zh-CN" sz="1800" b="0" dirty="0">
                <a:solidFill>
                  <a:prstClr val="black"/>
                </a:solidFill>
              </a:rPr>
              <a:t>: </a:t>
            </a:r>
            <a:r>
              <a:rPr lang="en-US" sz="1800" b="0" dirty="0">
                <a:solidFill>
                  <a:prstClr val="black"/>
                </a:solidFill>
              </a:rPr>
              <a:t>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12345678+4=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1234567C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12345678+8=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12345680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526001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63" y="1331918"/>
            <a:ext cx="8932501" cy="48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2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81988"/>
              </p:ext>
            </p:extLst>
          </p:nvPr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605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6847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{r1, r2,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BAC0-1ED1-3CC9-BDD8-A393E1B05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9F51EC-3133-7DCD-D9AC-FB8A6452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E9B9C5-BA3B-C651-FA94-86C87FF6C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445929"/>
              </p:ext>
            </p:extLst>
          </p:nvPr>
        </p:nvGraphicFramePr>
        <p:xfrm>
          <a:off x="5422943" y="2311933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E606E0-E40B-C230-04E8-0FC3B6565AF7}"/>
              </a:ext>
            </a:extLst>
          </p:cNvPr>
          <p:cNvSpPr txBox="1"/>
          <p:nvPr/>
        </p:nvSpPr>
        <p:spPr>
          <a:xfrm>
            <a:off x="5029200" y="4395348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784F08A-CE46-3CB7-3599-5D636AB5ED5C}"/>
              </a:ext>
            </a:extLst>
          </p:cNvPr>
          <p:cNvSpPr/>
          <p:nvPr/>
        </p:nvSpPr>
        <p:spPr>
          <a:xfrm>
            <a:off x="5521775" y="4519509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EF9D02D-5D8D-AFF6-3EFF-241315018FBE}"/>
              </a:ext>
            </a:extLst>
          </p:cNvPr>
          <p:cNvSpPr txBox="1">
            <a:spLocks/>
          </p:cNvSpPr>
          <p:nvPr/>
        </p:nvSpPr>
        <p:spPr>
          <a:xfrm>
            <a:off x="457200" y="1054100"/>
            <a:ext cx="8229600" cy="5588000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fontAlgn="auto">
              <a:spcAft>
                <a:spcPts val="0"/>
              </a:spcAft>
            </a:pPr>
            <a:r>
              <a:rPr lang="en-US" b="0" dirty="0"/>
              <a:t>ANS: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After </a:t>
            </a:r>
            <a:r>
              <a:rPr lang="pt-BR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0xBABE0000 (loaded from 0x8000)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{r1, r2,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CD008-C81A-0FDE-1A42-D78DBFAE7B90}"/>
              </a:ext>
            </a:extLst>
          </p:cNvPr>
          <p:cNvSpPr txBox="1"/>
          <p:nvPr/>
        </p:nvSpPr>
        <p:spPr>
          <a:xfrm>
            <a:off x="4909627" y="5123992"/>
            <a:ext cx="414093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>
                <a:latin typeface="+mn-lt"/>
              </a:rPr>
              <a:t>The order in which registers are listed does not matter. For STM/LDM, the lowest-numbered register is stored/loaded at the lowest memory address.</a:t>
            </a:r>
          </a:p>
        </p:txBody>
      </p:sp>
    </p:spTree>
    <p:extLst>
      <p:ext uri="{BB962C8B-B14F-4D97-AF65-F5344CB8AC3E}">
        <p14:creationId xmlns:p14="http://schemas.microsoft.com/office/powerpoint/2010/main" val="3896189839"/>
      </p:ext>
    </p:extLst>
  </p:cSld>
  <p:clrMapOvr>
    <a:masterClrMapping/>
  </p:clrMapOvr>
  <p:transition>
    <p:pull dir="r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on a Big-Endian system, what value is in R7? How about in a little-endian system?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2238-BBC0-CBBF-7810-8FBE90A0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LDRB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3EDD9-B8F6-0646-18B3-CC070E8A0A4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 after LDRB R7, [R2, #1] (detailed explanations not needed for exam):</a:t>
            </a:r>
          </a:p>
          <a:p>
            <a:pPr lvl="1"/>
            <a:r>
              <a:rPr lang="en-US" dirty="0"/>
              <a:t>STR stores a 32-bit register value to memory at base-plus-immediate without changing the base, and LDRB loads a single byte and zero-extends to 32 bits, so endianness only affects which byte resides at offset +1. </a:t>
            </a:r>
          </a:p>
          <a:p>
            <a:pPr lvl="1"/>
            <a:r>
              <a:rPr lang="en-US" dirty="0"/>
              <a:t>R2 holds 8 (base address), and R5 holds 0x23456789; first the store writes that 32-bit word to memory at address R2+0, and then a byte load reads one byte from address R2+1 into R7.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LDRB R7,[R2,#1] reads 0x45 and zero-extends it to R7 = 0x00000045.</a:t>
            </a:r>
          </a:p>
          <a:p>
            <a:pPr lvl="1"/>
            <a:r>
              <a:rPr lang="en-US" dirty="0"/>
              <a:t>Little-endian: the same word is laid out as 89 67 45 23 at addresses A, A+1, A+2, A+3 respectively, so LDRB R7,[R2,#1] reads 0x67 and zero-extends it to R7 = 0x00000067.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D17121-F2EE-4EB2-E99B-5E4ED1E984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319937"/>
              </p:ext>
            </p:extLst>
          </p:nvPr>
        </p:nvGraphicFramePr>
        <p:xfrm>
          <a:off x="955314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D348A1B-265D-FC66-3D0D-1FCF93CB8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231094"/>
              </p:ext>
            </p:extLst>
          </p:nvPr>
        </p:nvGraphicFramePr>
        <p:xfrm>
          <a:off x="5261097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CBD8A71-6858-EB63-60B1-2BCE04BF15A1}"/>
              </a:ext>
            </a:extLst>
          </p:cNvPr>
          <p:cNvSpPr txBox="1"/>
          <p:nvPr/>
        </p:nvSpPr>
        <p:spPr>
          <a:xfrm>
            <a:off x="498025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431F53F-9A54-2B40-184B-D840774F8B1E}"/>
              </a:ext>
            </a:extLst>
          </p:cNvPr>
          <p:cNvSpPr/>
          <p:nvPr/>
        </p:nvSpPr>
        <p:spPr>
          <a:xfrm>
            <a:off x="990600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31BD9-C3E4-0025-B087-EEB521A2C46D}"/>
              </a:ext>
            </a:extLst>
          </p:cNvPr>
          <p:cNvSpPr txBox="1"/>
          <p:nvPr/>
        </p:nvSpPr>
        <p:spPr>
          <a:xfrm>
            <a:off x="4834846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CE08F2-4EA8-54EE-BF49-1DDF1427E231}"/>
              </a:ext>
            </a:extLst>
          </p:cNvPr>
          <p:cNvSpPr/>
          <p:nvPr/>
        </p:nvSpPr>
        <p:spPr>
          <a:xfrm>
            <a:off x="5327421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82224"/>
      </p:ext>
    </p:extLst>
  </p:cSld>
  <p:clrMapOvr>
    <a:masterClrMapping/>
  </p:clrMapOvr>
  <p:transition>
    <p:pull dir="r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C384-FFC9-52AC-1FF2-B2F5F7DDE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04C52-29FC-2FF0-4F89-3285A82B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D5A64C-016C-A0F2-38AF-054CBADAE79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dirty="0"/>
              <a:t>ANS after LDRSH R7, [R2, #1]: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LDRSH R7, [R2, #1] reads 0x4567 and sign-extends it to R7 = 0x00004567. (Sign bit is 0 for 0x4567)</a:t>
            </a:r>
          </a:p>
          <a:p>
            <a:pPr lvl="1"/>
            <a:r>
              <a:rPr lang="en-US" dirty="0"/>
              <a:t>Little-endian: the same word is laid out as 89 67 45 23 at addresses A, A+1, A+2, A+3 respectively, so LDRSH R7, [R2, #1] reads 0x4567 and sign-extends it to R7 = 0x00004567. (Sign bit is 0 for 0x4567)</a:t>
            </a:r>
          </a:p>
          <a:p>
            <a:pPr lvl="1"/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C059E5-F0E5-8833-AA36-573533B7B6AE}"/>
              </a:ext>
            </a:extLst>
          </p:cNvPr>
          <p:cNvGraphicFramePr>
            <a:graphicFrameLocks noGrp="1"/>
          </p:cNvGraphicFramePr>
          <p:nvPr/>
        </p:nvGraphicFramePr>
        <p:xfrm>
          <a:off x="955314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521C1A2-D863-2E48-2394-4B8095D9FC9E}"/>
              </a:ext>
            </a:extLst>
          </p:cNvPr>
          <p:cNvGraphicFramePr>
            <a:graphicFrameLocks noGrp="1"/>
          </p:cNvGraphicFramePr>
          <p:nvPr/>
        </p:nvGraphicFramePr>
        <p:xfrm>
          <a:off x="5261097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7A996FC-F93E-6EF2-A02F-BA392BF9A202}"/>
              </a:ext>
            </a:extLst>
          </p:cNvPr>
          <p:cNvSpPr txBox="1"/>
          <p:nvPr/>
        </p:nvSpPr>
        <p:spPr>
          <a:xfrm>
            <a:off x="498025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303034B-1544-8514-5223-EA486A850EC3}"/>
              </a:ext>
            </a:extLst>
          </p:cNvPr>
          <p:cNvSpPr/>
          <p:nvPr/>
        </p:nvSpPr>
        <p:spPr>
          <a:xfrm>
            <a:off x="990600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110493-0041-BD86-E3E1-1704C9C6DDC3}"/>
              </a:ext>
            </a:extLst>
          </p:cNvPr>
          <p:cNvSpPr txBox="1"/>
          <p:nvPr/>
        </p:nvSpPr>
        <p:spPr>
          <a:xfrm>
            <a:off x="4834846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83CA7F24-6687-6FF3-F8F0-EDA8288DA6CA}"/>
              </a:ext>
            </a:extLst>
          </p:cNvPr>
          <p:cNvSpPr/>
          <p:nvPr/>
        </p:nvSpPr>
        <p:spPr>
          <a:xfrm>
            <a:off x="5327421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50644"/>
      </p:ext>
    </p:extLst>
  </p:cSld>
  <p:clrMapOvr>
    <a:masterClrMapping/>
  </p:clrMapOvr>
  <p:transition>
    <p:pull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5164D-65DE-1197-3213-5D4C9C12C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FC6F-F86B-D4FA-4FF9-D7B46DE6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#2]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D1FD1-2387-26FB-4BF0-E2B12311B2D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dirty="0"/>
              <a:t>ANS after LDRSH R7, [R2, #1]: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LDRSH R7, [R2, #1] reads 0x6789 and sign-extends it to R7 = 0x00006789. </a:t>
            </a:r>
          </a:p>
          <a:p>
            <a:pPr lvl="1"/>
            <a:r>
              <a:rPr lang="en-US" dirty="0"/>
              <a:t>Little-endian: the same word is laid out as 89 67 45 23 at addresses A, A+1, A+2, A+3 respectively, so LDRSH R7, [R2, #1] reads 0x2345 and sign-extends it to R7 = 0x00002345. </a:t>
            </a:r>
          </a:p>
          <a:p>
            <a:pPr lvl="1"/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9B3120B-E6CB-D08B-C83A-65EA4EBFEEBA}"/>
              </a:ext>
            </a:extLst>
          </p:cNvPr>
          <p:cNvGraphicFramePr>
            <a:graphicFrameLocks noGrp="1"/>
          </p:cNvGraphicFramePr>
          <p:nvPr/>
        </p:nvGraphicFramePr>
        <p:xfrm>
          <a:off x="955314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A9D7B6-EE91-3397-F114-367B143D28C0}"/>
              </a:ext>
            </a:extLst>
          </p:cNvPr>
          <p:cNvGraphicFramePr>
            <a:graphicFrameLocks noGrp="1"/>
          </p:cNvGraphicFramePr>
          <p:nvPr/>
        </p:nvGraphicFramePr>
        <p:xfrm>
          <a:off x="5261097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328998-F5A5-38ED-01EA-1EC3EF7E338A}"/>
              </a:ext>
            </a:extLst>
          </p:cNvPr>
          <p:cNvSpPr txBox="1"/>
          <p:nvPr/>
        </p:nvSpPr>
        <p:spPr>
          <a:xfrm>
            <a:off x="498025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7B6A0A7-7A1C-7320-C242-11989D0D0ED0}"/>
              </a:ext>
            </a:extLst>
          </p:cNvPr>
          <p:cNvSpPr/>
          <p:nvPr/>
        </p:nvSpPr>
        <p:spPr>
          <a:xfrm>
            <a:off x="990600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4CC732-54C8-85E9-07B7-FAF0798F74AA}"/>
              </a:ext>
            </a:extLst>
          </p:cNvPr>
          <p:cNvSpPr txBox="1"/>
          <p:nvPr/>
        </p:nvSpPr>
        <p:spPr>
          <a:xfrm>
            <a:off x="4834846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C9720F2-1965-B15A-E7DD-DB560229807A}"/>
              </a:ext>
            </a:extLst>
          </p:cNvPr>
          <p:cNvSpPr/>
          <p:nvPr/>
        </p:nvSpPr>
        <p:spPr>
          <a:xfrm>
            <a:off x="5327421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0540"/>
      </p:ext>
    </p:extLst>
  </p:cSld>
  <p:clrMapOvr>
    <a:masterClrMapping/>
  </p:clrMapOvr>
  <p:transition>
    <p:pull dir="r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8278E-4A38-6767-6648-B9C79941A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4040" y="243245"/>
            <a:ext cx="4676172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Compute register and memory values at each step of this program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5BC598-EF55-AB51-D906-12E1723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4422" y="6277253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91244C1-EEA0-B959-8AAA-2875319F934B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952280423"/>
              </p:ext>
            </p:extLst>
          </p:nvPr>
        </p:nvGraphicFramePr>
        <p:xfrm>
          <a:off x="6802126" y="3426241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C66D22D6-5FBA-4885-A9F9-CB0B7935CC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2557206"/>
              </p:ext>
            </p:extLst>
          </p:nvPr>
        </p:nvGraphicFramePr>
        <p:xfrm>
          <a:off x="404523" y="243245"/>
          <a:ext cx="599580" cy="593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9580">
                  <a:extLst>
                    <a:ext uri="{9D8B030D-6E8A-4147-A177-3AD203B41FA5}">
                      <a16:colId xmlns:a16="http://schemas.microsoft.com/office/drawing/2014/main" val="484224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01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6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04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7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8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61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57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71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26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40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480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9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20396"/>
                  </a:ext>
                </a:extLst>
              </a:tr>
            </a:tbl>
          </a:graphicData>
        </a:graphic>
      </p:graphicFrame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77A79F3C-0AA4-B3F6-0754-9C4A0DBE1D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4919692"/>
              </p:ext>
            </p:extLst>
          </p:nvPr>
        </p:nvGraphicFramePr>
        <p:xfrm>
          <a:off x="1725741" y="223520"/>
          <a:ext cx="599580" cy="593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9580">
                  <a:extLst>
                    <a:ext uri="{9D8B030D-6E8A-4147-A177-3AD203B41FA5}">
                      <a16:colId xmlns:a16="http://schemas.microsoft.com/office/drawing/2014/main" val="484224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01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6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04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7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8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61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57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71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26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40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480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9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20396"/>
                  </a:ext>
                </a:extLst>
              </a:tr>
            </a:tbl>
          </a:graphicData>
        </a:graphic>
      </p:graphicFrame>
      <p:graphicFrame>
        <p:nvGraphicFramePr>
          <p:cNvPr id="12" name="Content Placeholder 9">
            <a:extLst>
              <a:ext uri="{FF2B5EF4-FFF2-40B4-BE49-F238E27FC236}">
                <a16:creationId xmlns:a16="http://schemas.microsoft.com/office/drawing/2014/main" id="{8E0D479D-BD41-9749-78E1-AE7DB7FEF6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36815016"/>
              </p:ext>
            </p:extLst>
          </p:nvPr>
        </p:nvGraphicFramePr>
        <p:xfrm>
          <a:off x="3320795" y="219948"/>
          <a:ext cx="599580" cy="593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9580">
                  <a:extLst>
                    <a:ext uri="{9D8B030D-6E8A-4147-A177-3AD203B41FA5}">
                      <a16:colId xmlns:a16="http://schemas.microsoft.com/office/drawing/2014/main" val="484224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01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6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04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7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8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61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57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71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26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40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480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9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20396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8691280-3701-7284-8180-9F8BD7E6732F}"/>
              </a:ext>
            </a:extLst>
          </p:cNvPr>
          <p:cNvSpPr txBox="1"/>
          <p:nvPr/>
        </p:nvSpPr>
        <p:spPr>
          <a:xfrm>
            <a:off x="0" y="6156960"/>
            <a:ext cx="1452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0x100001E0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AF454-D38A-E54A-0A83-F3163F2194FD}"/>
              </a:ext>
            </a:extLst>
          </p:cNvPr>
          <p:cNvSpPr txBox="1"/>
          <p:nvPr/>
        </p:nvSpPr>
        <p:spPr>
          <a:xfrm>
            <a:off x="10017" y="6396533"/>
            <a:ext cx="1818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+mn-lt"/>
                <a:cs typeface="Consolas" panose="020B0609020204030204" pitchFamily="49" charset="0"/>
              </a:rPr>
              <a:t>Mem Address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2E3134-A567-7018-92F0-D86F35E570CB}"/>
              </a:ext>
            </a:extLst>
          </p:cNvPr>
          <p:cNvSpPr txBox="1"/>
          <p:nvPr/>
        </p:nvSpPr>
        <p:spPr>
          <a:xfrm>
            <a:off x="1487315" y="6156960"/>
            <a:ext cx="1452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</a:rPr>
              <a:t>0x100001F0</a:t>
            </a:r>
            <a:endParaRPr 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E19796-203A-5975-9E7E-A51D96722A9D}"/>
              </a:ext>
            </a:extLst>
          </p:cNvPr>
          <p:cNvSpPr txBox="1"/>
          <p:nvPr/>
        </p:nvSpPr>
        <p:spPr>
          <a:xfrm>
            <a:off x="2894145" y="6159458"/>
            <a:ext cx="1452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</a:rPr>
              <a:t>0x10000200</a:t>
            </a:r>
            <a:endParaRPr 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46B73D-93B0-BE96-6E77-F5047B876FB4}"/>
              </a:ext>
            </a:extLst>
          </p:cNvPr>
          <p:cNvSpPr txBox="1"/>
          <p:nvPr/>
        </p:nvSpPr>
        <p:spPr>
          <a:xfrm>
            <a:off x="1459041" y="6396533"/>
            <a:ext cx="15629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+mn-lt"/>
                <a:cs typeface="Consolas" panose="020B0609020204030204" pitchFamily="49" charset="0"/>
              </a:rPr>
              <a:t>Mem Address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08279E-530F-10AE-C181-2446B85EE3E6}"/>
              </a:ext>
            </a:extLst>
          </p:cNvPr>
          <p:cNvSpPr txBox="1"/>
          <p:nvPr/>
        </p:nvSpPr>
        <p:spPr>
          <a:xfrm>
            <a:off x="2949805" y="6392961"/>
            <a:ext cx="1562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+mn-lt"/>
                <a:cs typeface="Consolas" panose="020B0609020204030204" pitchFamily="49" charset="0"/>
              </a:rPr>
              <a:t>Mem Address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7F96825-B097-324D-C2F7-FAFF800F7FC6}"/>
              </a:ext>
            </a:extLst>
          </p:cNvPr>
          <p:cNvSpPr txBox="1">
            <a:spLocks/>
          </p:cNvSpPr>
          <p:nvPr/>
        </p:nvSpPr>
        <p:spPr>
          <a:xfrm>
            <a:off x="4091355" y="1331259"/>
            <a:ext cx="4877877" cy="2686131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pt-BR" b="0" dirty="0"/>
              <a:t>MOVW R0, #0xAFE1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MOVT R0, #0xBADC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MOVT R2, #0xABCD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STR R3, [R1]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LDRSH R4, (R1, #0xC)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PUSH (R1, R3)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POP (R5)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754608230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14749</TotalTime>
  <Pages>1</Pages>
  <Words>5101</Words>
  <Application>Microsoft Office PowerPoint</Application>
  <PresentationFormat>On-screen Show (4:3)</PresentationFormat>
  <Paragraphs>738</Paragraphs>
  <Slides>31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6" baseType="lpstr">
      <vt:lpstr>Bookman Old Style (Headings)</vt:lpstr>
      <vt:lpstr>Gill Sans</vt:lpstr>
      <vt:lpstr>Gill Sans Light</vt:lpstr>
      <vt:lpstr>Arial</vt:lpstr>
      <vt:lpstr>Arial Narrow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Question: Endianness</vt:lpstr>
      <vt:lpstr>Answer: Endianness</vt:lpstr>
      <vt:lpstr>Question: Endianness</vt:lpstr>
      <vt:lpstr>Answer: Endianness</vt:lpstr>
      <vt:lpstr>Question: Endianness</vt:lpstr>
      <vt:lpstr>Answer: Endianness</vt:lpstr>
      <vt:lpstr>Endianness</vt:lpstr>
      <vt:lpstr>Endianness ANS</vt:lpstr>
      <vt:lpstr>Endianness ANS</vt:lpstr>
      <vt:lpstr>Endianness</vt:lpstr>
      <vt:lpstr>Endianness ANS</vt:lpstr>
      <vt:lpstr>Endianness ANS</vt:lpstr>
      <vt:lpstr>Endianness ANS</vt:lpstr>
      <vt:lpstr>Data Alignment</vt:lpstr>
      <vt:lpstr>Question: Data Alignment</vt:lpstr>
      <vt:lpstr>Answer: Data Align</vt:lpstr>
      <vt:lpstr>Question: Data Align</vt:lpstr>
      <vt:lpstr>Answer: Data Align</vt:lpstr>
      <vt:lpstr>Answer: Memory Cycles</vt:lpstr>
      <vt:lpstr>Answer: Memory Cycles</vt:lpstr>
      <vt:lpstr>Question: Arrays</vt:lpstr>
      <vt:lpstr>Answer: Arrays</vt:lpstr>
      <vt:lpstr>Load Multiple Registers</vt:lpstr>
      <vt:lpstr>LDM</vt:lpstr>
      <vt:lpstr>LDM ANS</vt:lpstr>
      <vt:lpstr>LDR</vt:lpstr>
      <vt:lpstr>LDRB R7, [R2, #1] ANS</vt:lpstr>
      <vt:lpstr>LDRSH R7, [R2, #1] ANS</vt:lpstr>
      <vt:lpstr>LDRSH R7, [R2, #2] ANS</vt:lpstr>
      <vt:lpstr>Compute register and memory values at each step of this program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2025-09-18T21:37:08Z</cp:lastPrinted>
  <dcterms:created xsi:type="dcterms:W3CDTF">2014-02-12T15:59:14Z</dcterms:created>
  <dcterms:modified xsi:type="dcterms:W3CDTF">2025-10-16T21:52:39Z</dcterms:modified>
</cp:coreProperties>
</file>