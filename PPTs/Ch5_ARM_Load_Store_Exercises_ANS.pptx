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7"/>
  </p:notesMasterIdLst>
  <p:handoutMasterIdLst>
    <p:handoutMasterId r:id="rId38"/>
  </p:handoutMasterIdLst>
  <p:sldIdLst>
    <p:sldId id="385" r:id="rId2"/>
    <p:sldId id="356" r:id="rId3"/>
    <p:sldId id="357" r:id="rId4"/>
    <p:sldId id="363" r:id="rId5"/>
    <p:sldId id="364" r:id="rId6"/>
    <p:sldId id="358" r:id="rId7"/>
    <p:sldId id="359" r:id="rId8"/>
    <p:sldId id="417" r:id="rId9"/>
    <p:sldId id="798" r:id="rId10"/>
    <p:sldId id="808" r:id="rId11"/>
    <p:sldId id="813" r:id="rId12"/>
    <p:sldId id="809" r:id="rId13"/>
    <p:sldId id="811" r:id="rId14"/>
    <p:sldId id="812" r:id="rId15"/>
    <p:sldId id="774" r:id="rId16"/>
    <p:sldId id="345" r:id="rId17"/>
    <p:sldId id="346" r:id="rId18"/>
    <p:sldId id="369" r:id="rId19"/>
    <p:sldId id="370" r:id="rId20"/>
    <p:sldId id="367" r:id="rId21"/>
    <p:sldId id="368" r:id="rId22"/>
    <p:sldId id="365" r:id="rId23"/>
    <p:sldId id="366" r:id="rId24"/>
    <p:sldId id="495" r:id="rId25"/>
    <p:sldId id="801" r:id="rId26"/>
    <p:sldId id="799" r:id="rId27"/>
    <p:sldId id="804" r:id="rId28"/>
    <p:sldId id="803" r:id="rId29"/>
    <p:sldId id="805" r:id="rId30"/>
    <p:sldId id="806" r:id="rId31"/>
    <p:sldId id="816" r:id="rId32"/>
    <p:sldId id="817" r:id="rId33"/>
    <p:sldId id="818" r:id="rId34"/>
    <p:sldId id="820" r:id="rId35"/>
    <p:sldId id="819" r:id="rId36"/>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D25279-C3AD-4B13-92A2-4AC656D27A67}" v="350" dt="2025-10-21T21:58:59.9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353" autoAdjust="0"/>
    <p:restoredTop sz="86928" autoAdjust="0"/>
  </p:normalViewPr>
  <p:slideViewPr>
    <p:cSldViewPr snapToGrid="0">
      <p:cViewPr>
        <p:scale>
          <a:sx n="66" d="100"/>
          <a:sy n="66" d="100"/>
        </p:scale>
        <p:origin x="1392" y="173"/>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6216"/>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5-10-21T21:58:55.102" v="2920" actId="22"/>
      <pc:docMkLst>
        <pc:docMk/>
      </pc:docMkLst>
      <pc:sldChg chg="add del">
        <pc:chgData name="Zonghua Gu" userId="9a7e1853e1951ef5" providerId="LiveId" clId="{CF1FAA12-072C-4ED5-BA76-0FFFAEFDB88A}" dt="2025-09-24T21:50:44.726" v="623"/>
        <pc:sldMkLst>
          <pc:docMk/>
          <pc:sldMk cId="146821145" sldId="495"/>
        </pc:sldMkLst>
      </pc:sldChg>
      <pc:sldChg chg="delSp modSp add del mod modTransition modAnim">
        <pc:chgData name="Zonghua Gu" userId="9a7e1853e1951ef5" providerId="LiveId" clId="{CF1FAA12-072C-4ED5-BA76-0FFFAEFDB88A}" dt="2025-09-21T21:00:43.715" v="614" actId="1076"/>
        <pc:sldMkLst>
          <pc:docMk/>
          <pc:sldMk cId="1864663475" sldId="774"/>
        </pc:sldMkLst>
        <pc:spChg chg="mod">
          <ac:chgData name="Zonghua Gu" userId="9a7e1853e1951ef5" providerId="LiveId" clId="{CF1FAA12-072C-4ED5-BA76-0FFFAEFDB88A}" dt="2025-09-21T21:00:43.715" v="614" actId="1076"/>
          <ac:spMkLst>
            <pc:docMk/>
            <pc:sldMk cId="1864663475" sldId="774"/>
            <ac:spMk id="6" creationId="{9847AA0A-7964-4433-C181-1EB7B5E48F3F}"/>
          </ac:spMkLst>
        </pc:spChg>
      </pc:sldChg>
      <pc:sldChg chg="addSp delSp modSp new mod">
        <pc:chgData name="Zonghua Gu" userId="9a7e1853e1951ef5" providerId="LiveId" clId="{CF1FAA12-072C-4ED5-BA76-0FFFAEFDB88A}" dt="2025-09-25T23:32:29.832" v="1314" actId="207"/>
        <pc:sldMkLst>
          <pc:docMk/>
          <pc:sldMk cId="3896189839" sldId="799"/>
        </pc:sldMkLst>
        <pc:spChg chg="mod">
          <ac:chgData name="Zonghua Gu" userId="9a7e1853e1951ef5" providerId="LiveId" clId="{CF1FAA12-072C-4ED5-BA76-0FFFAEFDB88A}" dt="2025-09-24T21:54:28.776" v="681" actId="20577"/>
          <ac:spMkLst>
            <pc:docMk/>
            <pc:sldMk cId="3896189839" sldId="799"/>
            <ac:spMk id="2" creationId="{10B3BAC0-1ED1-3CC9-BDD8-A393E1B052E7}"/>
          </ac:spMkLst>
        </pc:spChg>
        <pc:spChg chg="add mod">
          <ac:chgData name="Zonghua Gu" userId="9a7e1853e1951ef5" providerId="LiveId" clId="{CF1FAA12-072C-4ED5-BA76-0FFFAEFDB88A}" dt="2025-09-25T23:32:29.832" v="1314" actId="207"/>
          <ac:spMkLst>
            <pc:docMk/>
            <pc:sldMk cId="3896189839" sldId="799"/>
            <ac:spMk id="4" creationId="{2DDCD008-C81A-0FDE-1A42-D78DBFAE7B90}"/>
          </ac:spMkLst>
        </pc:spChg>
        <pc:spChg chg="add mod">
          <ac:chgData name="Zonghua Gu" userId="9a7e1853e1951ef5" providerId="LiveId" clId="{CF1FAA12-072C-4ED5-BA76-0FFFAEFDB88A}" dt="2025-09-25T21:34:08.218" v="901" actId="1035"/>
          <ac:spMkLst>
            <pc:docMk/>
            <pc:sldMk cId="3896189839" sldId="799"/>
            <ac:spMk id="9" creationId="{1CE606E0-E40B-C230-04E8-0FC3B6565AF7}"/>
          </ac:spMkLst>
        </pc:spChg>
        <pc:spChg chg="add mod">
          <ac:chgData name="Zonghua Gu" userId="9a7e1853e1951ef5" providerId="LiveId" clId="{CF1FAA12-072C-4ED5-BA76-0FFFAEFDB88A}" dt="2025-09-25T21:34:08.218" v="901" actId="1035"/>
          <ac:spMkLst>
            <pc:docMk/>
            <pc:sldMk cId="3896189839" sldId="799"/>
            <ac:spMk id="10" creationId="{3784F08A-CE46-3CB7-3599-5D636AB5ED5C}"/>
          </ac:spMkLst>
        </pc:spChg>
        <pc:spChg chg="add mod">
          <ac:chgData name="Zonghua Gu" userId="9a7e1853e1951ef5" providerId="LiveId" clId="{CF1FAA12-072C-4ED5-BA76-0FFFAEFDB88A}" dt="2025-09-25T23:28:11.389" v="1277" actId="1036"/>
          <ac:spMkLst>
            <pc:docMk/>
            <pc:sldMk cId="3896189839" sldId="799"/>
            <ac:spMk id="11" creationId="{6EF9D02D-5D8D-AFF6-3EFF-241315018FBE}"/>
          </ac:spMkLst>
        </pc:spChg>
        <pc:graphicFrameChg chg="add mod modGraphic">
          <ac:chgData name="Zonghua Gu" userId="9a7e1853e1951ef5" providerId="LiveId" clId="{CF1FAA12-072C-4ED5-BA76-0FFFAEFDB88A}" dt="2025-09-24T22:00:23.975" v="804" actId="1076"/>
          <ac:graphicFrameMkLst>
            <pc:docMk/>
            <pc:sldMk cId="3896189839" sldId="799"/>
            <ac:graphicFrameMk id="8" creationId="{38E9B9C5-BA3B-C651-FA94-86C87FF6C80A}"/>
          </ac:graphicFrameMkLst>
        </pc:graphicFrameChg>
      </pc:sldChg>
      <pc:sldChg chg="modSp add mod">
        <pc:chgData name="Zonghua Gu" userId="9a7e1853e1951ef5" providerId="LiveId" clId="{CF1FAA12-072C-4ED5-BA76-0FFFAEFDB88A}" dt="2025-09-25T23:27:31.682" v="1255"/>
        <pc:sldMkLst>
          <pc:docMk/>
          <pc:sldMk cId="3968162788" sldId="801"/>
        </pc:sldMkLst>
        <pc:spChg chg="mod">
          <ac:chgData name="Zonghua Gu" userId="9a7e1853e1951ef5" providerId="LiveId" clId="{CF1FAA12-072C-4ED5-BA76-0FFFAEFDB88A}" dt="2025-09-24T22:02:02.352" v="855" actId="20577"/>
          <ac:spMkLst>
            <pc:docMk/>
            <pc:sldMk cId="3968162788" sldId="801"/>
            <ac:spMk id="2" creationId="{E0225031-3EBD-28FC-E1A0-0049330C0107}"/>
          </ac:spMkLst>
        </pc:spChg>
        <pc:spChg chg="mod">
          <ac:chgData name="Zonghua Gu" userId="9a7e1853e1951ef5" providerId="LiveId" clId="{CF1FAA12-072C-4ED5-BA76-0FFFAEFDB88A}" dt="2025-09-25T21:34:01.120" v="899" actId="1035"/>
          <ac:spMkLst>
            <pc:docMk/>
            <pc:sldMk cId="3968162788" sldId="801"/>
            <ac:spMk id="9" creationId="{DC077EDE-860F-119C-95B4-998969925842}"/>
          </ac:spMkLst>
        </pc:spChg>
        <pc:spChg chg="mod">
          <ac:chgData name="Zonghua Gu" userId="9a7e1853e1951ef5" providerId="LiveId" clId="{CF1FAA12-072C-4ED5-BA76-0FFFAEFDB88A}" dt="2025-09-25T21:34:01.120" v="899" actId="1035"/>
          <ac:spMkLst>
            <pc:docMk/>
            <pc:sldMk cId="3968162788" sldId="801"/>
            <ac:spMk id="10" creationId="{0401EA57-66F9-3EE2-E561-2AB9C3395B7B}"/>
          </ac:spMkLst>
        </pc:spChg>
        <pc:spChg chg="mod">
          <ac:chgData name="Zonghua Gu" userId="9a7e1853e1951ef5" providerId="LiveId" clId="{CF1FAA12-072C-4ED5-BA76-0FFFAEFDB88A}" dt="2025-09-25T23:27:31.682" v="1255"/>
          <ac:spMkLst>
            <pc:docMk/>
            <pc:sldMk cId="3968162788" sldId="801"/>
            <ac:spMk id="11" creationId="{45B25AD4-8787-2AE5-61C8-58C8E91AB6F9}"/>
          </ac:spMkLst>
        </pc:spChg>
        <pc:graphicFrameChg chg="mod">
          <ac:chgData name="Zonghua Gu" userId="9a7e1853e1951ef5" providerId="LiveId" clId="{CF1FAA12-072C-4ED5-BA76-0FFFAEFDB88A}" dt="2025-09-24T22:02:48.768" v="856" actId="1076"/>
          <ac:graphicFrameMkLst>
            <pc:docMk/>
            <pc:sldMk cId="3968162788" sldId="801"/>
            <ac:graphicFrameMk id="8" creationId="{D3C2D736-73D7-3A26-A782-9CEC03C12D04}"/>
          </ac:graphicFrameMkLst>
        </pc:graphicFrameChg>
      </pc:sldChg>
      <pc:sldChg chg="addSp delSp modSp new mod">
        <pc:chgData name="Zonghua Gu" userId="9a7e1853e1951ef5" providerId="LiveId" clId="{CF1FAA12-072C-4ED5-BA76-0FFFAEFDB88A}" dt="2025-09-25T21:51:10.870" v="1212" actId="20577"/>
        <pc:sldMkLst>
          <pc:docMk/>
          <pc:sldMk cId="2664882224" sldId="803"/>
        </pc:sldMkLst>
        <pc:spChg chg="mod">
          <ac:chgData name="Zonghua Gu" userId="9a7e1853e1951ef5" providerId="LiveId" clId="{CF1FAA12-072C-4ED5-BA76-0FFFAEFDB88A}" dt="2025-09-25T21:51:10.870" v="1212" actId="20577"/>
          <ac:spMkLst>
            <pc:docMk/>
            <pc:sldMk cId="2664882224" sldId="803"/>
            <ac:spMk id="2" creationId="{C6EB2238-BBC0-CBBF-7810-8FBE90A0F7F6}"/>
          </ac:spMkLst>
        </pc:spChg>
        <pc:spChg chg="mod">
          <ac:chgData name="Zonghua Gu" userId="9a7e1853e1951ef5" providerId="LiveId" clId="{CF1FAA12-072C-4ED5-BA76-0FFFAEFDB88A}" dt="2025-09-25T21:45:15.376" v="1120" actId="27636"/>
          <ac:spMkLst>
            <pc:docMk/>
            <pc:sldMk cId="2664882224" sldId="803"/>
            <ac:spMk id="4" creationId="{2463EDD9-B8F6-0646-18B3-CC070E8A0A43}"/>
          </ac:spMkLst>
        </pc:spChg>
        <pc:spChg chg="add mod">
          <ac:chgData name="Zonghua Gu" userId="9a7e1853e1951ef5" providerId="LiveId" clId="{CF1FAA12-072C-4ED5-BA76-0FFFAEFDB88A}" dt="2025-09-25T21:43:29.385" v="1083" actId="1076"/>
          <ac:spMkLst>
            <pc:docMk/>
            <pc:sldMk cId="2664882224" sldId="803"/>
            <ac:spMk id="10" creationId="{0CBD8A71-6858-EB63-60B1-2BCE04BF15A1}"/>
          </ac:spMkLst>
        </pc:spChg>
        <pc:spChg chg="add mod">
          <ac:chgData name="Zonghua Gu" userId="9a7e1853e1951ef5" providerId="LiveId" clId="{CF1FAA12-072C-4ED5-BA76-0FFFAEFDB88A}" dt="2025-09-25T21:43:29.385" v="1083" actId="1076"/>
          <ac:spMkLst>
            <pc:docMk/>
            <pc:sldMk cId="2664882224" sldId="803"/>
            <ac:spMk id="11" creationId="{F431F53F-9A54-2B40-184B-D840774F8B1E}"/>
          </ac:spMkLst>
        </pc:spChg>
        <pc:spChg chg="add mod">
          <ac:chgData name="Zonghua Gu" userId="9a7e1853e1951ef5" providerId="LiveId" clId="{CF1FAA12-072C-4ED5-BA76-0FFFAEFDB88A}" dt="2025-09-25T21:43:10.570" v="1078" actId="1076"/>
          <ac:spMkLst>
            <pc:docMk/>
            <pc:sldMk cId="2664882224" sldId="803"/>
            <ac:spMk id="12" creationId="{4B931BD9-C3E4-0025-B087-EEB521A2C46D}"/>
          </ac:spMkLst>
        </pc:spChg>
        <pc:spChg chg="add mod">
          <ac:chgData name="Zonghua Gu" userId="9a7e1853e1951ef5" providerId="LiveId" clId="{CF1FAA12-072C-4ED5-BA76-0FFFAEFDB88A}" dt="2025-09-25T21:43:10.570" v="1078" actId="1076"/>
          <ac:spMkLst>
            <pc:docMk/>
            <pc:sldMk cId="2664882224" sldId="803"/>
            <ac:spMk id="13" creationId="{A4CE08F2-4EA8-54EE-BF49-1DDF1427E231}"/>
          </ac:spMkLst>
        </pc:spChg>
        <pc:graphicFrameChg chg="add mod modGraphic">
          <ac:chgData name="Zonghua Gu" userId="9a7e1853e1951ef5" providerId="LiveId" clId="{CF1FAA12-072C-4ED5-BA76-0FFFAEFDB88A}" dt="2025-09-25T21:43:10.570" v="1078" actId="1076"/>
          <ac:graphicFrameMkLst>
            <pc:docMk/>
            <pc:sldMk cId="2664882224" sldId="803"/>
            <ac:graphicFrameMk id="8" creationId="{7BD17121-F2EE-4EB2-E99B-5E4ED1E984B5}"/>
          </ac:graphicFrameMkLst>
        </pc:graphicFrameChg>
        <pc:graphicFrameChg chg="add mod modGraphic">
          <ac:chgData name="Zonghua Gu" userId="9a7e1853e1951ef5" providerId="LiveId" clId="{CF1FAA12-072C-4ED5-BA76-0FFFAEFDB88A}" dt="2025-09-25T21:43:10.570" v="1078" actId="1076"/>
          <ac:graphicFrameMkLst>
            <pc:docMk/>
            <pc:sldMk cId="2664882224" sldId="803"/>
            <ac:graphicFrameMk id="9" creationId="{DD348A1B-265D-FC66-3D0D-1FCF93CB8C74}"/>
          </ac:graphicFrameMkLst>
        </pc:graphicFrameChg>
      </pc:sldChg>
      <pc:sldChg chg="modSp add mod modNotesTx">
        <pc:chgData name="Zonghua Gu" userId="9a7e1853e1951ef5" providerId="LiveId" clId="{CF1FAA12-072C-4ED5-BA76-0FFFAEFDB88A}" dt="2025-09-25T21:58:48.416" v="1249" actId="20577"/>
        <pc:sldMkLst>
          <pc:docMk/>
          <pc:sldMk cId="2882502133" sldId="804"/>
        </pc:sldMkLst>
        <pc:spChg chg="mod">
          <ac:chgData name="Zonghua Gu" userId="9a7e1853e1951ef5" providerId="LiveId" clId="{CF1FAA12-072C-4ED5-BA76-0FFFAEFDB88A}" dt="2025-09-25T21:37:37.535" v="1020" actId="20577"/>
          <ac:spMkLst>
            <pc:docMk/>
            <pc:sldMk cId="2882502133" sldId="804"/>
            <ac:spMk id="2" creationId="{3D61F6C3-9012-39E9-02E8-5A15294CC493}"/>
          </ac:spMkLst>
        </pc:spChg>
        <pc:spChg chg="mod">
          <ac:chgData name="Zonghua Gu" userId="9a7e1853e1951ef5" providerId="LiveId" clId="{CF1FAA12-072C-4ED5-BA76-0FFFAEFDB88A}" dt="2025-09-25T21:51:57.726" v="1226" actId="6549"/>
          <ac:spMkLst>
            <pc:docMk/>
            <pc:sldMk cId="2882502133" sldId="804"/>
            <ac:spMk id="4" creationId="{0A072226-E71C-C418-9D4C-D783EC4359F1}"/>
          </ac:spMkLst>
        </pc:spChg>
      </pc:sldChg>
      <pc:sldChg chg="modSp add mod">
        <pc:chgData name="Zonghua Gu" userId="9a7e1853e1951ef5" providerId="LiveId" clId="{CF1FAA12-072C-4ED5-BA76-0FFFAEFDB88A}" dt="2025-09-25T21:51:26.700" v="1222" actId="20577"/>
        <pc:sldMkLst>
          <pc:docMk/>
          <pc:sldMk cId="3336550644" sldId="805"/>
        </pc:sldMkLst>
        <pc:spChg chg="mod">
          <ac:chgData name="Zonghua Gu" userId="9a7e1853e1951ef5" providerId="LiveId" clId="{CF1FAA12-072C-4ED5-BA76-0FFFAEFDB88A}" dt="2025-09-25T21:51:26.700" v="1222" actId="20577"/>
          <ac:spMkLst>
            <pc:docMk/>
            <pc:sldMk cId="3336550644" sldId="805"/>
            <ac:spMk id="2" creationId="{A8D04C52-29FC-2FF0-4F89-3285A82B3DAB}"/>
          </ac:spMkLst>
        </pc:spChg>
        <pc:spChg chg="mod">
          <ac:chgData name="Zonghua Gu" userId="9a7e1853e1951ef5" providerId="LiveId" clId="{CF1FAA12-072C-4ED5-BA76-0FFFAEFDB88A}" dt="2025-09-25T21:50:05.816" v="1202"/>
          <ac:spMkLst>
            <pc:docMk/>
            <pc:sldMk cId="3336550644" sldId="805"/>
            <ac:spMk id="4" creationId="{22D5A64C-016C-A0F2-38AF-054CBADAE79C}"/>
          </ac:spMkLst>
        </pc:spChg>
      </pc:sldChg>
      <pc:sldChg chg="modSp add mod">
        <pc:chgData name="Zonghua Gu" userId="9a7e1853e1951ef5" providerId="LiveId" clId="{CF1FAA12-072C-4ED5-BA76-0FFFAEFDB88A}" dt="2025-09-25T21:58:26.722" v="1248" actId="20577"/>
        <pc:sldMkLst>
          <pc:docMk/>
          <pc:sldMk cId="1204830540" sldId="806"/>
        </pc:sldMkLst>
        <pc:spChg chg="mod">
          <ac:chgData name="Zonghua Gu" userId="9a7e1853e1951ef5" providerId="LiveId" clId="{CF1FAA12-072C-4ED5-BA76-0FFFAEFDB88A}" dt="2025-09-25T21:51:37.364" v="1225" actId="20577"/>
          <ac:spMkLst>
            <pc:docMk/>
            <pc:sldMk cId="1204830540" sldId="806"/>
            <ac:spMk id="2" creationId="{14E1FC6F-F86B-D4FA-4FF9-D7B46DE6EB88}"/>
          </ac:spMkLst>
        </pc:spChg>
        <pc:spChg chg="mod">
          <ac:chgData name="Zonghua Gu" userId="9a7e1853e1951ef5" providerId="LiveId" clId="{CF1FAA12-072C-4ED5-BA76-0FFFAEFDB88A}" dt="2025-09-25T21:58:26.722" v="1248" actId="20577"/>
          <ac:spMkLst>
            <pc:docMk/>
            <pc:sldMk cId="1204830540" sldId="806"/>
            <ac:spMk id="4" creationId="{F5BD1FD1-2387-26FB-4BF0-E2B12311B2D2}"/>
          </ac:spMkLst>
        </pc:spChg>
      </pc:sldChg>
      <pc:sldChg chg="delSp modSp add mod">
        <pc:chgData name="Zonghua Gu" userId="9a7e1853e1951ef5" providerId="LiveId" clId="{CF1FAA12-072C-4ED5-BA76-0FFFAEFDB88A}" dt="2025-10-08T01:29:45.447" v="1329" actId="21"/>
        <pc:sldMkLst>
          <pc:docMk/>
          <pc:sldMk cId="1650360982" sldId="808"/>
        </pc:sldMkLst>
      </pc:sldChg>
      <pc:sldChg chg="addSp delSp modSp new mod">
        <pc:chgData name="Zonghua Gu" userId="9a7e1853e1951ef5" providerId="LiveId" clId="{CF1FAA12-072C-4ED5-BA76-0FFFAEFDB88A}" dt="2025-10-08T01:55:27.618" v="1658" actId="27636"/>
        <pc:sldMkLst>
          <pc:docMk/>
          <pc:sldMk cId="2284923932" sldId="809"/>
        </pc:sldMkLst>
        <pc:spChg chg="mod">
          <ac:chgData name="Zonghua Gu" userId="9a7e1853e1951ef5" providerId="LiveId" clId="{CF1FAA12-072C-4ED5-BA76-0FFFAEFDB88A}" dt="2025-10-08T01:31:36.074" v="1331"/>
          <ac:spMkLst>
            <pc:docMk/>
            <pc:sldMk cId="2284923932" sldId="809"/>
            <ac:spMk id="2" creationId="{06D87A03-6041-026E-57B5-BB15BE9C9179}"/>
          </ac:spMkLst>
        </pc:spChg>
        <pc:spChg chg="mod">
          <ac:chgData name="Zonghua Gu" userId="9a7e1853e1951ef5" providerId="LiveId" clId="{CF1FAA12-072C-4ED5-BA76-0FFFAEFDB88A}" dt="2025-10-08T01:55:27.618" v="1658" actId="27636"/>
          <ac:spMkLst>
            <pc:docMk/>
            <pc:sldMk cId="2284923932" sldId="809"/>
            <ac:spMk id="4" creationId="{820F721C-49AF-4791-CFC3-7A5BCF18A263}"/>
          </ac:spMkLst>
        </pc:spChg>
        <pc:graphicFrameChg chg="add mod">
          <ac:chgData name="Zonghua Gu" userId="9a7e1853e1951ef5" providerId="LiveId" clId="{CF1FAA12-072C-4ED5-BA76-0FFFAEFDB88A}" dt="2025-10-08T01:53:58.840" v="1644"/>
          <ac:graphicFrameMkLst>
            <pc:docMk/>
            <pc:sldMk cId="2284923932" sldId="809"/>
            <ac:graphicFrameMk id="11" creationId="{E200620A-B2FE-B335-0D7B-0C5D9D0E887A}"/>
          </ac:graphicFrameMkLst>
        </pc:graphicFrameChg>
        <pc:graphicFrameChg chg="add mod modGraphic">
          <ac:chgData name="Zonghua Gu" userId="9a7e1853e1951ef5" providerId="LiveId" clId="{CF1FAA12-072C-4ED5-BA76-0FFFAEFDB88A}" dt="2025-10-08T01:54:05.636" v="1646" actId="108"/>
          <ac:graphicFrameMkLst>
            <pc:docMk/>
            <pc:sldMk cId="2284923932" sldId="809"/>
            <ac:graphicFrameMk id="12" creationId="{9E77696A-7447-CDEC-D8B2-8C7336B6AE76}"/>
          </ac:graphicFrameMkLst>
        </pc:graphicFrameChg>
      </pc:sldChg>
      <pc:sldChg chg="addSp delSp modSp add mod">
        <pc:chgData name="Zonghua Gu" userId="9a7e1853e1951ef5" providerId="LiveId" clId="{CF1FAA12-072C-4ED5-BA76-0FFFAEFDB88A}" dt="2025-10-08T01:55:37.750" v="1664" actId="20577"/>
        <pc:sldMkLst>
          <pc:docMk/>
          <pc:sldMk cId="2957949268" sldId="811"/>
        </pc:sldMkLst>
        <pc:spChg chg="mod">
          <ac:chgData name="Zonghua Gu" userId="9a7e1853e1951ef5" providerId="LiveId" clId="{CF1FAA12-072C-4ED5-BA76-0FFFAEFDB88A}" dt="2025-10-08T01:55:37.750" v="1664" actId="20577"/>
          <ac:spMkLst>
            <pc:docMk/>
            <pc:sldMk cId="2957949268" sldId="811"/>
            <ac:spMk id="4" creationId="{3528BAFB-7E83-6017-36A5-8856E36AD2DF}"/>
          </ac:spMkLst>
        </pc:spChg>
        <pc:graphicFrameChg chg="add mod">
          <ac:chgData name="Zonghua Gu" userId="9a7e1853e1951ef5" providerId="LiveId" clId="{CF1FAA12-072C-4ED5-BA76-0FFFAEFDB88A}" dt="2025-10-08T01:39:14.225" v="1492"/>
          <ac:graphicFrameMkLst>
            <pc:docMk/>
            <pc:sldMk cId="2957949268" sldId="811"/>
            <ac:graphicFrameMk id="5" creationId="{DCFF20E1-6306-C5B2-B89F-50622B752DF5}"/>
          </ac:graphicFrameMkLst>
        </pc:graphicFrameChg>
        <pc:graphicFrameChg chg="add mod modGraphic">
          <ac:chgData name="Zonghua Gu" userId="9a7e1853e1951ef5" providerId="LiveId" clId="{CF1FAA12-072C-4ED5-BA76-0FFFAEFDB88A}" dt="2025-10-08T01:54:09.386" v="1647" actId="108"/>
          <ac:graphicFrameMkLst>
            <pc:docMk/>
            <pc:sldMk cId="2957949268" sldId="811"/>
            <ac:graphicFrameMk id="11" creationId="{001500E7-0850-9C66-1E7A-24ECEE3B31E6}"/>
          </ac:graphicFrameMkLst>
        </pc:graphicFrameChg>
      </pc:sldChg>
      <pc:sldChg chg="addSp delSp modSp add mod">
        <pc:chgData name="Zonghua Gu" userId="9a7e1853e1951ef5" providerId="LiveId" clId="{CF1FAA12-072C-4ED5-BA76-0FFFAEFDB88A}" dt="2025-10-08T01:55:53.918" v="1670" actId="20577"/>
        <pc:sldMkLst>
          <pc:docMk/>
          <pc:sldMk cId="195030017" sldId="812"/>
        </pc:sldMkLst>
        <pc:spChg chg="mod">
          <ac:chgData name="Zonghua Gu" userId="9a7e1853e1951ef5" providerId="LiveId" clId="{CF1FAA12-072C-4ED5-BA76-0FFFAEFDB88A}" dt="2025-10-08T01:55:53.918" v="1670" actId="20577"/>
          <ac:spMkLst>
            <pc:docMk/>
            <pc:sldMk cId="195030017" sldId="812"/>
            <ac:spMk id="4" creationId="{BA095994-96A1-3342-AF91-E5C6E48F1321}"/>
          </ac:spMkLst>
        </pc:spChg>
      </pc:sldChg>
      <pc:sldChg chg="add">
        <pc:chgData name="Zonghua Gu" userId="9a7e1853e1951ef5" providerId="LiveId" clId="{CF1FAA12-072C-4ED5-BA76-0FFFAEFDB88A}" dt="2025-10-08T02:01:36.758" v="1672"/>
        <pc:sldMkLst>
          <pc:docMk/>
          <pc:sldMk cId="1716263769" sldId="813"/>
        </pc:sldMkLst>
      </pc:sldChg>
      <pc:sldChg chg="addSp delSp modSp new del mod">
        <pc:chgData name="Zonghua Gu" userId="9a7e1853e1951ef5" providerId="LiveId" clId="{CF1FAA12-072C-4ED5-BA76-0FFFAEFDB88A}" dt="2025-10-21T19:27:16.819" v="2452" actId="47"/>
        <pc:sldMkLst>
          <pc:docMk/>
          <pc:sldMk cId="754608230" sldId="815"/>
        </pc:sldMkLst>
      </pc:sldChg>
      <pc:sldChg chg="addSp delSp modSp new mod">
        <pc:chgData name="Zonghua Gu" userId="9a7e1853e1951ef5" providerId="LiveId" clId="{CF1FAA12-072C-4ED5-BA76-0FFFAEFDB88A}" dt="2025-10-21T20:49:59.856" v="2461" actId="1076"/>
        <pc:sldMkLst>
          <pc:docMk/>
          <pc:sldMk cId="811401925" sldId="816"/>
        </pc:sldMkLst>
        <pc:spChg chg="mod">
          <ac:chgData name="Zonghua Gu" userId="9a7e1853e1951ef5" providerId="LiveId" clId="{CF1FAA12-072C-4ED5-BA76-0FFFAEFDB88A}" dt="2025-10-21T19:27:11.773" v="2451" actId="20577"/>
          <ac:spMkLst>
            <pc:docMk/>
            <pc:sldMk cId="811401925" sldId="816"/>
            <ac:spMk id="2" creationId="{ED346943-56FC-4F00-B4C2-002F4BD6545D}"/>
          </ac:spMkLst>
        </pc:spChg>
        <pc:spChg chg="del">
          <ac:chgData name="Zonghua Gu" userId="9a7e1853e1951ef5" providerId="LiveId" clId="{CF1FAA12-072C-4ED5-BA76-0FFFAEFDB88A}" dt="2025-10-21T19:10:04.457" v="2116" actId="3680"/>
          <ac:spMkLst>
            <pc:docMk/>
            <pc:sldMk cId="811401925" sldId="816"/>
            <ac:spMk id="4" creationId="{6871AECB-404C-2B17-2203-AE0D11B00895}"/>
          </ac:spMkLst>
        </pc:spChg>
        <pc:spChg chg="add mod">
          <ac:chgData name="Zonghua Gu" userId="9a7e1853e1951ef5" providerId="LiveId" clId="{CF1FAA12-072C-4ED5-BA76-0FFFAEFDB88A}" dt="2025-10-21T19:24:00.659" v="2299"/>
          <ac:spMkLst>
            <pc:docMk/>
            <pc:sldMk cId="811401925" sldId="816"/>
            <ac:spMk id="9" creationId="{810EE1B8-C141-FA04-4558-34F0A27580B4}"/>
          </ac:spMkLst>
        </pc:spChg>
        <pc:spChg chg="add mod">
          <ac:chgData name="Zonghua Gu" userId="9a7e1853e1951ef5" providerId="LiveId" clId="{CF1FAA12-072C-4ED5-BA76-0FFFAEFDB88A}" dt="2025-10-21T20:49:59.856" v="2461" actId="1076"/>
          <ac:spMkLst>
            <pc:docMk/>
            <pc:sldMk cId="811401925" sldId="816"/>
            <ac:spMk id="10" creationId="{1E914C08-96CB-135B-1433-52624F812AD9}"/>
          </ac:spMkLst>
        </pc:spChg>
        <pc:spChg chg="add mod">
          <ac:chgData name="Zonghua Gu" userId="9a7e1853e1951ef5" providerId="LiveId" clId="{CF1FAA12-072C-4ED5-BA76-0FFFAEFDB88A}" dt="2025-10-21T19:27:04.038" v="2426" actId="404"/>
          <ac:spMkLst>
            <pc:docMk/>
            <pc:sldMk cId="811401925" sldId="816"/>
            <ac:spMk id="11" creationId="{E0C303F2-641E-019B-CA34-0B02E8722206}"/>
          </ac:spMkLst>
        </pc:spChg>
        <pc:spChg chg="add mod">
          <ac:chgData name="Zonghua Gu" userId="9a7e1853e1951ef5" providerId="LiveId" clId="{CF1FAA12-072C-4ED5-BA76-0FFFAEFDB88A}" dt="2025-10-21T19:26:02.468" v="2361" actId="1076"/>
          <ac:spMkLst>
            <pc:docMk/>
            <pc:sldMk cId="811401925" sldId="816"/>
            <ac:spMk id="12" creationId="{4C6A6B80-3FEE-6D76-7A51-6A84F29B3557}"/>
          </ac:spMkLst>
        </pc:spChg>
        <pc:spChg chg="add mod">
          <ac:chgData name="Zonghua Gu" userId="9a7e1853e1951ef5" providerId="LiveId" clId="{CF1FAA12-072C-4ED5-BA76-0FFFAEFDB88A}" dt="2025-10-21T19:26:17.471" v="2378" actId="20577"/>
          <ac:spMkLst>
            <pc:docMk/>
            <pc:sldMk cId="811401925" sldId="816"/>
            <ac:spMk id="13" creationId="{E381BB9B-55E3-DA1B-9EC5-B7BD5B3494A9}"/>
          </ac:spMkLst>
        </pc:spChg>
        <pc:graphicFrameChg chg="add mod ord modGraphic">
          <ac:chgData name="Zonghua Gu" userId="9a7e1853e1951ef5" providerId="LiveId" clId="{CF1FAA12-072C-4ED5-BA76-0FFFAEFDB88A}" dt="2025-10-21T19:23:11.565" v="2297" actId="1037"/>
          <ac:graphicFrameMkLst>
            <pc:docMk/>
            <pc:sldMk cId="811401925" sldId="816"/>
            <ac:graphicFrameMk id="7" creationId="{921A7FA2-20A5-D70A-4C8A-128BD78BDA7C}"/>
          </ac:graphicFrameMkLst>
        </pc:graphicFrameChg>
        <pc:graphicFrameChg chg="add mod modGraphic">
          <ac:chgData name="Zonghua Gu" userId="9a7e1853e1951ef5" providerId="LiveId" clId="{CF1FAA12-072C-4ED5-BA76-0FFFAEFDB88A}" dt="2025-10-21T19:24:38.666" v="2309" actId="113"/>
          <ac:graphicFrameMkLst>
            <pc:docMk/>
            <pc:sldMk cId="811401925" sldId="816"/>
            <ac:graphicFrameMk id="8" creationId="{D888B29E-C3F6-5701-3FB8-7AD8E9E5634F}"/>
          </ac:graphicFrameMkLst>
        </pc:graphicFrameChg>
        <pc:picChg chg="add del mod">
          <ac:chgData name="Zonghua Gu" userId="9a7e1853e1951ef5" providerId="LiveId" clId="{CF1FAA12-072C-4ED5-BA76-0FFFAEFDB88A}" dt="2025-10-21T19:22:28.127" v="2290" actId="478"/>
          <ac:picMkLst>
            <pc:docMk/>
            <pc:sldMk cId="811401925" sldId="816"/>
            <ac:picMk id="6" creationId="{67B010C6-C844-ABC8-621B-34CA9631176F}"/>
          </ac:picMkLst>
        </pc:picChg>
      </pc:sldChg>
      <pc:sldChg chg="addSp delSp modSp add mod">
        <pc:chgData name="Zonghua Gu" userId="9a7e1853e1951ef5" providerId="LiveId" clId="{CF1FAA12-072C-4ED5-BA76-0FFFAEFDB88A}" dt="2025-10-21T20:58:35.736" v="2679" actId="478"/>
        <pc:sldMkLst>
          <pc:docMk/>
          <pc:sldMk cId="436543705" sldId="817"/>
        </pc:sldMkLst>
        <pc:spChg chg="mod">
          <ac:chgData name="Zonghua Gu" userId="9a7e1853e1951ef5" providerId="LiveId" clId="{CF1FAA12-072C-4ED5-BA76-0FFFAEFDB88A}" dt="2025-10-21T20:51:22.513" v="2465" actId="404"/>
          <ac:spMkLst>
            <pc:docMk/>
            <pc:sldMk cId="436543705" sldId="817"/>
            <ac:spMk id="2" creationId="{0BA13921-2A45-DFEB-5309-D3FF1ADB4632}"/>
          </ac:spMkLst>
        </pc:spChg>
        <pc:spChg chg="add mod">
          <ac:chgData name="Zonghua Gu" userId="9a7e1853e1951ef5" providerId="LiveId" clId="{CF1FAA12-072C-4ED5-BA76-0FFFAEFDB88A}" dt="2025-10-21T20:51:14.891" v="2464" actId="1076"/>
          <ac:spMkLst>
            <pc:docMk/>
            <pc:sldMk cId="436543705" sldId="817"/>
            <ac:spMk id="4" creationId="{85B69292-CBB5-3DF7-B428-218A4A7336AD}"/>
          </ac:spMkLst>
        </pc:spChg>
        <pc:spChg chg="del mod">
          <ac:chgData name="Zonghua Gu" userId="9a7e1853e1951ef5" providerId="LiveId" clId="{CF1FAA12-072C-4ED5-BA76-0FFFAEFDB88A}" dt="2025-10-21T20:50:04.244" v="2462" actId="478"/>
          <ac:spMkLst>
            <pc:docMk/>
            <pc:sldMk cId="436543705" sldId="817"/>
            <ac:spMk id="10" creationId="{CADA20C5-94EA-D2BC-F9C4-1384F4ACFE2E}"/>
          </ac:spMkLst>
        </pc:spChg>
        <pc:spChg chg="mod">
          <ac:chgData name="Zonghua Gu" userId="9a7e1853e1951ef5" providerId="LiveId" clId="{CF1FAA12-072C-4ED5-BA76-0FFFAEFDB88A}" dt="2025-10-21T20:58:02.995" v="2678" actId="20577"/>
          <ac:spMkLst>
            <pc:docMk/>
            <pc:sldMk cId="436543705" sldId="817"/>
            <ac:spMk id="11" creationId="{722AEABA-ECF0-EE34-D92D-0B9E8214F92E}"/>
          </ac:spMkLst>
        </pc:spChg>
        <pc:graphicFrameChg chg="mod modGraphic">
          <ac:chgData name="Zonghua Gu" userId="9a7e1853e1951ef5" providerId="LiveId" clId="{CF1FAA12-072C-4ED5-BA76-0FFFAEFDB88A}" dt="2025-10-21T20:54:23.689" v="2523" actId="207"/>
          <ac:graphicFrameMkLst>
            <pc:docMk/>
            <pc:sldMk cId="436543705" sldId="817"/>
            <ac:graphicFrameMk id="7" creationId="{34E32F45-A466-4D81-2CAD-4DBC2C6742BC}"/>
          </ac:graphicFrameMkLst>
        </pc:graphicFrameChg>
        <pc:picChg chg="add del mod">
          <ac:chgData name="Zonghua Gu" userId="9a7e1853e1951ef5" providerId="LiveId" clId="{CF1FAA12-072C-4ED5-BA76-0FFFAEFDB88A}" dt="2025-10-21T20:58:35.736" v="2679" actId="478"/>
          <ac:picMkLst>
            <pc:docMk/>
            <pc:sldMk cId="436543705" sldId="817"/>
            <ac:picMk id="6" creationId="{B3D61838-5CA0-0D2B-3CB1-99587208CBBD}"/>
          </ac:picMkLst>
        </pc:picChg>
      </pc:sldChg>
      <pc:sldChg chg="modSp new del mod">
        <pc:chgData name="Zonghua Gu" userId="9a7e1853e1951ef5" providerId="LiveId" clId="{CF1FAA12-072C-4ED5-BA76-0FFFAEFDB88A}" dt="2025-10-21T19:25:07.882" v="2319" actId="47"/>
        <pc:sldMkLst>
          <pc:docMk/>
          <pc:sldMk cId="1537251355" sldId="817"/>
        </pc:sldMkLst>
        <pc:spChg chg="mod">
          <ac:chgData name="Zonghua Gu" userId="9a7e1853e1951ef5" providerId="LiveId" clId="{CF1FAA12-072C-4ED5-BA76-0FFFAEFDB88A}" dt="2025-10-21T19:25:03.318" v="2317" actId="20577"/>
          <ac:spMkLst>
            <pc:docMk/>
            <pc:sldMk cId="1537251355" sldId="817"/>
            <ac:spMk id="4" creationId="{4A985CA6-93B6-D329-ECB3-71E10295D696}"/>
          </ac:spMkLst>
        </pc:spChg>
      </pc:sldChg>
      <pc:sldChg chg="addSp delSp modSp new mod">
        <pc:chgData name="Zonghua Gu" userId="9a7e1853e1951ef5" providerId="LiveId" clId="{CF1FAA12-072C-4ED5-BA76-0FFFAEFDB88A}" dt="2025-10-21T21:56:44.648" v="2918" actId="1076"/>
        <pc:sldMkLst>
          <pc:docMk/>
          <pc:sldMk cId="3488595267" sldId="818"/>
        </pc:sldMkLst>
        <pc:spChg chg="mod">
          <ac:chgData name="Zonghua Gu" userId="9a7e1853e1951ef5" providerId="LiveId" clId="{CF1FAA12-072C-4ED5-BA76-0FFFAEFDB88A}" dt="2025-10-21T21:51:52.839" v="2818" actId="20577"/>
          <ac:spMkLst>
            <pc:docMk/>
            <pc:sldMk cId="3488595267" sldId="818"/>
            <ac:spMk id="2" creationId="{A0192FCB-7FF9-9037-3DC9-B18E7B49293F}"/>
          </ac:spMkLst>
        </pc:spChg>
        <pc:spChg chg="mod">
          <ac:chgData name="Zonghua Gu" userId="9a7e1853e1951ef5" providerId="LiveId" clId="{CF1FAA12-072C-4ED5-BA76-0FFFAEFDB88A}" dt="2025-10-21T21:51:37.238" v="2785" actId="14100"/>
          <ac:spMkLst>
            <pc:docMk/>
            <pc:sldMk cId="3488595267" sldId="818"/>
            <ac:spMk id="4" creationId="{145B3053-CFB1-6838-AAE4-D5E27021784B}"/>
          </ac:spMkLst>
        </pc:spChg>
        <pc:spChg chg="add mod">
          <ac:chgData name="Zonghua Gu" userId="9a7e1853e1951ef5" providerId="LiveId" clId="{CF1FAA12-072C-4ED5-BA76-0FFFAEFDB88A}" dt="2025-10-21T21:52:01.082" v="2820" actId="1076"/>
          <ac:spMkLst>
            <pc:docMk/>
            <pc:sldMk cId="3488595267" sldId="818"/>
            <ac:spMk id="5" creationId="{393557C1-FD7E-7283-65D1-80093EB57E23}"/>
          </ac:spMkLst>
        </pc:spChg>
        <pc:graphicFrameChg chg="add mod modGraphic">
          <ac:chgData name="Zonghua Gu" userId="9a7e1853e1951ef5" providerId="LiveId" clId="{CF1FAA12-072C-4ED5-BA76-0FFFAEFDB88A}" dt="2025-10-21T21:52:04.701" v="2822" actId="14100"/>
          <ac:graphicFrameMkLst>
            <pc:docMk/>
            <pc:sldMk cId="3488595267" sldId="818"/>
            <ac:graphicFrameMk id="6" creationId="{43586B0A-AAB6-1D2E-24D6-64E619D83AA5}"/>
          </ac:graphicFrameMkLst>
        </pc:graphicFrameChg>
        <pc:graphicFrameChg chg="add del mod modGraphic">
          <ac:chgData name="Zonghua Gu" userId="9a7e1853e1951ef5" providerId="LiveId" clId="{CF1FAA12-072C-4ED5-BA76-0FFFAEFDB88A}" dt="2025-10-21T21:55:42.555" v="2882" actId="478"/>
          <ac:graphicFrameMkLst>
            <pc:docMk/>
            <pc:sldMk cId="3488595267" sldId="818"/>
            <ac:graphicFrameMk id="7" creationId="{D4316DAB-C1FB-4187-B078-056B73A7228E}"/>
          </ac:graphicFrameMkLst>
        </pc:graphicFrameChg>
        <pc:graphicFrameChg chg="add mod modGraphic">
          <ac:chgData name="Zonghua Gu" userId="9a7e1853e1951ef5" providerId="LiveId" clId="{CF1FAA12-072C-4ED5-BA76-0FFFAEFDB88A}" dt="2025-10-21T21:56:44.648" v="2918" actId="1076"/>
          <ac:graphicFrameMkLst>
            <pc:docMk/>
            <pc:sldMk cId="3488595267" sldId="818"/>
            <ac:graphicFrameMk id="8" creationId="{C7C14E0C-8BA7-B240-2E5F-B804E09539CB}"/>
          </ac:graphicFrameMkLst>
        </pc:graphicFrameChg>
      </pc:sldChg>
      <pc:sldChg chg="delSp modSp add mod">
        <pc:chgData name="Zonghua Gu" userId="9a7e1853e1951ef5" providerId="LiveId" clId="{CF1FAA12-072C-4ED5-BA76-0FFFAEFDB88A}" dt="2025-10-21T21:54:30.491" v="2867" actId="14734"/>
        <pc:sldMkLst>
          <pc:docMk/>
          <pc:sldMk cId="3653550031" sldId="819"/>
        </pc:sldMkLst>
        <pc:spChg chg="mod">
          <ac:chgData name="Zonghua Gu" userId="9a7e1853e1951ef5" providerId="LiveId" clId="{CF1FAA12-072C-4ED5-BA76-0FFFAEFDB88A}" dt="2025-10-21T21:52:07.667" v="2826" actId="20577"/>
          <ac:spMkLst>
            <pc:docMk/>
            <pc:sldMk cId="3653550031" sldId="819"/>
            <ac:spMk id="2" creationId="{8D6A2D63-87B9-C779-5841-28DFFCC174D8}"/>
          </ac:spMkLst>
        </pc:spChg>
        <pc:spChg chg="del mod">
          <ac:chgData name="Zonghua Gu" userId="9a7e1853e1951ef5" providerId="LiveId" clId="{CF1FAA12-072C-4ED5-BA76-0FFFAEFDB88A}" dt="2025-10-21T21:52:58.583" v="2835" actId="478"/>
          <ac:spMkLst>
            <pc:docMk/>
            <pc:sldMk cId="3653550031" sldId="819"/>
            <ac:spMk id="5" creationId="{7B6009B9-DB25-9D67-FB29-210945594320}"/>
          </ac:spMkLst>
        </pc:spChg>
        <pc:graphicFrameChg chg="mod modGraphic">
          <ac:chgData name="Zonghua Gu" userId="9a7e1853e1951ef5" providerId="LiveId" clId="{CF1FAA12-072C-4ED5-BA76-0FFFAEFDB88A}" dt="2025-10-21T21:54:30.491" v="2867" actId="14734"/>
          <ac:graphicFrameMkLst>
            <pc:docMk/>
            <pc:sldMk cId="3653550031" sldId="819"/>
            <ac:graphicFrameMk id="6" creationId="{20BD6E28-A5B2-15E2-4657-69B74D865AD1}"/>
          </ac:graphicFrameMkLst>
        </pc:graphicFrameChg>
      </pc:sldChg>
      <pc:sldChg chg="addSp new mod">
        <pc:chgData name="Zonghua Gu" userId="9a7e1853e1951ef5" providerId="LiveId" clId="{CF1FAA12-072C-4ED5-BA76-0FFFAEFDB88A}" dt="2025-10-21T21:58:55.102" v="2920" actId="22"/>
        <pc:sldMkLst>
          <pc:docMk/>
          <pc:sldMk cId="606520013" sldId="820"/>
        </pc:sldMkLst>
        <pc:picChg chg="add">
          <ac:chgData name="Zonghua Gu" userId="9a7e1853e1951ef5" providerId="LiveId" clId="{CF1FAA12-072C-4ED5-BA76-0FFFAEFDB88A}" dt="2025-10-21T21:58:55.102" v="2920" actId="22"/>
          <ac:picMkLst>
            <pc:docMk/>
            <pc:sldMk cId="606520013" sldId="820"/>
            <ac:picMk id="6" creationId="{DBA7E6FD-31CB-BF98-56D2-635FB4217B9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E050F-0F5C-FDED-CCCE-CECD877F8878}"/>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59E3C006-BBB7-970C-4E50-FC0411AA4BE5}"/>
              </a:ext>
            </a:extLst>
          </p:cNvPr>
          <p:cNvSpPr>
            <a:spLocks noGrp="1" noRot="1" noChangeAspect="1" noChangeArrowheads="1" noTextEdit="1"/>
          </p:cNvSpPr>
          <p:nvPr>
            <p:ph type="sldImg"/>
          </p:nvPr>
        </p:nvSpPr>
        <p:spPr>
          <a:xfrm>
            <a:off x="2905125" y="628650"/>
            <a:ext cx="3203575" cy="2401888"/>
          </a:xfrm>
          <a:ln/>
        </p:spPr>
      </p:sp>
      <p:sp>
        <p:nvSpPr>
          <p:cNvPr id="56323" name="Rectangle 1027">
            <a:extLst>
              <a:ext uri="{FF2B5EF4-FFF2-40B4-BE49-F238E27FC236}">
                <a16:creationId xmlns:a16="http://schemas.microsoft.com/office/drawing/2014/main" id="{39420DA2-2658-32B5-8F22-01F670004876}"/>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7746859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15</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32949389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a:t>
            </a:r>
            <a:r>
              <a:rPr lang="en-US"/>
              <a:t>0x4523.</a:t>
            </a:r>
            <a:endParaRPr lang="en-US" dirty="0"/>
          </a:p>
        </p:txBody>
      </p:sp>
    </p:spTree>
    <p:extLst>
      <p:ext uri="{BB962C8B-B14F-4D97-AF65-F5344CB8AC3E}">
        <p14:creationId xmlns:p14="http://schemas.microsoft.com/office/powerpoint/2010/main" val="2121441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71415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75323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41489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10/21/2025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10/21/2025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10/21/2025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5.emf"/><Relationship Id="rId5" Type="http://schemas.openxmlformats.org/officeDocument/2006/relationships/image" Target="../media/image4.emf"/><Relationship Id="rId4" Type="http://schemas.openxmlformats.org/officeDocument/2006/relationships/image" Target="../media/image3.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Question: 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dirty="0"/>
              <a:t>Answer</a:t>
            </a:r>
            <a:r>
              <a:rPr lang="en-US" altLang="zh-CN" dirty="0"/>
              <a:t>: 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0x0012</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a:t>
            </a:r>
            <a:r>
              <a:rPr kumimoji="0" lang="en-US" sz="2000" b="0" i="0" u="none" strike="noStrike" kern="1200" cap="none" spc="0" normalizeH="0" baseline="0" noProof="0">
                <a:ln>
                  <a:noFill/>
                </a:ln>
                <a:solidFill>
                  <a:srgbClr val="C00000"/>
                </a:solidFill>
                <a:effectLst/>
                <a:uLnTx/>
                <a:uFillTx/>
                <a:latin typeface="Gill Sans MT"/>
                <a:ea typeface="+mn-ea"/>
                <a:cs typeface="+mn-cs"/>
              </a:rPr>
              <a:t>Byte </a:t>
            </a:r>
          </a:p>
          <a:p>
            <a:pPr eaLnBrk="0" fontAlgn="base" hangingPunct="0">
              <a:spcBef>
                <a:spcPct val="0"/>
              </a:spcBef>
              <a:spcAft>
                <a:spcPct val="0"/>
              </a:spcAft>
            </a:pPr>
            <a:r>
              <a:rPr kumimoji="0" lang="en-US" sz="2000" b="0" i="0" u="none" strike="noStrike" kern="1200" cap="none" spc="0" normalizeH="0" baseline="0" noProof="0">
                <a:ln>
                  <a:noFill/>
                </a:ln>
                <a:solidFill>
                  <a:srgbClr val="C00000"/>
                </a:solidFill>
                <a:effectLst/>
                <a:uLnTx/>
                <a:uFillTx/>
                <a:latin typeface="Gill Sans MT"/>
                <a:ea typeface="+mn-ea"/>
                <a:cs typeface="+mn-cs"/>
              </a:rPr>
              <a:t>(</a:t>
            </a: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t>
            </a:r>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Answer: </a:t>
            </a:r>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Question: 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Answer: 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B5D89-8F13-36FF-935E-A5767EDF23A3}"/>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D486A61F-30FF-CC3A-3E75-5DF8F473ACD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D39A2FAD-3A79-CA5F-2B81-2862A1DDB0A0}"/>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34197335-FCAB-33C8-1087-8FABD86175E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A68A412D-6191-CA7A-7BC2-26F8E369626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A54DAC5D-CE7A-D6A6-3DB6-070228C7DEB3}"/>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4ADD9F3B-7BAE-8A97-D937-6A9189E39F8C}"/>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11" name="TextBox 10">
            <a:extLst>
              <a:ext uri="{FF2B5EF4-FFF2-40B4-BE49-F238E27FC236}">
                <a16:creationId xmlns:a16="http://schemas.microsoft.com/office/drawing/2014/main" id="{C23F9650-1AA8-6D79-532C-623863124D8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6C835CEF-1048-E5FA-3564-79A31837611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CFC3F200-1090-C91F-D874-A74F6CEEAA28}"/>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E098F370-163A-2658-2335-100E7AA8E86F}"/>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77A254B6-104C-2C8D-00A6-5DE241414A5B}"/>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329B190A-ACDD-BACD-C21E-5F8C20305539}"/>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67A10414-B4FB-30EC-4D9F-934B37630EBC}"/>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28E28B05-C518-793D-1FF8-DDB3F1934355}"/>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650360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load: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14</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load: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stretch>
            <a:fillRect/>
          </a:stretch>
        </p:blipFill>
        <p:spPr>
          <a:xfrm>
            <a:off x="4701867" y="4223976"/>
            <a:ext cx="4059366" cy="305375"/>
          </a:xfrm>
          <a:prstGeom prst="rect">
            <a:avLst/>
          </a:prstGeom>
        </p:spPr>
      </p:pic>
      <p:pic>
        <p:nvPicPr>
          <p:cNvPr id="13" name="Picture 12"/>
          <p:cNvPicPr>
            <a:picLocks noChangeAspect="1"/>
          </p:cNvPicPr>
          <p:nvPr/>
        </p:nvPicPr>
        <p:blipFill>
          <a:blip r:embed="rId6"/>
          <a:stretch>
            <a:fillRect/>
          </a:stretch>
        </p:blipFill>
        <p:spPr>
          <a:xfrm>
            <a:off x="4667611" y="4777320"/>
            <a:ext cx="4127879" cy="327188"/>
          </a:xfrm>
          <a:prstGeom prst="rect">
            <a:avLst/>
          </a:prstGeom>
        </p:spPr>
      </p:pic>
      <p:pic>
        <p:nvPicPr>
          <p:cNvPr id="14" name="Picture 13"/>
          <p:cNvPicPr>
            <a:picLocks noChangeAspect="1"/>
          </p:cNvPicPr>
          <p:nvPr/>
        </p:nvPicPr>
        <p:blipFill>
          <a:blip r:embed="rId7"/>
          <a:stretch>
            <a:fillRect/>
          </a:stretch>
        </p:blipFill>
        <p:spPr>
          <a:xfrm>
            <a:off x="4701867" y="531734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Answer: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Question: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 assuming Little-Endian ordering?</a:t>
            </a:r>
          </a:p>
          <a:p>
            <a:pPr marL="657225" lvl="1" indent="-257175" defTabSz="342900"/>
            <a:r>
              <a:rPr lang="en-US" sz="1600" b="0" dirty="0">
                <a:solidFill>
                  <a:prstClr val="black"/>
                </a:solidFill>
              </a:rPr>
              <a:t>(b) What is the address of LSB of the word at address 102, ,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Answer: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 assuming Little-Endian ordering?</a:t>
            </a:r>
          </a:p>
          <a:p>
            <a:pPr marL="657225" lvl="1" indent="-257175" defTabSz="342900"/>
            <a:r>
              <a:rPr lang="en-US" sz="1600" b="0" dirty="0">
                <a:solidFill>
                  <a:prstClr val="black"/>
                </a:solidFill>
              </a:rPr>
              <a:t>(b) What is the address of LSB of the word at address 102, ,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 </a:t>
            </a:r>
          </a:p>
          <a:p>
            <a:pPr marL="657225" lvl="1" indent="-257175" defTabSz="342900"/>
            <a:r>
              <a:rPr lang="en-US" sz="1600" b="0" dirty="0">
                <a:solidFill>
                  <a:prstClr val="black"/>
                </a:solidFill>
              </a:rPr>
              <a:t>(d) 1cycle. </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Answer: 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Answer: Memory Cycles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(c)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Answer: 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23</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(c) longs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(c) longs: 0</a:t>
            </a:r>
            <a:r>
              <a:rPr lang="en-US" altLang="zh-CN" sz="1800" b="0" dirty="0">
                <a:solidFill>
                  <a:prstClr val="black"/>
                </a:solidFill>
              </a:rPr>
              <a:t>x</a:t>
            </a:r>
            <a:r>
              <a:rPr lang="en-US" sz="1800" b="0" dirty="0">
                <a:solidFill>
                  <a:prstClr val="black"/>
                </a:solidFill>
              </a:rPr>
              <a:t>12345678+8=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24</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lvl="1" fontAlgn="auto">
              <a:spcAft>
                <a:spcPts val="0"/>
              </a:spcAft>
            </a:pPr>
            <a:r>
              <a:rPr lang="en-US" b="0" dirty="0"/>
              <a:t>Or LDMIB r3!, {r1, r2,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26</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LDMIB r3!, {r2, r1,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a:p>
            <a:pPr lvl="1" fontAlgn="auto">
              <a:spcAft>
                <a:spcPts val="0"/>
              </a:spcAft>
            </a:pPr>
            <a:r>
              <a:rPr lang="en-US" b="0" dirty="0"/>
              <a:t>Or after LDMIB r3!, {r1, r2,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909627" y="5123992"/>
            <a:ext cx="4140937" cy="1200329"/>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27</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on a Big-Endian system, what value is in R7? How about in a little-endian system?</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143000"/>
            <a:ext cx="8229600" cy="3558746"/>
          </a:xfrm>
        </p:spPr>
        <p:txBody>
          <a:bodyPr>
            <a:normAutofit fontScale="77500" lnSpcReduction="20000"/>
          </a:bodyPr>
          <a:lstStyle/>
          <a:p>
            <a:r>
              <a:rPr lang="en-US" dirty="0"/>
              <a:t>ANS after LDRB R7, [R2, #1] (detailed explanations not needed for exam):</a:t>
            </a:r>
          </a:p>
          <a:p>
            <a:pPr lvl="1"/>
            <a:r>
              <a:rPr lang="en-US" dirty="0"/>
              <a:t>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2911319937"/>
              </p:ext>
            </p:extLst>
          </p:nvPr>
        </p:nvGraphicFramePr>
        <p:xfrm>
          <a:off x="955314"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2238231094"/>
              </p:ext>
            </p:extLst>
          </p:nvPr>
        </p:nvGraphicFramePr>
        <p:xfrm>
          <a:off x="5261097"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498025"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990600"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834846"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327421"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dirty="0"/>
              <a:t>ANS after LDRSH R7, [R2, #1]:</a:t>
            </a:r>
          </a:p>
          <a:p>
            <a:pPr lvl="1"/>
            <a:r>
              <a:rPr lang="en-US" dirty="0"/>
              <a:t>Big-endian: the word 0x23456789 is laid out in memory as bytes 23 45 67 89 at addresses A, A+1, A+2, A+3 respectively, so LDRSH R7, [R2, #1] reads 0x4567 and sign-extends it to R7 = 0x00004567. (Sign bit is 0 for 0x4567)</a:t>
            </a:r>
          </a:p>
          <a:p>
            <a:pPr lvl="1"/>
            <a:r>
              <a:rPr lang="en-US" dirty="0"/>
              <a:t>Little-endian: the same word is laid out as 89 67 45 23 at addresses A, A+1, A+2, A+3 respectively, so LDRSH R7, [R2, #1] reads 0x4567 and sign-extends it to R7 = 0x00004567. (Sign bit is 0 for 0x4567)</a:t>
            </a:r>
          </a:p>
          <a:p>
            <a:pPr lvl="1"/>
            <a:endParaRPr lang="en-US" dirty="0"/>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nvGraphicFramePr>
        <p:xfrm>
          <a:off x="955314"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nvGraphicFramePr>
        <p:xfrm>
          <a:off x="5261097"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498025"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990600"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834846"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327421"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#1]:</a:t>
            </a:r>
          </a:p>
          <a:p>
            <a:pPr lvl="1"/>
            <a:r>
              <a:rPr lang="en-US" dirty="0"/>
              <a:t>Big-endian: the word 0x23456789 is laid out in memory as bytes 23 45 67 89 at addresses A, A+1, A+2, A+3 respectively, so LDRSH R7, [R2, #1] reads 0x6789 and sign-extends it to R7 = 0x00006789. </a:t>
            </a:r>
          </a:p>
          <a:p>
            <a:pPr lvl="1"/>
            <a:r>
              <a:rPr lang="en-US" dirty="0"/>
              <a:t>Little-endian: the same word is laid out as 89 67 45 23 at addresses A, A+1, A+2, A+3 respectively, so LDRSH R7, [R2, #1]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nvGraphicFramePr>
        <p:xfrm>
          <a:off x="955314"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nvGraphicFramePr>
        <p:xfrm>
          <a:off x="5261097" y="450622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498025"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990600"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834846" y="637850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327421" y="650266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457200" y="1219200"/>
            <a:ext cx="82296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32</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1700" b="0" dirty="0"/>
              <a:t>MOVW R0, #0xAFE1, MOVT R0, #0xBADC</a:t>
            </a:r>
          </a:p>
          <a:p>
            <a:pPr fontAlgn="auto">
              <a:spcAft>
                <a:spcPts val="0"/>
              </a:spcAft>
            </a:pPr>
            <a:r>
              <a:rPr lang="en-US" sz="2000" b="0" dirty="0"/>
              <a:t>R0 = 0xBADCAFE1</a:t>
            </a:r>
          </a:p>
          <a:p>
            <a:pPr fontAlgn="auto">
              <a:spcAft>
                <a:spcPts val="0"/>
              </a:spcAft>
            </a:pPr>
            <a:r>
              <a:rPr lang="en-US" sz="2000" b="0" dirty="0"/>
              <a:t>After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4821952" cy="4937760"/>
          </a:xfrm>
        </p:spPr>
        <p:txBody>
          <a:bodyPr/>
          <a:lstStyle/>
          <a:p>
            <a:r>
              <a:rPr lang="en-US" dirty="0"/>
              <a:t> Show all updates to registers as the assembly code shown below runs. Show the NZCV flags next to the instruction if they change. Do not update PC each time. You can assume that each instruction is 32 bits.</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3563796"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1072362097"/>
              </p:ext>
            </p:extLst>
          </p:nvPr>
        </p:nvGraphicFramePr>
        <p:xfrm>
          <a:off x="137322" y="4551113"/>
          <a:ext cx="5155440" cy="148336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endParaRPr lang="en-US"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endParaRPr lang="en-US" dirty="0"/>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439016815"/>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D8</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A8</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1EDE7-580A-D7EC-1F9A-0ADA4EBCA7FD}"/>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3993DB85-14D3-DCA0-8DAE-156878EE97F2}"/>
              </a:ext>
            </a:extLst>
          </p:cNvPr>
          <p:cNvSpPr>
            <a:spLocks noGrp="1"/>
          </p:cNvSpPr>
          <p:nvPr>
            <p:ph sz="quarter" idx="1"/>
          </p:nvPr>
        </p:nvSpPr>
        <p:spPr/>
        <p:txBody>
          <a:bodyPr/>
          <a:lstStyle/>
          <a:p>
            <a:endParaRPr lang="en-US"/>
          </a:p>
        </p:txBody>
      </p:sp>
      <p:pic>
        <p:nvPicPr>
          <p:cNvPr id="6" name="Picture 5">
            <a:extLst>
              <a:ext uri="{FF2B5EF4-FFF2-40B4-BE49-F238E27FC236}">
                <a16:creationId xmlns:a16="http://schemas.microsoft.com/office/drawing/2014/main" id="{DBA7E6FD-31CB-BF98-56D2-635FB4217B9E}"/>
              </a:ext>
            </a:extLst>
          </p:cNvPr>
          <p:cNvPicPr>
            <a:picLocks noChangeAspect="1"/>
          </p:cNvPicPr>
          <p:nvPr/>
        </p:nvPicPr>
        <p:blipFill>
          <a:blip r:embed="rId3"/>
          <a:stretch>
            <a:fillRect/>
          </a:stretch>
        </p:blipFill>
        <p:spPr>
          <a:xfrm>
            <a:off x="1780953" y="0"/>
            <a:ext cx="5582093" cy="6858000"/>
          </a:xfrm>
          <a:prstGeom prst="rect">
            <a:avLst/>
          </a:prstGeom>
        </p:spPr>
      </p:pic>
    </p:spTree>
    <p:extLst>
      <p:ext uri="{BB962C8B-B14F-4D97-AF65-F5344CB8AC3E}">
        <p14:creationId xmlns:p14="http://schemas.microsoft.com/office/powerpoint/2010/main" val="606520013"/>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4821952" cy="4937760"/>
          </a:xfrm>
        </p:spPr>
        <p:txBody>
          <a:bodyPr/>
          <a:lstStyle/>
          <a:p>
            <a:r>
              <a:rPr lang="en-US" dirty="0"/>
              <a:t> Show all updates to registers as the assembly code shown below runs. Show the NZCV flags next to the instruction if they change. Do not update PC each time. You can assume that each instruction is 32 bits.</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1581620029"/>
              </p:ext>
            </p:extLst>
          </p:nvPr>
        </p:nvGraphicFramePr>
        <p:xfrm>
          <a:off x="137320" y="4551113"/>
          <a:ext cx="8869358" cy="1483360"/>
        </p:xfrm>
        <a:graphic>
          <a:graphicData uri="http://schemas.openxmlformats.org/drawingml/2006/table">
            <a:tbl>
              <a:tblPr firstRow="1" bandRow="1">
                <a:tableStyleId>{5940675A-B579-460E-94D1-54222C63F5DA}</a:tableStyleId>
              </a:tblPr>
              <a:tblGrid>
                <a:gridCol w="548480">
                  <a:extLst>
                    <a:ext uri="{9D8B030D-6E8A-4147-A177-3AD203B41FA5}">
                      <a16:colId xmlns:a16="http://schemas.microsoft.com/office/drawing/2014/main" val="2337985746"/>
                    </a:ext>
                  </a:extLst>
                </a:gridCol>
                <a:gridCol w="1657350">
                  <a:extLst>
                    <a:ext uri="{9D8B030D-6E8A-4147-A177-3AD203B41FA5}">
                      <a16:colId xmlns:a16="http://schemas.microsoft.com/office/drawing/2014/main" val="1802740170"/>
                    </a:ext>
                  </a:extLst>
                </a:gridCol>
                <a:gridCol w="500063">
                  <a:extLst>
                    <a:ext uri="{9D8B030D-6E8A-4147-A177-3AD203B41FA5}">
                      <a16:colId xmlns:a16="http://schemas.microsoft.com/office/drawing/2014/main" val="2590131525"/>
                    </a:ext>
                  </a:extLst>
                </a:gridCol>
                <a:gridCol w="1528762">
                  <a:extLst>
                    <a:ext uri="{9D8B030D-6E8A-4147-A177-3AD203B41FA5}">
                      <a16:colId xmlns:a16="http://schemas.microsoft.com/office/drawing/2014/main" val="947827850"/>
                    </a:ext>
                  </a:extLst>
                </a:gridCol>
                <a:gridCol w="685800">
                  <a:extLst>
                    <a:ext uri="{9D8B030D-6E8A-4147-A177-3AD203B41FA5}">
                      <a16:colId xmlns:a16="http://schemas.microsoft.com/office/drawing/2014/main" val="2189951492"/>
                    </a:ext>
                  </a:extLst>
                </a:gridCol>
                <a:gridCol w="1685925">
                  <a:extLst>
                    <a:ext uri="{9D8B030D-6E8A-4147-A177-3AD203B41FA5}">
                      <a16:colId xmlns:a16="http://schemas.microsoft.com/office/drawing/2014/main" val="2319925471"/>
                    </a:ext>
                  </a:extLst>
                </a:gridCol>
                <a:gridCol w="614363">
                  <a:extLst>
                    <a:ext uri="{9D8B030D-6E8A-4147-A177-3AD203B41FA5}">
                      <a16:colId xmlns:a16="http://schemas.microsoft.com/office/drawing/2014/main" val="3873491110"/>
                    </a:ext>
                  </a:extLst>
                </a:gridCol>
                <a:gridCol w="1648615">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r>
                        <a:rPr lang="en-US" dirty="0"/>
                        <a:t>0xABCDFF00 </a:t>
                      </a:r>
                    </a:p>
                  </a:txBody>
                  <a:tcPr/>
                </a:tc>
                <a:tc>
                  <a:txBody>
                    <a:bodyPr/>
                    <a:lstStyle/>
                    <a:p>
                      <a:r>
                        <a:rPr lang="en-US" dirty="0"/>
                        <a:t>R4</a:t>
                      </a:r>
                    </a:p>
                  </a:txBody>
                  <a:tcPr/>
                </a:tc>
                <a:tc>
                  <a:txBody>
                    <a:bodyPr/>
                    <a:lstStyle/>
                    <a:p>
                      <a:r>
                        <a:rPr lang="en-US" dirty="0"/>
                        <a:t>0x00000000 </a:t>
                      </a:r>
                    </a:p>
                  </a:txBody>
                  <a:tcPr/>
                </a:tc>
                <a:tc>
                  <a:txBody>
                    <a:bodyPr/>
                    <a:lstStyle/>
                    <a:p>
                      <a:r>
                        <a:rPr lang="en-US" dirty="0"/>
                        <a:t>R8</a:t>
                      </a:r>
                    </a:p>
                  </a:txBody>
                  <a:tcPr/>
                </a:tc>
                <a:tc>
                  <a:txBody>
                    <a:bodyPr/>
                    <a:lstStyle/>
                    <a:p>
                      <a:r>
                        <a:rPr lang="en-US" dirty="0"/>
                        <a:t>0x00000000 </a:t>
                      </a:r>
                    </a:p>
                  </a:txBody>
                  <a:tcPr/>
                </a:tc>
                <a:tc>
                  <a:txBody>
                    <a:bodyPr/>
                    <a:lstStyle/>
                    <a:p>
                      <a:r>
                        <a:rPr lang="en-US" dirty="0"/>
                        <a:t>R12</a:t>
                      </a:r>
                    </a:p>
                  </a:txBody>
                  <a:tcPr/>
                </a:tc>
                <a:tc>
                  <a:txBody>
                    <a:bodyPr/>
                    <a:lstStyle/>
                    <a:p>
                      <a:r>
                        <a:rPr lang="en-US" dirty="0"/>
                        <a:t>0xABD7BCD0</a:t>
                      </a:r>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r>
                        <a:rPr lang="en-US" dirty="0"/>
                        <a:t>0x10000010</a:t>
                      </a:r>
                    </a:p>
                  </a:txBody>
                  <a:tcPr/>
                </a:tc>
                <a:tc>
                  <a:txBody>
                    <a:bodyPr/>
                    <a:lstStyle/>
                    <a:p>
                      <a:r>
                        <a:rPr lang="en-US" dirty="0"/>
                        <a:t>R5</a:t>
                      </a:r>
                    </a:p>
                  </a:txBody>
                  <a:tcPr/>
                </a:tc>
                <a:tc>
                  <a:txBody>
                    <a:bodyPr/>
                    <a:lstStyle/>
                    <a:p>
                      <a:r>
                        <a:rPr lang="en-US" dirty="0"/>
                        <a:t>0x00000001</a:t>
                      </a:r>
                    </a:p>
                  </a:txBody>
                  <a:tcPr/>
                </a:tc>
                <a:tc>
                  <a:txBody>
                    <a:bodyPr/>
                    <a:lstStyle/>
                    <a:p>
                      <a:r>
                        <a:rPr lang="en-US" dirty="0"/>
                        <a:t>R9</a:t>
                      </a:r>
                    </a:p>
                  </a:txBody>
                  <a:tcPr/>
                </a:tc>
                <a:tc>
                  <a:txBody>
                    <a:bodyPr/>
                    <a:lstStyle/>
                    <a:p>
                      <a:r>
                        <a:rPr lang="en-US" dirty="0"/>
                        <a:t>0x00000000</a:t>
                      </a:r>
                    </a:p>
                  </a:txBody>
                  <a:tcPr/>
                </a:tc>
                <a:tc>
                  <a:txBody>
                    <a:bodyPr/>
                    <a:lstStyle/>
                    <a:p>
                      <a:r>
                        <a:rPr lang="en-US" dirty="0"/>
                        <a:t>R13</a:t>
                      </a:r>
                    </a:p>
                  </a:txBody>
                  <a:tcPr/>
                </a:tc>
                <a:tc>
                  <a:txBody>
                    <a:bodyPr/>
                    <a:lstStyle/>
                    <a:p>
                      <a:r>
                        <a:rPr lang="en-US" dirty="0"/>
                        <a:t>0x10000200</a:t>
                      </a:r>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r>
                        <a:rPr lang="en-US" dirty="0"/>
                        <a:t>0xABCDFF00</a:t>
                      </a:r>
                    </a:p>
                  </a:txBody>
                  <a:tcPr/>
                </a:tc>
                <a:tc>
                  <a:txBody>
                    <a:bodyPr/>
                    <a:lstStyle/>
                    <a:p>
                      <a:r>
                        <a:rPr lang="en-US" dirty="0"/>
                        <a:t>R6</a:t>
                      </a:r>
                    </a:p>
                  </a:txBody>
                  <a:tcPr/>
                </a:tc>
                <a:tc>
                  <a:txBody>
                    <a:bodyPr/>
                    <a:lstStyle/>
                    <a:p>
                      <a:r>
                        <a:rPr lang="en-US" dirty="0"/>
                        <a:t>0x00000010</a:t>
                      </a:r>
                    </a:p>
                  </a:txBody>
                  <a:tcPr/>
                </a:tc>
                <a:tc>
                  <a:txBody>
                    <a:bodyPr/>
                    <a:lstStyle/>
                    <a:p>
                      <a:r>
                        <a:rPr lang="en-US" dirty="0"/>
                        <a:t>R10</a:t>
                      </a:r>
                    </a:p>
                  </a:txBody>
                  <a:tcPr/>
                </a:tc>
                <a:tc>
                  <a:txBody>
                    <a:bodyPr/>
                    <a:lstStyle/>
                    <a:p>
                      <a:r>
                        <a:rPr lang="en-US" dirty="0"/>
                        <a:t>0xBCD0AB00</a:t>
                      </a:r>
                    </a:p>
                  </a:txBody>
                  <a:tcPr/>
                </a:tc>
                <a:tc>
                  <a:txBody>
                    <a:bodyPr/>
                    <a:lstStyle/>
                    <a:p>
                      <a:r>
                        <a:rPr lang="en-US" dirty="0"/>
                        <a:t>R14</a:t>
                      </a:r>
                    </a:p>
                  </a:txBody>
                  <a:tcPr/>
                </a:tc>
                <a:tc>
                  <a:txBody>
                    <a:bodyPr/>
                    <a:lstStyle/>
                    <a:p>
                      <a:r>
                        <a:rPr lang="en-US" dirty="0"/>
                        <a:t>0x00000000</a:t>
                      </a:r>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r>
                        <a:rPr lang="en-US" dirty="0"/>
                        <a:t>0xABD7BCD0</a:t>
                      </a:r>
                    </a:p>
                  </a:txBody>
                  <a:tcPr/>
                </a:tc>
                <a:tc>
                  <a:txBody>
                    <a:bodyPr/>
                    <a:lstStyle/>
                    <a:p>
                      <a:r>
                        <a:rPr lang="en-US" dirty="0"/>
                        <a:t>R7</a:t>
                      </a:r>
                    </a:p>
                  </a:txBody>
                  <a:tcPr/>
                </a:tc>
                <a:tc>
                  <a:txBody>
                    <a:bodyPr/>
                    <a:lstStyle/>
                    <a:p>
                      <a:r>
                        <a:rPr lang="en-US" dirty="0"/>
                        <a:t>0xABCDEFFF</a:t>
                      </a:r>
                    </a:p>
                  </a:txBody>
                  <a:tcPr/>
                </a:tc>
                <a:tc>
                  <a:txBody>
                    <a:bodyPr/>
                    <a:lstStyle/>
                    <a:p>
                      <a:r>
                        <a:rPr lang="en-US" dirty="0"/>
                        <a:t>R11</a:t>
                      </a:r>
                    </a:p>
                  </a:txBody>
                  <a:tcPr/>
                </a:tc>
                <a:tc>
                  <a:txBody>
                    <a:bodyPr/>
                    <a:lstStyle/>
                    <a:p>
                      <a:r>
                        <a:rPr lang="en-US" dirty="0"/>
                        <a:t>0x0530D0B0</a:t>
                      </a:r>
                    </a:p>
                  </a:txBody>
                  <a:tcPr/>
                </a:tc>
                <a:tc>
                  <a:txBody>
                    <a:bodyPr/>
                    <a:lstStyle/>
                    <a:p>
                      <a:r>
                        <a:rPr lang="en-US" dirty="0"/>
                        <a:t>R15</a:t>
                      </a:r>
                    </a:p>
                  </a:txBody>
                  <a:tcPr/>
                </a:tc>
                <a:tc>
                  <a:txBody>
                    <a:bodyPr/>
                    <a:lstStyle/>
                    <a:p>
                      <a:r>
                        <a:rPr lang="en-US" dirty="0"/>
                        <a:t>0x00000250</a:t>
                      </a:r>
                    </a:p>
                  </a:txBody>
                  <a:tcPr/>
                </a:tc>
                <a:extLst>
                  <a:ext uri="{0D108BD9-81ED-4DB2-BD59-A6C34878D82A}">
                    <a16:rowId xmlns:a16="http://schemas.microsoft.com/office/drawing/2014/main" val="3562356508"/>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14919</TotalTime>
  <Pages>1</Pages>
  <Words>5574</Words>
  <Application>Microsoft Office PowerPoint</Application>
  <PresentationFormat>On-screen Show (4:3)</PresentationFormat>
  <Paragraphs>914</Paragraphs>
  <Slides>35</Slides>
  <Notes>18</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35</vt:i4>
      </vt:variant>
    </vt:vector>
  </HeadingPairs>
  <TitlesOfParts>
    <vt:vector size="50"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Question: Endianness</vt:lpstr>
      <vt:lpstr>Answer: Endianness</vt:lpstr>
      <vt:lpstr>Question: Endianness</vt:lpstr>
      <vt:lpstr>Answer: Endianness</vt:lpstr>
      <vt:lpstr>Question: Endianness</vt:lpstr>
      <vt:lpstr>Answer: Endianness</vt:lpstr>
      <vt:lpstr>Endianness</vt:lpstr>
      <vt:lpstr>Endianness ANS</vt:lpstr>
      <vt:lpstr>Endianness ANS</vt:lpstr>
      <vt:lpstr>Endianness</vt:lpstr>
      <vt:lpstr>Endianness ANS</vt:lpstr>
      <vt:lpstr>Endianness ANS</vt:lpstr>
      <vt:lpstr>Endianness ANS</vt:lpstr>
      <vt:lpstr>Data Alignment</vt:lpstr>
      <vt:lpstr>Question: Data Alignment</vt:lpstr>
      <vt:lpstr>Answer: Data Align</vt:lpstr>
      <vt:lpstr>Question: Data Align</vt:lpstr>
      <vt:lpstr>Answer: Data Align</vt:lpstr>
      <vt:lpstr>Answer: Memory Cycles</vt:lpstr>
      <vt:lpstr>Answer: Memory Cycles</vt:lpstr>
      <vt:lpstr>Question: Arrays</vt:lpstr>
      <vt:lpstr>Answer: Arrays</vt:lpstr>
      <vt:lpstr>Load Multiple Registers</vt:lpstr>
      <vt:lpstr>LDM</vt:lpstr>
      <vt:lpstr>LDM ANS</vt:lpstr>
      <vt:lpstr>LDR</vt:lpstr>
      <vt:lpstr>LDRB R7, [R2, #1] ANS</vt:lpstr>
      <vt:lpstr>LDRSH R7, [R2, #1] ANS</vt:lpstr>
      <vt:lpstr>LDRSH R7, [R2, #2] ANS</vt:lpstr>
      <vt:lpstr>Program Understanding</vt:lpstr>
      <vt:lpstr>Program Understanding ANS</vt:lpstr>
      <vt:lpstr>Program Understanding</vt:lpstr>
      <vt:lpstr>PowerPoint Presentation</vt:lpstr>
      <vt:lpstr>Program Understanding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2025-10-21T21:59:02Z</dcterms:modified>
</cp:coreProperties>
</file>