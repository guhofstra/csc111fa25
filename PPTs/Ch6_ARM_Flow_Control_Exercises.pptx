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52" r:id="rId3"/>
    <p:sldId id="384" r:id="rId4"/>
    <p:sldId id="354" r:id="rId5"/>
    <p:sldId id="257" r:id="rId6"/>
    <p:sldId id="369" r:id="rId7"/>
    <p:sldId id="375" r:id="rId8"/>
    <p:sldId id="380" r:id="rId9"/>
    <p:sldId id="382" r:id="rId10"/>
    <p:sldId id="376" r:id="rId11"/>
    <p:sldId id="361" r:id="rId12"/>
    <p:sldId id="363" r:id="rId13"/>
    <p:sldId id="368" r:id="rId14"/>
    <p:sldId id="372" r:id="rId15"/>
    <p:sldId id="366" r:id="rId16"/>
    <p:sldId id="367" r:id="rId17"/>
    <p:sldId id="357" r:id="rId18"/>
    <p:sldId id="359" r:id="rId19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79477" autoAdjust="0"/>
  </p:normalViewPr>
  <p:slideViewPr>
    <p:cSldViewPr>
      <p:cViewPr varScale="1">
        <p:scale>
          <a:sx n="65" d="100"/>
          <a:sy n="65" d="100"/>
        </p:scale>
        <p:origin x="208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09-28T21:29:01.797" v="17" actId="1076"/>
      <pc:docMkLst>
        <pc:docMk/>
      </pc:docMkLst>
      <pc:sldChg chg="modSp mod">
        <pc:chgData name="Zonghua Gu" userId="9a7e1853e1951ef5" providerId="LiveId" clId="{CF1FAA12-072C-4ED5-BA76-0FFFAEFDB88A}" dt="2025-09-28T19:30:40.829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8T19:30:40.829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8T19:31:00.657" v="14" actId="47"/>
        <pc:sldMkLst>
          <pc:docMk/>
          <pc:sldMk cId="2535127592" sldId="287"/>
        </pc:sldMkLst>
      </pc:sldChg>
      <pc:sldChg chg="del">
        <pc:chgData name="Zonghua Gu" userId="9a7e1853e1951ef5" providerId="LiveId" clId="{CF1FAA12-072C-4ED5-BA76-0FFFAEFDB88A}" dt="2025-09-28T19:30:45.979" v="2" actId="47"/>
        <pc:sldMkLst>
          <pc:docMk/>
          <pc:sldMk cId="188395404" sldId="353"/>
        </pc:sldMkLst>
      </pc:sldChg>
      <pc:sldChg chg="del">
        <pc:chgData name="Zonghua Gu" userId="9a7e1853e1951ef5" providerId="LiveId" clId="{CF1FAA12-072C-4ED5-BA76-0FFFAEFDB88A}" dt="2025-09-28T19:30:46.906" v="3" actId="47"/>
        <pc:sldMkLst>
          <pc:docMk/>
          <pc:sldMk cId="3013293955" sldId="355"/>
        </pc:sldMkLst>
      </pc:sldChg>
      <pc:sldChg chg="del">
        <pc:chgData name="Zonghua Gu" userId="9a7e1853e1951ef5" providerId="LiveId" clId="{CF1FAA12-072C-4ED5-BA76-0FFFAEFDB88A}" dt="2025-09-28T19:30:48.304" v="4" actId="47"/>
        <pc:sldMkLst>
          <pc:docMk/>
          <pc:sldMk cId="2876358127" sldId="356"/>
        </pc:sldMkLst>
      </pc:sldChg>
      <pc:sldChg chg="del">
        <pc:chgData name="Zonghua Gu" userId="9a7e1853e1951ef5" providerId="LiveId" clId="{CF1FAA12-072C-4ED5-BA76-0FFFAEFDB88A}" dt="2025-09-28T19:31:01.610" v="15" actId="47"/>
        <pc:sldMkLst>
          <pc:docMk/>
          <pc:sldMk cId="3066637480" sldId="358"/>
        </pc:sldMkLst>
      </pc:sldChg>
      <pc:sldChg chg="del">
        <pc:chgData name="Zonghua Gu" userId="9a7e1853e1951ef5" providerId="LiveId" clId="{CF1FAA12-072C-4ED5-BA76-0FFFAEFDB88A}" dt="2025-09-28T19:31:02.351" v="16" actId="47"/>
        <pc:sldMkLst>
          <pc:docMk/>
          <pc:sldMk cId="1016872391" sldId="360"/>
        </pc:sldMkLst>
      </pc:sldChg>
      <pc:sldChg chg="del">
        <pc:chgData name="Zonghua Gu" userId="9a7e1853e1951ef5" providerId="LiveId" clId="{CF1FAA12-072C-4ED5-BA76-0FFFAEFDB88A}" dt="2025-09-28T19:30:55.904" v="10" actId="47"/>
        <pc:sldMkLst>
          <pc:docMk/>
          <pc:sldMk cId="1907292877" sldId="362"/>
        </pc:sldMkLst>
      </pc:sldChg>
      <pc:sldChg chg="del">
        <pc:chgData name="Zonghua Gu" userId="9a7e1853e1951ef5" providerId="LiveId" clId="{CF1FAA12-072C-4ED5-BA76-0FFFAEFDB88A}" dt="2025-09-28T19:30:56.591" v="11" actId="47"/>
        <pc:sldMkLst>
          <pc:docMk/>
          <pc:sldMk cId="2698422353" sldId="364"/>
        </pc:sldMkLst>
      </pc:sldChg>
      <pc:sldChg chg="modSp mod">
        <pc:chgData name="Zonghua Gu" userId="9a7e1853e1951ef5" providerId="LiveId" clId="{CF1FAA12-072C-4ED5-BA76-0FFFAEFDB88A}" dt="2025-09-28T21:29:01.797" v="17" actId="1076"/>
        <pc:sldMkLst>
          <pc:docMk/>
          <pc:sldMk cId="3022176175" sldId="366"/>
        </pc:sldMkLst>
        <pc:spChg chg="mod">
          <ac:chgData name="Zonghua Gu" userId="9a7e1853e1951ef5" providerId="LiveId" clId="{CF1FAA12-072C-4ED5-BA76-0FFFAEFDB88A}" dt="2025-09-28T21:29:01.797" v="17" actId="1076"/>
          <ac:spMkLst>
            <pc:docMk/>
            <pc:sldMk cId="3022176175" sldId="366"/>
            <ac:spMk id="3" creationId="{E7D41462-9020-C1BE-FC22-4828849CCA2B}"/>
          </ac:spMkLst>
        </pc:spChg>
      </pc:sldChg>
      <pc:sldChg chg="del">
        <pc:chgData name="Zonghua Gu" userId="9a7e1853e1951ef5" providerId="LiveId" clId="{CF1FAA12-072C-4ED5-BA76-0FFFAEFDB88A}" dt="2025-09-28T19:30:57.347" v="12" actId="47"/>
        <pc:sldMkLst>
          <pc:docMk/>
          <pc:sldMk cId="3866648740" sldId="370"/>
        </pc:sldMkLst>
      </pc:sldChg>
      <pc:sldChg chg="del">
        <pc:chgData name="Zonghua Gu" userId="9a7e1853e1951ef5" providerId="LiveId" clId="{CF1FAA12-072C-4ED5-BA76-0FFFAEFDB88A}" dt="2025-09-28T19:30:49.021" v="5" actId="47"/>
        <pc:sldMkLst>
          <pc:docMk/>
          <pc:sldMk cId="3582392412" sldId="371"/>
        </pc:sldMkLst>
      </pc:sldChg>
      <pc:sldChg chg="del">
        <pc:chgData name="Zonghua Gu" userId="9a7e1853e1951ef5" providerId="LiveId" clId="{CF1FAA12-072C-4ED5-BA76-0FFFAEFDB88A}" dt="2025-09-28T19:30:58.263" v="13" actId="47"/>
        <pc:sldMkLst>
          <pc:docMk/>
          <pc:sldMk cId="234389551" sldId="373"/>
        </pc:sldMkLst>
      </pc:sldChg>
      <pc:sldChg chg="del">
        <pc:chgData name="Zonghua Gu" userId="9a7e1853e1951ef5" providerId="LiveId" clId="{CF1FAA12-072C-4ED5-BA76-0FFFAEFDB88A}" dt="2025-09-28T19:30:51.222" v="7" actId="47"/>
        <pc:sldMkLst>
          <pc:docMk/>
          <pc:sldMk cId="824643333" sldId="374"/>
        </pc:sldMkLst>
      </pc:sldChg>
      <pc:sldChg chg="del">
        <pc:chgData name="Zonghua Gu" userId="9a7e1853e1951ef5" providerId="LiveId" clId="{CF1FAA12-072C-4ED5-BA76-0FFFAEFDB88A}" dt="2025-09-28T19:30:52.555" v="8" actId="47"/>
        <pc:sldMkLst>
          <pc:docMk/>
          <pc:sldMk cId="3558794685" sldId="379"/>
        </pc:sldMkLst>
      </pc:sldChg>
      <pc:sldChg chg="del">
        <pc:chgData name="Zonghua Gu" userId="9a7e1853e1951ef5" providerId="LiveId" clId="{CF1FAA12-072C-4ED5-BA76-0FFFAEFDB88A}" dt="2025-09-28T19:30:50.290" v="6" actId="47"/>
        <pc:sldMkLst>
          <pc:docMk/>
          <pc:sldMk cId="3938986292" sldId="381"/>
        </pc:sldMkLst>
      </pc:sldChg>
      <pc:sldChg chg="del">
        <pc:chgData name="Zonghua Gu" userId="9a7e1853e1951ef5" providerId="LiveId" clId="{CF1FAA12-072C-4ED5-BA76-0FFFAEFDB88A}" dt="2025-09-28T19:30:44.962" v="1" actId="47"/>
        <pc:sldMkLst>
          <pc:docMk/>
          <pc:sldMk cId="3010226585" sldId="383"/>
        </pc:sldMkLst>
      </pc:sldChg>
      <pc:sldChg chg="del">
        <pc:chgData name="Zonghua Gu" userId="9a7e1853e1951ef5" providerId="LiveId" clId="{CF1FAA12-072C-4ED5-BA76-0FFFAEFDB88A}" dt="2025-09-28T19:30:55.165" v="9" actId="47"/>
        <pc:sldMkLst>
          <pc:docMk/>
          <pc:sldMk cId="3700392889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9/28/2025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9/28/2025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Flow Control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equivalent assembly program for this piece of code in C.</a:t>
            </a:r>
          </a:p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03482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end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6626"/>
              </p:ext>
            </p:extLst>
          </p:nvPr>
        </p:nvGraphicFramePr>
        <p:xfrm>
          <a:off x="457200" y="121920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BE30-CE9B-1B6D-6A4A-6B6EA5CC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5490-947F-5AFD-6FE0-9CAFDE4D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3EFE-5323-ACD8-6FE1-AB4B217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D3EA2-DC46-3341-8CF9-CFCEF1A12B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87FE73-3E90-5E25-A781-0E280587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0933"/>
              </p:ext>
            </p:extLst>
          </p:nvPr>
        </p:nvGraphicFramePr>
        <p:xfrm>
          <a:off x="457200" y="1219200"/>
          <a:ext cx="8229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</a:t>
                      </a:r>
                      <a:r>
                        <a:rPr lang="nn-NO" sz="1600" b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i=i-1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07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35721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3811</TotalTime>
  <Words>1915</Words>
  <Application>Microsoft Office PowerPoint</Application>
  <PresentationFormat>On-screen Show (4:3)</PresentationFormat>
  <Paragraphs>323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</vt:lpstr>
      <vt:lpstr>Assembly Program Understanding</vt:lpstr>
      <vt:lpstr>C to Assembly</vt:lpstr>
      <vt:lpstr>C to Assembly</vt:lpstr>
      <vt:lpstr>C to Assembly: What is wrong?</vt:lpstr>
      <vt:lpstr>C to Assembly</vt:lpstr>
      <vt:lpstr>C to Assembly: What is wrong? </vt:lpstr>
      <vt:lpstr>C to Assembly</vt:lpstr>
      <vt:lpstr>C to Assembly</vt:lpstr>
      <vt:lpstr>C to Assembly</vt:lpstr>
      <vt:lpstr>Assembly Programming</vt:lpstr>
      <vt:lpstr>Test for Equal</vt:lpstr>
      <vt:lpstr>Summary: Condition Codes </vt:lpstr>
      <vt:lpstr>Conditional Instructions</vt:lpstr>
      <vt:lpstr>Assembly to C</vt:lpstr>
      <vt:lpstr>Conditional Execution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218</cp:revision>
  <cp:lastPrinted>2018-02-28T12:51:32Z</cp:lastPrinted>
  <dcterms:created xsi:type="dcterms:W3CDTF">2014-02-09T17:12:51Z</dcterms:created>
  <dcterms:modified xsi:type="dcterms:W3CDTF">2025-09-28T21:29:02Z</dcterms:modified>
</cp:coreProperties>
</file>