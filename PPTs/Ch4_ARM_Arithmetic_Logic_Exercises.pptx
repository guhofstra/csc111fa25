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555" r:id="rId3"/>
    <p:sldId id="557" r:id="rId4"/>
    <p:sldId id="564" r:id="rId5"/>
    <p:sldId id="576" r:id="rId6"/>
    <p:sldId id="578" r:id="rId7"/>
    <p:sldId id="566" r:id="rId8"/>
    <p:sldId id="351" r:id="rId9"/>
    <p:sldId id="257" r:id="rId10"/>
    <p:sldId id="352" r:id="rId11"/>
    <p:sldId id="559" r:id="rId12"/>
    <p:sldId id="563" r:id="rId13"/>
    <p:sldId id="568" r:id="rId14"/>
    <p:sldId id="571" r:id="rId15"/>
    <p:sldId id="574" r:id="rId16"/>
    <p:sldId id="354" r:id="rId17"/>
    <p:sldId id="357" r:id="rId18"/>
    <p:sldId id="384" r:id="rId19"/>
    <p:sldId id="587" r:id="rId2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1F7D32-A5D4-44C8-A28D-1F95E29E1B1E}" v="2" dt="2025-10-07T21:13:00.9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20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addSld delSld modSld">
      <pc:chgData name="Zonghua Gu" userId="9a7e1853e1951ef5" providerId="LiveId" clId="{CF1FAA12-072C-4ED5-BA76-0FFFAEFDB88A}" dt="2025-10-07T21:16:17.881" v="28" actId="47"/>
      <pc:docMkLst>
        <pc:docMk/>
      </pc:docMkLst>
      <pc:sldChg chg="modSp mod">
        <pc:chgData name="Zonghua Gu" userId="9a7e1853e1951ef5" providerId="LiveId" clId="{CF1FAA12-072C-4ED5-BA76-0FFFAEFDB88A}" dt="2025-09-24T02:21:52.230" v="0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24T02:21:52.230" v="0" actId="20577"/>
          <ac:spMkLst>
            <pc:docMk/>
            <pc:sldMk cId="1227639730" sldId="256"/>
            <ac:spMk id="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09-24T02:22:03.806" v="7" actId="47"/>
        <pc:sldMkLst>
          <pc:docMk/>
          <pc:sldMk cId="3148296310" sldId="258"/>
        </pc:sldMkLst>
      </pc:sldChg>
      <pc:sldChg chg="del">
        <pc:chgData name="Zonghua Gu" userId="9a7e1853e1951ef5" providerId="LiveId" clId="{CF1FAA12-072C-4ED5-BA76-0FFFAEFDB88A}" dt="2025-09-24T02:22:05.319" v="8" actId="47"/>
        <pc:sldMkLst>
          <pc:docMk/>
          <pc:sldMk cId="2350803268" sldId="259"/>
        </pc:sldMkLst>
      </pc:sldChg>
      <pc:sldChg chg="del">
        <pc:chgData name="Zonghua Gu" userId="9a7e1853e1951ef5" providerId="LiveId" clId="{CF1FAA12-072C-4ED5-BA76-0FFFAEFDB88A}" dt="2025-09-24T02:22:08.382" v="9" actId="47"/>
        <pc:sldMkLst>
          <pc:docMk/>
          <pc:sldMk cId="3642733396" sldId="260"/>
        </pc:sldMkLst>
      </pc:sldChg>
      <pc:sldChg chg="del">
        <pc:chgData name="Zonghua Gu" userId="9a7e1853e1951ef5" providerId="LiveId" clId="{CF1FAA12-072C-4ED5-BA76-0FFFAEFDB88A}" dt="2025-09-24T02:22:08.382" v="9" actId="47"/>
        <pc:sldMkLst>
          <pc:docMk/>
          <pc:sldMk cId="3881216825" sldId="261"/>
        </pc:sldMkLst>
      </pc:sldChg>
      <pc:sldChg chg="del">
        <pc:chgData name="Zonghua Gu" userId="9a7e1853e1951ef5" providerId="LiveId" clId="{CF1FAA12-072C-4ED5-BA76-0FFFAEFDB88A}" dt="2025-09-25T15:39:53.846" v="24" actId="47"/>
        <pc:sldMkLst>
          <pc:docMk/>
          <pc:sldMk cId="2531244333" sldId="262"/>
        </pc:sldMkLst>
      </pc:sldChg>
      <pc:sldChg chg="del">
        <pc:chgData name="Zonghua Gu" userId="9a7e1853e1951ef5" providerId="LiveId" clId="{CF1FAA12-072C-4ED5-BA76-0FFFAEFDB88A}" dt="2025-09-24T02:22:09.684" v="10" actId="47"/>
        <pc:sldMkLst>
          <pc:docMk/>
          <pc:sldMk cId="3254334378" sldId="353"/>
        </pc:sldMkLst>
      </pc:sldChg>
      <pc:sldChg chg="del">
        <pc:chgData name="Zonghua Gu" userId="9a7e1853e1951ef5" providerId="LiveId" clId="{CF1FAA12-072C-4ED5-BA76-0FFFAEFDB88A}" dt="2025-09-24T02:22:24.782" v="18" actId="47"/>
        <pc:sldMkLst>
          <pc:docMk/>
          <pc:sldMk cId="3592227053" sldId="356"/>
        </pc:sldMkLst>
      </pc:sldChg>
      <pc:sldChg chg="del">
        <pc:chgData name="Zonghua Gu" userId="9a7e1853e1951ef5" providerId="LiveId" clId="{CF1FAA12-072C-4ED5-BA76-0FFFAEFDB88A}" dt="2025-09-24T02:22:26.628" v="19" actId="47"/>
        <pc:sldMkLst>
          <pc:docMk/>
          <pc:sldMk cId="1087692432" sldId="358"/>
        </pc:sldMkLst>
      </pc:sldChg>
      <pc:sldChg chg="del">
        <pc:chgData name="Zonghua Gu" userId="9a7e1853e1951ef5" providerId="LiveId" clId="{CF1FAA12-072C-4ED5-BA76-0FFFAEFDB88A}" dt="2025-10-07T21:16:17.881" v="28" actId="47"/>
        <pc:sldMkLst>
          <pc:docMk/>
          <pc:sldMk cId="2623990252" sldId="383"/>
        </pc:sldMkLst>
      </pc:sldChg>
      <pc:sldChg chg="del">
        <pc:chgData name="Zonghua Gu" userId="9a7e1853e1951ef5" providerId="LiveId" clId="{CF1FAA12-072C-4ED5-BA76-0FFFAEFDB88A}" dt="2025-09-24T02:22:27.907" v="20" actId="47"/>
        <pc:sldMkLst>
          <pc:docMk/>
          <pc:sldMk cId="3808152940" sldId="385"/>
        </pc:sldMkLst>
      </pc:sldChg>
      <pc:sldChg chg="del">
        <pc:chgData name="Zonghua Gu" userId="9a7e1853e1951ef5" providerId="LiveId" clId="{CF1FAA12-072C-4ED5-BA76-0FFFAEFDB88A}" dt="2025-09-24T02:22:28.676" v="21" actId="47"/>
        <pc:sldMkLst>
          <pc:docMk/>
          <pc:sldMk cId="1496054644" sldId="387"/>
        </pc:sldMkLst>
      </pc:sldChg>
      <pc:sldChg chg="del">
        <pc:chgData name="Zonghua Gu" userId="9a7e1853e1951ef5" providerId="LiveId" clId="{CF1FAA12-072C-4ED5-BA76-0FFFAEFDB88A}" dt="2025-10-07T21:16:17.881" v="28" actId="47"/>
        <pc:sldMkLst>
          <pc:docMk/>
          <pc:sldMk cId="4009754153" sldId="554"/>
        </pc:sldMkLst>
      </pc:sldChg>
      <pc:sldChg chg="del">
        <pc:chgData name="Zonghua Gu" userId="9a7e1853e1951ef5" providerId="LiveId" clId="{CF1FAA12-072C-4ED5-BA76-0FFFAEFDB88A}" dt="2025-09-24T02:21:55.533" v="1" actId="47"/>
        <pc:sldMkLst>
          <pc:docMk/>
          <pc:sldMk cId="3198797166" sldId="556"/>
        </pc:sldMkLst>
      </pc:sldChg>
      <pc:sldChg chg="del">
        <pc:chgData name="Zonghua Gu" userId="9a7e1853e1951ef5" providerId="LiveId" clId="{CF1FAA12-072C-4ED5-BA76-0FFFAEFDB88A}" dt="2025-09-24T02:21:56.684" v="2" actId="47"/>
        <pc:sldMkLst>
          <pc:docMk/>
          <pc:sldMk cId="3001218416" sldId="558"/>
        </pc:sldMkLst>
      </pc:sldChg>
      <pc:sldChg chg="del">
        <pc:chgData name="Zonghua Gu" userId="9a7e1853e1951ef5" providerId="LiveId" clId="{CF1FAA12-072C-4ED5-BA76-0FFFAEFDB88A}" dt="2025-09-24T02:22:10.688" v="11" actId="47"/>
        <pc:sldMkLst>
          <pc:docMk/>
          <pc:sldMk cId="1329116476" sldId="560"/>
        </pc:sldMkLst>
      </pc:sldChg>
      <pc:sldChg chg="del">
        <pc:chgData name="Zonghua Gu" userId="9a7e1853e1951ef5" providerId="LiveId" clId="{CF1FAA12-072C-4ED5-BA76-0FFFAEFDB88A}" dt="2025-09-24T02:22:11.606" v="12" actId="47"/>
        <pc:sldMkLst>
          <pc:docMk/>
          <pc:sldMk cId="3280752258" sldId="561"/>
        </pc:sldMkLst>
      </pc:sldChg>
      <pc:sldChg chg="del">
        <pc:chgData name="Zonghua Gu" userId="9a7e1853e1951ef5" providerId="LiveId" clId="{CF1FAA12-072C-4ED5-BA76-0FFFAEFDB88A}" dt="2025-09-24T02:22:12.953" v="13" actId="47"/>
        <pc:sldMkLst>
          <pc:docMk/>
          <pc:sldMk cId="2226504781" sldId="562"/>
        </pc:sldMkLst>
      </pc:sldChg>
      <pc:sldChg chg="del">
        <pc:chgData name="Zonghua Gu" userId="9a7e1853e1951ef5" providerId="LiveId" clId="{CF1FAA12-072C-4ED5-BA76-0FFFAEFDB88A}" dt="2025-09-24T02:21:57.566" v="3" actId="47"/>
        <pc:sldMkLst>
          <pc:docMk/>
          <pc:sldMk cId="3678485956" sldId="565"/>
        </pc:sldMkLst>
      </pc:sldChg>
      <pc:sldChg chg="del">
        <pc:chgData name="Zonghua Gu" userId="9a7e1853e1951ef5" providerId="LiveId" clId="{CF1FAA12-072C-4ED5-BA76-0FFFAEFDB88A}" dt="2025-09-24T02:22:01.402" v="6" actId="47"/>
        <pc:sldMkLst>
          <pc:docMk/>
          <pc:sldMk cId="4150398855" sldId="567"/>
        </pc:sldMkLst>
      </pc:sldChg>
      <pc:sldChg chg="modSp mod">
        <pc:chgData name="Zonghua Gu" userId="9a7e1853e1951ef5" providerId="LiveId" clId="{CF1FAA12-072C-4ED5-BA76-0FFFAEFDB88A}" dt="2025-09-24T02:24:36.422" v="23"/>
        <pc:sldMkLst>
          <pc:docMk/>
          <pc:sldMk cId="570184693" sldId="568"/>
        </pc:sldMkLst>
        <pc:spChg chg="mod">
          <ac:chgData name="Zonghua Gu" userId="9a7e1853e1951ef5" providerId="LiveId" clId="{CF1FAA12-072C-4ED5-BA76-0FFFAEFDB88A}" dt="2025-09-24T02:24:36.422" v="23"/>
          <ac:spMkLst>
            <pc:docMk/>
            <pc:sldMk cId="570184693" sldId="568"/>
            <ac:spMk id="4" creationId="{90B6A678-F78A-5E7F-A0E9-3A3B773CE733}"/>
          </ac:spMkLst>
        </pc:spChg>
      </pc:sldChg>
      <pc:sldChg chg="del">
        <pc:chgData name="Zonghua Gu" userId="9a7e1853e1951ef5" providerId="LiveId" clId="{CF1FAA12-072C-4ED5-BA76-0FFFAEFDB88A}" dt="2025-09-24T02:22:17.008" v="14" actId="47"/>
        <pc:sldMkLst>
          <pc:docMk/>
          <pc:sldMk cId="979784967" sldId="569"/>
        </pc:sldMkLst>
      </pc:sldChg>
      <pc:sldChg chg="del">
        <pc:chgData name="Zonghua Gu" userId="9a7e1853e1951ef5" providerId="LiveId" clId="{CF1FAA12-072C-4ED5-BA76-0FFFAEFDB88A}" dt="2025-09-24T02:22:18.506" v="15" actId="47"/>
        <pc:sldMkLst>
          <pc:docMk/>
          <pc:sldMk cId="210341446" sldId="570"/>
        </pc:sldMkLst>
      </pc:sldChg>
      <pc:sldChg chg="del">
        <pc:chgData name="Zonghua Gu" userId="9a7e1853e1951ef5" providerId="LiveId" clId="{CF1FAA12-072C-4ED5-BA76-0FFFAEFDB88A}" dt="2025-09-24T02:22:20.409" v="16" actId="47"/>
        <pc:sldMkLst>
          <pc:docMk/>
          <pc:sldMk cId="1649707196" sldId="572"/>
        </pc:sldMkLst>
      </pc:sldChg>
      <pc:sldChg chg="del">
        <pc:chgData name="Zonghua Gu" userId="9a7e1853e1951ef5" providerId="LiveId" clId="{CF1FAA12-072C-4ED5-BA76-0FFFAEFDB88A}" dt="2025-09-24T02:22:21.595" v="17" actId="47"/>
        <pc:sldMkLst>
          <pc:docMk/>
          <pc:sldMk cId="4233569648" sldId="573"/>
        </pc:sldMkLst>
      </pc:sldChg>
      <pc:sldChg chg="del">
        <pc:chgData name="Zonghua Gu" userId="9a7e1853e1951ef5" providerId="LiveId" clId="{CF1FAA12-072C-4ED5-BA76-0FFFAEFDB88A}" dt="2025-09-24T02:21:59.311" v="4" actId="47"/>
        <pc:sldMkLst>
          <pc:docMk/>
          <pc:sldMk cId="736856981" sldId="575"/>
        </pc:sldMkLst>
      </pc:sldChg>
      <pc:sldChg chg="del">
        <pc:chgData name="Zonghua Gu" userId="9a7e1853e1951ef5" providerId="LiveId" clId="{CF1FAA12-072C-4ED5-BA76-0FFFAEFDB88A}" dt="2025-09-24T02:22:00.289" v="5" actId="47"/>
        <pc:sldMkLst>
          <pc:docMk/>
          <pc:sldMk cId="183442351" sldId="577"/>
        </pc:sldMkLst>
      </pc:sldChg>
      <pc:sldChg chg="new del">
        <pc:chgData name="Zonghua Gu" userId="9a7e1853e1951ef5" providerId="LiveId" clId="{CF1FAA12-072C-4ED5-BA76-0FFFAEFDB88A}" dt="2025-10-07T21:13:03.805" v="27" actId="47"/>
        <pc:sldMkLst>
          <pc:docMk/>
          <pc:sldMk cId="3345466133" sldId="579"/>
        </pc:sldMkLst>
      </pc:sldChg>
      <pc:sldChg chg="add">
        <pc:chgData name="Zonghua Gu" userId="9a7e1853e1951ef5" providerId="LiveId" clId="{CF1FAA12-072C-4ED5-BA76-0FFFAEFDB88A}" dt="2025-10-07T21:13:00.992" v="26"/>
        <pc:sldMkLst>
          <pc:docMk/>
          <pc:sldMk cId="3350438353" sldId="58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50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593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10/7/2025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10/7/2025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 after each instruction</a:t>
            </a:r>
          </a:p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716811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276C-A661-6DC1-DE38-563A3E2C7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C51E37-E0A0-F2D9-EFE6-91A91F49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EC62D-8983-5B00-CA77-5B8D7EF4098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289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839C-F6D4-9964-61E4-7718ED85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A20A-F498-3EB6-F940-C1894F1C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B4EF46-F247-D5D5-B0F5-6E0D2001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E383C9-4457-CE5C-9276-DDEA44D3054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</p:txBody>
      </p:sp>
    </p:spTree>
    <p:extLst>
      <p:ext uri="{BB962C8B-B14F-4D97-AF65-F5344CB8AC3E}">
        <p14:creationId xmlns:p14="http://schemas.microsoft.com/office/powerpoint/2010/main" val="115116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21336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(Each instruction runs individually.)</a:t>
            </a:r>
          </a:p>
          <a:p>
            <a:r>
              <a:rPr lang="pt-BR" dirty="0"/>
              <a:t>(a) ADD r4, r0, r2, ASR #3</a:t>
            </a:r>
          </a:p>
          <a:p>
            <a:r>
              <a:rPr lang="pt-BR" dirty="0"/>
              <a:t>(b) ADDS r4, r0, r1</a:t>
            </a:r>
          </a:p>
          <a:p>
            <a:r>
              <a:rPr lang="pt-BR" dirty="0"/>
              <a:t>(c) LSRS r4, r0, #1</a:t>
            </a:r>
          </a:p>
          <a:p>
            <a:r>
              <a:rPr lang="pt-BR" dirty="0"/>
              <a:t>(d) ANDS r4, r0, r3</a:t>
            </a:r>
          </a:p>
          <a:p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0565DDE-CFDA-64B0-7C1A-5C1F5D8B93A0}"/>
              </a:ext>
            </a:extLst>
          </p:cNvPr>
          <p:cNvGraphicFramePr>
            <a:graphicFrameLocks noGrp="1"/>
          </p:cNvGraphicFramePr>
          <p:nvPr/>
        </p:nvGraphicFramePr>
        <p:xfrm>
          <a:off x="1094263" y="2333942"/>
          <a:ext cx="6955473" cy="3304858"/>
        </p:xfrm>
        <a:graphic>
          <a:graphicData uri="http://schemas.openxmlformats.org/drawingml/2006/table">
            <a:tbl>
              <a:tblPr firstRow="1" bandRow="1"/>
              <a:tblGrid>
                <a:gridCol w="1702524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1144345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1173887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1191767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 Result?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Unsigned/Signed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3437</TotalTime>
  <Words>1070</Words>
  <Application>Microsoft Office PowerPoint</Application>
  <PresentationFormat>On-screen Show (4:3)</PresentationFormat>
  <Paragraphs>163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30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Wingdings</vt:lpstr>
      <vt:lpstr>Wingdings 3</vt:lpstr>
      <vt:lpstr>Origin</vt:lpstr>
      <vt:lpstr>Z. Gu</vt:lpstr>
      <vt:lpstr>Bit Manipulations</vt:lpstr>
      <vt:lpstr>Bit Manipulations</vt:lpstr>
      <vt:lpstr>Clearing a Register </vt:lpstr>
      <vt:lpstr>Set bits</vt:lpstr>
      <vt:lpstr>Add two 128-bit numbers</vt:lpstr>
      <vt:lpstr>Absolute value</vt:lpstr>
      <vt:lpstr>Barrel Shifter: Explanations</vt:lpstr>
      <vt:lpstr>Arithmetic with Shifts</vt:lpstr>
      <vt:lpstr>Assembly Programming</vt:lpstr>
      <vt:lpstr>Shift LSL</vt:lpstr>
      <vt:lpstr>Shift ASR</vt:lpstr>
      <vt:lpstr>Multiply without MUL</vt:lpstr>
      <vt:lpstr>Count number of ones</vt:lpstr>
      <vt:lpstr>Count the number of zeros</vt:lpstr>
      <vt:lpstr>Flags ANDS</vt:lpstr>
      <vt:lpstr>Flags ADDS</vt:lpstr>
      <vt:lpstr>Flags</vt:lpstr>
      <vt:lpstr>Addition &amp; Subtraction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346</cp:revision>
  <dcterms:created xsi:type="dcterms:W3CDTF">2014-02-05T02:41:42Z</dcterms:created>
  <dcterms:modified xsi:type="dcterms:W3CDTF">2025-10-07T21:16:19Z</dcterms:modified>
</cp:coreProperties>
</file>