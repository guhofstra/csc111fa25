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0"/>
  </p:notesMasterIdLst>
  <p:sldIdLst>
    <p:sldId id="737" r:id="rId2"/>
    <p:sldId id="321" r:id="rId3"/>
    <p:sldId id="286" r:id="rId4"/>
    <p:sldId id="327" r:id="rId5"/>
    <p:sldId id="285" r:id="rId6"/>
    <p:sldId id="290" r:id="rId7"/>
    <p:sldId id="291" r:id="rId8"/>
    <p:sldId id="492" r:id="rId9"/>
    <p:sldId id="493" r:id="rId10"/>
    <p:sldId id="494" r:id="rId11"/>
    <p:sldId id="495" r:id="rId12"/>
    <p:sldId id="303" r:id="rId13"/>
    <p:sldId id="304" r:id="rId14"/>
    <p:sldId id="278" r:id="rId15"/>
    <p:sldId id="279" r:id="rId16"/>
    <p:sldId id="300" r:id="rId17"/>
    <p:sldId id="736" r:id="rId18"/>
    <p:sldId id="294" r:id="rId19"/>
    <p:sldId id="292" r:id="rId20"/>
    <p:sldId id="295" r:id="rId21"/>
    <p:sldId id="296" r:id="rId22"/>
    <p:sldId id="297" r:id="rId23"/>
    <p:sldId id="740" r:id="rId24"/>
    <p:sldId id="741" r:id="rId25"/>
    <p:sldId id="299" r:id="rId26"/>
    <p:sldId id="308" r:id="rId27"/>
    <p:sldId id="310" r:id="rId28"/>
    <p:sldId id="311" r:id="rId29"/>
    <p:sldId id="312" r:id="rId30"/>
    <p:sldId id="746" r:id="rId31"/>
    <p:sldId id="742" r:id="rId32"/>
    <p:sldId id="322" r:id="rId33"/>
    <p:sldId id="324" r:id="rId34"/>
    <p:sldId id="271" r:id="rId35"/>
    <p:sldId id="325" r:id="rId36"/>
    <p:sldId id="272" r:id="rId37"/>
    <p:sldId id="273" r:id="rId38"/>
    <p:sldId id="259" r:id="rId39"/>
    <p:sldId id="260" r:id="rId40"/>
    <p:sldId id="261" r:id="rId41"/>
    <p:sldId id="262" r:id="rId42"/>
    <p:sldId id="263" r:id="rId43"/>
    <p:sldId id="264" r:id="rId44"/>
    <p:sldId id="265" r:id="rId45"/>
    <p:sldId id="266" r:id="rId46"/>
    <p:sldId id="267" r:id="rId47"/>
    <p:sldId id="268" r:id="rId48"/>
    <p:sldId id="269" r:id="rId49"/>
    <p:sldId id="270" r:id="rId50"/>
    <p:sldId id="326" r:id="rId51"/>
    <p:sldId id="315" r:id="rId52"/>
    <p:sldId id="316" r:id="rId53"/>
    <p:sldId id="317" r:id="rId54"/>
    <p:sldId id="314" r:id="rId55"/>
    <p:sldId id="743" r:id="rId56"/>
    <p:sldId id="744" r:id="rId57"/>
    <p:sldId id="373" r:id="rId58"/>
    <p:sldId id="745"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DF84C7-3C52-45E4-B41C-51287952F4D9}" v="270" dt="2025-10-07T13:00:13.7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803"/>
    <p:restoredTop sz="85882" autoAdjust="0"/>
  </p:normalViewPr>
  <p:slideViewPr>
    <p:cSldViewPr>
      <p:cViewPr>
        <p:scale>
          <a:sx n="66" d="100"/>
          <a:sy n="66" d="100"/>
        </p:scale>
        <p:origin x="562" y="154"/>
      </p:cViewPr>
      <p:guideLst>
        <p:guide orient="horz" pos="2160"/>
        <p:guide pos="3840"/>
      </p:guideLst>
    </p:cSldViewPr>
  </p:slideViewPr>
  <p:notesTextViewPr>
    <p:cViewPr>
      <p:scale>
        <a:sx n="1" d="1"/>
        <a:sy n="1" d="1"/>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07T13:00:18.841" v="2600" actId="1076"/>
      <pc:docMkLst>
        <pc:docMk/>
      </pc:docMkLst>
      <pc:sldChg chg="del">
        <pc:chgData name="Zonghua Gu" userId="9a7e1853e1951ef5" providerId="LiveId" clId="{CF1FAA12-072C-4ED5-BA76-0FFFAEFDB88A}" dt="2025-10-05T15:02:12.395" v="2" actId="47"/>
        <pc:sldMkLst>
          <pc:docMk/>
          <pc:sldMk cId="1683281344" sldId="256"/>
        </pc:sldMkLst>
      </pc:sldChg>
      <pc:sldChg chg="modSp">
        <pc:chgData name="Zonghua Gu" userId="9a7e1853e1951ef5" providerId="LiveId" clId="{CF1FAA12-072C-4ED5-BA76-0FFFAEFDB88A}" dt="2025-10-05T22:29:11.381" v="2344"/>
        <pc:sldMkLst>
          <pc:docMk/>
          <pc:sldMk cId="3971200486" sldId="271"/>
        </pc:sldMkLst>
        <pc:spChg chg="mod">
          <ac:chgData name="Zonghua Gu" userId="9a7e1853e1951ef5" providerId="LiveId" clId="{CF1FAA12-072C-4ED5-BA76-0FFFAEFDB88A}" dt="2025-10-05T22:29:11.381" v="2344"/>
          <ac:spMkLst>
            <pc:docMk/>
            <pc:sldMk cId="3971200486" sldId="271"/>
            <ac:spMk id="990210" creationId="{00000000-0000-0000-0000-000000000000}"/>
          </ac:spMkLst>
        </pc:spChg>
      </pc:sldChg>
      <pc:sldChg chg="modSp">
        <pc:chgData name="Zonghua Gu" userId="9a7e1853e1951ef5" providerId="LiveId" clId="{CF1FAA12-072C-4ED5-BA76-0FFFAEFDB88A}" dt="2025-10-05T18:01:19.883" v="1539"/>
        <pc:sldMkLst>
          <pc:docMk/>
          <pc:sldMk cId="0" sldId="273"/>
        </pc:sldMkLst>
        <pc:spChg chg="mod">
          <ac:chgData name="Zonghua Gu" userId="9a7e1853e1951ef5" providerId="LiveId" clId="{CF1FAA12-072C-4ED5-BA76-0FFFAEFDB88A}" dt="2025-10-05T18:01:19.883" v="1539"/>
          <ac:spMkLst>
            <pc:docMk/>
            <pc:sldMk cId="0" sldId="273"/>
            <ac:spMk id="6" creationId="{00000000-0000-0000-0000-000000000000}"/>
          </ac:spMkLst>
        </pc:spChg>
        <pc:spChg chg="mod">
          <ac:chgData name="Zonghua Gu" userId="9a7e1853e1951ef5" providerId="LiveId" clId="{CF1FAA12-072C-4ED5-BA76-0FFFAEFDB88A}" dt="2025-10-05T18:01:19.883" v="1539"/>
          <ac:spMkLst>
            <pc:docMk/>
            <pc:sldMk cId="0" sldId="273"/>
            <ac:spMk id="7" creationId="{00000000-0000-0000-0000-000000000000}"/>
          </ac:spMkLst>
        </pc:spChg>
      </pc:sldChg>
      <pc:sldChg chg="del">
        <pc:chgData name="Zonghua Gu" userId="9a7e1853e1951ef5" providerId="LiveId" clId="{CF1FAA12-072C-4ED5-BA76-0FFFAEFDB88A}" dt="2025-10-05T15:08:10.316" v="48" actId="47"/>
        <pc:sldMkLst>
          <pc:docMk/>
          <pc:sldMk cId="3159891867" sldId="275"/>
        </pc:sldMkLst>
      </pc:sldChg>
      <pc:sldChg chg="del">
        <pc:chgData name="Zonghua Gu" userId="9a7e1853e1951ef5" providerId="LiveId" clId="{CF1FAA12-072C-4ED5-BA76-0FFFAEFDB88A}" dt="2025-10-05T15:08:10.316" v="48" actId="47"/>
        <pc:sldMkLst>
          <pc:docMk/>
          <pc:sldMk cId="1657949952" sldId="276"/>
        </pc:sldMkLst>
      </pc:sldChg>
      <pc:sldChg chg="addSp delSp modSp mod">
        <pc:chgData name="Zonghua Gu" userId="9a7e1853e1951ef5" providerId="LiveId" clId="{CF1FAA12-072C-4ED5-BA76-0FFFAEFDB88A}" dt="2025-10-05T15:33:52.297" v="166" actId="12789"/>
        <pc:sldMkLst>
          <pc:docMk/>
          <pc:sldMk cId="1120632604" sldId="278"/>
        </pc:sldMkLst>
        <pc:spChg chg="mod">
          <ac:chgData name="Zonghua Gu" userId="9a7e1853e1951ef5" providerId="LiveId" clId="{CF1FAA12-072C-4ED5-BA76-0FFFAEFDB88A}" dt="2025-10-05T15:30:37.919" v="116" actId="255"/>
          <ac:spMkLst>
            <pc:docMk/>
            <pc:sldMk cId="1120632604" sldId="278"/>
            <ac:spMk id="3" creationId="{00000000-0000-0000-0000-000000000000}"/>
          </ac:spMkLst>
        </pc:spChg>
        <pc:spChg chg="mod">
          <ac:chgData name="Zonghua Gu" userId="9a7e1853e1951ef5" providerId="LiveId" clId="{CF1FAA12-072C-4ED5-BA76-0FFFAEFDB88A}" dt="2025-10-05T15:33:52.297" v="166" actId="12789"/>
          <ac:spMkLst>
            <pc:docMk/>
            <pc:sldMk cId="1120632604" sldId="278"/>
            <ac:spMk id="5" creationId="{00000000-0000-0000-0000-000000000000}"/>
          </ac:spMkLst>
        </pc:spChg>
        <pc:spChg chg="mod">
          <ac:chgData name="Zonghua Gu" userId="9a7e1853e1951ef5" providerId="LiveId" clId="{CF1FAA12-072C-4ED5-BA76-0FFFAEFDB88A}" dt="2025-10-05T15:33:52.297" v="166" actId="12789"/>
          <ac:spMkLst>
            <pc:docMk/>
            <pc:sldMk cId="1120632604" sldId="278"/>
            <ac:spMk id="8" creationId="{00000000-0000-0000-0000-000000000000}"/>
          </ac:spMkLst>
        </pc:spChg>
        <pc:spChg chg="mod">
          <ac:chgData name="Zonghua Gu" userId="9a7e1853e1951ef5" providerId="LiveId" clId="{CF1FAA12-072C-4ED5-BA76-0FFFAEFDB88A}" dt="2025-10-05T15:33:52.297" v="166" actId="12789"/>
          <ac:spMkLst>
            <pc:docMk/>
            <pc:sldMk cId="1120632604" sldId="278"/>
            <ac:spMk id="10" creationId="{00000000-0000-0000-0000-000000000000}"/>
          </ac:spMkLst>
        </pc:spChg>
        <pc:spChg chg="mod">
          <ac:chgData name="Zonghua Gu" userId="9a7e1853e1951ef5" providerId="LiveId" clId="{CF1FAA12-072C-4ED5-BA76-0FFFAEFDB88A}" dt="2025-10-05T15:33:52.297" v="166" actId="12789"/>
          <ac:spMkLst>
            <pc:docMk/>
            <pc:sldMk cId="1120632604" sldId="278"/>
            <ac:spMk id="11" creationId="{00000000-0000-0000-0000-000000000000}"/>
          </ac:spMkLst>
        </pc:spChg>
        <pc:spChg chg="mod">
          <ac:chgData name="Zonghua Gu" userId="9a7e1853e1951ef5" providerId="LiveId" clId="{CF1FAA12-072C-4ED5-BA76-0FFFAEFDB88A}" dt="2025-10-05T15:33:52.297" v="166" actId="12789"/>
          <ac:spMkLst>
            <pc:docMk/>
            <pc:sldMk cId="1120632604" sldId="278"/>
            <ac:spMk id="12" creationId="{00000000-0000-0000-0000-000000000000}"/>
          </ac:spMkLst>
        </pc:spChg>
        <pc:picChg chg="add mod">
          <ac:chgData name="Zonghua Gu" userId="9a7e1853e1951ef5" providerId="LiveId" clId="{CF1FAA12-072C-4ED5-BA76-0FFFAEFDB88A}" dt="2025-10-05T15:29:35.819" v="109" actId="14100"/>
          <ac:picMkLst>
            <pc:docMk/>
            <pc:sldMk cId="1120632604" sldId="278"/>
            <ac:picMk id="15" creationId="{B793ED65-4325-3394-90AA-C2E15D2D782F}"/>
          </ac:picMkLst>
        </pc:picChg>
      </pc:sldChg>
      <pc:sldChg chg="addSp modSp mod">
        <pc:chgData name="Zonghua Gu" userId="9a7e1853e1951ef5" providerId="LiveId" clId="{CF1FAA12-072C-4ED5-BA76-0FFFAEFDB88A}" dt="2025-10-05T15:33:44.466" v="165" actId="12789"/>
        <pc:sldMkLst>
          <pc:docMk/>
          <pc:sldMk cId="424972285" sldId="279"/>
        </pc:sldMkLst>
        <pc:spChg chg="mod">
          <ac:chgData name="Zonghua Gu" userId="9a7e1853e1951ef5" providerId="LiveId" clId="{CF1FAA12-072C-4ED5-BA76-0FFFAEFDB88A}" dt="2025-10-05T15:30:45.357" v="117" actId="255"/>
          <ac:spMkLst>
            <pc:docMk/>
            <pc:sldMk cId="424972285" sldId="279"/>
            <ac:spMk id="3" creationId="{00000000-0000-0000-0000-000000000000}"/>
          </ac:spMkLst>
        </pc:spChg>
        <pc:spChg chg="mod">
          <ac:chgData name="Zonghua Gu" userId="9a7e1853e1951ef5" providerId="LiveId" clId="{CF1FAA12-072C-4ED5-BA76-0FFFAEFDB88A}" dt="2025-10-05T15:33:44.466" v="165" actId="12789"/>
          <ac:spMkLst>
            <pc:docMk/>
            <pc:sldMk cId="424972285" sldId="279"/>
            <ac:spMk id="5" creationId="{00000000-0000-0000-0000-000000000000}"/>
          </ac:spMkLst>
        </pc:spChg>
        <pc:spChg chg="mod">
          <ac:chgData name="Zonghua Gu" userId="9a7e1853e1951ef5" providerId="LiveId" clId="{CF1FAA12-072C-4ED5-BA76-0FFFAEFDB88A}" dt="2025-10-05T15:33:44.466" v="165" actId="12789"/>
          <ac:spMkLst>
            <pc:docMk/>
            <pc:sldMk cId="424972285" sldId="279"/>
            <ac:spMk id="9" creationId="{00000000-0000-0000-0000-000000000000}"/>
          </ac:spMkLst>
        </pc:spChg>
        <pc:spChg chg="mod">
          <ac:chgData name="Zonghua Gu" userId="9a7e1853e1951ef5" providerId="LiveId" clId="{CF1FAA12-072C-4ED5-BA76-0FFFAEFDB88A}" dt="2025-10-05T15:33:44.466" v="165" actId="12789"/>
          <ac:spMkLst>
            <pc:docMk/>
            <pc:sldMk cId="424972285" sldId="279"/>
            <ac:spMk id="10" creationId="{00000000-0000-0000-0000-000000000000}"/>
          </ac:spMkLst>
        </pc:spChg>
        <pc:spChg chg="mod">
          <ac:chgData name="Zonghua Gu" userId="9a7e1853e1951ef5" providerId="LiveId" clId="{CF1FAA12-072C-4ED5-BA76-0FFFAEFDB88A}" dt="2025-10-05T15:33:44.466" v="165" actId="12789"/>
          <ac:spMkLst>
            <pc:docMk/>
            <pc:sldMk cId="424972285" sldId="279"/>
            <ac:spMk id="11" creationId="{00000000-0000-0000-0000-000000000000}"/>
          </ac:spMkLst>
        </pc:spChg>
        <pc:spChg chg="mod">
          <ac:chgData name="Zonghua Gu" userId="9a7e1853e1951ef5" providerId="LiveId" clId="{CF1FAA12-072C-4ED5-BA76-0FFFAEFDB88A}" dt="2025-10-05T15:33:44.466" v="165" actId="12789"/>
          <ac:spMkLst>
            <pc:docMk/>
            <pc:sldMk cId="424972285" sldId="279"/>
            <ac:spMk id="12" creationId="{00000000-0000-0000-0000-000000000000}"/>
          </ac:spMkLst>
        </pc:spChg>
        <pc:picChg chg="add mod">
          <ac:chgData name="Zonghua Gu" userId="9a7e1853e1951ef5" providerId="LiveId" clId="{CF1FAA12-072C-4ED5-BA76-0FFFAEFDB88A}" dt="2025-10-05T15:29:56.736" v="111" actId="1076"/>
          <ac:picMkLst>
            <pc:docMk/>
            <pc:sldMk cId="424972285" sldId="279"/>
            <ac:picMk id="13" creationId="{355D812E-3C2A-BCEA-1442-B45EE486FA9C}"/>
          </ac:picMkLst>
        </pc:picChg>
      </pc:sldChg>
      <pc:sldChg chg="addSp delSp modSp mod">
        <pc:chgData name="Zonghua Gu" userId="9a7e1853e1951ef5" providerId="LiveId" clId="{CF1FAA12-072C-4ED5-BA76-0FFFAEFDB88A}" dt="2025-10-05T15:08:06.077" v="47" actId="1076"/>
        <pc:sldMkLst>
          <pc:docMk/>
          <pc:sldMk cId="1349113681" sldId="286"/>
        </pc:sldMkLst>
        <pc:spChg chg="add mod">
          <ac:chgData name="Zonghua Gu" userId="9a7e1853e1951ef5" providerId="LiveId" clId="{CF1FAA12-072C-4ED5-BA76-0FFFAEFDB88A}" dt="2025-10-05T15:07:37.078" v="42" actId="403"/>
          <ac:spMkLst>
            <pc:docMk/>
            <pc:sldMk cId="1349113681" sldId="286"/>
            <ac:spMk id="5" creationId="{49727678-AB28-05F6-4F57-0FC97E77601C}"/>
          </ac:spMkLst>
        </pc:spChg>
        <pc:spChg chg="add mod">
          <ac:chgData name="Zonghua Gu" userId="9a7e1853e1951ef5" providerId="LiveId" clId="{CF1FAA12-072C-4ED5-BA76-0FFFAEFDB88A}" dt="2025-10-05T15:08:03.710" v="46" actId="1076"/>
          <ac:spMkLst>
            <pc:docMk/>
            <pc:sldMk cId="1349113681" sldId="286"/>
            <ac:spMk id="6" creationId="{0BDE01C1-BE4D-209C-DD2C-B41AB4E78CBD}"/>
          </ac:spMkLst>
        </pc:spChg>
        <pc:spChg chg="mod">
          <ac:chgData name="Zonghua Gu" userId="9a7e1853e1951ef5" providerId="LiveId" clId="{CF1FAA12-072C-4ED5-BA76-0FFFAEFDB88A}" dt="2025-10-05T15:07:11.140" v="33" actId="14100"/>
          <ac:spMkLst>
            <pc:docMk/>
            <pc:sldMk cId="1349113681" sldId="286"/>
            <ac:spMk id="15366" creationId="{00000000-0000-0000-0000-000000000000}"/>
          </ac:spMkLst>
        </pc:spChg>
        <pc:picChg chg="add mod">
          <ac:chgData name="Zonghua Gu" userId="9a7e1853e1951ef5" providerId="LiveId" clId="{CF1FAA12-072C-4ED5-BA76-0FFFAEFDB88A}" dt="2025-10-05T15:08:06.077" v="47" actId="1076"/>
          <ac:picMkLst>
            <pc:docMk/>
            <pc:sldMk cId="1349113681" sldId="286"/>
            <ac:picMk id="2" creationId="{B7C1B0B8-D8AA-597F-B19F-87AEBA2AB5BC}"/>
          </ac:picMkLst>
        </pc:picChg>
        <pc:picChg chg="mod">
          <ac:chgData name="Zonghua Gu" userId="9a7e1853e1951ef5" providerId="LiveId" clId="{CF1FAA12-072C-4ED5-BA76-0FFFAEFDB88A}" dt="2025-10-05T15:06:32.807" v="13" actId="1076"/>
          <ac:picMkLst>
            <pc:docMk/>
            <pc:sldMk cId="1349113681" sldId="286"/>
            <ac:picMk id="3074" creationId="{00000000-0000-0000-0000-000000000000}"/>
          </ac:picMkLst>
        </pc:picChg>
      </pc:sldChg>
      <pc:sldChg chg="del">
        <pc:chgData name="Zonghua Gu" userId="9a7e1853e1951ef5" providerId="LiveId" clId="{CF1FAA12-072C-4ED5-BA76-0FFFAEFDB88A}" dt="2025-10-05T16:25:33.960" v="1247" actId="47"/>
        <pc:sldMkLst>
          <pc:docMk/>
          <pc:sldMk cId="3362395860" sldId="287"/>
        </pc:sldMkLst>
      </pc:sldChg>
      <pc:sldChg chg="del">
        <pc:chgData name="Zonghua Gu" userId="9a7e1853e1951ef5" providerId="LiveId" clId="{CF1FAA12-072C-4ED5-BA76-0FFFAEFDB88A}" dt="2025-10-05T15:51:10.221" v="482" actId="47"/>
        <pc:sldMkLst>
          <pc:docMk/>
          <pc:sldMk cId="3530361813" sldId="288"/>
        </pc:sldMkLst>
      </pc:sldChg>
      <pc:sldChg chg="del">
        <pc:chgData name="Zonghua Gu" userId="9a7e1853e1951ef5" providerId="LiveId" clId="{CF1FAA12-072C-4ED5-BA76-0FFFAEFDB88A}" dt="2025-10-05T15:48:41.310" v="462" actId="47"/>
        <pc:sldMkLst>
          <pc:docMk/>
          <pc:sldMk cId="3477611552" sldId="298"/>
        </pc:sldMkLst>
      </pc:sldChg>
      <pc:sldChg chg="addSp modSp mod">
        <pc:chgData name="Zonghua Gu" userId="9a7e1853e1951ef5" providerId="LiveId" clId="{CF1FAA12-072C-4ED5-BA76-0FFFAEFDB88A}" dt="2025-10-05T15:48:36.036" v="461" actId="6549"/>
        <pc:sldMkLst>
          <pc:docMk/>
          <pc:sldMk cId="1773055044" sldId="299"/>
        </pc:sldMkLst>
        <pc:spChg chg="mod">
          <ac:chgData name="Zonghua Gu" userId="9a7e1853e1951ef5" providerId="LiveId" clId="{CF1FAA12-072C-4ED5-BA76-0FFFAEFDB88A}" dt="2025-10-05T15:48:36.036" v="461" actId="6549"/>
          <ac:spMkLst>
            <pc:docMk/>
            <pc:sldMk cId="1773055044" sldId="299"/>
            <ac:spMk id="3" creationId="{00000000-0000-0000-0000-000000000000}"/>
          </ac:spMkLst>
        </pc:spChg>
        <pc:graphicFrameChg chg="add mod">
          <ac:chgData name="Zonghua Gu" userId="9a7e1853e1951ef5" providerId="LiveId" clId="{CF1FAA12-072C-4ED5-BA76-0FFFAEFDB88A}" dt="2025-10-05T15:48:07.545" v="446" actId="1076"/>
          <ac:graphicFrameMkLst>
            <pc:docMk/>
            <pc:sldMk cId="1773055044" sldId="299"/>
            <ac:graphicFrameMk id="5" creationId="{D47DF763-66D5-A33C-D398-087D52CE2B1B}"/>
          </ac:graphicFrameMkLst>
        </pc:graphicFrameChg>
      </pc:sldChg>
      <pc:sldChg chg="modSp mod ord">
        <pc:chgData name="Zonghua Gu" userId="9a7e1853e1951ef5" providerId="LiveId" clId="{CF1FAA12-072C-4ED5-BA76-0FFFAEFDB88A}" dt="2025-10-05T15:36:32.389" v="183" actId="20577"/>
        <pc:sldMkLst>
          <pc:docMk/>
          <pc:sldMk cId="387109977" sldId="300"/>
        </pc:sldMkLst>
        <pc:spChg chg="mod">
          <ac:chgData name="Zonghua Gu" userId="9a7e1853e1951ef5" providerId="LiveId" clId="{CF1FAA12-072C-4ED5-BA76-0FFFAEFDB88A}" dt="2025-10-05T15:36:32.389" v="183" actId="20577"/>
          <ac:spMkLst>
            <pc:docMk/>
            <pc:sldMk cId="387109977" sldId="300"/>
            <ac:spMk id="2" creationId="{00000000-0000-0000-0000-000000000000}"/>
          </ac:spMkLst>
        </pc:spChg>
      </pc:sldChg>
      <pc:sldChg chg="add del">
        <pc:chgData name="Zonghua Gu" userId="9a7e1853e1951ef5" providerId="LiveId" clId="{CF1FAA12-072C-4ED5-BA76-0FFFAEFDB88A}" dt="2025-10-05T15:17:38.378" v="59" actId="47"/>
        <pc:sldMkLst>
          <pc:docMk/>
          <pc:sldMk cId="70205865" sldId="301"/>
        </pc:sldMkLst>
      </pc:sldChg>
      <pc:sldChg chg="add del">
        <pc:chgData name="Zonghua Gu" userId="9a7e1853e1951ef5" providerId="LiveId" clId="{CF1FAA12-072C-4ED5-BA76-0FFFAEFDB88A}" dt="2025-10-05T15:17:38.378" v="59" actId="47"/>
        <pc:sldMkLst>
          <pc:docMk/>
          <pc:sldMk cId="692207215" sldId="302"/>
        </pc:sldMkLst>
      </pc:sldChg>
      <pc:sldChg chg="del">
        <pc:chgData name="Zonghua Gu" userId="9a7e1853e1951ef5" providerId="LiveId" clId="{CF1FAA12-072C-4ED5-BA76-0FFFAEFDB88A}" dt="2025-10-05T19:58:58.565" v="2185" actId="47"/>
        <pc:sldMkLst>
          <pc:docMk/>
          <pc:sldMk cId="30408059" sldId="306"/>
        </pc:sldMkLst>
      </pc:sldChg>
      <pc:sldChg chg="del">
        <pc:chgData name="Zonghua Gu" userId="9a7e1853e1951ef5" providerId="LiveId" clId="{CF1FAA12-072C-4ED5-BA76-0FFFAEFDB88A}" dt="2025-10-05T15:46:44.873" v="440" actId="47"/>
        <pc:sldMkLst>
          <pc:docMk/>
          <pc:sldMk cId="3421137010" sldId="307"/>
        </pc:sldMkLst>
      </pc:sldChg>
      <pc:sldChg chg="addSp delSp modSp mod">
        <pc:chgData name="Zonghua Gu" userId="9a7e1853e1951ef5" providerId="LiveId" clId="{CF1FAA12-072C-4ED5-BA76-0FFFAEFDB88A}" dt="2025-10-05T18:01:19.883" v="1539"/>
        <pc:sldMkLst>
          <pc:docMk/>
          <pc:sldMk cId="2768609724" sldId="308"/>
        </pc:sldMkLst>
        <pc:spChg chg="add mod">
          <ac:chgData name="Zonghua Gu" userId="9a7e1853e1951ef5" providerId="LiveId" clId="{CF1FAA12-072C-4ED5-BA76-0FFFAEFDB88A}" dt="2025-10-05T16:04:17.571" v="661" actId="27636"/>
          <ac:spMkLst>
            <pc:docMk/>
            <pc:sldMk cId="2768609724" sldId="308"/>
            <ac:spMk id="8" creationId="{8D797093-9110-D5DF-C5C1-2A739B6C961F}"/>
          </ac:spMkLst>
        </pc:spChg>
        <pc:spChg chg="add mod">
          <ac:chgData name="Zonghua Gu" userId="9a7e1853e1951ef5" providerId="LiveId" clId="{CF1FAA12-072C-4ED5-BA76-0FFFAEFDB88A}" dt="2025-10-05T18:00:07.119" v="1514" actId="14100"/>
          <ac:spMkLst>
            <pc:docMk/>
            <pc:sldMk cId="2768609724" sldId="308"/>
            <ac:spMk id="11" creationId="{4DBF389C-8EF8-B054-8AC8-789460FF6F69}"/>
          </ac:spMkLst>
        </pc:spChg>
        <pc:spChg chg="add mod">
          <ac:chgData name="Zonghua Gu" userId="9a7e1853e1951ef5" providerId="LiveId" clId="{CF1FAA12-072C-4ED5-BA76-0FFFAEFDB88A}" dt="2025-10-05T16:17:17.171" v="991" actId="207"/>
          <ac:spMkLst>
            <pc:docMk/>
            <pc:sldMk cId="2768609724" sldId="308"/>
            <ac:spMk id="13" creationId="{B671D5F8-F85D-AD5F-015D-700C2CFA15C5}"/>
          </ac:spMkLst>
        </pc:spChg>
        <pc:graphicFrameChg chg="add mod modGraphic">
          <ac:chgData name="Zonghua Gu" userId="9a7e1853e1951ef5" providerId="LiveId" clId="{CF1FAA12-072C-4ED5-BA76-0FFFAEFDB88A}" dt="2025-10-05T18:01:19.883" v="1539"/>
          <ac:graphicFrameMkLst>
            <pc:docMk/>
            <pc:sldMk cId="2768609724" sldId="308"/>
            <ac:graphicFrameMk id="7" creationId="{934727F3-81BB-3E74-C63D-C035DD36124A}"/>
          </ac:graphicFrameMkLst>
        </pc:graphicFrameChg>
      </pc:sldChg>
      <pc:sldChg chg="add del">
        <pc:chgData name="Zonghua Gu" userId="9a7e1853e1951ef5" providerId="LiveId" clId="{CF1FAA12-072C-4ED5-BA76-0FFFAEFDB88A}" dt="2025-10-05T16:22:56.286" v="1195" actId="47"/>
        <pc:sldMkLst>
          <pc:docMk/>
          <pc:sldMk cId="445962308" sldId="309"/>
        </pc:sldMkLst>
      </pc:sldChg>
      <pc:sldChg chg="addSp delSp modSp mod ord">
        <pc:chgData name="Zonghua Gu" userId="9a7e1853e1951ef5" providerId="LiveId" clId="{CF1FAA12-072C-4ED5-BA76-0FFFAEFDB88A}" dt="2025-10-07T13:00:18.841" v="2600" actId="1076"/>
        <pc:sldMkLst>
          <pc:docMk/>
          <pc:sldMk cId="1956882190" sldId="312"/>
        </pc:sldMkLst>
        <pc:spChg chg="mod">
          <ac:chgData name="Zonghua Gu" userId="9a7e1853e1951ef5" providerId="LiveId" clId="{CF1FAA12-072C-4ED5-BA76-0FFFAEFDB88A}" dt="2025-10-07T12:56:46.069" v="2527" actId="20577"/>
          <ac:spMkLst>
            <pc:docMk/>
            <pc:sldMk cId="1956882190" sldId="312"/>
            <ac:spMk id="2" creationId="{00000000-0000-0000-0000-000000000000}"/>
          </ac:spMkLst>
        </pc:spChg>
        <pc:spChg chg="add del mod">
          <ac:chgData name="Zonghua Gu" userId="9a7e1853e1951ef5" providerId="LiveId" clId="{CF1FAA12-072C-4ED5-BA76-0FFFAEFDB88A}" dt="2025-10-07T12:59:07.363" v="2589" actId="478"/>
          <ac:spMkLst>
            <pc:docMk/>
            <pc:sldMk cId="1956882190" sldId="312"/>
            <ac:spMk id="4" creationId="{58291FC2-0852-2758-20C1-FCDAB734281C}"/>
          </ac:spMkLst>
        </pc:spChg>
        <pc:spChg chg="add">
          <ac:chgData name="Zonghua Gu" userId="9a7e1853e1951ef5" providerId="LiveId" clId="{CF1FAA12-072C-4ED5-BA76-0FFFAEFDB88A}" dt="2025-10-07T12:57:31.794" v="2541"/>
          <ac:spMkLst>
            <pc:docMk/>
            <pc:sldMk cId="1956882190" sldId="312"/>
            <ac:spMk id="7" creationId="{9BCCF6F9-29EE-E01B-7980-F732D8E6D960}"/>
          </ac:spMkLst>
        </pc:spChg>
        <pc:spChg chg="add">
          <ac:chgData name="Zonghua Gu" userId="9a7e1853e1951ef5" providerId="LiveId" clId="{CF1FAA12-072C-4ED5-BA76-0FFFAEFDB88A}" dt="2025-10-07T12:57:41.234" v="2549"/>
          <ac:spMkLst>
            <pc:docMk/>
            <pc:sldMk cId="1956882190" sldId="312"/>
            <ac:spMk id="8" creationId="{48F71A24-7822-8A26-3AFF-5F0086C65DE8}"/>
          </ac:spMkLst>
        </pc:spChg>
        <pc:spChg chg="add">
          <ac:chgData name="Zonghua Gu" userId="9a7e1853e1951ef5" providerId="LiveId" clId="{CF1FAA12-072C-4ED5-BA76-0FFFAEFDB88A}" dt="2025-10-07T12:57:46.705" v="2550"/>
          <ac:spMkLst>
            <pc:docMk/>
            <pc:sldMk cId="1956882190" sldId="312"/>
            <ac:spMk id="9" creationId="{299094D8-8BF4-4F90-BBCC-855AE11D6C38}"/>
          </ac:spMkLst>
        </pc:spChg>
        <pc:spChg chg="add del mod">
          <ac:chgData name="Zonghua Gu" userId="9a7e1853e1951ef5" providerId="LiveId" clId="{CF1FAA12-072C-4ED5-BA76-0FFFAEFDB88A}" dt="2025-10-07T12:59:10.966" v="2590" actId="478"/>
          <ac:spMkLst>
            <pc:docMk/>
            <pc:sldMk cId="1956882190" sldId="312"/>
            <ac:spMk id="11" creationId="{4BC690E9-C299-EA6A-81A9-FC837B14F147}"/>
          </ac:spMkLst>
        </pc:spChg>
        <pc:spChg chg="add mod">
          <ac:chgData name="Zonghua Gu" userId="9a7e1853e1951ef5" providerId="LiveId" clId="{CF1FAA12-072C-4ED5-BA76-0FFFAEFDB88A}" dt="2025-10-07T13:00:13.748" v="2599" actId="1076"/>
          <ac:spMkLst>
            <pc:docMk/>
            <pc:sldMk cId="1956882190" sldId="312"/>
            <ac:spMk id="12" creationId="{089E938F-8DD6-9257-C729-26DA8E1F7AC4}"/>
          </ac:spMkLst>
        </pc:spChg>
        <pc:graphicFrameChg chg="del mod modGraphic">
          <ac:chgData name="Zonghua Gu" userId="9a7e1853e1951ef5" providerId="LiveId" clId="{CF1FAA12-072C-4ED5-BA76-0FFFAEFDB88A}" dt="2025-10-07T12:56:49.737" v="2528" actId="478"/>
          <ac:graphicFrameMkLst>
            <pc:docMk/>
            <pc:sldMk cId="1956882190" sldId="312"/>
            <ac:graphicFrameMk id="5" creationId="{00000000-0000-0000-0000-000000000000}"/>
          </ac:graphicFrameMkLst>
        </pc:graphicFrameChg>
        <pc:graphicFrameChg chg="add mod modGraphic">
          <ac:chgData name="Zonghua Gu" userId="9a7e1853e1951ef5" providerId="LiveId" clId="{CF1FAA12-072C-4ED5-BA76-0FFFAEFDB88A}" dt="2025-10-07T13:00:18.841" v="2600" actId="1076"/>
          <ac:graphicFrameMkLst>
            <pc:docMk/>
            <pc:sldMk cId="1956882190" sldId="312"/>
            <ac:graphicFrameMk id="6" creationId="{B1414725-3DB0-4EEA-70D6-397832F09027}"/>
          </ac:graphicFrameMkLst>
        </pc:graphicFrameChg>
      </pc:sldChg>
      <pc:sldChg chg="add del">
        <pc:chgData name="Zonghua Gu" userId="9a7e1853e1951ef5" providerId="LiveId" clId="{CF1FAA12-072C-4ED5-BA76-0FFFAEFDB88A}" dt="2025-10-05T15:17:38.378" v="59" actId="47"/>
        <pc:sldMkLst>
          <pc:docMk/>
          <pc:sldMk cId="2985842497" sldId="313"/>
        </pc:sldMkLst>
      </pc:sldChg>
      <pc:sldChg chg="addSp delSp modSp mod">
        <pc:chgData name="Zonghua Gu" userId="9a7e1853e1951ef5" providerId="LiveId" clId="{CF1FAA12-072C-4ED5-BA76-0FFFAEFDB88A}" dt="2025-10-05T19:41:46.158" v="1979" actId="478"/>
        <pc:sldMkLst>
          <pc:docMk/>
          <pc:sldMk cId="1341131936" sldId="314"/>
        </pc:sldMkLst>
        <pc:spChg chg="mod">
          <ac:chgData name="Zonghua Gu" userId="9a7e1853e1951ef5" providerId="LiveId" clId="{CF1FAA12-072C-4ED5-BA76-0FFFAEFDB88A}" dt="2025-10-05T19:09:17.321" v="1591" actId="20577"/>
          <ac:spMkLst>
            <pc:docMk/>
            <pc:sldMk cId="1341131936" sldId="314"/>
            <ac:spMk id="2" creationId="{00000000-0000-0000-0000-000000000000}"/>
          </ac:spMkLst>
        </pc:spChg>
        <pc:spChg chg="add mod">
          <ac:chgData name="Zonghua Gu" userId="9a7e1853e1951ef5" providerId="LiveId" clId="{CF1FAA12-072C-4ED5-BA76-0FFFAEFDB88A}" dt="2025-10-05T19:09:25.255" v="1592" actId="1037"/>
          <ac:spMkLst>
            <pc:docMk/>
            <pc:sldMk cId="1341131936" sldId="314"/>
            <ac:spMk id="4" creationId="{CF002B0B-3286-B167-52AA-5E1BA1C5689A}"/>
          </ac:spMkLst>
        </pc:spChg>
        <pc:spChg chg="mod">
          <ac:chgData name="Zonghua Gu" userId="9a7e1853e1951ef5" providerId="LiveId" clId="{CF1FAA12-072C-4ED5-BA76-0FFFAEFDB88A}" dt="2025-10-05T19:08:29.403" v="1576" actId="20577"/>
          <ac:spMkLst>
            <pc:docMk/>
            <pc:sldMk cId="1341131936" sldId="314"/>
            <ac:spMk id="5" creationId="{00000000-0000-0000-0000-000000000000}"/>
          </ac:spMkLst>
        </pc:spChg>
        <pc:spChg chg="mod">
          <ac:chgData name="Zonghua Gu" userId="9a7e1853e1951ef5" providerId="LiveId" clId="{CF1FAA12-072C-4ED5-BA76-0FFFAEFDB88A}" dt="2025-10-05T19:08:33.042" v="1577" actId="1076"/>
          <ac:spMkLst>
            <pc:docMk/>
            <pc:sldMk cId="1341131936" sldId="314"/>
            <ac:spMk id="6" creationId="{00000000-0000-0000-0000-000000000000}"/>
          </ac:spMkLst>
        </pc:spChg>
        <pc:spChg chg="mod">
          <ac:chgData name="Zonghua Gu" userId="9a7e1853e1951ef5" providerId="LiveId" clId="{CF1FAA12-072C-4ED5-BA76-0FFFAEFDB88A}" dt="2025-10-05T19:09:09.275" v="1588" actId="1076"/>
          <ac:spMkLst>
            <pc:docMk/>
            <pc:sldMk cId="1341131936" sldId="314"/>
            <ac:spMk id="7" creationId="{00000000-0000-0000-0000-000000000000}"/>
          </ac:spMkLst>
        </pc:spChg>
        <pc:spChg chg="mod">
          <ac:chgData name="Zonghua Gu" userId="9a7e1853e1951ef5" providerId="LiveId" clId="{CF1FAA12-072C-4ED5-BA76-0FFFAEFDB88A}" dt="2025-10-05T19:09:09.275" v="1588" actId="1076"/>
          <ac:spMkLst>
            <pc:docMk/>
            <pc:sldMk cId="1341131936" sldId="314"/>
            <ac:spMk id="8" creationId="{00000000-0000-0000-0000-000000000000}"/>
          </ac:spMkLst>
        </pc:spChg>
        <pc:spChg chg="mod">
          <ac:chgData name="Zonghua Gu" userId="9a7e1853e1951ef5" providerId="LiveId" clId="{CF1FAA12-072C-4ED5-BA76-0FFFAEFDB88A}" dt="2025-10-05T19:12:42.631" v="1680" actId="1076"/>
          <ac:spMkLst>
            <pc:docMk/>
            <pc:sldMk cId="1341131936" sldId="314"/>
            <ac:spMk id="9" creationId="{00000000-0000-0000-0000-000000000000}"/>
          </ac:spMkLst>
        </pc:spChg>
        <pc:spChg chg="mod">
          <ac:chgData name="Zonghua Gu" userId="9a7e1853e1951ef5" providerId="LiveId" clId="{CF1FAA12-072C-4ED5-BA76-0FFFAEFDB88A}" dt="2025-10-05T19:09:25.255" v="1592" actId="1037"/>
          <ac:spMkLst>
            <pc:docMk/>
            <pc:sldMk cId="1341131936" sldId="314"/>
            <ac:spMk id="10" creationId="{00000000-0000-0000-0000-000000000000}"/>
          </ac:spMkLst>
        </pc:spChg>
        <pc:spChg chg="add mod">
          <ac:chgData name="Zonghua Gu" userId="9a7e1853e1951ef5" providerId="LiveId" clId="{CF1FAA12-072C-4ED5-BA76-0FFFAEFDB88A}" dt="2025-10-05T19:12:49.463" v="1684" actId="1076"/>
          <ac:spMkLst>
            <pc:docMk/>
            <pc:sldMk cId="1341131936" sldId="314"/>
            <ac:spMk id="11" creationId="{D382D761-267F-3DE5-106B-0D98F70FE970}"/>
          </ac:spMkLst>
        </pc:spChg>
      </pc:sldChg>
      <pc:sldChg chg="addSp modSp mod">
        <pc:chgData name="Zonghua Gu" userId="9a7e1853e1951ef5" providerId="LiveId" clId="{CF1FAA12-072C-4ED5-BA76-0FFFAEFDB88A}" dt="2025-10-05T19:57:11.569" v="2160" actId="1036"/>
        <pc:sldMkLst>
          <pc:docMk/>
          <pc:sldMk cId="980046643" sldId="315"/>
        </pc:sldMkLst>
        <pc:spChg chg="add mod">
          <ac:chgData name="Zonghua Gu" userId="9a7e1853e1951ef5" providerId="LiveId" clId="{CF1FAA12-072C-4ED5-BA76-0FFFAEFDB88A}" dt="2025-10-05T19:57:11.569" v="2160" actId="1036"/>
          <ac:spMkLst>
            <pc:docMk/>
            <pc:sldMk cId="980046643" sldId="315"/>
            <ac:spMk id="4" creationId="{FFC0347A-6714-417F-C128-E01EAB6B87F7}"/>
          </ac:spMkLst>
        </pc:spChg>
      </pc:sldChg>
      <pc:sldChg chg="addSp modSp">
        <pc:chgData name="Zonghua Gu" userId="9a7e1853e1951ef5" providerId="LiveId" clId="{CF1FAA12-072C-4ED5-BA76-0FFFAEFDB88A}" dt="2025-10-05T19:57:13.396" v="2161"/>
        <pc:sldMkLst>
          <pc:docMk/>
          <pc:sldMk cId="1253179196" sldId="316"/>
        </pc:sldMkLst>
        <pc:spChg chg="add mod">
          <ac:chgData name="Zonghua Gu" userId="9a7e1853e1951ef5" providerId="LiveId" clId="{CF1FAA12-072C-4ED5-BA76-0FFFAEFDB88A}" dt="2025-10-05T19:57:13.396" v="2161"/>
          <ac:spMkLst>
            <pc:docMk/>
            <pc:sldMk cId="1253179196" sldId="316"/>
            <ac:spMk id="4" creationId="{A0470A80-F97F-1FAD-B20D-39ED4C59C9CC}"/>
          </ac:spMkLst>
        </pc:spChg>
      </pc:sldChg>
      <pc:sldChg chg="addSp modSp">
        <pc:chgData name="Zonghua Gu" userId="9a7e1853e1951ef5" providerId="LiveId" clId="{CF1FAA12-072C-4ED5-BA76-0FFFAEFDB88A}" dt="2025-10-05T19:57:15.819" v="2162"/>
        <pc:sldMkLst>
          <pc:docMk/>
          <pc:sldMk cId="3266295620" sldId="317"/>
        </pc:sldMkLst>
        <pc:spChg chg="add mod">
          <ac:chgData name="Zonghua Gu" userId="9a7e1853e1951ef5" providerId="LiveId" clId="{CF1FAA12-072C-4ED5-BA76-0FFFAEFDB88A}" dt="2025-10-05T19:57:15.819" v="2162"/>
          <ac:spMkLst>
            <pc:docMk/>
            <pc:sldMk cId="3266295620" sldId="317"/>
            <ac:spMk id="5" creationId="{967F006A-A161-E720-7BD4-957F74EEF9B7}"/>
          </ac:spMkLst>
        </pc:spChg>
      </pc:sldChg>
      <pc:sldChg chg="modSp del mod">
        <pc:chgData name="Zonghua Gu" userId="9a7e1853e1951ef5" providerId="LiveId" clId="{CF1FAA12-072C-4ED5-BA76-0FFFAEFDB88A}" dt="2025-10-05T19:10:07.362" v="1595" actId="47"/>
        <pc:sldMkLst>
          <pc:docMk/>
          <pc:sldMk cId="855341220" sldId="318"/>
        </pc:sldMkLst>
      </pc:sldChg>
      <pc:sldChg chg="del">
        <pc:chgData name="Zonghua Gu" userId="9a7e1853e1951ef5" providerId="LiveId" clId="{CF1FAA12-072C-4ED5-BA76-0FFFAEFDB88A}" dt="2025-10-05T19:51:25.857" v="2156" actId="2696"/>
        <pc:sldMkLst>
          <pc:docMk/>
          <pc:sldMk cId="96042344" sldId="319"/>
        </pc:sldMkLst>
      </pc:sldChg>
      <pc:sldChg chg="modSp del mod">
        <pc:chgData name="Zonghua Gu" userId="9a7e1853e1951ef5" providerId="LiveId" clId="{CF1FAA12-072C-4ED5-BA76-0FFFAEFDB88A}" dt="2025-10-05T19:51:25.857" v="2156" actId="2696"/>
        <pc:sldMkLst>
          <pc:docMk/>
          <pc:sldMk cId="2289735267" sldId="320"/>
        </pc:sldMkLst>
      </pc:sldChg>
      <pc:sldChg chg="addSp delSp modSp mod">
        <pc:chgData name="Zonghua Gu" userId="9a7e1853e1951ef5" providerId="LiveId" clId="{CF1FAA12-072C-4ED5-BA76-0FFFAEFDB88A}" dt="2025-10-05T22:28:45.069" v="2333" actId="478"/>
        <pc:sldMkLst>
          <pc:docMk/>
          <pc:sldMk cId="476600642" sldId="322"/>
        </pc:sldMkLst>
        <pc:spChg chg="mod">
          <ac:chgData name="Zonghua Gu" userId="9a7e1853e1951ef5" providerId="LiveId" clId="{CF1FAA12-072C-4ED5-BA76-0FFFAEFDB88A}" dt="2025-10-05T22:28:42.161" v="2332" actId="20577"/>
          <ac:spMkLst>
            <pc:docMk/>
            <pc:sldMk cId="476600642" sldId="322"/>
            <ac:spMk id="2" creationId="{00000000-0000-0000-0000-000000000000}"/>
          </ac:spMkLst>
        </pc:spChg>
        <pc:spChg chg="add mod">
          <ac:chgData name="Zonghua Gu" userId="9a7e1853e1951ef5" providerId="LiveId" clId="{CF1FAA12-072C-4ED5-BA76-0FFFAEFDB88A}" dt="2025-10-05T17:46:06.042" v="1278" actId="14100"/>
          <ac:spMkLst>
            <pc:docMk/>
            <pc:sldMk cId="476600642" sldId="322"/>
            <ac:spMk id="4" creationId="{096DD51E-E564-74CD-B9CB-606BABB5A25D}"/>
          </ac:spMkLst>
        </pc:spChg>
        <pc:graphicFrameChg chg="add del mod modGraphic">
          <ac:chgData name="Zonghua Gu" userId="9a7e1853e1951ef5" providerId="LiveId" clId="{CF1FAA12-072C-4ED5-BA76-0FFFAEFDB88A}" dt="2025-10-05T17:45:45.324" v="1272" actId="14100"/>
          <ac:graphicFrameMkLst>
            <pc:docMk/>
            <pc:sldMk cId="476600642" sldId="322"/>
            <ac:graphicFrameMk id="5" creationId="{00000000-0000-0000-0000-000000000000}"/>
          </ac:graphicFrameMkLst>
        </pc:graphicFrameChg>
      </pc:sldChg>
      <pc:sldChg chg="addSp delSp modSp del mod">
        <pc:chgData name="Zonghua Gu" userId="9a7e1853e1951ef5" providerId="LiveId" clId="{CF1FAA12-072C-4ED5-BA76-0FFFAEFDB88A}" dt="2025-10-05T17:49:44.334" v="1287" actId="47"/>
        <pc:sldMkLst>
          <pc:docMk/>
          <pc:sldMk cId="3306065771" sldId="323"/>
        </pc:sldMkLst>
      </pc:sldChg>
      <pc:sldChg chg="addSp delSp modSp mod">
        <pc:chgData name="Zonghua Gu" userId="9a7e1853e1951ef5" providerId="LiveId" clId="{CF1FAA12-072C-4ED5-BA76-0FFFAEFDB88A}" dt="2025-10-05T22:29:03.914" v="2342" actId="20577"/>
        <pc:sldMkLst>
          <pc:docMk/>
          <pc:sldMk cId="3063241732" sldId="324"/>
        </pc:sldMkLst>
        <pc:spChg chg="mod">
          <ac:chgData name="Zonghua Gu" userId="9a7e1853e1951ef5" providerId="LiveId" clId="{CF1FAA12-072C-4ED5-BA76-0FFFAEFDB88A}" dt="2025-10-05T22:28:57.384" v="2339" actId="27636"/>
          <ac:spMkLst>
            <pc:docMk/>
            <pc:sldMk cId="3063241732" sldId="324"/>
            <ac:spMk id="2" creationId="{00000000-0000-0000-0000-000000000000}"/>
          </ac:spMkLst>
        </pc:spChg>
        <pc:spChg chg="mod">
          <ac:chgData name="Zonghua Gu" userId="9a7e1853e1951ef5" providerId="LiveId" clId="{CF1FAA12-072C-4ED5-BA76-0FFFAEFDB88A}" dt="2025-10-05T22:29:03.914" v="2342" actId="20577"/>
          <ac:spMkLst>
            <pc:docMk/>
            <pc:sldMk cId="3063241732" sldId="324"/>
            <ac:spMk id="7" creationId="{00000000-0000-0000-0000-000000000000}"/>
          </ac:spMkLst>
        </pc:spChg>
        <pc:graphicFrameChg chg="mod">
          <ac:chgData name="Zonghua Gu" userId="9a7e1853e1951ef5" providerId="LiveId" clId="{CF1FAA12-072C-4ED5-BA76-0FFFAEFDB88A}" dt="2025-10-05T17:53:27.631" v="1371" actId="1076"/>
          <ac:graphicFrameMkLst>
            <pc:docMk/>
            <pc:sldMk cId="3063241732" sldId="324"/>
            <ac:graphicFrameMk id="5" creationId="{00000000-0000-0000-0000-000000000000}"/>
          </ac:graphicFrameMkLst>
        </pc:graphicFrameChg>
      </pc:sldChg>
      <pc:sldChg chg="modSp mod">
        <pc:chgData name="Zonghua Gu" userId="9a7e1853e1951ef5" providerId="LiveId" clId="{CF1FAA12-072C-4ED5-BA76-0FFFAEFDB88A}" dt="2025-10-05T22:29:32.425" v="2350" actId="6549"/>
        <pc:sldMkLst>
          <pc:docMk/>
          <pc:sldMk cId="134474321" sldId="325"/>
        </pc:sldMkLst>
        <pc:spChg chg="mod">
          <ac:chgData name="Zonghua Gu" userId="9a7e1853e1951ef5" providerId="LiveId" clId="{CF1FAA12-072C-4ED5-BA76-0FFFAEFDB88A}" dt="2025-10-05T22:29:25.758" v="2347" actId="20577"/>
          <ac:spMkLst>
            <pc:docMk/>
            <pc:sldMk cId="134474321" sldId="325"/>
            <ac:spMk id="2" creationId="{00000000-0000-0000-0000-000000000000}"/>
          </ac:spMkLst>
        </pc:spChg>
        <pc:spChg chg="mod">
          <ac:chgData name="Zonghua Gu" userId="9a7e1853e1951ef5" providerId="LiveId" clId="{CF1FAA12-072C-4ED5-BA76-0FFFAEFDB88A}" dt="2025-10-05T22:29:32.425" v="2350" actId="6549"/>
          <ac:spMkLst>
            <pc:docMk/>
            <pc:sldMk cId="134474321" sldId="325"/>
            <ac:spMk id="7" creationId="{00000000-0000-0000-0000-000000000000}"/>
          </ac:spMkLst>
        </pc:spChg>
        <pc:graphicFrameChg chg="mod">
          <ac:chgData name="Zonghua Gu" userId="9a7e1853e1951ef5" providerId="LiveId" clId="{CF1FAA12-072C-4ED5-BA76-0FFFAEFDB88A}" dt="2025-10-05T17:52:19.682" v="1365" actId="1076"/>
          <ac:graphicFrameMkLst>
            <pc:docMk/>
            <pc:sldMk cId="134474321" sldId="325"/>
            <ac:graphicFrameMk id="5" creationId="{00000000-0000-0000-0000-000000000000}"/>
          </ac:graphicFrameMkLst>
        </pc:graphicFrameChg>
      </pc:sldChg>
      <pc:sldChg chg="modSp mod">
        <pc:chgData name="Zonghua Gu" userId="9a7e1853e1951ef5" providerId="LiveId" clId="{CF1FAA12-072C-4ED5-BA76-0FFFAEFDB88A}" dt="2025-10-05T19:58:56.906" v="2184" actId="20577"/>
        <pc:sldMkLst>
          <pc:docMk/>
          <pc:sldMk cId="921626986" sldId="326"/>
        </pc:sldMkLst>
        <pc:spChg chg="mod">
          <ac:chgData name="Zonghua Gu" userId="9a7e1853e1951ef5" providerId="LiveId" clId="{CF1FAA12-072C-4ED5-BA76-0FFFAEFDB88A}" dt="2025-10-05T19:58:02.675" v="2163" actId="1076"/>
          <ac:spMkLst>
            <pc:docMk/>
            <pc:sldMk cId="921626986" sldId="326"/>
            <ac:spMk id="10" creationId="{00000000-0000-0000-0000-000000000000}"/>
          </ac:spMkLst>
        </pc:spChg>
        <pc:spChg chg="mod">
          <ac:chgData name="Zonghua Gu" userId="9a7e1853e1951ef5" providerId="LiveId" clId="{CF1FAA12-072C-4ED5-BA76-0FFFAEFDB88A}" dt="2025-10-05T19:58:02.675" v="2163" actId="1076"/>
          <ac:spMkLst>
            <pc:docMk/>
            <pc:sldMk cId="921626986" sldId="326"/>
            <ac:spMk id="11" creationId="{664735F9-F0EA-1648-83D6-C63C3D9D1247}"/>
          </ac:spMkLst>
        </pc:spChg>
        <pc:spChg chg="mod">
          <ac:chgData name="Zonghua Gu" userId="9a7e1853e1951ef5" providerId="LiveId" clId="{CF1FAA12-072C-4ED5-BA76-0FFFAEFDB88A}" dt="2025-10-05T19:58:56.906" v="2184" actId="20577"/>
          <ac:spMkLst>
            <pc:docMk/>
            <pc:sldMk cId="921626986" sldId="326"/>
            <ac:spMk id="12" creationId="{00000000-0000-0000-0000-000000000000}"/>
          </ac:spMkLst>
        </pc:spChg>
        <pc:spChg chg="mod">
          <ac:chgData name="Zonghua Gu" userId="9a7e1853e1951ef5" providerId="LiveId" clId="{CF1FAA12-072C-4ED5-BA76-0FFFAEFDB88A}" dt="2025-10-05T19:58:02.675" v="2163" actId="1076"/>
          <ac:spMkLst>
            <pc:docMk/>
            <pc:sldMk cId="921626986" sldId="326"/>
            <ac:spMk id="13" creationId="{9165E765-CDC5-CC41-91AA-C1021DCC0379}"/>
          </ac:spMkLst>
        </pc:spChg>
        <pc:spChg chg="mod">
          <ac:chgData name="Zonghua Gu" userId="9a7e1853e1951ef5" providerId="LiveId" clId="{CF1FAA12-072C-4ED5-BA76-0FFFAEFDB88A}" dt="2025-10-05T19:58:02.675" v="2163" actId="1076"/>
          <ac:spMkLst>
            <pc:docMk/>
            <pc:sldMk cId="921626986" sldId="326"/>
            <ac:spMk id="14" creationId="{6C5C8ED3-BE23-9B43-A643-F02A331C773C}"/>
          </ac:spMkLst>
        </pc:spChg>
        <pc:graphicFrameChg chg="mod">
          <ac:chgData name="Zonghua Gu" userId="9a7e1853e1951ef5" providerId="LiveId" clId="{CF1FAA12-072C-4ED5-BA76-0FFFAEFDB88A}" dt="2025-10-05T19:58:02.675" v="2163" actId="1076"/>
          <ac:graphicFrameMkLst>
            <pc:docMk/>
            <pc:sldMk cId="921626986" sldId="326"/>
            <ac:graphicFrameMk id="5" creationId="{00000000-0000-0000-0000-000000000000}"/>
          </ac:graphicFrameMkLst>
        </pc:graphicFrameChg>
        <pc:graphicFrameChg chg="mod">
          <ac:chgData name="Zonghua Gu" userId="9a7e1853e1951ef5" providerId="LiveId" clId="{CF1FAA12-072C-4ED5-BA76-0FFFAEFDB88A}" dt="2025-10-05T19:58:17.650" v="2164" actId="1076"/>
          <ac:graphicFrameMkLst>
            <pc:docMk/>
            <pc:sldMk cId="921626986" sldId="326"/>
            <ac:graphicFrameMk id="6" creationId="{A0C49FD7-C3A9-B74E-B53B-265DDAA2BF10}"/>
          </ac:graphicFrameMkLst>
        </pc:graphicFrameChg>
      </pc:sldChg>
      <pc:sldChg chg="delSp del mod">
        <pc:chgData name="Zonghua Gu" userId="9a7e1853e1951ef5" providerId="LiveId" clId="{CF1FAA12-072C-4ED5-BA76-0FFFAEFDB88A}" dt="2025-10-05T15:22:13.839" v="60" actId="2696"/>
        <pc:sldMkLst>
          <pc:docMk/>
          <pc:sldMk cId="1620409446" sldId="327"/>
        </pc:sldMkLst>
      </pc:sldChg>
      <pc:sldChg chg="add">
        <pc:chgData name="Zonghua Gu" userId="9a7e1853e1951ef5" providerId="LiveId" clId="{CF1FAA12-072C-4ED5-BA76-0FFFAEFDB88A}" dt="2025-10-05T15:22:23.116" v="61"/>
        <pc:sldMkLst>
          <pc:docMk/>
          <pc:sldMk cId="2797456925" sldId="327"/>
        </pc:sldMkLst>
      </pc:sldChg>
      <pc:sldChg chg="addSp modSp add mod">
        <pc:chgData name="Zonghua Gu" userId="9a7e1853e1951ef5" providerId="LiveId" clId="{CF1FAA12-072C-4ED5-BA76-0FFFAEFDB88A}" dt="2025-10-05T15:14:39.371" v="53" actId="20577"/>
        <pc:sldMkLst>
          <pc:docMk/>
          <pc:sldMk cId="2314866584" sldId="492"/>
        </pc:sldMkLst>
        <pc:spChg chg="mod">
          <ac:chgData name="Zonghua Gu" userId="9a7e1853e1951ef5" providerId="LiveId" clId="{CF1FAA12-072C-4ED5-BA76-0FFFAEFDB88A}" dt="2025-10-05T15:14:39.371" v="53" actId="20577"/>
          <ac:spMkLst>
            <pc:docMk/>
            <pc:sldMk cId="2314866584" sldId="492"/>
            <ac:spMk id="2" creationId="{00000000-0000-0000-0000-000000000000}"/>
          </ac:spMkLst>
        </pc:spChg>
        <pc:spChg chg="add mod">
          <ac:chgData name="Zonghua Gu" userId="9a7e1853e1951ef5" providerId="LiveId" clId="{CF1FAA12-072C-4ED5-BA76-0FFFAEFDB88A}" dt="2025-10-05T15:14:30.353" v="50"/>
          <ac:spMkLst>
            <pc:docMk/>
            <pc:sldMk cId="2314866584" sldId="492"/>
            <ac:spMk id="7" creationId="{26D2F136-F718-3833-A2CD-BB3ECE4A1E06}"/>
          </ac:spMkLst>
        </pc:spChg>
      </pc:sldChg>
      <pc:sldChg chg="addSp modSp add">
        <pc:chgData name="Zonghua Gu" userId="9a7e1853e1951ef5" providerId="LiveId" clId="{CF1FAA12-072C-4ED5-BA76-0FFFAEFDB88A}" dt="2025-10-05T15:14:41.503" v="54"/>
        <pc:sldMkLst>
          <pc:docMk/>
          <pc:sldMk cId="4175052033" sldId="493"/>
        </pc:sldMkLst>
        <pc:spChg chg="add mod">
          <ac:chgData name="Zonghua Gu" userId="9a7e1853e1951ef5" providerId="LiveId" clId="{CF1FAA12-072C-4ED5-BA76-0FFFAEFDB88A}" dt="2025-10-05T15:14:41.503" v="54"/>
          <ac:spMkLst>
            <pc:docMk/>
            <pc:sldMk cId="4175052033" sldId="493"/>
            <ac:spMk id="5" creationId="{D4B069DF-A24E-AB5D-CBA9-C41323BF7274}"/>
          </ac:spMkLst>
        </pc:spChg>
      </pc:sldChg>
      <pc:sldChg chg="addSp modSp add">
        <pc:chgData name="Zonghua Gu" userId="9a7e1853e1951ef5" providerId="LiveId" clId="{CF1FAA12-072C-4ED5-BA76-0FFFAEFDB88A}" dt="2025-10-05T15:14:43.689" v="55"/>
        <pc:sldMkLst>
          <pc:docMk/>
          <pc:sldMk cId="1620255952" sldId="494"/>
        </pc:sldMkLst>
        <pc:spChg chg="add mod">
          <ac:chgData name="Zonghua Gu" userId="9a7e1853e1951ef5" providerId="LiveId" clId="{CF1FAA12-072C-4ED5-BA76-0FFFAEFDB88A}" dt="2025-10-05T15:14:43.689" v="55"/>
          <ac:spMkLst>
            <pc:docMk/>
            <pc:sldMk cId="1620255952" sldId="494"/>
            <ac:spMk id="4" creationId="{579A7A8A-9B6B-4A04-723A-7E4199A0649A}"/>
          </ac:spMkLst>
        </pc:spChg>
      </pc:sldChg>
      <pc:sldChg chg="addSp modSp add">
        <pc:chgData name="Zonghua Gu" userId="9a7e1853e1951ef5" providerId="LiveId" clId="{CF1FAA12-072C-4ED5-BA76-0FFFAEFDB88A}" dt="2025-10-05T15:14:45.960" v="56"/>
        <pc:sldMkLst>
          <pc:docMk/>
          <pc:sldMk cId="146821145" sldId="495"/>
        </pc:sldMkLst>
        <pc:spChg chg="add mod">
          <ac:chgData name="Zonghua Gu" userId="9a7e1853e1951ef5" providerId="LiveId" clId="{CF1FAA12-072C-4ED5-BA76-0FFFAEFDB88A}" dt="2025-10-05T15:14:45.960" v="56"/>
          <ac:spMkLst>
            <pc:docMk/>
            <pc:sldMk cId="146821145" sldId="495"/>
            <ac:spMk id="4" creationId="{DB681039-4C30-8438-B403-17AE1BD3995D}"/>
          </ac:spMkLst>
        </pc:spChg>
      </pc:sldChg>
      <pc:sldChg chg="addSp modSp add mod">
        <pc:chgData name="Zonghua Gu" userId="9a7e1853e1951ef5" providerId="LiveId" clId="{CF1FAA12-072C-4ED5-BA76-0FFFAEFDB88A}" dt="2025-10-05T20:31:23.266" v="2265"/>
        <pc:sldMkLst>
          <pc:docMk/>
          <pc:sldMk cId="2454109859" sldId="737"/>
        </pc:sldMkLst>
        <pc:spChg chg="mod">
          <ac:chgData name="Zonghua Gu" userId="9a7e1853e1951ef5" providerId="LiveId" clId="{CF1FAA12-072C-4ED5-BA76-0FFFAEFDB88A}" dt="2025-10-05T15:02:10.726" v="1" actId="1076"/>
          <ac:spMkLst>
            <pc:docMk/>
            <pc:sldMk cId="2454109859" sldId="737"/>
            <ac:spMk id="5" creationId="{00000000-0000-0000-0000-000000000000}"/>
          </ac:spMkLst>
        </pc:spChg>
        <pc:spChg chg="mod">
          <ac:chgData name="Zonghua Gu" userId="9a7e1853e1951ef5" providerId="LiveId" clId="{CF1FAA12-072C-4ED5-BA76-0FFFAEFDB88A}" dt="2025-10-05T15:02:10.726" v="1" actId="1076"/>
          <ac:spMkLst>
            <pc:docMk/>
            <pc:sldMk cId="2454109859" sldId="737"/>
            <ac:spMk id="6" creationId="{00000000-0000-0000-0000-000000000000}"/>
          </ac:spMkLst>
        </pc:spChg>
        <pc:spChg chg="add mod">
          <ac:chgData name="Zonghua Gu" userId="9a7e1853e1951ef5" providerId="LiveId" clId="{CF1FAA12-072C-4ED5-BA76-0FFFAEFDB88A}" dt="2025-10-05T20:31:23.266" v="2265"/>
          <ac:spMkLst>
            <pc:docMk/>
            <pc:sldMk cId="2454109859" sldId="737"/>
            <ac:spMk id="7" creationId="{51CBA110-9F49-AEBC-EE53-058504CAD1B0}"/>
          </ac:spMkLst>
        </pc:spChg>
      </pc:sldChg>
      <pc:sldChg chg="modSp add del mod modAnim">
        <pc:chgData name="Zonghua Gu" userId="9a7e1853e1951ef5" providerId="LiveId" clId="{CF1FAA12-072C-4ED5-BA76-0FFFAEFDB88A}" dt="2025-10-05T15:46:44.873" v="440" actId="47"/>
        <pc:sldMkLst>
          <pc:docMk/>
          <pc:sldMk cId="801754968" sldId="738"/>
        </pc:sldMkLst>
      </pc:sldChg>
      <pc:sldChg chg="modSp new del mod">
        <pc:chgData name="Zonghua Gu" userId="9a7e1853e1951ef5" providerId="LiveId" clId="{CF1FAA12-072C-4ED5-BA76-0FFFAEFDB88A}" dt="2025-10-05T15:46:44.873" v="440" actId="47"/>
        <pc:sldMkLst>
          <pc:docMk/>
          <pc:sldMk cId="3278161279" sldId="739"/>
        </pc:sldMkLst>
      </pc:sldChg>
      <pc:sldChg chg="addSp delSp modSp add mod">
        <pc:chgData name="Zonghua Gu" userId="9a7e1853e1951ef5" providerId="LiveId" clId="{CF1FAA12-072C-4ED5-BA76-0FFFAEFDB88A}" dt="2025-10-05T20:31:23.411" v="2266" actId="27636"/>
        <pc:sldMkLst>
          <pc:docMk/>
          <pc:sldMk cId="2290610691" sldId="740"/>
        </pc:sldMkLst>
        <pc:spChg chg="mod">
          <ac:chgData name="Zonghua Gu" userId="9a7e1853e1951ef5" providerId="LiveId" clId="{CF1FAA12-072C-4ED5-BA76-0FFFAEFDB88A}" dt="2025-10-05T15:47:12.930" v="442" actId="20577"/>
          <ac:spMkLst>
            <pc:docMk/>
            <pc:sldMk cId="2290610691" sldId="740"/>
            <ac:spMk id="2" creationId="{8C04AB7F-2154-703E-750A-E60418FAF594}"/>
          </ac:spMkLst>
        </pc:spChg>
        <pc:spChg chg="mod">
          <ac:chgData name="Zonghua Gu" userId="9a7e1853e1951ef5" providerId="LiveId" clId="{CF1FAA12-072C-4ED5-BA76-0FFFAEFDB88A}" dt="2025-10-05T20:31:23.411" v="2266" actId="27636"/>
          <ac:spMkLst>
            <pc:docMk/>
            <pc:sldMk cId="2290610691" sldId="740"/>
            <ac:spMk id="4" creationId="{9612B962-28D5-5963-FE9B-A3756AE50765}"/>
          </ac:spMkLst>
        </pc:spChg>
        <pc:spChg chg="add mod">
          <ac:chgData name="Zonghua Gu" userId="9a7e1853e1951ef5" providerId="LiveId" clId="{CF1FAA12-072C-4ED5-BA76-0FFFAEFDB88A}" dt="2025-10-05T15:47:19.251" v="443" actId="478"/>
          <ac:spMkLst>
            <pc:docMk/>
            <pc:sldMk cId="2290610691" sldId="740"/>
            <ac:spMk id="7" creationId="{4A45636D-67CB-4591-6CDE-A8DDA5CEA943}"/>
          </ac:spMkLst>
        </pc:spChg>
      </pc:sldChg>
      <pc:sldChg chg="add">
        <pc:chgData name="Zonghua Gu" userId="9a7e1853e1951ef5" providerId="LiveId" clId="{CF1FAA12-072C-4ED5-BA76-0FFFAEFDB88A}" dt="2025-10-05T15:47:10.557" v="441"/>
        <pc:sldMkLst>
          <pc:docMk/>
          <pc:sldMk cId="2659345615" sldId="741"/>
        </pc:sldMkLst>
      </pc:sldChg>
      <pc:sldChg chg="add del">
        <pc:chgData name="Zonghua Gu" userId="9a7e1853e1951ef5" providerId="LiveId" clId="{CF1FAA12-072C-4ED5-BA76-0FFFAEFDB88A}" dt="2025-10-05T16:22:48.309" v="1192"/>
        <pc:sldMkLst>
          <pc:docMk/>
          <pc:sldMk cId="2110614950" sldId="742"/>
        </pc:sldMkLst>
      </pc:sldChg>
      <pc:sldChg chg="addSp delSp modSp add mod">
        <pc:chgData name="Zonghua Gu" userId="9a7e1853e1951ef5" providerId="LiveId" clId="{CF1FAA12-072C-4ED5-BA76-0FFFAEFDB88A}" dt="2025-10-05T18:01:19.883" v="1539"/>
        <pc:sldMkLst>
          <pc:docMk/>
          <pc:sldMk cId="3484277645" sldId="742"/>
        </pc:sldMkLst>
        <pc:spChg chg="mod">
          <ac:chgData name="Zonghua Gu" userId="9a7e1853e1951ef5" providerId="LiveId" clId="{CF1FAA12-072C-4ED5-BA76-0FFFAEFDB88A}" dt="2025-10-05T16:25:06.175" v="1243" actId="20577"/>
          <ac:spMkLst>
            <pc:docMk/>
            <pc:sldMk cId="3484277645" sldId="742"/>
            <ac:spMk id="4" creationId="{932BDD07-C7B4-65B5-B366-97ACF9704AAC}"/>
          </ac:spMkLst>
        </pc:spChg>
        <pc:graphicFrameChg chg="mod">
          <ac:chgData name="Zonghua Gu" userId="9a7e1853e1951ef5" providerId="LiveId" clId="{CF1FAA12-072C-4ED5-BA76-0FFFAEFDB88A}" dt="2025-10-05T18:01:19.883" v="1539"/>
          <ac:graphicFrameMkLst>
            <pc:docMk/>
            <pc:sldMk cId="3484277645" sldId="742"/>
            <ac:graphicFrameMk id="5" creationId="{474C9786-1EE7-AA57-BBF8-015B49A7A18B}"/>
          </ac:graphicFrameMkLst>
        </pc:graphicFrameChg>
        <pc:graphicFrameChg chg="mod">
          <ac:chgData name="Zonghua Gu" userId="9a7e1853e1951ef5" providerId="LiveId" clId="{CF1FAA12-072C-4ED5-BA76-0FFFAEFDB88A}" dt="2025-10-05T18:01:19.883" v="1539"/>
          <ac:graphicFrameMkLst>
            <pc:docMk/>
            <pc:sldMk cId="3484277645" sldId="742"/>
            <ac:graphicFrameMk id="6" creationId="{BEEF0709-7D1E-4BEC-4A2C-6E16F7AE50AC}"/>
          </ac:graphicFrameMkLst>
        </pc:graphicFrameChg>
        <pc:graphicFrameChg chg="mod modGraphic">
          <ac:chgData name="Zonghua Gu" userId="9a7e1853e1951ef5" providerId="LiveId" clId="{CF1FAA12-072C-4ED5-BA76-0FFFAEFDB88A}" dt="2025-10-05T18:01:19.883" v="1539"/>
          <ac:graphicFrameMkLst>
            <pc:docMk/>
            <pc:sldMk cId="3484277645" sldId="742"/>
            <ac:graphicFrameMk id="8" creationId="{FB360603-C7DB-5EFD-B5A3-94AD7ABE2987}"/>
          </ac:graphicFrameMkLst>
        </pc:graphicFrameChg>
      </pc:sldChg>
      <pc:sldChg chg="addSp delSp modSp new add del mod">
        <pc:chgData name="Zonghua Gu" userId="9a7e1853e1951ef5" providerId="LiveId" clId="{CF1FAA12-072C-4ED5-BA76-0FFFAEFDB88A}" dt="2025-10-05T16:23:29.482" v="1196" actId="2696"/>
        <pc:sldMkLst>
          <pc:docMk/>
          <pc:sldMk cId="3513328346" sldId="742"/>
        </pc:sldMkLst>
      </pc:sldChg>
      <pc:sldChg chg="addSp delSp modSp new del mod">
        <pc:chgData name="Zonghua Gu" userId="9a7e1853e1951ef5" providerId="LiveId" clId="{CF1FAA12-072C-4ED5-BA76-0FFFAEFDB88A}" dt="2025-10-05T17:46:22.962" v="1279" actId="47"/>
        <pc:sldMkLst>
          <pc:docMk/>
          <pc:sldMk cId="341330880" sldId="743"/>
        </pc:sldMkLst>
      </pc:sldChg>
      <pc:sldChg chg="addSp delSp modSp new mod modNotesTx">
        <pc:chgData name="Zonghua Gu" userId="9a7e1853e1951ef5" providerId="LiveId" clId="{CF1FAA12-072C-4ED5-BA76-0FFFAEFDB88A}" dt="2025-10-05T19:49:45.868" v="2154"/>
        <pc:sldMkLst>
          <pc:docMk/>
          <pc:sldMk cId="714741979" sldId="743"/>
        </pc:sldMkLst>
        <pc:spChg chg="mod">
          <ac:chgData name="Zonghua Gu" userId="9a7e1853e1951ef5" providerId="LiveId" clId="{CF1FAA12-072C-4ED5-BA76-0FFFAEFDB88A}" dt="2025-10-05T19:10:14.990" v="1631" actId="20577"/>
          <ac:spMkLst>
            <pc:docMk/>
            <pc:sldMk cId="714741979" sldId="743"/>
            <ac:spMk id="2" creationId="{6977F71C-9EB5-3426-D70D-7978B1F70796}"/>
          </ac:spMkLst>
        </pc:spChg>
        <pc:spChg chg="mod">
          <ac:chgData name="Zonghua Gu" userId="9a7e1853e1951ef5" providerId="LiveId" clId="{CF1FAA12-072C-4ED5-BA76-0FFFAEFDB88A}" dt="2025-10-05T19:46:27.956" v="2136" actId="1076"/>
          <ac:spMkLst>
            <pc:docMk/>
            <pc:sldMk cId="714741979" sldId="743"/>
            <ac:spMk id="4" creationId="{4990DC74-D0D7-FE95-DDB9-216BA15198EA}"/>
          </ac:spMkLst>
        </pc:spChg>
        <pc:spChg chg="add mod">
          <ac:chgData name="Zonghua Gu" userId="9a7e1853e1951ef5" providerId="LiveId" clId="{CF1FAA12-072C-4ED5-BA76-0FFFAEFDB88A}" dt="2025-10-05T19:42:42.775" v="2016" actId="1076"/>
          <ac:spMkLst>
            <pc:docMk/>
            <pc:sldMk cId="714741979" sldId="743"/>
            <ac:spMk id="12" creationId="{D93EE55B-4F4B-0C9C-767E-9326FD88C2A7}"/>
          </ac:spMkLst>
        </pc:spChg>
        <pc:spChg chg="add mod">
          <ac:chgData name="Zonghua Gu" userId="9a7e1853e1951ef5" providerId="LiveId" clId="{CF1FAA12-072C-4ED5-BA76-0FFFAEFDB88A}" dt="2025-10-05T19:43:13.376" v="2073" actId="1076"/>
          <ac:spMkLst>
            <pc:docMk/>
            <pc:sldMk cId="714741979" sldId="743"/>
            <ac:spMk id="13" creationId="{6E1497B4-4C24-590D-D55C-B3D5830F54D0}"/>
          </ac:spMkLst>
        </pc:spChg>
        <pc:graphicFrameChg chg="add mod modGraphic">
          <ac:chgData name="Zonghua Gu" userId="9a7e1853e1951ef5" providerId="LiveId" clId="{CF1FAA12-072C-4ED5-BA76-0FFFAEFDB88A}" dt="2025-10-05T19:48:06.751" v="2152" actId="20577"/>
          <ac:graphicFrameMkLst>
            <pc:docMk/>
            <pc:sldMk cId="714741979" sldId="743"/>
            <ac:graphicFrameMk id="9" creationId="{25909265-10DA-A0F1-035F-7C0EC6805DBB}"/>
          </ac:graphicFrameMkLst>
        </pc:graphicFrameChg>
        <pc:graphicFrameChg chg="add mod modGraphic">
          <ac:chgData name="Zonghua Gu" userId="9a7e1853e1951ef5" providerId="LiveId" clId="{CF1FAA12-072C-4ED5-BA76-0FFFAEFDB88A}" dt="2025-10-05T19:48:11.708" v="2153"/>
          <ac:graphicFrameMkLst>
            <pc:docMk/>
            <pc:sldMk cId="714741979" sldId="743"/>
            <ac:graphicFrameMk id="11" creationId="{462B0A1F-9474-9BA7-36AD-62B94D99F3B3}"/>
          </ac:graphicFrameMkLst>
        </pc:graphicFrameChg>
      </pc:sldChg>
      <pc:sldChg chg="modSp new del mod">
        <pc:chgData name="Zonghua Gu" userId="9a7e1853e1951ef5" providerId="LiveId" clId="{CF1FAA12-072C-4ED5-BA76-0FFFAEFDB88A}" dt="2025-10-05T16:17:19.631" v="992" actId="47"/>
        <pc:sldMkLst>
          <pc:docMk/>
          <pc:sldMk cId="3431153334" sldId="743"/>
        </pc:sldMkLst>
      </pc:sldChg>
      <pc:sldChg chg="modSp new del mod">
        <pc:chgData name="Zonghua Gu" userId="9a7e1853e1951ef5" providerId="LiveId" clId="{CF1FAA12-072C-4ED5-BA76-0FFFAEFDB88A}" dt="2025-10-05T19:13:09.364" v="1709" actId="47"/>
        <pc:sldMkLst>
          <pc:docMk/>
          <pc:sldMk cId="404461189" sldId="744"/>
        </pc:sldMkLst>
      </pc:sldChg>
      <pc:sldChg chg="modSp new mod modNotesTx">
        <pc:chgData name="Zonghua Gu" userId="9a7e1853e1951ef5" providerId="LiveId" clId="{CF1FAA12-072C-4ED5-BA76-0FFFAEFDB88A}" dt="2025-10-05T20:03:59.194" v="2261" actId="20577"/>
        <pc:sldMkLst>
          <pc:docMk/>
          <pc:sldMk cId="3439179390" sldId="744"/>
        </pc:sldMkLst>
        <pc:spChg chg="mod">
          <ac:chgData name="Zonghua Gu" userId="9a7e1853e1951ef5" providerId="LiveId" clId="{CF1FAA12-072C-4ED5-BA76-0FFFAEFDB88A}" dt="2025-10-05T20:03:07.922" v="2260" actId="20577"/>
          <ac:spMkLst>
            <pc:docMk/>
            <pc:sldMk cId="3439179390" sldId="744"/>
            <ac:spMk id="2" creationId="{9147385A-226C-1097-D2BD-8F494097C795}"/>
          </ac:spMkLst>
        </pc:spChg>
        <pc:spChg chg="mod">
          <ac:chgData name="Zonghua Gu" userId="9a7e1853e1951ef5" providerId="LiveId" clId="{CF1FAA12-072C-4ED5-BA76-0FFFAEFDB88A}" dt="2025-10-05T20:02:57.585" v="2236" actId="20577"/>
          <ac:spMkLst>
            <pc:docMk/>
            <pc:sldMk cId="3439179390" sldId="744"/>
            <ac:spMk id="4" creationId="{FF65BA54-2B83-798C-6B2B-F98852B04C85}"/>
          </ac:spMkLst>
        </pc:spChg>
      </pc:sldChg>
      <pc:sldChg chg="modSp new">
        <pc:chgData name="Zonghua Gu" userId="9a7e1853e1951ef5" providerId="LiveId" clId="{CF1FAA12-072C-4ED5-BA76-0FFFAEFDB88A}" dt="2025-10-05T20:05:18.211" v="2264"/>
        <pc:sldMkLst>
          <pc:docMk/>
          <pc:sldMk cId="2495119832" sldId="745"/>
        </pc:sldMkLst>
        <pc:spChg chg="mod">
          <ac:chgData name="Zonghua Gu" userId="9a7e1853e1951ef5" providerId="LiveId" clId="{CF1FAA12-072C-4ED5-BA76-0FFFAEFDB88A}" dt="2025-10-05T20:05:18.211" v="2264"/>
          <ac:spMkLst>
            <pc:docMk/>
            <pc:sldMk cId="2495119832" sldId="745"/>
            <ac:spMk id="2" creationId="{44846E92-98E0-D261-AF67-9B3B3753EE3C}"/>
          </ac:spMkLst>
        </pc:spChg>
        <pc:spChg chg="mod">
          <ac:chgData name="Zonghua Gu" userId="9a7e1853e1951ef5" providerId="LiveId" clId="{CF1FAA12-072C-4ED5-BA76-0FFFAEFDB88A}" dt="2025-10-05T20:05:11.796" v="2263"/>
          <ac:spMkLst>
            <pc:docMk/>
            <pc:sldMk cId="2495119832" sldId="745"/>
            <ac:spMk id="4" creationId="{6DB255F8-949F-CC62-6EC1-4D0F4D377903}"/>
          </ac:spMkLst>
        </pc:spChg>
      </pc:sldChg>
      <pc:sldChg chg="modSp new mod">
        <pc:chgData name="Zonghua Gu" userId="9a7e1853e1951ef5" providerId="LiveId" clId="{CF1FAA12-072C-4ED5-BA76-0FFFAEFDB88A}" dt="2025-10-07T12:48:52.648" v="2353"/>
        <pc:sldMkLst>
          <pc:docMk/>
          <pc:sldMk cId="1673099624" sldId="746"/>
        </pc:sldMkLst>
        <pc:spChg chg="mod">
          <ac:chgData name="Zonghua Gu" userId="9a7e1853e1951ef5" providerId="LiveId" clId="{CF1FAA12-072C-4ED5-BA76-0FFFAEFDB88A}" dt="2025-10-07T12:48:52.648" v="2353"/>
          <ac:spMkLst>
            <pc:docMk/>
            <pc:sldMk cId="1673099624" sldId="746"/>
            <ac:spMk id="4" creationId="{EBFB2E0A-F151-C9E4-E04B-88BF5F34A0B2}"/>
          </ac:spMkLst>
        </pc:spChg>
      </pc:sldChg>
      <pc:sldChg chg="addSp delSp modSp new del mod">
        <pc:chgData name="Zonghua Gu" userId="9a7e1853e1951ef5" providerId="LiveId" clId="{CF1FAA12-072C-4ED5-BA76-0FFFAEFDB88A}" dt="2025-10-07T12:59:19.086" v="2594" actId="47"/>
        <pc:sldMkLst>
          <pc:docMk/>
          <pc:sldMk cId="1243817415" sldId="747"/>
        </pc:sldMkLst>
        <pc:spChg chg="add del mod">
          <ac:chgData name="Zonghua Gu" userId="9a7e1853e1951ef5" providerId="LiveId" clId="{CF1FAA12-072C-4ED5-BA76-0FFFAEFDB88A}" dt="2025-10-07T12:58:13.875" v="2568"/>
          <ac:spMkLst>
            <pc:docMk/>
            <pc:sldMk cId="1243817415" sldId="747"/>
            <ac:spMk id="4" creationId="{5D9D2925-EA2B-8D74-4920-104420C6D97A}"/>
          </ac:spMkLst>
        </pc:spChg>
        <pc:spChg chg="add mod">
          <ac:chgData name="Zonghua Gu" userId="9a7e1853e1951ef5" providerId="LiveId" clId="{CF1FAA12-072C-4ED5-BA76-0FFFAEFDB88A}" dt="2025-10-07T12:58:03.321" v="2554"/>
          <ac:spMkLst>
            <pc:docMk/>
            <pc:sldMk cId="1243817415" sldId="747"/>
            <ac:spMk id="5" creationId="{ADF5E538-BD1C-39FE-7868-F3D227FB62CF}"/>
          </ac:spMkLst>
        </pc:spChg>
        <pc:spChg chg="add mod">
          <ac:chgData name="Zonghua Gu" userId="9a7e1853e1951ef5" providerId="LiveId" clId="{CF1FAA12-072C-4ED5-BA76-0FFFAEFDB88A}" dt="2025-10-07T12:58:06.879" v="2556"/>
          <ac:spMkLst>
            <pc:docMk/>
            <pc:sldMk cId="1243817415" sldId="747"/>
            <ac:spMk id="6" creationId="{0195A46C-AE4A-639A-D962-A2B04DFFDE25}"/>
          </ac:spMkLst>
        </pc:spChg>
        <pc:spChg chg="add">
          <ac:chgData name="Zonghua Gu" userId="9a7e1853e1951ef5" providerId="LiveId" clId="{CF1FAA12-072C-4ED5-BA76-0FFFAEFDB88A}" dt="2025-10-07T12:58:08.191" v="2561"/>
          <ac:spMkLst>
            <pc:docMk/>
            <pc:sldMk cId="1243817415" sldId="747"/>
            <ac:spMk id="7" creationId="{3D0A365A-B682-A0B2-93BE-06C0801147B7}"/>
          </ac:spMkLst>
        </pc:spChg>
        <pc:spChg chg="add">
          <ac:chgData name="Zonghua Gu" userId="9a7e1853e1951ef5" providerId="LiveId" clId="{CF1FAA12-072C-4ED5-BA76-0FFFAEFDB88A}" dt="2025-10-07T12:58:09.936" v="2563"/>
          <ac:spMkLst>
            <pc:docMk/>
            <pc:sldMk cId="1243817415" sldId="747"/>
            <ac:spMk id="8" creationId="{8EBF5E2D-2E46-11F3-764C-DF2405A6336C}"/>
          </ac:spMkLst>
        </pc:spChg>
        <pc:spChg chg="add mod">
          <ac:chgData name="Zonghua Gu" userId="9a7e1853e1951ef5" providerId="LiveId" clId="{CF1FAA12-072C-4ED5-BA76-0FFFAEFDB88A}" dt="2025-10-07T12:58:56.076" v="2588" actId="20577"/>
          <ac:spMkLst>
            <pc:docMk/>
            <pc:sldMk cId="1243817415" sldId="747"/>
            <ac:spMk id="9" creationId="{B911883C-B856-1658-5017-1E8FF45064FE}"/>
          </ac:spMkLst>
        </pc:spChg>
      </pc:sldChg>
      <pc:sldChg chg="modSp new del mod">
        <pc:chgData name="Zonghua Gu" userId="9a7e1853e1951ef5" providerId="LiveId" clId="{CF1FAA12-072C-4ED5-BA76-0FFFAEFDB88A}" dt="2025-10-07T12:59:16.623" v="2593" actId="47"/>
        <pc:sldMkLst>
          <pc:docMk/>
          <pc:sldMk cId="3496675931" sldId="748"/>
        </pc:sldMkLst>
        <pc:spChg chg="mod">
          <ac:chgData name="Zonghua Gu" userId="9a7e1853e1951ef5" providerId="LiveId" clId="{CF1FAA12-072C-4ED5-BA76-0FFFAEFDB88A}" dt="2025-10-07T12:58:19.267" v="2577" actId="20577"/>
          <ac:spMkLst>
            <pc:docMk/>
            <pc:sldMk cId="3496675931" sldId="748"/>
            <ac:spMk id="4" creationId="{12460903-57B0-38DC-5C1C-AF1DA29FA68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F9B6CA9-4ACC-4B9F-9FE0-F451E90D37FB}" type="datetimeFigureOut">
              <a:rPr lang="en-US" smtClean="0"/>
              <a:pPr/>
              <a:t>10/7/2025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1B2AF1D-1787-4F45-8D94-E7435950448C}" type="slidenum">
              <a:rPr lang="en-US" smtClean="0"/>
              <a:pPr/>
              <a:t>‹#›</a:t>
            </a:fld>
            <a:endParaRPr lang="en-US"/>
          </a:p>
        </p:txBody>
      </p:sp>
    </p:spTree>
    <p:extLst>
      <p:ext uri="{BB962C8B-B14F-4D97-AF65-F5344CB8AC3E}">
        <p14:creationId xmlns:p14="http://schemas.microsoft.com/office/powerpoint/2010/main" val="2660037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Embedded application binary interface (EABI) Protocol</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a:t>
            </a:fld>
            <a:endParaRPr lang="en-US"/>
          </a:p>
        </p:txBody>
      </p:sp>
    </p:spTree>
    <p:extLst>
      <p:ext uri="{BB962C8B-B14F-4D97-AF65-F5344CB8AC3E}">
        <p14:creationId xmlns:p14="http://schemas.microsoft.com/office/powerpoint/2010/main" val="30271008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B2AF1D-1787-4F45-8D94-E7435950448C}" type="slidenum">
              <a:rPr lang="en-US" smtClean="0"/>
              <a:pPr/>
              <a:t>7</a:t>
            </a:fld>
            <a:endParaRPr lang="en-US"/>
          </a:p>
        </p:txBody>
      </p:sp>
    </p:spTree>
    <p:extLst>
      <p:ext uri="{BB962C8B-B14F-4D97-AF65-F5344CB8AC3E}">
        <p14:creationId xmlns:p14="http://schemas.microsoft.com/office/powerpoint/2010/main" val="2370921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Assembler aliases: STMFD = STMDB, LDMFD = LDMIA; STMEA = STMIA; LDMEA = LDMDB,</a:t>
            </a:r>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13</a:t>
            </a:fld>
            <a:endParaRPr lang="en-US"/>
          </a:p>
        </p:txBody>
      </p:sp>
    </p:spTree>
    <p:extLst>
      <p:ext uri="{BB962C8B-B14F-4D97-AF65-F5344CB8AC3E}">
        <p14:creationId xmlns:p14="http://schemas.microsoft.com/office/powerpoint/2010/main" val="16626071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{R1, R2} == </a:t>
            </a:r>
          </a:p>
          <a:p>
            <a:r>
              <a:rPr lang="en-US" dirty="0"/>
              <a:t>    STMFD SP!, {R1, R2} ; or STMDB SP!, {R1, R2}</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14</a:t>
            </a:fld>
            <a:endParaRPr lang="en-US"/>
          </a:p>
        </p:txBody>
      </p:sp>
    </p:spTree>
    <p:extLst>
      <p:ext uri="{BB962C8B-B14F-4D97-AF65-F5344CB8AC3E}">
        <p14:creationId xmlns:p14="http://schemas.microsoft.com/office/powerpoint/2010/main" val="13902353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16</a:t>
            </a:fld>
            <a:endParaRPr lang="en-US"/>
          </a:p>
        </p:txBody>
      </p:sp>
    </p:spTree>
    <p:extLst>
      <p:ext uri="{BB962C8B-B14F-4D97-AF65-F5344CB8AC3E}">
        <p14:creationId xmlns:p14="http://schemas.microsoft.com/office/powerpoint/2010/main" val="36039805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B2AF1D-1787-4F45-8D94-E7435950448C}" type="slidenum">
              <a:rPr lang="en-US" smtClean="0"/>
              <a:pPr/>
              <a:t>17</a:t>
            </a:fld>
            <a:endParaRPr lang="en-US"/>
          </a:p>
        </p:txBody>
      </p:sp>
    </p:spTree>
    <p:extLst>
      <p:ext uri="{BB962C8B-B14F-4D97-AF65-F5344CB8AC3E}">
        <p14:creationId xmlns:p14="http://schemas.microsoft.com/office/powerpoint/2010/main" val="2216283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3333FF"/>
                </a:solidFill>
              </a:rPr>
              <a:t>Link Register (LR) holds the return address of the current subroutine call. </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25</a:t>
            </a:fld>
            <a:endParaRPr lang="en-US"/>
          </a:p>
        </p:txBody>
      </p:sp>
    </p:spTree>
    <p:extLst>
      <p:ext uri="{BB962C8B-B14F-4D97-AF65-F5344CB8AC3E}">
        <p14:creationId xmlns:p14="http://schemas.microsoft.com/office/powerpoint/2010/main" val="36438165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Consolas" panose="020B0609020204030204" pitchFamily="49" charset="0"/>
                <a:ea typeface="宋体"/>
                <a:cs typeface="Consolas" panose="020B0609020204030204" pitchFamily="49" charset="0"/>
              </a:rPr>
              <a:t>Caller should save these registers if callers needs to re-use their original values: </a:t>
            </a:r>
          </a:p>
          <a:p>
            <a:endParaRPr lang="en-US" dirty="0"/>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29</a:t>
            </a:fld>
            <a:endParaRPr lang="en-US"/>
          </a:p>
        </p:txBody>
      </p:sp>
    </p:spTree>
    <p:extLst>
      <p:ext uri="{BB962C8B-B14F-4D97-AF65-F5344CB8AC3E}">
        <p14:creationId xmlns:p14="http://schemas.microsoft.com/office/powerpoint/2010/main" val="2189335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7599357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Callee does </a:t>
            </a:r>
            <a:r>
              <a:rPr lang="en-US" b="1" dirty="0"/>
              <a:t>no PUSH</a:t>
            </a:r>
            <a:r>
              <a:rPr lang="en-US" dirty="0"/>
              <a:t> on entry.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Returns with BX LR (it never changed LR).</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55</a:t>
            </a:fld>
            <a:endParaRPr lang="en-US"/>
          </a:p>
        </p:txBody>
      </p:sp>
    </p:spTree>
    <p:extLst>
      <p:ext uri="{BB962C8B-B14F-4D97-AF65-F5344CB8AC3E}">
        <p14:creationId xmlns:p14="http://schemas.microsoft.com/office/powerpoint/2010/main" val="27164900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8 arguments are passed: Registers r0-r3 hold the first 4 arguments (a, b, c, d with values 1, 2, 3, 4). The last 4 arguments (h, </a:t>
            </a:r>
            <a:r>
              <a:rPr lang="en-US" sz="1200" dirty="0" err="1"/>
              <a:t>i</a:t>
            </a:r>
            <a:r>
              <a:rPr lang="en-US" sz="1200" dirty="0"/>
              <a:t>, j, k with values 5, 6, 7, 8) are pushed onto the stack by the caller before calling the function.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 callee (subroutine) code, the subroutine saves registers r5, r6, and the link register LR via push at the start. It adds the first 4 arguments from registers r0-r3. It then loads the extra arguments from specific stack offsets with LDRD instructions (load register double), adding these to the result. The subroutine ends by popping saved registers r5, r6 and PC (program counter) to return.</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56</a:t>
            </a:fld>
            <a:endParaRPr lang="en-US"/>
          </a:p>
        </p:txBody>
      </p:sp>
    </p:spTree>
    <p:extLst>
      <p:ext uri="{BB962C8B-B14F-4D97-AF65-F5344CB8AC3E}">
        <p14:creationId xmlns:p14="http://schemas.microsoft.com/office/powerpoint/2010/main" val="5372017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DFAD6F50-E977-4162-8DF4-4DA1E6F19796}" type="datetime1">
              <a:rPr lang="en-US" smtClean="0"/>
              <a:pPr eaLnBrk="1" latinLnBrk="0" hangingPunct="1"/>
              <a:t>10/7/2025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42A4D53F-573F-4718-BBA0-A86965028093}" type="datetime1">
              <a:rPr lang="en-US" smtClean="0"/>
              <a:pPr eaLnBrk="1" latinLnBrk="0" hangingPunct="1"/>
              <a:t>10/7/2025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C9B206E1-2545-4E30-92FD-1E4787463A36}" type="datetime1">
              <a:rPr lang="en-US" smtClean="0"/>
              <a:pPr eaLnBrk="1" latinLnBrk="0" hangingPunct="1"/>
              <a:t>10/7/2025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BD37D9B0-1E14-464D-94B0-F2A8C2E324E7}" type="datetime1">
              <a:rPr lang="en-US" smtClean="0"/>
              <a:pPr eaLnBrk="1" latinLnBrk="0" hangingPunct="1"/>
              <a:t>10/7/2025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17A47E1E-3281-48F5-9487-561BBC0DE61A}" type="datetime1">
              <a:rPr lang="en-US" smtClean="0"/>
              <a:pPr eaLnBrk="1" latinLnBrk="0" hangingPunct="1"/>
              <a:t>10/7/2025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457778AC-3F47-4322-9871-235CA71C9FB7}" type="datetime1">
              <a:rPr lang="en-US" smtClean="0"/>
              <a:pPr eaLnBrk="1" latinLnBrk="0" hangingPunct="1"/>
              <a:t>10/7/2025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8FC852DA-BC9D-4962-84E0-49DDC95967D0}" type="datetime1">
              <a:rPr lang="en-US" smtClean="0"/>
              <a:pPr eaLnBrk="1" latinLnBrk="0" hangingPunct="1"/>
              <a:t>10/7/2025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BD8CDB30-0989-475F-BD84-F28125E3B4A3}" type="datetime1">
              <a:rPr lang="en-US" smtClean="0"/>
              <a:pPr eaLnBrk="1" latinLnBrk="0" hangingPunct="1"/>
              <a:t>10/7/2025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3D268D79-62AD-4C50-8718-03ED52036E43}" type="datetime1">
              <a:rPr lang="en-US" smtClean="0"/>
              <a:pPr eaLnBrk="1" latinLnBrk="0" hangingPunct="1"/>
              <a:t>10/7/2025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362A8F80-F1FC-4E19-AF0E-2AEA7F0226D7}" type="datetime1">
              <a:rPr lang="en-US" smtClean="0"/>
              <a:pPr eaLnBrk="1" latinLnBrk="0" hangingPunct="1"/>
              <a:t>10/7/2025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4EF3758-DF7B-4347-89DE-ED0416D762CD}" type="datetime1">
              <a:rPr lang="en-US" smtClean="0"/>
              <a:pPr eaLnBrk="1" latinLnBrk="0" hangingPunct="1"/>
              <a:t>10/7/2025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A1DC5B07-A42E-4D40-A069-384595D56939}" type="datetime1">
              <a:rPr lang="en-US" smtClean="0"/>
              <a:pPr eaLnBrk="1" latinLnBrk="0" hangingPunct="1"/>
              <a:t>10/7/2025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7.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www.youtube.com/watch?v=DGKjFKjxAYs&amp;list=PLRJhV4hUhIymmp5CCeIFPyxbknsdcXCc8&amp;index=31"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495800" y="288831"/>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6172201" y="1780085"/>
            <a:ext cx="4764195" cy="830997"/>
          </a:xfrm>
          <a:prstGeom prst="rect">
            <a:avLst/>
          </a:prstGeom>
          <a:noFill/>
        </p:spPr>
        <p:txBody>
          <a:bodyPr wrap="square" rtlCol="0">
            <a:spAutoFit/>
          </a:bodyPr>
          <a:lstStyle/>
          <a:p>
            <a:pPr algn="r"/>
            <a:r>
              <a:rPr lang="en-US" sz="2400" b="1" dirty="0">
                <a:solidFill>
                  <a:srgbClr val="C00000"/>
                </a:solidFill>
              </a:rPr>
              <a:t>Chapter 10</a:t>
            </a:r>
          </a:p>
          <a:p>
            <a:pPr algn="r"/>
            <a:r>
              <a:rPr lang="en-US" sz="2400" b="1" dirty="0">
                <a:solidFill>
                  <a:srgbClr val="C00000"/>
                </a:solidFill>
              </a:rPr>
              <a:t>Preserve Environment via Stack</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51CBA110-9F49-AEBC-EE53-058504CAD1B0}"/>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3"/>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24541098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Overview</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r>
              <a:rPr lang="en-US" dirty="0"/>
              <a:t>How to return the control back to the caller?</a:t>
            </a:r>
          </a:p>
          <a:p>
            <a:r>
              <a:rPr lang="en-US" dirty="0"/>
              <a:t>How to pass arguments into a subroutine?</a:t>
            </a:r>
          </a:p>
          <a:p>
            <a:r>
              <a:rPr lang="en-US" dirty="0"/>
              <a:t>How to return a value in a subroutine?</a:t>
            </a:r>
          </a:p>
          <a:p>
            <a:r>
              <a:rPr lang="en-US" dirty="0"/>
              <a:t>How to preserve the running environment for the caller?</a:t>
            </a:r>
          </a:p>
        </p:txBody>
      </p:sp>
    </p:spTree>
    <p:extLst>
      <p:ext uri="{BB962C8B-B14F-4D97-AF65-F5344CB8AC3E}">
        <p14:creationId xmlns:p14="http://schemas.microsoft.com/office/powerpoint/2010/main" val="42793113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5" name="Rectangle 2"/>
          <p:cNvSpPr>
            <a:spLocks noGrp="1" noChangeArrowheads="1"/>
          </p:cNvSpPr>
          <p:nvPr>
            <p:ph type="title"/>
          </p:nvPr>
        </p:nvSpPr>
        <p:spPr/>
        <p:txBody>
          <a:bodyPr/>
          <a:lstStyle/>
          <a:p>
            <a:pPr eaLnBrk="1" hangingPunct="1"/>
            <a:r>
              <a:rPr lang="en-US" altLang="en-US" dirty="0"/>
              <a:t>Stack</a:t>
            </a:r>
          </a:p>
        </p:txBody>
      </p:sp>
      <p:sp>
        <p:nvSpPr>
          <p:cNvPr id="15366" name="Rectangle 3"/>
          <p:cNvSpPr>
            <a:spLocks noGrp="1" noChangeArrowheads="1"/>
          </p:cNvSpPr>
          <p:nvPr>
            <p:ph type="body" idx="1"/>
          </p:nvPr>
        </p:nvSpPr>
        <p:spPr>
          <a:xfrm>
            <a:off x="609601" y="1138083"/>
            <a:ext cx="5257800" cy="5029200"/>
          </a:xfrm>
        </p:spPr>
        <p:txBody>
          <a:bodyPr>
            <a:normAutofit/>
          </a:bodyPr>
          <a:lstStyle/>
          <a:p>
            <a:pPr eaLnBrk="1" hangingPunct="1"/>
            <a:r>
              <a:rPr lang="en-US" altLang="en-US" sz="2400" dirty="0"/>
              <a:t> A </a:t>
            </a:r>
            <a:r>
              <a:rPr lang="en-US" altLang="en-US" sz="2400" b="1" dirty="0">
                <a:solidFill>
                  <a:srgbClr val="FF0000"/>
                </a:solidFill>
              </a:rPr>
              <a:t>Last-In-First-Out</a:t>
            </a:r>
            <a:r>
              <a:rPr lang="en-US" altLang="en-US" sz="2400" dirty="0"/>
              <a:t> memory model</a:t>
            </a:r>
          </a:p>
          <a:p>
            <a:pPr eaLnBrk="1" hangingPunct="1"/>
            <a:r>
              <a:rPr lang="en-US" altLang="en-US" sz="2400" dirty="0"/>
              <a:t>Only allow to access the most recently added item</a:t>
            </a:r>
          </a:p>
          <a:p>
            <a:pPr lvl="1"/>
            <a:r>
              <a:rPr lang="en-US" altLang="en-US" sz="2400" dirty="0"/>
              <a:t>Also called the top of the stack</a:t>
            </a:r>
          </a:p>
          <a:p>
            <a:pPr eaLnBrk="1" hangingPunct="1"/>
            <a:r>
              <a:rPr lang="en-US" altLang="en-US" sz="2400" dirty="0"/>
              <a:t>Key operations:</a:t>
            </a:r>
          </a:p>
          <a:p>
            <a:pPr lvl="1" eaLnBrk="1" hangingPunct="1"/>
            <a:r>
              <a:rPr lang="en-US" altLang="en-US" sz="2000" b="1" dirty="0">
                <a:latin typeface="Consolas" panose="020B0609020204030204" pitchFamily="49" charset="0"/>
                <a:cs typeface="Consolas" panose="020B0609020204030204" pitchFamily="49" charset="0"/>
              </a:rPr>
              <a:t>push</a:t>
            </a:r>
            <a:r>
              <a:rPr lang="en-US" altLang="en-US" sz="2000" dirty="0"/>
              <a:t> (add item to stack)</a:t>
            </a:r>
          </a:p>
          <a:p>
            <a:pPr lvl="1" eaLnBrk="1" hangingPunct="1"/>
            <a:r>
              <a:rPr lang="en-US" altLang="en-US" sz="2000" b="1" dirty="0">
                <a:latin typeface="Consolas" panose="020B0609020204030204" pitchFamily="49" charset="0"/>
                <a:cs typeface="Consolas" panose="020B0609020204030204" pitchFamily="49" charset="0"/>
              </a:rPr>
              <a:t>pop</a:t>
            </a:r>
            <a:r>
              <a:rPr lang="en-US" altLang="en-US" sz="2000" dirty="0"/>
              <a:t> (remove top item from stack)</a:t>
            </a:r>
          </a:p>
          <a:p>
            <a:pPr marL="0" indent="0">
              <a:buNone/>
            </a:pPr>
            <a:endParaRPr lang="en-US" altLang="en-US" sz="2400"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4252452"/>
            <a:ext cx="3042745" cy="2057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 name="Picture 2" descr="http://upload.wikimedia.org/wikipedia/commons/6/60/Tower_of_Hanoi_4.gif">
            <a:extLst>
              <a:ext uri="{FF2B5EF4-FFF2-40B4-BE49-F238E27FC236}">
                <a16:creationId xmlns:a16="http://schemas.microsoft.com/office/drawing/2014/main" id="{B7C1B0B8-D8AA-597F-B19F-87AEBA2AB5BC}"/>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5939913" y="3987391"/>
            <a:ext cx="5835376" cy="2279444"/>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3">
            <a:extLst>
              <a:ext uri="{FF2B5EF4-FFF2-40B4-BE49-F238E27FC236}">
                <a16:creationId xmlns:a16="http://schemas.microsoft.com/office/drawing/2014/main" id="{49727678-AB28-05F6-4F57-0FC97E77601C}"/>
              </a:ext>
            </a:extLst>
          </p:cNvPr>
          <p:cNvSpPr txBox="1">
            <a:spLocks/>
          </p:cNvSpPr>
          <p:nvPr/>
        </p:nvSpPr>
        <p:spPr>
          <a:xfrm>
            <a:off x="5867400" y="1138083"/>
            <a:ext cx="5911576" cy="3003347"/>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sz="2400" dirty="0"/>
              <a:t>Example: </a:t>
            </a:r>
            <a:r>
              <a:rPr lang="en-US" sz="2400" dirty="0"/>
              <a:t>Tower of Hanoi</a:t>
            </a:r>
          </a:p>
          <a:p>
            <a:pPr lvl="1"/>
            <a:r>
              <a:rPr lang="en-US" sz="1800" dirty="0"/>
              <a:t>Only one disk may be moved at a time.</a:t>
            </a:r>
          </a:p>
          <a:p>
            <a:pPr lvl="1"/>
            <a:r>
              <a:rPr lang="en-US" sz="1800" dirty="0"/>
              <a:t>Each move consists of taking the upper disk from one of the rods and sliding it onto another rod, on top of the other disks that may already be present on that rod.</a:t>
            </a:r>
          </a:p>
          <a:p>
            <a:pPr lvl="1"/>
            <a:r>
              <a:rPr lang="en-US" sz="1800" b="1" dirty="0">
                <a:solidFill>
                  <a:srgbClr val="FF0000"/>
                </a:solidFill>
              </a:rPr>
              <a:t>No disk may be placed on top of a smaller disk.</a:t>
            </a:r>
          </a:p>
        </p:txBody>
      </p:sp>
      <p:sp>
        <p:nvSpPr>
          <p:cNvPr id="6" name="Rectangle 5">
            <a:extLst>
              <a:ext uri="{FF2B5EF4-FFF2-40B4-BE49-F238E27FC236}">
                <a16:creationId xmlns:a16="http://schemas.microsoft.com/office/drawing/2014/main" id="{0BDE01C1-BE4D-209C-DD2C-B41AB4E78CBD}"/>
              </a:ext>
            </a:extLst>
          </p:cNvPr>
          <p:cNvSpPr/>
          <p:nvPr/>
        </p:nvSpPr>
        <p:spPr>
          <a:xfrm>
            <a:off x="7612626" y="6189406"/>
            <a:ext cx="4572000" cy="261610"/>
          </a:xfrm>
          <a:prstGeom prst="rect">
            <a:avLst/>
          </a:prstGeom>
        </p:spPr>
        <p:txBody>
          <a:bodyPr>
            <a:spAutoFit/>
          </a:bodyPr>
          <a:lstStyle/>
          <a:p>
            <a:r>
              <a:rPr lang="en-US" sz="1100" i="1" dirty="0"/>
              <a:t>http://en.wikipedia.org/wiki/File:Tower_of_Hanoi_4.gif</a:t>
            </a:r>
          </a:p>
        </p:txBody>
      </p:sp>
    </p:spTree>
    <p:extLst>
      <p:ext uri="{BB962C8B-B14F-4D97-AF65-F5344CB8AC3E}">
        <p14:creationId xmlns:p14="http://schemas.microsoft.com/office/powerpoint/2010/main" val="13491136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35802-2AC1-0C44-997F-44538CE04D8A}"/>
              </a:ext>
            </a:extLst>
          </p:cNvPr>
          <p:cNvSpPr>
            <a:spLocks noGrp="1"/>
          </p:cNvSpPr>
          <p:nvPr>
            <p:ph type="title"/>
          </p:nvPr>
        </p:nvSpPr>
        <p:spPr/>
        <p:txBody>
          <a:bodyPr/>
          <a:lstStyle/>
          <a:p>
            <a:r>
              <a:rPr lang="en-US" dirty="0"/>
              <a:t>Typical Usage of Stack</a:t>
            </a:r>
          </a:p>
        </p:txBody>
      </p:sp>
      <p:sp>
        <p:nvSpPr>
          <p:cNvPr id="3" name="Slide Number Placeholder 2">
            <a:extLst>
              <a:ext uri="{FF2B5EF4-FFF2-40B4-BE49-F238E27FC236}">
                <a16:creationId xmlns:a16="http://schemas.microsoft.com/office/drawing/2014/main" id="{7B5A7AA9-63CC-E340-96C9-C9B66089B993}"/>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B7E82954-DF96-564B-9A88-CC388580C3EC}"/>
              </a:ext>
            </a:extLst>
          </p:cNvPr>
          <p:cNvSpPr>
            <a:spLocks noGrp="1"/>
          </p:cNvSpPr>
          <p:nvPr>
            <p:ph sz="quarter" idx="1"/>
          </p:nvPr>
        </p:nvSpPr>
        <p:spPr>
          <a:xfrm>
            <a:off x="613317" y="1492857"/>
            <a:ext cx="8229600" cy="2895600"/>
          </a:xfrm>
        </p:spPr>
        <p:txBody>
          <a:bodyPr/>
          <a:lstStyle/>
          <a:p>
            <a:r>
              <a:rPr lang="en-US" dirty="0"/>
              <a:t>Why need stack? </a:t>
            </a:r>
          </a:p>
          <a:p>
            <a:pPr lvl="1"/>
            <a:r>
              <a:rPr lang="en-US" dirty="0"/>
              <a:t>Saving the original contents of processor’s registers at the beginning a subroutine (Contents are restored at the end of a subroutine)</a:t>
            </a:r>
          </a:p>
          <a:p>
            <a:pPr lvl="1"/>
            <a:r>
              <a:rPr lang="en-US" dirty="0"/>
              <a:t>Storing local variables in a subroutine</a:t>
            </a:r>
          </a:p>
          <a:p>
            <a:pPr lvl="1"/>
            <a:r>
              <a:rPr lang="en-US" dirty="0"/>
              <a:t>Passing extra arguments to a subroutine</a:t>
            </a:r>
          </a:p>
          <a:p>
            <a:pPr lvl="1"/>
            <a:r>
              <a:rPr lang="en-US" dirty="0"/>
              <a:t>Saving processor’s registers upon an interrupt </a:t>
            </a:r>
          </a:p>
        </p:txBody>
      </p:sp>
    </p:spTree>
    <p:extLst>
      <p:ext uri="{BB962C8B-B14F-4D97-AF65-F5344CB8AC3E}">
        <p14:creationId xmlns:p14="http://schemas.microsoft.com/office/powerpoint/2010/main" val="27974569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Stack Growth Convention:</a:t>
            </a:r>
            <a:br>
              <a:rPr lang="en-US" dirty="0"/>
            </a:br>
            <a:r>
              <a:rPr lang="en-US" dirty="0">
                <a:solidFill>
                  <a:srgbClr val="C00000"/>
                </a:solidFill>
              </a:rPr>
              <a:t>Ascending </a:t>
            </a:r>
            <a:r>
              <a:rPr lang="en-US" i="1" dirty="0">
                <a:solidFill>
                  <a:srgbClr val="C00000"/>
                </a:solidFill>
              </a:rPr>
              <a:t>vs</a:t>
            </a:r>
            <a:r>
              <a:rPr lang="en-US" dirty="0">
                <a:solidFill>
                  <a:srgbClr val="C00000"/>
                </a:solidFill>
              </a:rPr>
              <a:t> Descending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7" name="Rectangle 6"/>
          <p:cNvSpPr/>
          <p:nvPr/>
        </p:nvSpPr>
        <p:spPr>
          <a:xfrm>
            <a:off x="1981200" y="5638801"/>
            <a:ext cx="4191000" cy="646331"/>
          </a:xfrm>
          <a:prstGeom prst="rect">
            <a:avLst/>
          </a:prstGeom>
        </p:spPr>
        <p:txBody>
          <a:bodyPr wrap="square">
            <a:spAutoFit/>
          </a:bodyPr>
          <a:lstStyle/>
          <a:p>
            <a:pPr lvl="1" algn="ctr"/>
            <a:r>
              <a:rPr lang="en-US" b="1" i="1" dirty="0">
                <a:solidFill>
                  <a:srgbClr val="3333FF"/>
                </a:solidFill>
              </a:rPr>
              <a:t>Descending stack</a:t>
            </a:r>
            <a:r>
              <a:rPr lang="en-US" dirty="0"/>
              <a:t>: Stack grows towards low memory address</a:t>
            </a:r>
          </a:p>
        </p:txBody>
      </p:sp>
      <p:sp>
        <p:nvSpPr>
          <p:cNvPr id="8" name="Rectangle 7"/>
          <p:cNvSpPr/>
          <p:nvPr/>
        </p:nvSpPr>
        <p:spPr>
          <a:xfrm>
            <a:off x="6400800" y="5638801"/>
            <a:ext cx="3810000" cy="646331"/>
          </a:xfrm>
          <a:prstGeom prst="rect">
            <a:avLst/>
          </a:prstGeom>
        </p:spPr>
        <p:txBody>
          <a:bodyPr wrap="square">
            <a:spAutoFit/>
          </a:bodyPr>
          <a:lstStyle/>
          <a:p>
            <a:pPr lvl="1"/>
            <a:r>
              <a:rPr lang="en-US" b="1" i="1" dirty="0">
                <a:solidFill>
                  <a:srgbClr val="3333FF"/>
                </a:solidFill>
              </a:rPr>
              <a:t>Ascending stack</a:t>
            </a:r>
            <a:r>
              <a:rPr lang="en-US" dirty="0"/>
              <a:t>: Stack grows towards high memory address</a:t>
            </a:r>
          </a:p>
        </p:txBody>
      </p:sp>
      <p:pic>
        <p:nvPicPr>
          <p:cNvPr id="4" name="Picture 3"/>
          <p:cNvPicPr>
            <a:picLocks noChangeAspect="1"/>
          </p:cNvPicPr>
          <p:nvPr/>
        </p:nvPicPr>
        <p:blipFill>
          <a:blip r:embed="rId2"/>
          <a:stretch>
            <a:fillRect/>
          </a:stretch>
        </p:blipFill>
        <p:spPr>
          <a:xfrm>
            <a:off x="2926542" y="1194885"/>
            <a:ext cx="2383043" cy="4372696"/>
          </a:xfrm>
          <a:prstGeom prst="rect">
            <a:avLst/>
          </a:prstGeom>
        </p:spPr>
      </p:pic>
      <p:pic>
        <p:nvPicPr>
          <p:cNvPr id="5" name="Picture 4"/>
          <p:cNvPicPr>
            <a:picLocks noChangeAspect="1"/>
          </p:cNvPicPr>
          <p:nvPr/>
        </p:nvPicPr>
        <p:blipFill>
          <a:blip r:embed="rId3"/>
          <a:stretch>
            <a:fillRect/>
          </a:stretch>
        </p:blipFill>
        <p:spPr>
          <a:xfrm>
            <a:off x="7010400" y="1194885"/>
            <a:ext cx="2420224" cy="4357911"/>
          </a:xfrm>
          <a:prstGeom prst="rect">
            <a:avLst/>
          </a:prstGeom>
        </p:spPr>
      </p:pic>
    </p:spTree>
    <p:extLst>
      <p:ext uri="{BB962C8B-B14F-4D97-AF65-F5344CB8AC3E}">
        <p14:creationId xmlns:p14="http://schemas.microsoft.com/office/powerpoint/2010/main" val="1147762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Stack Growth Convention:</a:t>
            </a:r>
            <a:br>
              <a:rPr lang="en-US" dirty="0"/>
            </a:br>
            <a:r>
              <a:rPr lang="en-US" dirty="0">
                <a:solidFill>
                  <a:srgbClr val="C00000"/>
                </a:solidFill>
              </a:rPr>
              <a:t>Full </a:t>
            </a:r>
            <a:r>
              <a:rPr lang="en-US" i="1" dirty="0">
                <a:solidFill>
                  <a:srgbClr val="C00000"/>
                </a:solidFill>
              </a:rPr>
              <a:t>vs</a:t>
            </a:r>
            <a:r>
              <a:rPr lang="en-US" dirty="0">
                <a:solidFill>
                  <a:srgbClr val="C00000"/>
                </a:solidFill>
              </a:rPr>
              <a:t> Empty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7" name="Rectangle 6"/>
          <p:cNvSpPr/>
          <p:nvPr/>
        </p:nvSpPr>
        <p:spPr>
          <a:xfrm>
            <a:off x="1981200" y="5638801"/>
            <a:ext cx="4191000" cy="646331"/>
          </a:xfrm>
          <a:prstGeom prst="rect">
            <a:avLst/>
          </a:prstGeom>
        </p:spPr>
        <p:txBody>
          <a:bodyPr wrap="square">
            <a:spAutoFit/>
          </a:bodyPr>
          <a:lstStyle/>
          <a:p>
            <a:pPr lvl="1" algn="ctr"/>
            <a:r>
              <a:rPr lang="en-US" b="1" i="1" dirty="0">
                <a:solidFill>
                  <a:srgbClr val="3333FF"/>
                </a:solidFill>
              </a:rPr>
              <a:t>Full stack</a:t>
            </a:r>
            <a:r>
              <a:rPr lang="en-US" dirty="0"/>
              <a:t>: </a:t>
            </a:r>
            <a:r>
              <a:rPr lang="en-US" dirty="0" err="1"/>
              <a:t>SP</a:t>
            </a:r>
            <a:r>
              <a:rPr lang="en-US" dirty="0"/>
              <a:t> points to the last item pushed onto the stack</a:t>
            </a:r>
          </a:p>
        </p:txBody>
      </p:sp>
      <p:sp>
        <p:nvSpPr>
          <p:cNvPr id="8" name="Rectangle 7"/>
          <p:cNvSpPr/>
          <p:nvPr/>
        </p:nvSpPr>
        <p:spPr>
          <a:xfrm>
            <a:off x="6400800" y="5638801"/>
            <a:ext cx="3810000" cy="646331"/>
          </a:xfrm>
          <a:prstGeom prst="rect">
            <a:avLst/>
          </a:prstGeom>
        </p:spPr>
        <p:txBody>
          <a:bodyPr wrap="square">
            <a:spAutoFit/>
          </a:bodyPr>
          <a:lstStyle/>
          <a:p>
            <a:pPr lvl="1"/>
            <a:r>
              <a:rPr lang="en-US" b="1" i="1" dirty="0">
                <a:solidFill>
                  <a:srgbClr val="3333FF"/>
                </a:solidFill>
              </a:rPr>
              <a:t>Empty stack</a:t>
            </a:r>
            <a:r>
              <a:rPr lang="en-US" dirty="0"/>
              <a:t>: SP points to the next free space on the stack</a:t>
            </a:r>
          </a:p>
        </p:txBody>
      </p:sp>
      <p:pic>
        <p:nvPicPr>
          <p:cNvPr id="9" name="Picture 8"/>
          <p:cNvPicPr>
            <a:picLocks noChangeAspect="1"/>
          </p:cNvPicPr>
          <p:nvPr/>
        </p:nvPicPr>
        <p:blipFill>
          <a:blip r:embed="rId2"/>
          <a:stretch>
            <a:fillRect/>
          </a:stretch>
        </p:blipFill>
        <p:spPr>
          <a:xfrm>
            <a:off x="2438400" y="1371600"/>
            <a:ext cx="3581400" cy="4105750"/>
          </a:xfrm>
          <a:prstGeom prst="rect">
            <a:avLst/>
          </a:prstGeom>
        </p:spPr>
      </p:pic>
      <p:pic>
        <p:nvPicPr>
          <p:cNvPr id="10" name="Picture 9"/>
          <p:cNvPicPr>
            <a:picLocks noChangeAspect="1"/>
          </p:cNvPicPr>
          <p:nvPr/>
        </p:nvPicPr>
        <p:blipFill>
          <a:blip r:embed="rId3"/>
          <a:stretch>
            <a:fillRect/>
          </a:stretch>
        </p:blipFill>
        <p:spPr>
          <a:xfrm>
            <a:off x="6400800" y="1371600"/>
            <a:ext cx="3581400" cy="4105750"/>
          </a:xfrm>
          <a:prstGeom prst="rect">
            <a:avLst/>
          </a:prstGeom>
        </p:spPr>
      </p:pic>
    </p:spTree>
    <p:extLst>
      <p:ext uri="{BB962C8B-B14F-4D97-AF65-F5344CB8AC3E}">
        <p14:creationId xmlns:p14="http://schemas.microsoft.com/office/powerpoint/2010/main" val="361514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Cortex-M Stack</a:t>
            </a:r>
          </a:p>
        </p:txBody>
      </p:sp>
      <p:sp>
        <p:nvSpPr>
          <p:cNvPr id="3" name="Content Placeholder 2"/>
          <p:cNvSpPr>
            <a:spLocks noGrp="1"/>
          </p:cNvSpPr>
          <p:nvPr>
            <p:ph idx="1"/>
          </p:nvPr>
        </p:nvSpPr>
        <p:spPr>
          <a:xfrm>
            <a:off x="609600" y="1297522"/>
            <a:ext cx="5715000" cy="4937760"/>
          </a:xfrm>
        </p:spPr>
        <p:txBody>
          <a:bodyPr>
            <a:normAutofit fontScale="92500" lnSpcReduction="10000"/>
          </a:bodyPr>
          <a:lstStyle/>
          <a:p>
            <a:r>
              <a:rPr lang="en-US" sz="2800" dirty="0"/>
              <a:t>Cortex-M uses </a:t>
            </a:r>
            <a:r>
              <a:rPr lang="en-US" sz="2800" b="1" i="1" dirty="0">
                <a:solidFill>
                  <a:srgbClr val="C00000"/>
                </a:solidFill>
              </a:rPr>
              <a:t>full descending stack</a:t>
            </a:r>
          </a:p>
          <a:p>
            <a:r>
              <a:rPr lang="en-US" sz="2800" dirty="0"/>
              <a:t>Example: </a:t>
            </a:r>
          </a:p>
          <a:p>
            <a:pPr marL="0" indent="0">
              <a:buNone/>
            </a:pPr>
            <a:r>
              <a:rPr lang="en-US" sz="2800" b="1" i="1" dirty="0">
                <a:solidFill>
                  <a:srgbClr val="C00000"/>
                </a:solidFill>
                <a:latin typeface="Consolas" panose="020B0609020204030204" pitchFamily="49" charset="0"/>
                <a:cs typeface="Consolas" panose="020B0609020204030204" pitchFamily="49" charset="0"/>
              </a:rPr>
              <a:t>     </a:t>
            </a:r>
            <a:r>
              <a:rPr lang="en-US" sz="2800" b="1" dirty="0">
                <a:solidFill>
                  <a:srgbClr val="C00000"/>
                </a:solidFill>
                <a:latin typeface="Consolas" panose="020B0609020204030204" pitchFamily="49" charset="0"/>
                <a:cs typeface="Consolas" panose="020B0609020204030204" pitchFamily="49" charset="0"/>
              </a:rPr>
              <a:t>PUSH/POP {r0,r6,r3}</a:t>
            </a:r>
          </a:p>
          <a:p>
            <a:r>
              <a:rPr lang="en-GB" sz="2800" dirty="0">
                <a:cs typeface="Courier New" pitchFamily="49" charset="0"/>
              </a:rPr>
              <a:t>Stack pointer (SP, aka </a:t>
            </a:r>
            <a:r>
              <a:rPr lang="en-GB" sz="2800" dirty="0">
                <a:latin typeface="Consolas" panose="020B0609020204030204" pitchFamily="49" charset="0"/>
                <a:cs typeface="Consolas" panose="020B0609020204030204" pitchFamily="49" charset="0"/>
              </a:rPr>
              <a:t>R13</a:t>
            </a:r>
            <a:r>
              <a:rPr lang="en-GB" sz="2800" dirty="0">
                <a:cs typeface="Courier New" pitchFamily="49" charset="0"/>
              </a:rPr>
              <a:t>)</a:t>
            </a:r>
          </a:p>
          <a:p>
            <a:pPr lvl="1"/>
            <a:r>
              <a:rPr lang="en-GB" sz="2400" dirty="0">
                <a:cs typeface="Courier New" pitchFamily="49" charset="0"/>
              </a:rPr>
              <a:t>decremented on </a:t>
            </a:r>
            <a:r>
              <a:rPr lang="en-GB" sz="2400" b="1" dirty="0">
                <a:solidFill>
                  <a:srgbClr val="C00000"/>
                </a:solidFill>
                <a:cs typeface="Courier New" pitchFamily="49" charset="0"/>
              </a:rPr>
              <a:t>PUSH</a:t>
            </a:r>
          </a:p>
          <a:p>
            <a:pPr lvl="2"/>
            <a:r>
              <a:rPr lang="en-GB" sz="2100" b="1" dirty="0">
                <a:solidFill>
                  <a:srgbClr val="3333FF"/>
                </a:solidFill>
                <a:cs typeface="Courier New" pitchFamily="49" charset="0"/>
              </a:rPr>
              <a:t>SP = SP – 4 * # of registers</a:t>
            </a:r>
          </a:p>
          <a:p>
            <a:pPr lvl="2"/>
            <a:endParaRPr lang="en-GB" sz="2100" b="1" dirty="0">
              <a:solidFill>
                <a:srgbClr val="3333FF"/>
              </a:solidFill>
              <a:cs typeface="Courier New" pitchFamily="49" charset="0"/>
            </a:endParaRPr>
          </a:p>
          <a:p>
            <a:pPr lvl="1"/>
            <a:r>
              <a:rPr lang="en-GB" sz="2400" dirty="0">
                <a:cs typeface="Courier New" pitchFamily="49" charset="0"/>
              </a:rPr>
              <a:t>incremented on </a:t>
            </a:r>
            <a:r>
              <a:rPr lang="en-GB" sz="2400" b="1" dirty="0">
                <a:solidFill>
                  <a:srgbClr val="C00000"/>
                </a:solidFill>
                <a:cs typeface="Courier New" pitchFamily="49" charset="0"/>
              </a:rPr>
              <a:t>POP</a:t>
            </a:r>
          </a:p>
          <a:p>
            <a:pPr lvl="2"/>
            <a:r>
              <a:rPr lang="en-GB" sz="2100" b="1" dirty="0">
                <a:solidFill>
                  <a:srgbClr val="3333FF"/>
                </a:solidFill>
                <a:cs typeface="Courier New" pitchFamily="49" charset="0"/>
              </a:rPr>
              <a:t>SP = SP + 4 * # of registers</a:t>
            </a:r>
          </a:p>
          <a:p>
            <a:pPr lvl="2"/>
            <a:endParaRPr lang="en-GB" sz="2100" b="1" dirty="0">
              <a:solidFill>
                <a:srgbClr val="3333FF"/>
              </a:solidFill>
              <a:cs typeface="Courier New" pitchFamily="49" charset="0"/>
            </a:endParaRPr>
          </a:p>
          <a:p>
            <a:pPr lvl="1"/>
            <a:r>
              <a:rPr lang="en-GB" dirty="0"/>
              <a:t>SP starts at </a:t>
            </a:r>
            <a:r>
              <a:rPr lang="en-GB" b="1" dirty="0">
                <a:solidFill>
                  <a:srgbClr val="C00000"/>
                </a:solidFill>
                <a:latin typeface="Consolas" panose="020B0609020204030204" pitchFamily="49" charset="0"/>
                <a:cs typeface="Consolas" panose="020B0609020204030204" pitchFamily="49" charset="0"/>
              </a:rPr>
              <a:t>0x20000200</a:t>
            </a:r>
            <a:r>
              <a:rPr lang="en-GB" dirty="0">
                <a:solidFill>
                  <a:srgbClr val="C00000"/>
                </a:solidFill>
              </a:rPr>
              <a:t> </a:t>
            </a:r>
            <a:r>
              <a:rPr lang="en-GB" dirty="0"/>
              <a:t>for STM32-Discovery by default (can be changed in </a:t>
            </a:r>
            <a:r>
              <a:rPr lang="en-GB" dirty="0" err="1"/>
              <a:t>startup.s</a:t>
            </a:r>
            <a:r>
              <a:rPr lang="en-GB" dirty="0"/>
              <a:t>)</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8" name="Picture 7"/>
          <p:cNvPicPr>
            <a:picLocks noChangeAspect="1"/>
          </p:cNvPicPr>
          <p:nvPr/>
        </p:nvPicPr>
        <p:blipFill>
          <a:blip r:embed="rId3"/>
          <a:stretch>
            <a:fillRect/>
          </a:stretch>
        </p:blipFill>
        <p:spPr>
          <a:xfrm>
            <a:off x="6762830" y="1219200"/>
            <a:ext cx="3447970" cy="5123206"/>
          </a:xfrm>
          <a:prstGeom prst="rect">
            <a:avLst/>
          </a:prstGeom>
        </p:spPr>
      </p:pic>
    </p:spTree>
    <p:extLst>
      <p:ext uri="{BB962C8B-B14F-4D97-AF65-F5344CB8AC3E}">
        <p14:creationId xmlns:p14="http://schemas.microsoft.com/office/powerpoint/2010/main" val="33677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Addressing Modes for Load/Store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8</a:t>
            </a:fld>
            <a:endParaRPr lang="en-US"/>
          </a:p>
        </p:txBody>
      </p:sp>
      <p:sp>
        <p:nvSpPr>
          <p:cNvPr id="4" name="Content Placeholder 3"/>
          <p:cNvSpPr>
            <a:spLocks noGrp="1"/>
          </p:cNvSpPr>
          <p:nvPr>
            <p:ph sz="quarter" idx="1"/>
          </p:nvPr>
        </p:nvSpPr>
        <p:spPr/>
        <p:txBody>
          <a:bodyPr/>
          <a:lstStyle/>
          <a:p>
            <a:pPr marL="0" indent="0" algn="ctr">
              <a:buNone/>
            </a:pPr>
            <a:r>
              <a:rPr lang="en-US" sz="2000" dirty="0" err="1">
                <a:solidFill>
                  <a:srgbClr val="FF0000"/>
                </a:solidFill>
                <a:latin typeface="Consolas" panose="020B0609020204030204" pitchFamily="49" charset="0"/>
                <a:cs typeface="Consolas" panose="020B0609020204030204" pitchFamily="49" charset="0"/>
              </a:rPr>
              <a:t>STMxx</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rn</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register_list</a:t>
            </a:r>
            <a:r>
              <a:rPr lang="en-US" sz="2000" dirty="0">
                <a:solidFill>
                  <a:srgbClr val="FF0000"/>
                </a:solidFill>
                <a:latin typeface="Consolas" panose="020B0609020204030204" pitchFamily="49" charset="0"/>
                <a:cs typeface="Consolas" panose="020B0609020204030204" pitchFamily="49" charset="0"/>
              </a:rPr>
              <a:t>}</a:t>
            </a:r>
          </a:p>
          <a:p>
            <a:pPr marL="0" indent="0" algn="ctr">
              <a:buNone/>
            </a:pPr>
            <a:r>
              <a:rPr lang="en-US" sz="2000" dirty="0" err="1">
                <a:solidFill>
                  <a:srgbClr val="FF0000"/>
                </a:solidFill>
                <a:latin typeface="Consolas" panose="020B0609020204030204" pitchFamily="49" charset="0"/>
                <a:cs typeface="Consolas" panose="020B0609020204030204" pitchFamily="49" charset="0"/>
              </a:rPr>
              <a:t>LDMxx</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rn</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register_list</a:t>
            </a:r>
            <a:r>
              <a:rPr lang="en-US" sz="2000" dirty="0">
                <a:solidFill>
                  <a:srgbClr val="FF0000"/>
                </a:solidFill>
                <a:latin typeface="Consolas" panose="020B0609020204030204" pitchFamily="49" charset="0"/>
                <a:cs typeface="Consolas" panose="020B0609020204030204" pitchFamily="49" charset="0"/>
              </a:rPr>
              <a:t>}</a:t>
            </a:r>
          </a:p>
          <a:p>
            <a:r>
              <a:rPr lang="en-US" sz="2000" dirty="0"/>
              <a:t>xx = IA, IB, DA, or DB</a:t>
            </a:r>
          </a:p>
        </p:txBody>
      </p:sp>
      <p:graphicFrame>
        <p:nvGraphicFramePr>
          <p:cNvPr id="5" name="Table 4"/>
          <p:cNvGraphicFramePr>
            <a:graphicFrameLocks noGrp="1"/>
          </p:cNvGraphicFramePr>
          <p:nvPr/>
        </p:nvGraphicFramePr>
        <p:xfrm>
          <a:off x="2136648" y="2517843"/>
          <a:ext cx="7931912" cy="1931620"/>
        </p:xfrm>
        <a:graphic>
          <a:graphicData uri="http://schemas.openxmlformats.org/drawingml/2006/table">
            <a:tbl>
              <a:tblPr firstRow="1" bandRow="1">
                <a:tableStyleId>{5C22544A-7EE6-4342-B048-85BDC9FD1C3A}</a:tableStyleId>
              </a:tblPr>
              <a:tblGrid>
                <a:gridCol w="2653342">
                  <a:extLst>
                    <a:ext uri="{9D8B030D-6E8A-4147-A177-3AD203B41FA5}">
                      <a16:colId xmlns:a16="http://schemas.microsoft.com/office/drawing/2014/main" val="20000"/>
                    </a:ext>
                  </a:extLst>
                </a:gridCol>
                <a:gridCol w="2468805">
                  <a:extLst>
                    <a:ext uri="{9D8B030D-6E8A-4147-A177-3AD203B41FA5}">
                      <a16:colId xmlns:a16="http://schemas.microsoft.com/office/drawing/2014/main" val="20001"/>
                    </a:ext>
                  </a:extLst>
                </a:gridCol>
                <a:gridCol w="2809765">
                  <a:extLst>
                    <a:ext uri="{9D8B030D-6E8A-4147-A177-3AD203B41FA5}">
                      <a16:colId xmlns:a16="http://schemas.microsoft.com/office/drawing/2014/main" val="20002"/>
                    </a:ext>
                  </a:extLst>
                </a:gridCol>
              </a:tblGrid>
              <a:tr h="386324">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Addressing Modes</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tc>
                  <a:txBody>
                    <a:bodyPr/>
                    <a:lstStyle/>
                    <a:p>
                      <a:pPr marL="0" marR="0" algn="just">
                        <a:spcBef>
                          <a:spcPts val="0"/>
                        </a:spcBef>
                        <a:spcAft>
                          <a:spcPts val="0"/>
                        </a:spcAft>
                      </a:pPr>
                      <a:r>
                        <a:rPr lang="en-US" sz="2000">
                          <a:effectLst/>
                          <a:latin typeface="Consolas" panose="020B0609020204030204" pitchFamily="49" charset="0"/>
                          <a:cs typeface="Consolas" panose="020B0609020204030204" pitchFamily="49" charset="0"/>
                        </a:rPr>
                        <a:t>Description</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tc>
                  <a:txBody>
                    <a:bodyPr/>
                    <a:lstStyle/>
                    <a:p>
                      <a:pPr marL="0" marR="0" algn="just">
                        <a:spcBef>
                          <a:spcPts val="0"/>
                        </a:spcBef>
                        <a:spcAft>
                          <a:spcPts val="0"/>
                        </a:spcAft>
                      </a:pPr>
                      <a:r>
                        <a:rPr lang="en-US" sz="2000">
                          <a:effectLst/>
                          <a:latin typeface="Consolas" panose="020B0609020204030204" pitchFamily="49" charset="0"/>
                          <a:cs typeface="Consolas" panose="020B0609020204030204" pitchFamily="49" charset="0"/>
                        </a:rPr>
                        <a:t>Instructions</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extLst>
                  <a:ext uri="{0D108BD9-81ED-4DB2-BD59-A6C34878D82A}">
                    <a16:rowId xmlns:a16="http://schemas.microsoft.com/office/drawing/2014/main" val="10000"/>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IA</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ncrement </a:t>
                      </a:r>
                      <a:r>
                        <a:rPr lang="en-US" sz="2000" b="1" dirty="0">
                          <a:solidFill>
                            <a:srgbClr val="0041FF"/>
                          </a:solidFill>
                          <a:effectLst/>
                          <a:latin typeface="Consolas" panose="020B0609020204030204" pitchFamily="49" charset="0"/>
                          <a:cs typeface="Consolas" panose="020B0609020204030204" pitchFamily="49" charset="0"/>
                        </a:rPr>
                        <a:t>A</a:t>
                      </a:r>
                      <a:r>
                        <a:rPr lang="en-US" sz="2000" dirty="0">
                          <a:effectLst/>
                          <a:latin typeface="Consolas" panose="020B0609020204030204" pitchFamily="49" charset="0"/>
                          <a:cs typeface="Consolas" panose="020B0609020204030204" pitchFamily="49" charset="0"/>
                        </a:rPr>
                        <a:t>fter</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STMIA, LDMIA</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IB</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ncrement </a:t>
                      </a:r>
                      <a:r>
                        <a:rPr lang="en-US" sz="2000" b="1" dirty="0">
                          <a:solidFill>
                            <a:srgbClr val="0041FF"/>
                          </a:solidFill>
                          <a:effectLst/>
                          <a:latin typeface="Consolas" panose="020B0609020204030204" pitchFamily="49" charset="0"/>
                          <a:cs typeface="Consolas" panose="020B0609020204030204" pitchFamily="49" charset="0"/>
                        </a:rPr>
                        <a:t>B</a:t>
                      </a:r>
                      <a:r>
                        <a:rPr lang="en-US" sz="2000" dirty="0">
                          <a:effectLst/>
                          <a:latin typeface="Consolas" panose="020B0609020204030204" pitchFamily="49" charset="0"/>
                          <a:cs typeface="Consolas" panose="020B0609020204030204" pitchFamily="49" charset="0"/>
                        </a:rPr>
                        <a:t>efore</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STMIB, LDMIB</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DA</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D</a:t>
                      </a:r>
                      <a:r>
                        <a:rPr lang="en-US" sz="2000" dirty="0">
                          <a:effectLst/>
                          <a:latin typeface="Consolas" panose="020B0609020204030204" pitchFamily="49" charset="0"/>
                          <a:cs typeface="Consolas" panose="020B0609020204030204" pitchFamily="49" charset="0"/>
                        </a:rPr>
                        <a:t>ecrement </a:t>
                      </a:r>
                      <a:r>
                        <a:rPr lang="en-US" sz="2000" b="1" dirty="0">
                          <a:solidFill>
                            <a:srgbClr val="0041FF"/>
                          </a:solidFill>
                          <a:effectLst/>
                          <a:latin typeface="Consolas" panose="020B0609020204030204" pitchFamily="49" charset="0"/>
                          <a:cs typeface="Consolas" panose="020B0609020204030204" pitchFamily="49" charset="0"/>
                        </a:rPr>
                        <a:t>A</a:t>
                      </a:r>
                      <a:r>
                        <a:rPr lang="en-US" sz="2000" dirty="0">
                          <a:effectLst/>
                          <a:latin typeface="Consolas" panose="020B0609020204030204" pitchFamily="49" charset="0"/>
                          <a:cs typeface="Consolas" panose="020B0609020204030204" pitchFamily="49" charset="0"/>
                        </a:rPr>
                        <a:t>fter</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a:effectLst/>
                          <a:latin typeface="Consolas" panose="020B0609020204030204" pitchFamily="49" charset="0"/>
                          <a:cs typeface="Consolas" panose="020B0609020204030204" pitchFamily="49" charset="0"/>
                        </a:rPr>
                        <a:t>STMDA, LDMDA</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386324">
                <a:tc>
                  <a:txBody>
                    <a:bodyPr/>
                    <a:lstStyle/>
                    <a:p>
                      <a:pPr marL="0" marR="0" algn="ctr">
                        <a:spcBef>
                          <a:spcPts val="0"/>
                        </a:spcBef>
                        <a:spcAft>
                          <a:spcPts val="0"/>
                        </a:spcAft>
                      </a:pPr>
                      <a:r>
                        <a:rPr lang="en-US" sz="2000" b="1" dirty="0">
                          <a:solidFill>
                            <a:srgbClr val="C00000"/>
                          </a:solidFill>
                          <a:effectLst/>
                          <a:latin typeface="Consolas" panose="020B0609020204030204" pitchFamily="49" charset="0"/>
                          <a:cs typeface="Consolas" panose="020B0609020204030204" pitchFamily="49" charset="0"/>
                        </a:rPr>
                        <a:t>DB</a:t>
                      </a:r>
                      <a:endParaRPr lang="en-US" sz="2000" b="1" dirty="0">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D</a:t>
                      </a:r>
                      <a:r>
                        <a:rPr lang="en-US" sz="2000" dirty="0">
                          <a:effectLst/>
                          <a:latin typeface="Consolas" panose="020B0609020204030204" pitchFamily="49" charset="0"/>
                          <a:cs typeface="Consolas" panose="020B0609020204030204" pitchFamily="49" charset="0"/>
                        </a:rPr>
                        <a:t>ecrement </a:t>
                      </a:r>
                      <a:r>
                        <a:rPr lang="en-US" sz="2000" b="1" dirty="0">
                          <a:solidFill>
                            <a:srgbClr val="0041FF"/>
                          </a:solidFill>
                          <a:effectLst/>
                          <a:latin typeface="Consolas" panose="020B0609020204030204" pitchFamily="49" charset="0"/>
                          <a:cs typeface="Consolas" panose="020B0609020204030204" pitchFamily="49" charset="0"/>
                        </a:rPr>
                        <a:t>B</a:t>
                      </a:r>
                      <a:r>
                        <a:rPr lang="en-US" sz="2000" dirty="0">
                          <a:effectLst/>
                          <a:latin typeface="Consolas" panose="020B0609020204030204" pitchFamily="49" charset="0"/>
                          <a:cs typeface="Consolas" panose="020B0609020204030204" pitchFamily="49" charset="0"/>
                        </a:rPr>
                        <a:t>efore</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STMDB, LDMDB</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6" name="Rectangle 5"/>
          <p:cNvSpPr/>
          <p:nvPr/>
        </p:nvSpPr>
        <p:spPr>
          <a:xfrm>
            <a:off x="2136648" y="4648856"/>
            <a:ext cx="8244114" cy="1508105"/>
          </a:xfrm>
          <a:prstGeom prst="rect">
            <a:avLst/>
          </a:prstGeom>
        </p:spPr>
        <p:txBody>
          <a:bodyPr wrap="square">
            <a:spAutoFit/>
          </a:bodyPr>
          <a:lstStyle/>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IA</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incremented by 4 after a word is loaded or stored. </a:t>
            </a:r>
          </a:p>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IB</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incremented by 4 before a word is loaded or stored.</a:t>
            </a:r>
          </a:p>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DA</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decremented by 4 after a word is loaded or stored.</a:t>
            </a:r>
          </a:p>
          <a:p>
            <a:pPr marL="342900" indent="-342900">
              <a:lnSpc>
                <a:spcPct val="115000"/>
              </a:lnSpc>
              <a:spcBef>
                <a:spcPts val="0"/>
              </a:spcBef>
              <a:spcAft>
                <a:spcPts val="100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DB</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decremented by 4 before a word is loaded or stored.</a:t>
            </a:r>
          </a:p>
        </p:txBody>
      </p:sp>
      <p:sp>
        <p:nvSpPr>
          <p:cNvPr id="7" name="Horizontal Scroll 14">
            <a:extLst>
              <a:ext uri="{FF2B5EF4-FFF2-40B4-BE49-F238E27FC236}">
                <a16:creationId xmlns:a16="http://schemas.microsoft.com/office/drawing/2014/main" id="{26D2F136-F718-3833-A2CD-BB3ECE4A1E06}"/>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23148665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9</a:t>
            </a:fld>
            <a:endParaRPr lang="en-US"/>
          </a:p>
        </p:txBody>
      </p:sp>
      <p:sp>
        <p:nvSpPr>
          <p:cNvPr id="4" name="Content Placeholder 3"/>
          <p:cNvSpPr>
            <a:spLocks noGrp="1"/>
          </p:cNvSpPr>
          <p:nvPr>
            <p:ph sz="quarter" idx="1"/>
          </p:nvPr>
        </p:nvSpPr>
        <p:spPr/>
        <p:txBody>
          <a:bodyPr/>
          <a:lstStyle/>
          <a:p>
            <a:r>
              <a:rPr lang="en-US" dirty="0"/>
              <a:t>The following are synonyms.</a:t>
            </a:r>
          </a:p>
          <a:p>
            <a:pPr lvl="1"/>
            <a:r>
              <a:rPr lang="en-US" b="1" dirty="0">
                <a:latin typeface="Consolas" panose="020B0609020204030204" pitchFamily="49" charset="0"/>
                <a:cs typeface="Consolas" panose="020B0609020204030204" pitchFamily="49" charset="0"/>
              </a:rPr>
              <a:t>STM</a:t>
            </a:r>
            <a:r>
              <a:rPr lang="en-US" dirty="0"/>
              <a:t> = </a:t>
            </a:r>
            <a:r>
              <a:rPr lang="en-US" b="1" dirty="0">
                <a:latin typeface="Consolas" panose="020B0609020204030204" pitchFamily="49" charset="0"/>
                <a:cs typeface="Consolas" panose="020B0609020204030204" pitchFamily="49" charset="0"/>
              </a:rPr>
              <a:t>STM</a:t>
            </a:r>
            <a:r>
              <a:rPr lang="en-US" b="1" dirty="0">
                <a:solidFill>
                  <a:schemeClr val="bg2"/>
                </a:solidFill>
                <a:latin typeface="Consolas" panose="020B0609020204030204" pitchFamily="49" charset="0"/>
                <a:cs typeface="Consolas" panose="020B0609020204030204" pitchFamily="49" charset="0"/>
              </a:rPr>
              <a:t>IA</a:t>
            </a:r>
            <a:r>
              <a:rPr lang="en-US" dirty="0"/>
              <a:t> (Increment After) = </a:t>
            </a:r>
            <a:r>
              <a:rPr lang="en-US" b="1" dirty="0">
                <a:latin typeface="Consolas" panose="020B0609020204030204" pitchFamily="49" charset="0"/>
                <a:cs typeface="Consolas" panose="020B0609020204030204" pitchFamily="49" charset="0"/>
              </a:rPr>
              <a:t>STM</a:t>
            </a:r>
            <a:r>
              <a:rPr lang="en-US" b="1" dirty="0">
                <a:solidFill>
                  <a:schemeClr val="bg2"/>
                </a:solidFill>
                <a:latin typeface="Consolas" panose="020B0609020204030204" pitchFamily="49" charset="0"/>
                <a:cs typeface="Consolas" panose="020B0609020204030204" pitchFamily="49" charset="0"/>
              </a:rPr>
              <a:t>EA</a:t>
            </a:r>
            <a:r>
              <a:rPr lang="en-US" dirty="0"/>
              <a:t> (Empty Ascending)</a:t>
            </a:r>
          </a:p>
          <a:p>
            <a:pPr lvl="1"/>
            <a:r>
              <a:rPr lang="en-US" b="1" dirty="0">
                <a:latin typeface="Consolas" panose="020B0609020204030204" pitchFamily="49" charset="0"/>
                <a:cs typeface="Consolas" panose="020B0609020204030204" pitchFamily="49" charset="0"/>
              </a:rPr>
              <a:t>LDM</a:t>
            </a:r>
            <a:r>
              <a:rPr lang="en-US" dirty="0"/>
              <a:t> = </a:t>
            </a:r>
            <a:r>
              <a:rPr lang="en-US" b="1" dirty="0">
                <a:latin typeface="Consolas" panose="020B0609020204030204" pitchFamily="49" charset="0"/>
                <a:cs typeface="Consolas" panose="020B0609020204030204" pitchFamily="49" charset="0"/>
              </a:rPr>
              <a:t>LDM</a:t>
            </a:r>
            <a:r>
              <a:rPr lang="en-US" b="1" dirty="0">
                <a:solidFill>
                  <a:schemeClr val="bg2"/>
                </a:solidFill>
                <a:latin typeface="Consolas" panose="020B0609020204030204" pitchFamily="49" charset="0"/>
                <a:cs typeface="Consolas" panose="020B0609020204030204" pitchFamily="49" charset="0"/>
              </a:rPr>
              <a:t>IA</a:t>
            </a:r>
            <a:r>
              <a:rPr lang="en-US" dirty="0"/>
              <a:t> (Increment After) = </a:t>
            </a:r>
            <a:r>
              <a:rPr lang="en-US" b="1" dirty="0">
                <a:latin typeface="Consolas" panose="020B0609020204030204" pitchFamily="49" charset="0"/>
                <a:cs typeface="Consolas" panose="020B0609020204030204" pitchFamily="49" charset="0"/>
              </a:rPr>
              <a:t>LDM</a:t>
            </a:r>
            <a:r>
              <a:rPr lang="en-US" b="1" dirty="0">
                <a:solidFill>
                  <a:schemeClr val="bg2"/>
                </a:solidFill>
                <a:latin typeface="Consolas" panose="020B0609020204030204" pitchFamily="49" charset="0"/>
                <a:cs typeface="Consolas" panose="020B0609020204030204" pitchFamily="49" charset="0"/>
              </a:rPr>
              <a:t>FD</a:t>
            </a:r>
            <a:r>
              <a:rPr lang="en-US" dirty="0"/>
              <a:t> (Full Descending)</a:t>
            </a:r>
          </a:p>
          <a:p>
            <a:pPr lvl="1"/>
            <a:endParaRPr lang="en-US" dirty="0"/>
          </a:p>
          <a:p>
            <a:r>
              <a:rPr lang="en-US" dirty="0"/>
              <a:t>The order in which registers are listed does not matter</a:t>
            </a:r>
          </a:p>
          <a:p>
            <a:pPr lvl="1"/>
            <a:r>
              <a:rPr lang="en-US" dirty="0"/>
              <a:t>For STM/LDM, the lowest-numbered register is stored/loaded at the lowest memory address.</a:t>
            </a:r>
          </a:p>
        </p:txBody>
      </p:sp>
      <p:sp>
        <p:nvSpPr>
          <p:cNvPr id="5" name="Horizontal Scroll 14">
            <a:extLst>
              <a:ext uri="{FF2B5EF4-FFF2-40B4-BE49-F238E27FC236}">
                <a16:creationId xmlns:a16="http://schemas.microsoft.com/office/drawing/2014/main" id="{D4B069DF-A24E-AB5D-CBA9-C41323BF7274}"/>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41750520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10</a:t>
            </a:fld>
            <a:endParaRPr lang="en-US"/>
          </a:p>
        </p:txBody>
      </p:sp>
      <p:pic>
        <p:nvPicPr>
          <p:cNvPr id="5" name="Picture 4"/>
          <p:cNvPicPr>
            <a:picLocks noChangeAspect="1"/>
          </p:cNvPicPr>
          <p:nvPr/>
        </p:nvPicPr>
        <p:blipFill>
          <a:blip r:embed="rId2"/>
          <a:stretch>
            <a:fillRect/>
          </a:stretch>
        </p:blipFill>
        <p:spPr>
          <a:xfrm>
            <a:off x="1629750" y="1340460"/>
            <a:ext cx="8932501" cy="4612501"/>
          </a:xfrm>
          <a:prstGeom prst="rect">
            <a:avLst/>
          </a:prstGeom>
        </p:spPr>
      </p:pic>
      <p:sp>
        <p:nvSpPr>
          <p:cNvPr id="4" name="Horizontal Scroll 14">
            <a:extLst>
              <a:ext uri="{FF2B5EF4-FFF2-40B4-BE49-F238E27FC236}">
                <a16:creationId xmlns:a16="http://schemas.microsoft.com/office/drawing/2014/main" id="{579A7A8A-9B6B-4A04-723A-7E4199A0649A}"/>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620255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11</a:t>
            </a:fld>
            <a:endParaRPr lang="en-US"/>
          </a:p>
        </p:txBody>
      </p:sp>
      <p:pic>
        <p:nvPicPr>
          <p:cNvPr id="6" name="Picture 5"/>
          <p:cNvPicPr>
            <a:picLocks noChangeAspect="1"/>
          </p:cNvPicPr>
          <p:nvPr/>
        </p:nvPicPr>
        <p:blipFill>
          <a:blip r:embed="rId2"/>
          <a:stretch>
            <a:fillRect/>
          </a:stretch>
        </p:blipFill>
        <p:spPr>
          <a:xfrm>
            <a:off x="1644264" y="1331919"/>
            <a:ext cx="8932501" cy="4803751"/>
          </a:xfrm>
          <a:prstGeom prst="rect">
            <a:avLst/>
          </a:prstGeom>
        </p:spPr>
      </p:pic>
      <p:sp>
        <p:nvSpPr>
          <p:cNvPr id="4" name="Horizontal Scroll 14">
            <a:extLst>
              <a:ext uri="{FF2B5EF4-FFF2-40B4-BE49-F238E27FC236}">
                <a16:creationId xmlns:a16="http://schemas.microsoft.com/office/drawing/2014/main" id="{DB681039-4C30-8438-B403-17AE1BD3995D}"/>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468211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Full Descending Stack</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pic>
        <p:nvPicPr>
          <p:cNvPr id="4" name="Picture 3"/>
          <p:cNvPicPr>
            <a:picLocks noChangeAspect="1"/>
          </p:cNvPicPr>
          <p:nvPr/>
        </p:nvPicPr>
        <p:blipFill>
          <a:blip r:embed="rId2"/>
          <a:stretch>
            <a:fillRect/>
          </a:stretch>
        </p:blipFill>
        <p:spPr>
          <a:xfrm>
            <a:off x="2514600" y="1420874"/>
            <a:ext cx="7592592" cy="4681442"/>
          </a:xfrm>
          <a:prstGeom prst="rect">
            <a:avLst/>
          </a:prstGeom>
        </p:spPr>
      </p:pic>
    </p:spTree>
    <p:extLst>
      <p:ext uri="{BB962C8B-B14F-4D97-AF65-F5344CB8AC3E}">
        <p14:creationId xmlns:p14="http://schemas.microsoft.com/office/powerpoint/2010/main" val="2573088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Implementation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13</a:t>
            </a:fld>
            <a:endParaRPr kumimoji="0" lang="en-US" dirty="0"/>
          </a:p>
        </p:txBody>
      </p:sp>
      <p:graphicFrame>
        <p:nvGraphicFramePr>
          <p:cNvPr id="5" name="Content Placeholder 4"/>
          <p:cNvGraphicFramePr>
            <a:graphicFrameLocks noGrp="1"/>
          </p:cNvGraphicFramePr>
          <p:nvPr>
            <p:ph sz="quarter" idx="1"/>
            <p:extLst>
              <p:ext uri="{D42A27DB-BD31-4B8C-83A1-F6EECF244321}">
                <p14:modId xmlns:p14="http://schemas.microsoft.com/office/powerpoint/2010/main" val="3382845939"/>
              </p:ext>
            </p:extLst>
          </p:nvPr>
        </p:nvGraphicFramePr>
        <p:xfrm>
          <a:off x="609600" y="1371600"/>
          <a:ext cx="10972800" cy="4871720"/>
        </p:xfrm>
        <a:graphic>
          <a:graphicData uri="http://schemas.openxmlformats.org/drawingml/2006/table">
            <a:tbl>
              <a:tblPr firstRow="1" firstCol="1" bandRow="1">
                <a:tableStyleId>{5C22544A-7EE6-4342-B048-85BDC9FD1C3A}</a:tableStyleId>
              </a:tblPr>
              <a:tblGrid>
                <a:gridCol w="2761987">
                  <a:extLst>
                    <a:ext uri="{9D8B030D-6E8A-4147-A177-3AD203B41FA5}">
                      <a16:colId xmlns:a16="http://schemas.microsoft.com/office/drawing/2014/main" val="20000"/>
                    </a:ext>
                  </a:extLst>
                </a:gridCol>
                <a:gridCol w="2058025">
                  <a:extLst>
                    <a:ext uri="{9D8B030D-6E8A-4147-A177-3AD203B41FA5}">
                      <a16:colId xmlns:a16="http://schemas.microsoft.com/office/drawing/2014/main" val="20001"/>
                    </a:ext>
                  </a:extLst>
                </a:gridCol>
                <a:gridCol w="2029216">
                  <a:extLst>
                    <a:ext uri="{9D8B030D-6E8A-4147-A177-3AD203B41FA5}">
                      <a16:colId xmlns:a16="http://schemas.microsoft.com/office/drawing/2014/main" val="20002"/>
                    </a:ext>
                  </a:extLst>
                </a:gridCol>
                <a:gridCol w="2061786">
                  <a:extLst>
                    <a:ext uri="{9D8B030D-6E8A-4147-A177-3AD203B41FA5}">
                      <a16:colId xmlns:a16="http://schemas.microsoft.com/office/drawing/2014/main" val="20003"/>
                    </a:ext>
                  </a:extLst>
                </a:gridCol>
                <a:gridCol w="2061786">
                  <a:extLst>
                    <a:ext uri="{9D8B030D-6E8A-4147-A177-3AD203B41FA5}">
                      <a16:colId xmlns:a16="http://schemas.microsoft.com/office/drawing/2014/main" val="20004"/>
                    </a:ext>
                  </a:extLst>
                </a:gridCol>
              </a:tblGrid>
              <a:tr h="533400">
                <a:tc rowSpan="2">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Stock Name</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gridSpan="2">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Push</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hMerge="1">
                  <a:txBody>
                    <a:bodyPr/>
                    <a:lstStyle/>
                    <a:p>
                      <a:endParaRPr lang="en-US"/>
                    </a:p>
                  </a:txBody>
                  <a:tcPr/>
                </a:tc>
                <a:tc gridSpan="2">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Pop</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hMerge="1">
                  <a:txBody>
                    <a:bodyPr/>
                    <a:lstStyle/>
                    <a:p>
                      <a:endParaRPr lang="en-US"/>
                    </a:p>
                  </a:txBody>
                  <a:tcPr/>
                </a:tc>
                <a:extLst>
                  <a:ext uri="{0D108BD9-81ED-4DB2-BD59-A6C34878D82A}">
                    <a16:rowId xmlns:a16="http://schemas.microsoft.com/office/drawing/2014/main" val="10000"/>
                  </a:ext>
                </a:extLst>
              </a:tr>
              <a:tr h="619760">
                <a:tc vMerge="1">
                  <a:txBody>
                    <a:bodyPr/>
                    <a:lstStyle/>
                    <a:p>
                      <a:endParaRPr lang="en-US"/>
                    </a:p>
                  </a:txBody>
                  <a:tcP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Equivalent</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Alternative</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Equivalent</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Alternative</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Full Descending(</a:t>
                      </a:r>
                      <a:r>
                        <a:rPr lang="en-US" sz="1800" dirty="0">
                          <a:solidFill>
                            <a:srgbClr val="FF0000"/>
                          </a:solidFill>
                          <a:effectLst/>
                          <a:latin typeface="Consolas" panose="020B0609020204030204" pitchFamily="49" charset="0"/>
                          <a:cs typeface="Consolas" panose="020B0609020204030204" pitchFamily="49" charset="0"/>
                        </a:rPr>
                        <a:t>FD</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STMFD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STMDB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LDMFD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LDMIA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Empty Descending(</a:t>
                      </a:r>
                      <a:r>
                        <a:rPr lang="en-US" sz="1800" dirty="0">
                          <a:solidFill>
                            <a:srgbClr val="FF0000"/>
                          </a:solidFill>
                          <a:effectLst/>
                          <a:latin typeface="Consolas" panose="020B0609020204030204" pitchFamily="49" charset="0"/>
                          <a:cs typeface="Consolas" panose="020B0609020204030204" pitchFamily="49" charset="0"/>
                        </a:rPr>
                        <a:t>ED</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STMED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STMDA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LDMED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LDMIB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Full Ascending(</a:t>
                      </a:r>
                      <a:r>
                        <a:rPr lang="en-US" sz="1800" dirty="0">
                          <a:solidFill>
                            <a:srgbClr val="FF0000"/>
                          </a:solidFill>
                          <a:effectLst/>
                          <a:latin typeface="Consolas" panose="020B0609020204030204" pitchFamily="49" charset="0"/>
                          <a:cs typeface="Consolas" panose="020B0609020204030204" pitchFamily="49" charset="0"/>
                        </a:rPr>
                        <a:t>FA</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STMFA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STMIB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LDMFA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LDMDA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Empty Ascending(</a:t>
                      </a:r>
                      <a:r>
                        <a:rPr lang="en-US" sz="1800" dirty="0">
                          <a:solidFill>
                            <a:srgbClr val="FF0000"/>
                          </a:solidFill>
                          <a:effectLst/>
                          <a:latin typeface="Consolas" panose="020B0609020204030204" pitchFamily="49" charset="0"/>
                          <a:cs typeface="Consolas" panose="020B0609020204030204" pitchFamily="49" charset="0"/>
                        </a:rPr>
                        <a:t>EA</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STMEA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STMIA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LDMEA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LDMDB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8104294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a:xfrm>
            <a:off x="609600" y="1308640"/>
            <a:ext cx="10972800" cy="3200400"/>
          </a:xfrm>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PUSH</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a:t>
            </a:r>
            <a:r>
              <a:rPr lang="en-GB" sz="2800" i="1" dirty="0">
                <a:latin typeface="Consolas" panose="020B0609020204030204" pitchFamily="49" charset="0"/>
                <a:cs typeface="Consolas" panose="020B0609020204030204" pitchFamily="49" charset="0"/>
              </a:rPr>
              <a:t>Rd</a:t>
            </a:r>
            <a:r>
              <a:rPr lang="en-GB" sz="2800" dirty="0">
                <a:latin typeface="Consolas" panose="020B0609020204030204" pitchFamily="49" charset="0"/>
                <a:cs typeface="Consolas" panose="020B0609020204030204" pitchFamily="49" charset="0"/>
              </a:rPr>
              <a:t>} == STMDB SP!, {Rd} == STMFD SP!, {Rd}  </a:t>
            </a:r>
          </a:p>
          <a:p>
            <a:pPr lvl="1"/>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 </a:t>
            </a:r>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-4   </a:t>
            </a:r>
            <a:r>
              <a:rPr lang="en-GB" sz="2400" dirty="0">
                <a:latin typeface="Cambria Math"/>
                <a:ea typeface="Cambria Math"/>
                <a:cs typeface="Consolas" panose="020B0609020204030204" pitchFamily="49" charset="0"/>
              </a:rPr>
              <a:t>⟶    descending stack</a:t>
            </a:r>
            <a:endParaRPr lang="en-GB" sz="2400" dirty="0">
              <a:latin typeface="Consolas" panose="020B0609020204030204" pitchFamily="49" charset="0"/>
              <a:cs typeface="Consolas" panose="020B0609020204030204" pitchFamily="49" charset="0"/>
            </a:endParaRPr>
          </a:p>
          <a:p>
            <a:pPr lvl="1"/>
            <a:r>
              <a:rPr lang="en-GB" sz="2400" dirty="0">
                <a:latin typeface="Consolas" panose="020B0609020204030204" pitchFamily="49" charset="0"/>
                <a:cs typeface="Consolas" panose="020B0609020204030204" pitchFamily="49" charset="0"/>
              </a:rPr>
              <a:t>(*SP) = </a:t>
            </a:r>
            <a:r>
              <a:rPr lang="en-GB" sz="2400" i="1" dirty="0">
                <a:latin typeface="Consolas" panose="020B0609020204030204" pitchFamily="49" charset="0"/>
                <a:cs typeface="Consolas" panose="020B0609020204030204" pitchFamily="49" charset="0"/>
              </a:rPr>
              <a:t>Rd</a:t>
            </a:r>
            <a:r>
              <a:rPr lang="en-GB" sz="2400" dirty="0">
                <a:latin typeface="Cambria Math"/>
                <a:ea typeface="Cambria Math"/>
                <a:cs typeface="Consolas" panose="020B0609020204030204" pitchFamily="49" charset="0"/>
              </a:rPr>
              <a:t>     ⟶    full stack</a:t>
            </a:r>
          </a:p>
          <a:p>
            <a:pPr marL="0" indent="0">
              <a:buNone/>
            </a:pPr>
            <a:endParaRPr lang="en-GB" sz="2700" i="1"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Push multiple registers</a:t>
            </a:r>
          </a:p>
          <a:p>
            <a:pPr marL="0" indent="0">
              <a:buNone/>
            </a:pPr>
            <a:endParaRPr lang="en-GB" sz="2800" dirty="0"/>
          </a:p>
          <a:p>
            <a:endParaRPr lang="en-GB" sz="2400" dirty="0"/>
          </a:p>
          <a:p>
            <a:pPr>
              <a:buNone/>
            </a:pPr>
            <a:endParaRPr lang="en-GB" dirty="0"/>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5" name="Rectangle 4"/>
          <p:cNvSpPr/>
          <p:nvPr/>
        </p:nvSpPr>
        <p:spPr>
          <a:xfrm>
            <a:off x="1143000" y="4251245"/>
            <a:ext cx="2830364"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PUSH {r1, r2, r3, r7}</a:t>
            </a:r>
          </a:p>
        </p:txBody>
      </p:sp>
      <p:sp>
        <p:nvSpPr>
          <p:cNvPr id="6" name="TextBox 5"/>
          <p:cNvSpPr txBox="1"/>
          <p:nvPr/>
        </p:nvSpPr>
        <p:spPr>
          <a:xfrm>
            <a:off x="5029200" y="3923147"/>
            <a:ext cx="1969129" cy="369332"/>
          </a:xfrm>
          <a:prstGeom prst="rect">
            <a:avLst/>
          </a:prstGeom>
          <a:noFill/>
        </p:spPr>
        <p:txBody>
          <a:bodyPr wrap="none" rtlCol="0">
            <a:spAutoFit/>
          </a:bodyPr>
          <a:lstStyle/>
          <a:p>
            <a:r>
              <a:rPr lang="en-US" i="1" dirty="0"/>
              <a:t>They are equivalent. </a:t>
            </a:r>
          </a:p>
        </p:txBody>
      </p:sp>
      <p:sp>
        <p:nvSpPr>
          <p:cNvPr id="8" name="Rectangle 7"/>
          <p:cNvSpPr/>
          <p:nvPr/>
        </p:nvSpPr>
        <p:spPr>
          <a:xfrm>
            <a:off x="8607817" y="3835747"/>
            <a:ext cx="1324402" cy="1200329"/>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{r7}</a:t>
            </a:r>
          </a:p>
          <a:p>
            <a:r>
              <a:rPr lang="en-GB" b="1" dirty="0">
                <a:solidFill>
                  <a:srgbClr val="FF0000"/>
                </a:solidFill>
                <a:latin typeface="Consolas" panose="020B0609020204030204" pitchFamily="49" charset="0"/>
                <a:cs typeface="Consolas" panose="020B0609020204030204" pitchFamily="49" charset="0"/>
              </a:rPr>
              <a:t>PUSH {r3}</a:t>
            </a:r>
          </a:p>
          <a:p>
            <a:r>
              <a:rPr lang="en-GB" b="1" dirty="0">
                <a:solidFill>
                  <a:srgbClr val="FF0000"/>
                </a:solidFill>
                <a:latin typeface="Consolas" panose="020B0609020204030204" pitchFamily="49" charset="0"/>
                <a:cs typeface="Consolas" panose="020B0609020204030204" pitchFamily="49" charset="0"/>
              </a:rPr>
              <a:t>PUSH {r2}</a:t>
            </a:r>
          </a:p>
          <a:p>
            <a:r>
              <a:rPr lang="en-GB" b="1" dirty="0">
                <a:solidFill>
                  <a:srgbClr val="FF0000"/>
                </a:solidFill>
                <a:latin typeface="Consolas" panose="020B0609020204030204" pitchFamily="49" charset="0"/>
                <a:cs typeface="Consolas" panose="020B0609020204030204" pitchFamily="49" charset="0"/>
              </a:rPr>
              <a:t>PUSH {r1}</a:t>
            </a:r>
          </a:p>
        </p:txBody>
      </p:sp>
      <p:sp>
        <p:nvSpPr>
          <p:cNvPr id="10" name="Rectangle 9"/>
          <p:cNvSpPr/>
          <p:nvPr/>
        </p:nvSpPr>
        <p:spPr>
          <a:xfrm>
            <a:off x="4744110" y="4251245"/>
            <a:ext cx="2844048"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{r7, r2, r3, r1}</a:t>
            </a:r>
          </a:p>
        </p:txBody>
      </p:sp>
      <p:sp>
        <p:nvSpPr>
          <p:cNvPr id="11" name="Left-Right Arrow 10"/>
          <p:cNvSpPr/>
          <p:nvPr/>
        </p:nvSpPr>
        <p:spPr>
          <a:xfrm>
            <a:off x="4120894" y="433697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7827231" y="433697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592826" y="5174755"/>
            <a:ext cx="10972800" cy="1015663"/>
          </a:xfrm>
          <a:prstGeom prst="rect">
            <a:avLst/>
          </a:prstGeom>
        </p:spPr>
        <p:txBody>
          <a:bodyPr wrap="square">
            <a:spAutoFit/>
          </a:bodyPr>
          <a:lstStyle/>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pushing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 </a:t>
            </a:r>
            <a:r>
              <a:rPr lang="en-US" sz="2000" dirty="0"/>
              <a:t>is stored to the lowest memory address, </a:t>
            </a:r>
            <a:r>
              <a:rPr lang="en-US" sz="2000" i="1" dirty="0"/>
              <a:t>i.e. </a:t>
            </a:r>
            <a:r>
              <a:rPr lang="en-US" sz="2000" dirty="0">
                <a:solidFill>
                  <a:srgbClr val="3333FF"/>
                </a:solidFill>
              </a:rPr>
              <a:t>is stored last</a:t>
            </a:r>
            <a:r>
              <a:rPr lang="en-US" sz="2000" dirty="0"/>
              <a:t>. </a:t>
            </a:r>
          </a:p>
        </p:txBody>
      </p:sp>
      <p:pic>
        <p:nvPicPr>
          <p:cNvPr id="15" name="Picture 14">
            <a:extLst>
              <a:ext uri="{FF2B5EF4-FFF2-40B4-BE49-F238E27FC236}">
                <a16:creationId xmlns:a16="http://schemas.microsoft.com/office/drawing/2014/main" id="{B793ED65-4325-3394-90AA-C2E15D2D782F}"/>
              </a:ext>
            </a:extLst>
          </p:cNvPr>
          <p:cNvPicPr>
            <a:picLocks noChangeAspect="1"/>
          </p:cNvPicPr>
          <p:nvPr/>
        </p:nvPicPr>
        <p:blipFill>
          <a:blip r:embed="rId3"/>
          <a:stretch>
            <a:fillRect/>
          </a:stretch>
        </p:blipFill>
        <p:spPr>
          <a:xfrm>
            <a:off x="10229856" y="82065"/>
            <a:ext cx="1777900" cy="4718535"/>
          </a:xfrm>
          <a:prstGeom prst="rect">
            <a:avLst/>
          </a:prstGeom>
        </p:spPr>
      </p:pic>
    </p:spTree>
    <p:extLst>
      <p:ext uri="{BB962C8B-B14F-4D97-AF65-F5344CB8AC3E}">
        <p14:creationId xmlns:p14="http://schemas.microsoft.com/office/powerpoint/2010/main" val="1120632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POP</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a:t>
            </a:r>
            <a:r>
              <a:rPr lang="en-GB" sz="2800" i="1" dirty="0">
                <a:latin typeface="Consolas" panose="020B0609020204030204" pitchFamily="49" charset="0"/>
                <a:cs typeface="Consolas" panose="020B0609020204030204" pitchFamily="49" charset="0"/>
              </a:rPr>
              <a:t>Rd</a:t>
            </a:r>
            <a:r>
              <a:rPr lang="en-GB" sz="2800" dirty="0">
                <a:latin typeface="Consolas" panose="020B0609020204030204" pitchFamily="49" charset="0"/>
                <a:cs typeface="Consolas" panose="020B0609020204030204" pitchFamily="49" charset="0"/>
              </a:rPr>
              <a:t>} == LDMIA SP!, {Rd} == LDMFD SP!, {Rd}</a:t>
            </a:r>
          </a:p>
          <a:p>
            <a:pPr lvl="1"/>
            <a:r>
              <a:rPr lang="en-GB" sz="2400" i="1" dirty="0">
                <a:latin typeface="Consolas" panose="020B0609020204030204" pitchFamily="49" charset="0"/>
                <a:cs typeface="Consolas" panose="020B0609020204030204" pitchFamily="49" charset="0"/>
              </a:rPr>
              <a:t>Rd </a:t>
            </a:r>
            <a:r>
              <a:rPr lang="en-GB" sz="2400" dirty="0">
                <a:latin typeface="Consolas" panose="020B0609020204030204" pitchFamily="49" charset="0"/>
                <a:cs typeface="Consolas" panose="020B0609020204030204" pitchFamily="49" charset="0"/>
              </a:rPr>
              <a:t>= (*</a:t>
            </a:r>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a:t>
            </a:r>
            <a:r>
              <a:rPr lang="en-GB" sz="2400" dirty="0">
                <a:latin typeface="Cambria Math"/>
                <a:ea typeface="Cambria Math"/>
                <a:cs typeface="Consolas" panose="020B0609020204030204" pitchFamily="49" charset="0"/>
              </a:rPr>
              <a:t>⟶    full stack</a:t>
            </a:r>
            <a:endParaRPr lang="en-GB" sz="2400" dirty="0">
              <a:latin typeface="Consolas" panose="020B0609020204030204" pitchFamily="49" charset="0"/>
              <a:cs typeface="Consolas" panose="020B0609020204030204" pitchFamily="49" charset="0"/>
            </a:endParaRPr>
          </a:p>
          <a:p>
            <a:pPr lvl="1"/>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 </a:t>
            </a:r>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+ 4   </a:t>
            </a:r>
            <a:r>
              <a:rPr lang="en-GB" sz="2400" dirty="0">
                <a:latin typeface="Cambria Math"/>
                <a:ea typeface="Cambria Math"/>
                <a:cs typeface="Consolas" panose="020B0609020204030204" pitchFamily="49" charset="0"/>
              </a:rPr>
              <a:t>⟶    Stack shrinks</a:t>
            </a:r>
          </a:p>
          <a:p>
            <a:pPr lvl="1"/>
            <a:endParaRPr lang="en-GB" sz="2700"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Pop multiple registers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5" name="Rectangle 4"/>
          <p:cNvSpPr/>
          <p:nvPr/>
        </p:nvSpPr>
        <p:spPr>
          <a:xfrm>
            <a:off x="4838700" y="4290683"/>
            <a:ext cx="2700843"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POP {r7, r3, r2, r1}</a:t>
            </a:r>
          </a:p>
        </p:txBody>
      </p:sp>
      <p:sp>
        <p:nvSpPr>
          <p:cNvPr id="7" name="TextBox 6"/>
          <p:cNvSpPr txBox="1"/>
          <p:nvPr/>
        </p:nvSpPr>
        <p:spPr>
          <a:xfrm>
            <a:off x="4992880" y="3875185"/>
            <a:ext cx="1969129" cy="369332"/>
          </a:xfrm>
          <a:prstGeom prst="rect">
            <a:avLst/>
          </a:prstGeom>
          <a:noFill/>
        </p:spPr>
        <p:txBody>
          <a:bodyPr wrap="none" rtlCol="0">
            <a:spAutoFit/>
          </a:bodyPr>
          <a:lstStyle/>
          <a:p>
            <a:r>
              <a:rPr lang="en-US" i="1" dirty="0"/>
              <a:t>They are equivalent. </a:t>
            </a:r>
          </a:p>
        </p:txBody>
      </p:sp>
      <p:sp>
        <p:nvSpPr>
          <p:cNvPr id="9" name="Rectangle 8"/>
          <p:cNvSpPr/>
          <p:nvPr/>
        </p:nvSpPr>
        <p:spPr>
          <a:xfrm>
            <a:off x="8298839" y="3875185"/>
            <a:ext cx="1197764" cy="1200329"/>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{r1}</a:t>
            </a:r>
          </a:p>
          <a:p>
            <a:r>
              <a:rPr lang="en-GB" b="1" dirty="0">
                <a:solidFill>
                  <a:srgbClr val="FF0000"/>
                </a:solidFill>
                <a:latin typeface="Consolas" panose="020B0609020204030204" pitchFamily="49" charset="0"/>
                <a:cs typeface="Consolas" panose="020B0609020204030204" pitchFamily="49" charset="0"/>
              </a:rPr>
              <a:t>POP {r2}</a:t>
            </a:r>
          </a:p>
          <a:p>
            <a:r>
              <a:rPr lang="en-GB" b="1" dirty="0">
                <a:solidFill>
                  <a:srgbClr val="FF0000"/>
                </a:solidFill>
                <a:latin typeface="Consolas" panose="020B0609020204030204" pitchFamily="49" charset="0"/>
                <a:cs typeface="Consolas" panose="020B0609020204030204" pitchFamily="49" charset="0"/>
              </a:rPr>
              <a:t>POP {r3}</a:t>
            </a:r>
          </a:p>
          <a:p>
            <a:r>
              <a:rPr lang="en-GB" b="1" dirty="0">
                <a:solidFill>
                  <a:srgbClr val="FF0000"/>
                </a:solidFill>
                <a:latin typeface="Consolas" panose="020B0609020204030204" pitchFamily="49" charset="0"/>
                <a:cs typeface="Consolas" panose="020B0609020204030204" pitchFamily="49" charset="0"/>
              </a:rPr>
              <a:t>POP {r7}</a:t>
            </a:r>
          </a:p>
        </p:txBody>
      </p:sp>
      <p:sp>
        <p:nvSpPr>
          <p:cNvPr id="10" name="Rectangle 9"/>
          <p:cNvSpPr/>
          <p:nvPr/>
        </p:nvSpPr>
        <p:spPr>
          <a:xfrm>
            <a:off x="1500433" y="4290683"/>
            <a:ext cx="2717411"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{r1, r2, r3, r7}</a:t>
            </a:r>
          </a:p>
        </p:txBody>
      </p:sp>
      <p:sp>
        <p:nvSpPr>
          <p:cNvPr id="11" name="Left-Right Arrow 10"/>
          <p:cNvSpPr/>
          <p:nvPr/>
        </p:nvSpPr>
        <p:spPr>
          <a:xfrm>
            <a:off x="4284122" y="437640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7560722" y="437640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588422" y="5270479"/>
            <a:ext cx="11201400" cy="1015663"/>
          </a:xfrm>
          <a:prstGeom prst="rect">
            <a:avLst/>
          </a:prstGeom>
        </p:spPr>
        <p:txBody>
          <a:bodyPr wrap="square">
            <a:spAutoFit/>
          </a:bodyPr>
          <a:lstStyle/>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popping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a:t>
            </a:r>
            <a:r>
              <a:rPr lang="en-US" sz="2000" dirty="0"/>
              <a:t> is loaded from the lowest memory address, </a:t>
            </a:r>
            <a:r>
              <a:rPr lang="en-US" sz="2000" i="1" dirty="0"/>
              <a:t>i.e. </a:t>
            </a:r>
            <a:r>
              <a:rPr lang="en-US" sz="2000" dirty="0">
                <a:solidFill>
                  <a:srgbClr val="3333FF"/>
                </a:solidFill>
              </a:rPr>
              <a:t>is loaded first</a:t>
            </a:r>
            <a:r>
              <a:rPr lang="en-US" sz="2000" dirty="0"/>
              <a:t>. </a:t>
            </a:r>
          </a:p>
        </p:txBody>
      </p:sp>
      <p:pic>
        <p:nvPicPr>
          <p:cNvPr id="13" name="Picture 12">
            <a:extLst>
              <a:ext uri="{FF2B5EF4-FFF2-40B4-BE49-F238E27FC236}">
                <a16:creationId xmlns:a16="http://schemas.microsoft.com/office/drawing/2014/main" id="{355D812E-3C2A-BCEA-1442-B45EE486FA9C}"/>
              </a:ext>
            </a:extLst>
          </p:cNvPr>
          <p:cNvPicPr>
            <a:picLocks noChangeAspect="1"/>
          </p:cNvPicPr>
          <p:nvPr/>
        </p:nvPicPr>
        <p:blipFill>
          <a:blip r:embed="rId2"/>
          <a:stretch>
            <a:fillRect/>
          </a:stretch>
        </p:blipFill>
        <p:spPr>
          <a:xfrm>
            <a:off x="10294000" y="101873"/>
            <a:ext cx="1684160" cy="5005134"/>
          </a:xfrm>
          <a:prstGeom prst="rect">
            <a:avLst/>
          </a:prstGeom>
        </p:spPr>
      </p:pic>
    </p:spTree>
    <p:extLst>
      <p:ext uri="{BB962C8B-B14F-4D97-AF65-F5344CB8AC3E}">
        <p14:creationId xmlns:p14="http://schemas.microsoft.com/office/powerpoint/2010/main" val="4249722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Recap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p:cNvSpPr>
            <a:spLocks noGrp="1"/>
          </p:cNvSpPr>
          <p:nvPr>
            <p:ph sz="quarter" idx="1"/>
          </p:nvPr>
        </p:nvSpPr>
        <p:spPr>
          <a:xfrm>
            <a:off x="1981200" y="1219200"/>
            <a:ext cx="3581400" cy="4937760"/>
          </a:xfrm>
        </p:spPr>
        <p:txBody>
          <a:bodyPr>
            <a:normAutofit/>
          </a:bodyPr>
          <a:lstStyle/>
          <a:p>
            <a:pPr marL="0" indent="0">
              <a:buNone/>
            </a:pPr>
            <a:r>
              <a:rPr lang="en-US" sz="2000" b="1" dirty="0">
                <a:solidFill>
                  <a:srgbClr val="FF0000"/>
                </a:solidFill>
                <a:latin typeface="Consolas" panose="020B0609020204030204" pitchFamily="49" charset="0"/>
                <a:cs typeface="Consolas" panose="020B0609020204030204" pitchFamily="49" charset="0"/>
              </a:rPr>
              <a:t>PUSH {</a:t>
            </a:r>
            <a:r>
              <a:rPr lang="en-US" sz="2000" b="1" dirty="0" err="1">
                <a:solidFill>
                  <a:srgbClr val="FF0000"/>
                </a:solidFill>
                <a:latin typeface="Consolas" panose="020B0609020204030204" pitchFamily="49" charset="0"/>
                <a:cs typeface="Consolas" panose="020B0609020204030204" pitchFamily="49" charset="0"/>
              </a:rPr>
              <a:t>r3</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r1</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r7</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r2</a:t>
            </a:r>
            <a:r>
              <a:rPr lang="en-US" sz="2000" b="1" dirty="0">
                <a:solidFill>
                  <a:srgbClr val="FF0000"/>
                </a:solidFill>
                <a:latin typeface="Consolas" panose="020B0609020204030204" pitchFamily="49" charset="0"/>
                <a:cs typeface="Consolas" panose="020B0609020204030204" pitchFamily="49" charset="0"/>
              </a:rPr>
              <a:t>}</a:t>
            </a:r>
          </a:p>
        </p:txBody>
      </p:sp>
      <p:sp>
        <p:nvSpPr>
          <p:cNvPr id="5" name="Content Placeholder 3"/>
          <p:cNvSpPr txBox="1">
            <a:spLocks/>
          </p:cNvSpPr>
          <p:nvPr/>
        </p:nvSpPr>
        <p:spPr>
          <a:xfrm>
            <a:off x="6629400" y="1219200"/>
            <a:ext cx="3581400" cy="493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000" b="1" dirty="0">
                <a:solidFill>
                  <a:srgbClr val="FF0000"/>
                </a:solidFill>
                <a:latin typeface="Consolas" panose="020B0609020204030204" pitchFamily="49" charset="0"/>
                <a:cs typeface="Consolas" panose="020B0609020204030204" pitchFamily="49" charset="0"/>
              </a:rPr>
              <a:t>POP {</a:t>
            </a:r>
            <a:r>
              <a:rPr lang="en-US" sz="2000" b="1" dirty="0" err="1">
                <a:solidFill>
                  <a:srgbClr val="FF0000"/>
                </a:solidFill>
                <a:latin typeface="Consolas" panose="020B0609020204030204" pitchFamily="49" charset="0"/>
                <a:cs typeface="Consolas" panose="020B0609020204030204" pitchFamily="49" charset="0"/>
              </a:rPr>
              <a:t>r3</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r1</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r7</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r2</a:t>
            </a:r>
            <a:r>
              <a:rPr lang="en-US" sz="2000" b="1" dirty="0">
                <a:solidFill>
                  <a:srgbClr val="FF0000"/>
                </a:solidFill>
                <a:latin typeface="Consolas" panose="020B0609020204030204" pitchFamily="49" charset="0"/>
                <a:cs typeface="Consolas" panose="020B0609020204030204" pitchFamily="49" charset="0"/>
              </a:rPr>
              <a:t>}</a:t>
            </a:r>
          </a:p>
        </p:txBody>
      </p:sp>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28801" y="1905000"/>
            <a:ext cx="3629097" cy="4038600"/>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29400" y="1926771"/>
            <a:ext cx="3352800" cy="4282522"/>
          </a:xfrm>
          <a:prstGeom prst="rect">
            <a:avLst/>
          </a:prstGeom>
        </p:spPr>
      </p:pic>
      <p:sp>
        <p:nvSpPr>
          <p:cNvPr id="9" name="TextBox 8">
            <a:extLst>
              <a:ext uri="{FF2B5EF4-FFF2-40B4-BE49-F238E27FC236}">
                <a16:creationId xmlns:a16="http://schemas.microsoft.com/office/drawing/2014/main" id="{E2878B90-E730-8A4E-BD9B-57503F52A009}"/>
              </a:ext>
            </a:extLst>
          </p:cNvPr>
          <p:cNvSpPr txBox="1"/>
          <p:nvPr/>
        </p:nvSpPr>
        <p:spPr>
          <a:xfrm>
            <a:off x="6400800" y="5510629"/>
            <a:ext cx="2743200" cy="646331"/>
          </a:xfrm>
          <a:prstGeom prst="rect">
            <a:avLst/>
          </a:prstGeom>
          <a:noFill/>
        </p:spPr>
        <p:txBody>
          <a:bodyPr wrap="square" rtlCol="0">
            <a:spAutoFit/>
          </a:bodyPr>
          <a:lstStyle/>
          <a:p>
            <a:pPr algn="ctr"/>
            <a:r>
              <a:rPr lang="en-US" b="1" dirty="0">
                <a:solidFill>
                  <a:srgbClr val="C00000"/>
                </a:solidFill>
              </a:rPr>
              <a:t>Pop to the smallest-numbered register first.</a:t>
            </a:r>
          </a:p>
        </p:txBody>
      </p:sp>
      <p:sp>
        <p:nvSpPr>
          <p:cNvPr id="10" name="Rectangle 9">
            <a:extLst>
              <a:ext uri="{FF2B5EF4-FFF2-40B4-BE49-F238E27FC236}">
                <a16:creationId xmlns:a16="http://schemas.microsoft.com/office/drawing/2014/main" id="{27BE5F42-99FF-9145-82C4-B11A7E78D216}"/>
              </a:ext>
            </a:extLst>
          </p:cNvPr>
          <p:cNvSpPr/>
          <p:nvPr/>
        </p:nvSpPr>
        <p:spPr>
          <a:xfrm>
            <a:off x="6505279" y="244437"/>
            <a:ext cx="3857921" cy="83099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ctr"/>
            <a:r>
              <a:rPr lang="en-US" sz="2400" dirty="0">
                <a:solidFill>
                  <a:srgbClr val="FFFF00"/>
                </a:solidFill>
              </a:rPr>
              <a:t>Largest-numbered register is  pushed first but popped last.</a:t>
            </a:r>
          </a:p>
        </p:txBody>
      </p:sp>
    </p:spTree>
    <p:extLst>
      <p:ext uri="{BB962C8B-B14F-4D97-AF65-F5344CB8AC3E}">
        <p14:creationId xmlns:p14="http://schemas.microsoft.com/office/powerpoint/2010/main" val="387109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Cortex-M Stack</a:t>
            </a:r>
          </a:p>
        </p:txBody>
      </p:sp>
      <p:sp>
        <p:nvSpPr>
          <p:cNvPr id="3" name="Content Placeholder 2"/>
          <p:cNvSpPr>
            <a:spLocks noGrp="1"/>
          </p:cNvSpPr>
          <p:nvPr>
            <p:ph idx="1"/>
          </p:nvPr>
        </p:nvSpPr>
        <p:spPr>
          <a:xfrm>
            <a:off x="609600" y="1297522"/>
            <a:ext cx="8610600" cy="4937760"/>
          </a:xfrm>
        </p:spPr>
        <p:txBody>
          <a:bodyPr>
            <a:normAutofit/>
          </a:bodyPr>
          <a:lstStyle/>
          <a:p>
            <a:r>
              <a:rPr lang="en-GB" sz="2400" dirty="0">
                <a:solidFill>
                  <a:srgbClr val="C00000"/>
                </a:solidFill>
                <a:latin typeface="Consolas" panose="020B0609020204030204" pitchFamily="49" charset="0"/>
                <a:cs typeface="Consolas" panose="020B0609020204030204" pitchFamily="49" charset="0"/>
              </a:rPr>
              <a:t>PUSH</a:t>
            </a:r>
            <a:r>
              <a:rPr lang="en-GB" sz="2400" dirty="0">
                <a:latin typeface="Consolas" panose="020B0609020204030204" pitchFamily="49" charset="0"/>
                <a:cs typeface="Consolas" panose="020B0609020204030204" pitchFamily="49" charset="0"/>
              </a:rPr>
              <a:t> </a:t>
            </a:r>
            <a:r>
              <a:rPr lang="en-GB" sz="2400" dirty="0">
                <a:solidFill>
                  <a:srgbClr val="C00000"/>
                </a:solidFill>
                <a:latin typeface="Consolas" panose="020B0609020204030204" pitchFamily="49" charset="0"/>
                <a:cs typeface="Consolas" panose="020B0609020204030204" pitchFamily="49" charset="0"/>
              </a:rPr>
              <a:t>{register list}</a:t>
            </a:r>
          </a:p>
          <a:p>
            <a:r>
              <a:rPr lang="en-GB" sz="2400" dirty="0">
                <a:solidFill>
                  <a:srgbClr val="C00000"/>
                </a:solidFill>
                <a:latin typeface="Consolas" panose="020B0609020204030204" pitchFamily="49" charset="0"/>
                <a:cs typeface="Consolas" panose="020B0609020204030204" pitchFamily="49" charset="0"/>
              </a:rPr>
              <a:t>POP </a:t>
            </a:r>
            <a:r>
              <a:rPr lang="en-GB" sz="2400" dirty="0">
                <a:latin typeface="Consolas" panose="020B0609020204030204" pitchFamily="49" charset="0"/>
                <a:cs typeface="Consolas" panose="020B0609020204030204" pitchFamily="49" charset="0"/>
              </a:rPr>
              <a:t> </a:t>
            </a:r>
            <a:r>
              <a:rPr lang="en-GB" sz="2400" dirty="0">
                <a:solidFill>
                  <a:srgbClr val="C00000"/>
                </a:solidFill>
                <a:latin typeface="Consolas" panose="020B0609020204030204" pitchFamily="49" charset="0"/>
                <a:cs typeface="Consolas" panose="020B0609020204030204" pitchFamily="49" charset="0"/>
              </a:rPr>
              <a:t>{register list}</a:t>
            </a:r>
          </a:p>
          <a:p>
            <a:pPr lvl="1"/>
            <a:r>
              <a:rPr lang="en-GB" sz="2100" dirty="0">
                <a:cs typeface="Consolas" panose="020B0609020204030204" pitchFamily="49" charset="0"/>
              </a:rPr>
              <a:t>Eligible registers for PUSH: </a:t>
            </a:r>
            <a:r>
              <a:rPr lang="en-GB" sz="2100" dirty="0">
                <a:latin typeface="Consolas" panose="020B0609020204030204" pitchFamily="49" charset="0"/>
                <a:cs typeface="Consolas" panose="020B0609020204030204" pitchFamily="49" charset="0"/>
              </a:rPr>
              <a:t>r0 – r12, LR</a:t>
            </a:r>
          </a:p>
          <a:p>
            <a:pPr lvl="1"/>
            <a:r>
              <a:rPr lang="en-GB" sz="2100" dirty="0">
                <a:cs typeface="Consolas" panose="020B0609020204030204" pitchFamily="49" charset="0"/>
              </a:rPr>
              <a:t>Eligible registers for POP:   </a:t>
            </a:r>
            <a:r>
              <a:rPr lang="en-GB" sz="2100" dirty="0">
                <a:latin typeface="Consolas" panose="020B0609020204030204" pitchFamily="49" charset="0"/>
                <a:cs typeface="Consolas" panose="020B0609020204030204" pitchFamily="49" charset="0"/>
              </a:rPr>
              <a:t>r0 – r12, LR, PC</a:t>
            </a:r>
          </a:p>
          <a:p>
            <a:pPr lvl="1"/>
            <a:r>
              <a:rPr lang="en-GB" sz="2100" dirty="0">
                <a:cs typeface="Consolas" panose="020B0609020204030204" pitchFamily="49" charset="0"/>
              </a:rPr>
              <a:t>Order specified in the list does not matter</a:t>
            </a:r>
          </a:p>
          <a:p>
            <a:pPr lvl="2"/>
            <a:r>
              <a:rPr lang="en-GB" sz="1800" dirty="0">
                <a:cs typeface="Consolas" panose="020B0609020204030204" pitchFamily="49" charset="0"/>
              </a:rPr>
              <a:t>Largest-numbered register is always pushed first and popped last</a:t>
            </a:r>
          </a:p>
          <a:p>
            <a:pPr lvl="2"/>
            <a:r>
              <a:rPr lang="en-GB" sz="1800" dirty="0">
                <a:cs typeface="Consolas" panose="020B0609020204030204" pitchFamily="49" charset="0"/>
              </a:rPr>
              <a:t>Lowest-numbered register stored at lowest memory address</a:t>
            </a:r>
          </a:p>
          <a:p>
            <a:pPr lvl="1"/>
            <a:endParaRPr lang="en-GB" sz="2100" dirty="0">
              <a:cs typeface="Consolas" panose="020B0609020204030204" pitchFamily="49" charset="0"/>
            </a:endParaRP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Table 42">
            <a:extLst>
              <a:ext uri="{FF2B5EF4-FFF2-40B4-BE49-F238E27FC236}">
                <a16:creationId xmlns:a16="http://schemas.microsoft.com/office/drawing/2014/main" id="{0BA18D32-B7EB-C943-8D1F-FE33F688A850}"/>
              </a:ext>
            </a:extLst>
          </p:cNvPr>
          <p:cNvGraphicFramePr>
            <a:graphicFrameLocks noGrp="1"/>
          </p:cNvGraphicFramePr>
          <p:nvPr/>
        </p:nvGraphicFramePr>
        <p:xfrm>
          <a:off x="9028101" y="650791"/>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rgbClr val="C00000"/>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1119943218"/>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4052888870"/>
                  </a:ext>
                </a:extLst>
              </a:tr>
            </a:tbl>
          </a:graphicData>
        </a:graphic>
      </p:graphicFrame>
      <p:sp>
        <p:nvSpPr>
          <p:cNvPr id="9" name="TextBox 8">
            <a:extLst>
              <a:ext uri="{FF2B5EF4-FFF2-40B4-BE49-F238E27FC236}">
                <a16:creationId xmlns:a16="http://schemas.microsoft.com/office/drawing/2014/main" id="{FEFF11A0-4432-3A4F-BD95-F18812433AA5}"/>
              </a:ext>
            </a:extLst>
          </p:cNvPr>
          <p:cNvSpPr txBox="1"/>
          <p:nvPr/>
        </p:nvSpPr>
        <p:spPr>
          <a:xfrm>
            <a:off x="10210800" y="304800"/>
            <a:ext cx="950901" cy="369332"/>
          </a:xfrm>
          <a:prstGeom prst="rect">
            <a:avLst/>
          </a:prstGeom>
          <a:noFill/>
        </p:spPr>
        <p:txBody>
          <a:bodyPr wrap="none" rtlCol="0">
            <a:spAutoFit/>
          </a:bodyPr>
          <a:lstStyle/>
          <a:p>
            <a:r>
              <a:rPr lang="en-US" dirty="0"/>
              <a:t>Register</a:t>
            </a:r>
          </a:p>
        </p:txBody>
      </p:sp>
      <p:pic>
        <p:nvPicPr>
          <p:cNvPr id="11" name="Picture 10">
            <a:extLst>
              <a:ext uri="{FF2B5EF4-FFF2-40B4-BE49-F238E27FC236}">
                <a16:creationId xmlns:a16="http://schemas.microsoft.com/office/drawing/2014/main" id="{7D945658-1AA7-5743-BF40-EA1C1249D0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0400" y="4702550"/>
            <a:ext cx="8382000" cy="710841"/>
          </a:xfrm>
          <a:prstGeom prst="rect">
            <a:avLst/>
          </a:prstGeom>
        </p:spPr>
      </p:pic>
      <p:sp>
        <p:nvSpPr>
          <p:cNvPr id="12" name="TextBox 11">
            <a:extLst>
              <a:ext uri="{FF2B5EF4-FFF2-40B4-BE49-F238E27FC236}">
                <a16:creationId xmlns:a16="http://schemas.microsoft.com/office/drawing/2014/main" id="{FACDDD40-979C-454C-9288-FC3FB786E69B}"/>
              </a:ext>
            </a:extLst>
          </p:cNvPr>
          <p:cNvSpPr txBox="1"/>
          <p:nvPr/>
        </p:nvSpPr>
        <p:spPr>
          <a:xfrm>
            <a:off x="320400" y="4333218"/>
            <a:ext cx="2898870" cy="369332"/>
          </a:xfrm>
          <a:prstGeom prst="rect">
            <a:avLst/>
          </a:prstGeom>
          <a:noFill/>
        </p:spPr>
        <p:txBody>
          <a:bodyPr wrap="none" rtlCol="0">
            <a:spAutoFit/>
          </a:bodyPr>
          <a:lstStyle/>
          <a:p>
            <a:r>
              <a:rPr lang="en-US" dirty="0"/>
              <a:t>Instruction format for </a:t>
            </a:r>
            <a:r>
              <a:rPr lang="en-US" dirty="0">
                <a:latin typeface="Consolas" panose="020B0609020204030204" pitchFamily="49" charset="0"/>
                <a:cs typeface="Consolas" panose="020B0609020204030204" pitchFamily="49" charset="0"/>
              </a:rPr>
              <a:t>PUSH</a:t>
            </a:r>
            <a:r>
              <a:rPr lang="en-US" dirty="0"/>
              <a:t>:</a:t>
            </a:r>
          </a:p>
        </p:txBody>
      </p:sp>
    </p:spTree>
    <p:extLst>
      <p:ext uri="{BB962C8B-B14F-4D97-AF65-F5344CB8AC3E}">
        <p14:creationId xmlns:p14="http://schemas.microsoft.com/office/powerpoint/2010/main" val="29263118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p:nvPr/>
        </p:nvCxnSpPr>
        <p:spPr>
          <a:xfrm>
            <a:off x="6953518" y="2891803"/>
            <a:ext cx="819965"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18</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7756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692261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1FC</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6" idx="1"/>
          </p:cNvCxnSpPr>
          <p:nvPr/>
        </p:nvCxnSpPr>
        <p:spPr>
          <a:xfrm>
            <a:off x="6953518" y="2891803"/>
            <a:ext cx="800647" cy="99153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19</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R1</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2845019"/>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023383"/>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8769204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1F8</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7" idx="1"/>
          </p:cNvCxnSpPr>
          <p:nvPr/>
        </p:nvCxnSpPr>
        <p:spPr>
          <a:xfrm>
            <a:off x="6953518" y="2891803"/>
            <a:ext cx="800647" cy="135157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20</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200400"/>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378764"/>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solidFill>
                <a:srgbClr val="C00000"/>
              </a:solidFill>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7519151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1FC</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34" idx="1"/>
          </p:cNvCxnSpPr>
          <p:nvPr/>
        </p:nvCxnSpPr>
        <p:spPr>
          <a:xfrm>
            <a:off x="6953517" y="2891802"/>
            <a:ext cx="802628" cy="1002276"/>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21</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POP  {</a:t>
            </a:r>
            <a:r>
              <a:rPr lang="en-GB" sz="2400" dirty="0" err="1">
                <a:solidFill>
                  <a:srgbClr val="C00000"/>
                </a:solidFill>
                <a:latin typeface="Consolas" panose="020B0609020204030204" pitchFamily="49" charset="0"/>
                <a:cs typeface="Consolas" panose="020B0609020204030204" pitchFamily="49" charset="0"/>
              </a:rPr>
              <a:t>R1</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593068"/>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771432"/>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4856879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0x20000200</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23" idx="1"/>
          </p:cNvCxnSpPr>
          <p:nvPr/>
        </p:nvCxnSpPr>
        <p:spPr>
          <a:xfrm>
            <a:off x="6953517" y="2891803"/>
            <a:ext cx="800648"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22</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POP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974068"/>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4152432"/>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0x11111111</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2244074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2CF33-2545-2DA8-36A9-1C423C768D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04AB7F-2154-703E-750A-E60418FAF594}"/>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B174D4A5-A3A0-A7E5-FF1F-67AEDAD79845}"/>
              </a:ext>
            </a:extLst>
          </p:cNvPr>
          <p:cNvSpPr>
            <a:spLocks noGrp="1"/>
          </p:cNvSpPr>
          <p:nvPr>
            <p:ph type="sldNum" sz="quarter" idx="12"/>
          </p:nvPr>
        </p:nvSpPr>
        <p:spPr/>
        <p:txBody>
          <a:bodyPr/>
          <a:lstStyle/>
          <a:p>
            <a:fld id="{EA7C8D44-3667-46F6-9772-CC52308E2A7F}" type="slidenum">
              <a:rPr kumimoji="0" lang="en-US" smtClean="0"/>
              <a:pPr/>
              <a:t>23</a:t>
            </a:fld>
            <a:endParaRPr kumimoji="0" lang="en-US"/>
          </a:p>
        </p:txBody>
      </p:sp>
      <p:sp>
        <p:nvSpPr>
          <p:cNvPr id="4" name="Content Placeholder 3">
            <a:extLst>
              <a:ext uri="{FF2B5EF4-FFF2-40B4-BE49-F238E27FC236}">
                <a16:creationId xmlns:a16="http://schemas.microsoft.com/office/drawing/2014/main" id="{9612B962-28D5-5963-FE9B-A3756AE50765}"/>
              </a:ext>
            </a:extLst>
          </p:cNvPr>
          <p:cNvSpPr>
            <a:spLocks noGrp="1"/>
          </p:cNvSpPr>
          <p:nvPr>
            <p:ph sz="quarter" idx="1"/>
          </p:nvPr>
        </p:nvSpPr>
        <p:spPr/>
        <p:txBody>
          <a:bodyPr>
            <a:normAutofit/>
          </a:bodyPr>
          <a:lstStyle/>
          <a:p>
            <a:r>
              <a:rPr lang="en-US" dirty="0"/>
              <a:t>Are the values of R1 and R2 swapped?</a:t>
            </a:r>
          </a:p>
          <a:p>
            <a:r>
              <a:rPr lang="en-US" dirty="0"/>
              <a:t>PUSH {R1, R2}; POP  {R2, R1}</a:t>
            </a:r>
          </a:p>
          <a:p>
            <a:r>
              <a:rPr lang="en-US" dirty="0"/>
              <a:t>Or</a:t>
            </a:r>
          </a:p>
          <a:p>
            <a:r>
              <a:rPr lang="en-US" dirty="0"/>
              <a:t>PUSH {R1, R2}; POP {R2}; POP {R1}</a:t>
            </a:r>
          </a:p>
          <a:p>
            <a:r>
              <a:rPr lang="en-US" dirty="0"/>
              <a:t>Or</a:t>
            </a:r>
          </a:p>
          <a:p>
            <a:r>
              <a:rPr lang="en-US" dirty="0"/>
              <a:t>PUSH {R1}; PUSH {R2};  POP  {R1, R2}</a:t>
            </a:r>
          </a:p>
          <a:p>
            <a:endParaRPr lang="en-US" dirty="0"/>
          </a:p>
        </p:txBody>
      </p:sp>
      <p:sp>
        <p:nvSpPr>
          <p:cNvPr id="7" name="Content Placeholder 6">
            <a:extLst>
              <a:ext uri="{FF2B5EF4-FFF2-40B4-BE49-F238E27FC236}">
                <a16:creationId xmlns:a16="http://schemas.microsoft.com/office/drawing/2014/main" id="{4A45636D-67CB-4591-6CDE-A8DDA5CEA943}"/>
              </a:ext>
            </a:extLst>
          </p:cNvPr>
          <p:cNvSpPr>
            <a:spLocks noGrp="1"/>
          </p:cNvSpPr>
          <p:nvPr>
            <p:ph sz="quarter" idx="2"/>
          </p:nvPr>
        </p:nvSpPr>
        <p:spPr/>
        <p:txBody>
          <a:bodyPr/>
          <a:lstStyle/>
          <a:p>
            <a:endParaRPr lang="en-US" dirty="0"/>
          </a:p>
        </p:txBody>
      </p:sp>
    </p:spTree>
    <p:extLst>
      <p:ext uri="{BB962C8B-B14F-4D97-AF65-F5344CB8AC3E}">
        <p14:creationId xmlns:p14="http://schemas.microsoft.com/office/powerpoint/2010/main" val="22906106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BF827-3713-5981-6099-9DD9BEC763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497135-A45F-7517-E160-D92817601A65}"/>
              </a:ext>
            </a:extLst>
          </p:cNvPr>
          <p:cNvSpPr>
            <a:spLocks noGrp="1"/>
          </p:cNvSpPr>
          <p:nvPr>
            <p:ph type="title"/>
          </p:nvPr>
        </p:nvSpPr>
        <p:spPr/>
        <p:txBody>
          <a:bodyPr/>
          <a:lstStyle/>
          <a:p>
            <a:r>
              <a:rPr lang="en-US" dirty="0"/>
              <a:t>Quiz ANS</a:t>
            </a:r>
          </a:p>
        </p:txBody>
      </p:sp>
      <p:sp>
        <p:nvSpPr>
          <p:cNvPr id="3" name="Slide Number Placeholder 2">
            <a:extLst>
              <a:ext uri="{FF2B5EF4-FFF2-40B4-BE49-F238E27FC236}">
                <a16:creationId xmlns:a16="http://schemas.microsoft.com/office/drawing/2014/main" id="{CEE21594-856E-71EE-B9E7-299A0EE8722B}"/>
              </a:ext>
            </a:extLst>
          </p:cNvPr>
          <p:cNvSpPr>
            <a:spLocks noGrp="1"/>
          </p:cNvSpPr>
          <p:nvPr>
            <p:ph type="sldNum" sz="quarter" idx="12"/>
          </p:nvPr>
        </p:nvSpPr>
        <p:spPr/>
        <p:txBody>
          <a:bodyPr/>
          <a:lstStyle/>
          <a:p>
            <a:fld id="{EA7C8D44-3667-46F6-9772-CC52308E2A7F}" type="slidenum">
              <a:rPr kumimoji="0" lang="en-US" smtClean="0"/>
              <a:pPr/>
              <a:t>24</a:t>
            </a:fld>
            <a:endParaRPr kumimoji="0" lang="en-US"/>
          </a:p>
        </p:txBody>
      </p:sp>
      <p:sp>
        <p:nvSpPr>
          <p:cNvPr id="4" name="Content Placeholder 3">
            <a:extLst>
              <a:ext uri="{FF2B5EF4-FFF2-40B4-BE49-F238E27FC236}">
                <a16:creationId xmlns:a16="http://schemas.microsoft.com/office/drawing/2014/main" id="{E77A8DD0-6C06-60B4-02E8-2916BF05A3CD}"/>
              </a:ext>
            </a:extLst>
          </p:cNvPr>
          <p:cNvSpPr>
            <a:spLocks noGrp="1"/>
          </p:cNvSpPr>
          <p:nvPr>
            <p:ph sz="quarter" idx="1"/>
          </p:nvPr>
        </p:nvSpPr>
        <p:spPr/>
        <p:txBody>
          <a:bodyPr>
            <a:normAutofit fontScale="92500"/>
          </a:bodyPr>
          <a:lstStyle/>
          <a:p>
            <a:r>
              <a:rPr lang="en-US" dirty="0"/>
              <a:t>Are the values of R1 and R2 swapped?</a:t>
            </a:r>
          </a:p>
          <a:p>
            <a:r>
              <a:rPr lang="en-US" dirty="0"/>
              <a:t>PUSH {R1, R2}; POP  {R2, R1}</a:t>
            </a:r>
          </a:p>
          <a:p>
            <a:r>
              <a:rPr lang="en-US" dirty="0"/>
              <a:t>Or</a:t>
            </a:r>
          </a:p>
          <a:p>
            <a:r>
              <a:rPr lang="en-US" dirty="0"/>
              <a:t>PUSH {R1, R2}; POP {R2}; POP {R1}</a:t>
            </a:r>
          </a:p>
          <a:p>
            <a:r>
              <a:rPr lang="en-US" dirty="0"/>
              <a:t>Or</a:t>
            </a:r>
          </a:p>
          <a:p>
            <a:r>
              <a:rPr lang="en-US" dirty="0"/>
              <a:t>PUSH {R1}; PUSH {R2};  POP  {R1, R2}</a:t>
            </a:r>
          </a:p>
          <a:p>
            <a:endParaRPr lang="en-US" dirty="0"/>
          </a:p>
        </p:txBody>
      </p:sp>
      <p:sp>
        <p:nvSpPr>
          <p:cNvPr id="5" name="Content Placeholder 4">
            <a:extLst>
              <a:ext uri="{FF2B5EF4-FFF2-40B4-BE49-F238E27FC236}">
                <a16:creationId xmlns:a16="http://schemas.microsoft.com/office/drawing/2014/main" id="{4C7C5346-D056-011F-C09F-434265DED4BD}"/>
              </a:ext>
            </a:extLst>
          </p:cNvPr>
          <p:cNvSpPr>
            <a:spLocks noGrp="1"/>
          </p:cNvSpPr>
          <p:nvPr>
            <p:ph sz="quarter" idx="2"/>
          </p:nvPr>
        </p:nvSpPr>
        <p:spPr/>
        <p:txBody>
          <a:bodyPr>
            <a:normAutofit fontScale="92500"/>
          </a:bodyPr>
          <a:lstStyle/>
          <a:p>
            <a:r>
              <a:rPr lang="en-US" dirty="0"/>
              <a:t>PUSH {R1, R2}; POP  {R2, R1}</a:t>
            </a:r>
          </a:p>
          <a:p>
            <a:pPr lvl="1"/>
            <a:r>
              <a:rPr lang="en-US" dirty="0"/>
              <a:t>is equivalent to</a:t>
            </a:r>
          </a:p>
          <a:p>
            <a:pPr lvl="1"/>
            <a:r>
              <a:rPr lang="en-US" dirty="0"/>
              <a:t>PUSH {R2}; PUSH {R1}; POP{R1}; POP{R2}</a:t>
            </a:r>
          </a:p>
          <a:p>
            <a:pPr lvl="1"/>
            <a:r>
              <a:rPr lang="en-US" dirty="0"/>
              <a:t>Values of R1 and R2 are unchanged</a:t>
            </a:r>
          </a:p>
          <a:p>
            <a:r>
              <a:rPr lang="en-US" dirty="0"/>
              <a:t>PUSH {R1, R2}; POP {R2}; POP {R1}</a:t>
            </a:r>
          </a:p>
          <a:p>
            <a:pPr lvl="1"/>
            <a:r>
              <a:rPr lang="en-US" dirty="0"/>
              <a:t>is equivalent to</a:t>
            </a:r>
          </a:p>
          <a:p>
            <a:pPr lvl="1"/>
            <a:r>
              <a:rPr lang="en-US" dirty="0"/>
              <a:t>PUSH {R2}; PUSH {R1}; POP{R2}; POP{R1}</a:t>
            </a:r>
          </a:p>
          <a:p>
            <a:pPr lvl="1"/>
            <a:r>
              <a:rPr lang="en-US" dirty="0"/>
              <a:t>Values of R1 and R2 are swapped</a:t>
            </a:r>
          </a:p>
          <a:p>
            <a:r>
              <a:rPr lang="en-US" dirty="0"/>
              <a:t>PUSH {R1}; PUSH {R2};  POP  {R1, R2}</a:t>
            </a:r>
          </a:p>
          <a:p>
            <a:pPr lvl="1"/>
            <a:r>
              <a:rPr lang="en-US" dirty="0"/>
              <a:t>is equivalent to</a:t>
            </a:r>
          </a:p>
          <a:p>
            <a:pPr lvl="1"/>
            <a:r>
              <a:rPr lang="en-US" dirty="0"/>
              <a:t>PUSH {R1}; PUSH {R2}; POP{R1}; POP{R2}</a:t>
            </a:r>
          </a:p>
          <a:p>
            <a:pPr lvl="1"/>
            <a:r>
              <a:rPr lang="en-US" dirty="0"/>
              <a:t>Values of R1 and R2 are swapped</a:t>
            </a:r>
          </a:p>
          <a:p>
            <a:pPr lvl="1"/>
            <a:endParaRPr lang="en-US" dirty="0"/>
          </a:p>
          <a:p>
            <a:endParaRPr lang="en-US" dirty="0"/>
          </a:p>
        </p:txBody>
      </p:sp>
    </p:spTree>
    <p:extLst>
      <p:ext uri="{BB962C8B-B14F-4D97-AF65-F5344CB8AC3E}">
        <p14:creationId xmlns:p14="http://schemas.microsoft.com/office/powerpoint/2010/main" val="26593456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Subroutine</a:t>
            </a:r>
          </a:p>
        </p:txBody>
      </p:sp>
      <p:sp>
        <p:nvSpPr>
          <p:cNvPr id="3" name="Content Placeholder 2"/>
          <p:cNvSpPr>
            <a:spLocks noGrp="1"/>
          </p:cNvSpPr>
          <p:nvPr>
            <p:ph idx="1"/>
          </p:nvPr>
        </p:nvSpPr>
        <p:spPr>
          <a:xfrm>
            <a:off x="609600" y="1219200"/>
            <a:ext cx="4343400" cy="4937760"/>
          </a:xfrm>
        </p:spPr>
        <p:txBody>
          <a:bodyPr>
            <a:noAutofit/>
          </a:bodyPr>
          <a:lstStyle/>
          <a:p>
            <a:r>
              <a:rPr lang="en-GB" sz="2800" dirty="0"/>
              <a:t>A subroutines, also called a function or a procedure, </a:t>
            </a:r>
          </a:p>
          <a:p>
            <a:pPr lvl="1"/>
            <a:r>
              <a:rPr lang="en-GB" sz="2400" dirty="0"/>
              <a:t>single-entry, single-exit</a:t>
            </a:r>
          </a:p>
          <a:p>
            <a:pPr lvl="1"/>
            <a:r>
              <a:rPr lang="en-GB" sz="2400" dirty="0"/>
              <a:t>Return to caller after it exits</a:t>
            </a:r>
          </a:p>
          <a:p>
            <a:r>
              <a:rPr lang="en-GB" sz="2400" dirty="0">
                <a:cs typeface="Courier New" pitchFamily="49" charset="0"/>
              </a:rPr>
              <a:t>When a subroutine is called, the </a:t>
            </a:r>
            <a:r>
              <a:rPr lang="en-GB" sz="2400" dirty="0">
                <a:solidFill>
                  <a:srgbClr val="C00000"/>
                </a:solidFill>
                <a:cs typeface="Courier New" pitchFamily="49" charset="0"/>
              </a:rPr>
              <a:t>Link Register </a:t>
            </a:r>
            <a:r>
              <a:rPr lang="en-GB" sz="2400" dirty="0">
                <a:cs typeface="Courier New" pitchFamily="49" charset="0"/>
              </a:rPr>
              <a:t>(LR) holds the</a:t>
            </a:r>
            <a:r>
              <a:rPr lang="en-US" sz="2400" dirty="0">
                <a:cs typeface="Courier New" pitchFamily="49" charset="0"/>
              </a:rPr>
              <a:t> return address of the current subroutine call, i.e., </a:t>
            </a:r>
            <a:r>
              <a:rPr lang="en-GB" sz="2400" dirty="0">
                <a:cs typeface="Courier New" pitchFamily="49" charset="0"/>
              </a:rPr>
              <a:t>memory address of the next instruction to be executed after the subroutine exits.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Object 4">
            <a:extLst>
              <a:ext uri="{FF2B5EF4-FFF2-40B4-BE49-F238E27FC236}">
                <a16:creationId xmlns:a16="http://schemas.microsoft.com/office/drawing/2014/main" id="{D47DF763-66D5-A33C-D398-087D52CE2B1B}"/>
              </a:ext>
            </a:extLst>
          </p:cNvPr>
          <p:cNvGraphicFramePr>
            <a:graphicFrameLocks noChangeAspect="1"/>
          </p:cNvGraphicFramePr>
          <p:nvPr>
            <p:extLst>
              <p:ext uri="{D42A27DB-BD31-4B8C-83A1-F6EECF244321}">
                <p14:modId xmlns:p14="http://schemas.microsoft.com/office/powerpoint/2010/main" val="1206937555"/>
              </p:ext>
            </p:extLst>
          </p:nvPr>
        </p:nvGraphicFramePr>
        <p:xfrm>
          <a:off x="4724400" y="1219200"/>
          <a:ext cx="8305800" cy="5010150"/>
        </p:xfrm>
        <a:graphic>
          <a:graphicData uri="http://schemas.openxmlformats.org/presentationml/2006/ole">
            <mc:AlternateContent xmlns:mc="http://schemas.openxmlformats.org/markup-compatibility/2006">
              <mc:Choice xmlns:v="urn:schemas-microsoft-com:vml" Requires="v">
                <p:oleObj name="Visio" r:id="rId3" imgW="7051550" imgH="4239368" progId="Visio.Drawing.11">
                  <p:embed/>
                </p:oleObj>
              </mc:Choice>
              <mc:Fallback>
                <p:oleObj name="Visio" r:id="rId3" imgW="7051550" imgH="4239368" progId="Visio.Drawing.11">
                  <p:embed/>
                  <p:pic>
                    <p:nvPicPr>
                      <p:cNvPr id="5" name="Object 4">
                        <a:extLst>
                          <a:ext uri="{FF2B5EF4-FFF2-40B4-BE49-F238E27FC236}">
                            <a16:creationId xmlns:a16="http://schemas.microsoft.com/office/drawing/2014/main" id="{D47DF763-66D5-A33C-D398-087D52CE2B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24400" y="121920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7730550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Calling a Subroutine</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aphicFrame>
        <p:nvGraphicFramePr>
          <p:cNvPr id="7" name="Table 6">
            <a:extLst>
              <a:ext uri="{FF2B5EF4-FFF2-40B4-BE49-F238E27FC236}">
                <a16:creationId xmlns:a16="http://schemas.microsoft.com/office/drawing/2014/main" id="{934727F3-81BB-3E74-C63D-C035DD36124A}"/>
              </a:ext>
            </a:extLst>
          </p:cNvPr>
          <p:cNvGraphicFramePr>
            <a:graphicFrameLocks noGrp="1"/>
          </p:cNvGraphicFramePr>
          <p:nvPr>
            <p:extLst>
              <p:ext uri="{D42A27DB-BD31-4B8C-83A1-F6EECF244321}">
                <p14:modId xmlns:p14="http://schemas.microsoft.com/office/powerpoint/2010/main" val="4058091874"/>
              </p:ext>
            </p:extLst>
          </p:nvPr>
        </p:nvGraphicFramePr>
        <p:xfrm>
          <a:off x="877824" y="4703305"/>
          <a:ext cx="10470235" cy="1706880"/>
        </p:xfrm>
        <a:graphic>
          <a:graphicData uri="http://schemas.openxmlformats.org/drawingml/2006/table">
            <a:tbl>
              <a:tblPr firstRow="1" firstCol="1" bandRow="1">
                <a:tableStyleId>{5940675A-B579-460E-94D1-54222C63F5DA}</a:tableStyleId>
              </a:tblPr>
              <a:tblGrid>
                <a:gridCol w="3656953">
                  <a:extLst>
                    <a:ext uri="{9D8B030D-6E8A-4147-A177-3AD203B41FA5}">
                      <a16:colId xmlns:a16="http://schemas.microsoft.com/office/drawing/2014/main" val="20000"/>
                    </a:ext>
                  </a:extLst>
                </a:gridCol>
                <a:gridCol w="3406641">
                  <a:extLst>
                    <a:ext uri="{9D8B030D-6E8A-4147-A177-3AD203B41FA5}">
                      <a16:colId xmlns:a16="http://schemas.microsoft.com/office/drawing/2014/main" val="20001"/>
                    </a:ext>
                  </a:extLst>
                </a:gridCol>
                <a:gridCol w="3406641">
                  <a:extLst>
                    <a:ext uri="{9D8B030D-6E8A-4147-A177-3AD203B41FA5}">
                      <a16:colId xmlns:a16="http://schemas.microsoft.com/office/drawing/2014/main" val="233811509"/>
                    </a:ext>
                  </a:extLst>
                </a:gridCol>
              </a:tblGrid>
              <a:tr h="21723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0920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a:t>
                      </a:r>
                      <a:r>
                        <a:rPr kumimoji="0" lang="en-US" sz="1600" kern="1200" dirty="0">
                          <a:solidFill>
                            <a:schemeClr val="tx1"/>
                          </a:solidFill>
                          <a:effectLst/>
                          <a:latin typeface="Consolas" panose="020B0609020204030204" pitchFamily="49" charset="0"/>
                          <a:ea typeface="+mn-ea"/>
                          <a:cs typeface="Consolas" panose="020B0609020204030204" pitchFamily="49" charset="0"/>
                        </a:rPr>
                        <a:t>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    BX    LR</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EDP</a:t>
                      </a:r>
                      <a:endParaRPr kumimoji="0" lang="en-US" sz="1600" kern="1200" dirty="0">
                        <a:solidFill>
                          <a:schemeClr val="tx1"/>
                        </a:solidFill>
                        <a:effectLst/>
                        <a:latin typeface="Consolas" panose="020B0609020204030204" pitchFamily="49" charset="0"/>
                        <a:ea typeface="+mn-ea"/>
                        <a:cs typeface="Consolas" panose="020B0609020204030204" pitchFamily="49" charset="0"/>
                      </a:endParaRPr>
                    </a:p>
                  </a:txBody>
                  <a:tcPr marL="68580" marR="68580" marT="0" marB="0"/>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600" dirty="0">
                          <a:effectLst/>
                          <a:latin typeface="Consolas" panose="020B0609020204030204" pitchFamily="49" charset="0"/>
                          <a:cs typeface="Consolas" panose="020B0609020204030204" pitchFamily="49" charset="0"/>
                        </a:rPr>
                        <a:t>foo </a:t>
                      </a:r>
                      <a:r>
                        <a:rPr kumimoji="0" lang="en-US" sz="1600" kern="1200" dirty="0">
                          <a:solidFill>
                            <a:schemeClr val="tx1"/>
                          </a:solidFill>
                          <a:effectLst/>
                          <a:latin typeface="Consolas" panose="020B0609020204030204" pitchFamily="49" charset="0"/>
                          <a:ea typeface="+mn-ea"/>
                          <a:cs typeface="Consolas" panose="020B0609020204030204" pitchFamily="49" charset="0"/>
                        </a:rPr>
                        <a:t>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effectLst/>
                          <a:latin typeface="Consolas" panose="020B0609020204030204" pitchFamily="49" charset="0"/>
                          <a:ea typeface="+mn-ea"/>
                          <a:cs typeface="Consolas" panose="020B0609020204030204" pitchFamily="49" charset="0"/>
                        </a:rPr>
                        <a:t>PUSH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effectLst/>
                          <a:latin typeface="Consolas" panose="020B0609020204030204" pitchFamily="49" charset="0"/>
                          <a:ea typeface="+mn-ea"/>
                          <a:cs typeface="Consolas" panose="020B0609020204030204" pitchFamily="49" charset="0"/>
                        </a:rPr>
                        <a:t>POP  {PC} </a:t>
                      </a:r>
                      <a:r>
                        <a:rPr lang="en-US" sz="1600" dirty="0">
                          <a:effectLst/>
                          <a:latin typeface="Consolas" panose="020B0609020204030204" pitchFamily="49" charset="0"/>
                          <a:cs typeface="Consolas" panose="020B0609020204030204" pitchFamily="49" charset="0"/>
                        </a:rPr>
                        <a:t>; pops LR into PC (returns)</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EDP</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8D797093-9110-D5DF-C5C1-2A739B6C961F}"/>
              </a:ext>
            </a:extLst>
          </p:cNvPr>
          <p:cNvSpPr txBox="1">
            <a:spLocks/>
          </p:cNvSpPr>
          <p:nvPr/>
        </p:nvSpPr>
        <p:spPr>
          <a:xfrm>
            <a:off x="6473190" y="1330320"/>
            <a:ext cx="5105400" cy="1740535"/>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endParaRPr lang="en-GB" dirty="0"/>
          </a:p>
        </p:txBody>
      </p:sp>
      <p:sp>
        <p:nvSpPr>
          <p:cNvPr id="11" name="Content Placeholder 2">
            <a:extLst>
              <a:ext uri="{FF2B5EF4-FFF2-40B4-BE49-F238E27FC236}">
                <a16:creationId xmlns:a16="http://schemas.microsoft.com/office/drawing/2014/main" id="{4DBF389C-8EF8-B054-8AC8-789460FF6F69}"/>
              </a:ext>
            </a:extLst>
          </p:cNvPr>
          <p:cNvSpPr txBox="1">
            <a:spLocks/>
          </p:cNvSpPr>
          <p:nvPr/>
        </p:nvSpPr>
        <p:spPr>
          <a:xfrm>
            <a:off x="843534" y="1189038"/>
            <a:ext cx="5303520" cy="3514268"/>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None/>
            </a:pPr>
            <a:r>
              <a:rPr lang="en-GB" sz="2400" dirty="0"/>
              <a:t>Caller:  </a:t>
            </a:r>
            <a:r>
              <a:rPr lang="en-GB" sz="2400" b="1" dirty="0">
                <a:solidFill>
                  <a:srgbClr val="FF0000"/>
                </a:solidFill>
                <a:latin typeface="Courier New" pitchFamily="49" charset="0"/>
                <a:cs typeface="Courier New" pitchFamily="49" charset="0"/>
              </a:rPr>
              <a:t>BL</a:t>
            </a:r>
            <a:r>
              <a:rPr lang="en-GB" sz="2400" b="1" dirty="0">
                <a:solidFill>
                  <a:srgbClr val="FF0000"/>
                </a:solidFill>
              </a:rPr>
              <a:t> </a:t>
            </a:r>
            <a:r>
              <a:rPr lang="en-GB" sz="2400" b="1" i="1" dirty="0">
                <a:solidFill>
                  <a:srgbClr val="FF0000"/>
                </a:solidFill>
              </a:rPr>
              <a:t>label </a:t>
            </a:r>
            <a:r>
              <a:rPr lang="en-GB" sz="2400" dirty="0"/>
              <a:t>(Branch and Link)</a:t>
            </a:r>
          </a:p>
          <a:p>
            <a:r>
              <a:rPr lang="en-GB" sz="2400" dirty="0"/>
              <a:t>Step 1: </a:t>
            </a:r>
            <a:r>
              <a:rPr lang="en-GB" sz="2400" dirty="0">
                <a:latin typeface="Consolas" panose="020B0609020204030204" pitchFamily="49" charset="0"/>
                <a:cs typeface="Consolas" panose="020B0609020204030204" pitchFamily="49" charset="0"/>
              </a:rPr>
              <a:t>LR = PC + 4</a:t>
            </a:r>
          </a:p>
          <a:p>
            <a:r>
              <a:rPr lang="en-GB" sz="2400" dirty="0"/>
              <a:t>Step 2: </a:t>
            </a:r>
            <a:r>
              <a:rPr lang="en-GB" sz="2400" dirty="0">
                <a:latin typeface="Consolas" panose="020B0609020204030204" pitchFamily="49" charset="0"/>
                <a:cs typeface="Consolas" panose="020B0609020204030204" pitchFamily="49" charset="0"/>
              </a:rPr>
              <a:t>PC = label</a:t>
            </a:r>
          </a:p>
          <a:p>
            <a:pPr lvl="1"/>
            <a:r>
              <a:rPr lang="en-GB" i="1" dirty="0"/>
              <a:t>label</a:t>
            </a:r>
            <a:r>
              <a:rPr lang="en-GB" dirty="0"/>
              <a:t> is name of subroutine</a:t>
            </a:r>
          </a:p>
          <a:p>
            <a:pPr lvl="1"/>
            <a:r>
              <a:rPr lang="en-GB" dirty="0"/>
              <a:t>Compiler translates label to memory address</a:t>
            </a:r>
          </a:p>
          <a:p>
            <a:pPr lvl="1"/>
            <a:r>
              <a:rPr lang="en-GB" dirty="0">
                <a:cs typeface="Courier New" pitchFamily="49" charset="0"/>
              </a:rPr>
              <a:t>After call, LR</a:t>
            </a:r>
            <a:r>
              <a:rPr lang="en-GB" dirty="0"/>
              <a:t> holds return address (the instruction following the call)</a:t>
            </a:r>
          </a:p>
        </p:txBody>
      </p:sp>
      <p:sp>
        <p:nvSpPr>
          <p:cNvPr id="13" name="Content Placeholder 2">
            <a:extLst>
              <a:ext uri="{FF2B5EF4-FFF2-40B4-BE49-F238E27FC236}">
                <a16:creationId xmlns:a16="http://schemas.microsoft.com/office/drawing/2014/main" id="{B671D5F8-F85D-AD5F-015D-700C2CFA15C5}"/>
              </a:ext>
            </a:extLst>
          </p:cNvPr>
          <p:cNvSpPr txBox="1">
            <a:spLocks/>
          </p:cNvSpPr>
          <p:nvPr/>
        </p:nvSpPr>
        <p:spPr>
          <a:xfrm>
            <a:off x="6310122" y="1221287"/>
            <a:ext cx="5105400" cy="3051444"/>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None/>
            </a:pPr>
            <a:r>
              <a:rPr lang="en-GB" dirty="0"/>
              <a:t>Callee:  </a:t>
            </a:r>
            <a:r>
              <a:rPr lang="en-GB" b="1" dirty="0">
                <a:solidFill>
                  <a:srgbClr val="FF0000"/>
                </a:solidFill>
                <a:latin typeface="Courier New" pitchFamily="49" charset="0"/>
                <a:cs typeface="Courier New" pitchFamily="49" charset="0"/>
              </a:rPr>
              <a:t>BX LR</a:t>
            </a:r>
            <a:r>
              <a:rPr lang="en-GB" b="1" i="1" dirty="0">
                <a:solidFill>
                  <a:srgbClr val="FF0000"/>
                </a:solidFill>
              </a:rPr>
              <a:t> </a:t>
            </a:r>
            <a:r>
              <a:rPr lang="en-GB" dirty="0"/>
              <a:t>(Branch and Exchange) at end of procedure </a:t>
            </a:r>
          </a:p>
          <a:p>
            <a:r>
              <a:rPr lang="en-GB" dirty="0">
                <a:latin typeface="Consolas" panose="020B0609020204030204" pitchFamily="49" charset="0"/>
                <a:cs typeface="Consolas" panose="020B0609020204030204" pitchFamily="49" charset="0"/>
              </a:rPr>
              <a:t>PC = LR</a:t>
            </a:r>
          </a:p>
          <a:p>
            <a:pPr lvl="1"/>
            <a:r>
              <a:rPr lang="en-US" sz="2500" dirty="0"/>
              <a:t>Return to caller by setting PC to LR</a:t>
            </a:r>
          </a:p>
          <a:p>
            <a:r>
              <a:rPr lang="en-GB" dirty="0"/>
              <a:t>Equivalently:</a:t>
            </a:r>
          </a:p>
          <a:p>
            <a:pPr lvl="1"/>
            <a:r>
              <a:rPr lang="en-GB" sz="2500" dirty="0">
                <a:solidFill>
                  <a:srgbClr val="FF0000"/>
                </a:solidFill>
              </a:rPr>
              <a:t>PUSH {LR} </a:t>
            </a:r>
            <a:r>
              <a:rPr lang="en-GB" sz="2500" dirty="0"/>
              <a:t>at start of procedure </a:t>
            </a:r>
          </a:p>
          <a:p>
            <a:pPr lvl="1"/>
            <a:r>
              <a:rPr lang="en-GB" sz="2500" dirty="0">
                <a:solidFill>
                  <a:srgbClr val="FF0000"/>
                </a:solidFill>
              </a:rPr>
              <a:t>POP {PC} </a:t>
            </a:r>
            <a:r>
              <a:rPr lang="en-GB" sz="2500" dirty="0"/>
              <a:t>at end of procedure </a:t>
            </a:r>
          </a:p>
          <a:p>
            <a:pPr lvl="1"/>
            <a:endParaRPr lang="en-GB" dirty="0">
              <a:latin typeface="Consolas" panose="020B0609020204030204" pitchFamily="49" charset="0"/>
              <a:cs typeface="Consolas" panose="020B0609020204030204" pitchFamily="49" charset="0"/>
            </a:endParaRPr>
          </a:p>
          <a:p>
            <a:pPr marL="0" indent="0">
              <a:buFont typeface="Wingdings 3"/>
              <a:buNone/>
            </a:pPr>
            <a:endParaRPr lang="en-GB"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686097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2"/>
          <p:cNvSpPr>
            <a:spLocks noGrp="1" noChangeArrowheads="1"/>
          </p:cNvSpPr>
          <p:nvPr>
            <p:ph type="title"/>
          </p:nvPr>
        </p:nvSpPr>
        <p:spPr/>
        <p:txBody>
          <a:bodyPr/>
          <a:lstStyle/>
          <a:p>
            <a:r>
              <a:rPr lang="en-US" dirty="0"/>
              <a:t>ARM Procedure Call Standard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374232523"/>
              </p:ext>
            </p:extLst>
          </p:nvPr>
        </p:nvGraphicFramePr>
        <p:xfrm>
          <a:off x="1600202" y="1219201"/>
          <a:ext cx="8991599" cy="5001678"/>
        </p:xfrm>
        <a:graphic>
          <a:graphicData uri="http://schemas.openxmlformats.org/drawingml/2006/table">
            <a:tbl>
              <a:tblPr firstRow="1" firstCol="1" bandRow="1">
                <a:tableStyleId>{5940675A-B579-460E-94D1-54222C63F5DA}</a:tableStyleId>
              </a:tblPr>
              <a:tblGrid>
                <a:gridCol w="1065199">
                  <a:extLst>
                    <a:ext uri="{9D8B030D-6E8A-4147-A177-3AD203B41FA5}">
                      <a16:colId xmlns:a16="http://schemas.microsoft.com/office/drawing/2014/main" val="20000"/>
                    </a:ext>
                  </a:extLst>
                </a:gridCol>
                <a:gridCol w="2440000">
                  <a:extLst>
                    <a:ext uri="{9D8B030D-6E8A-4147-A177-3AD203B41FA5}">
                      <a16:colId xmlns:a16="http://schemas.microsoft.com/office/drawing/2014/main" val="20001"/>
                    </a:ext>
                  </a:extLst>
                </a:gridCol>
                <a:gridCol w="1158616">
                  <a:extLst>
                    <a:ext uri="{9D8B030D-6E8A-4147-A177-3AD203B41FA5}">
                      <a16:colId xmlns:a16="http://schemas.microsoft.com/office/drawing/2014/main" val="20002"/>
                    </a:ext>
                  </a:extLst>
                </a:gridCol>
                <a:gridCol w="4327784">
                  <a:extLst>
                    <a:ext uri="{9D8B030D-6E8A-4147-A177-3AD203B41FA5}">
                      <a16:colId xmlns:a16="http://schemas.microsoft.com/office/drawing/2014/main" val="20003"/>
                    </a:ext>
                  </a:extLst>
                </a:gridCol>
              </a:tblGrid>
              <a:tr h="367808">
                <a:tc>
                  <a:txBody>
                    <a:bodyPr/>
                    <a:lstStyle/>
                    <a:p>
                      <a:pPr marL="0" marR="0" algn="just">
                        <a:spcBef>
                          <a:spcPts val="0"/>
                        </a:spcBef>
                        <a:spcAft>
                          <a:spcPts val="0"/>
                        </a:spcAft>
                      </a:pPr>
                      <a:r>
                        <a:rPr lang="en-US" sz="1400" b="1" dirty="0">
                          <a:solidFill>
                            <a:schemeClr val="bg1"/>
                          </a:solidFill>
                          <a:effectLst/>
                        </a:rPr>
                        <a:t>Register</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Usage</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just">
                        <a:spcBef>
                          <a:spcPts val="0"/>
                        </a:spcBef>
                        <a:spcAft>
                          <a:spcPts val="0"/>
                        </a:spcAft>
                      </a:pPr>
                      <a:r>
                        <a:rPr lang="en-US" sz="1400" b="1" dirty="0">
                          <a:solidFill>
                            <a:schemeClr val="bg1"/>
                          </a:solidFill>
                          <a:effectLst/>
                        </a:rPr>
                        <a:t>Subroutine Preserved</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Notes</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extLst>
                  <a:ext uri="{0D108BD9-81ED-4DB2-BD59-A6C34878D82A}">
                    <a16:rowId xmlns:a16="http://schemas.microsoft.com/office/drawing/2014/main" val="10000"/>
                  </a:ext>
                </a:extLst>
              </a:tr>
              <a:tr h="367808">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r0</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1</a:t>
                      </a:r>
                      <a:r>
                        <a:rPr lang="en-US" sz="1400" b="0" dirty="0">
                          <a:solidFill>
                            <a:srgbClr val="FF0000"/>
                          </a:solidFill>
                          <a:effectLst/>
                        </a:rPr>
                        <a:t> </a:t>
                      </a:r>
                      <a:r>
                        <a:rPr lang="en-US" sz="1400" b="0" dirty="0">
                          <a:effectLst/>
                        </a:rPr>
                        <a:t>and </a:t>
                      </a:r>
                      <a:r>
                        <a:rPr lang="en-US" sz="1400" b="0" dirty="0">
                          <a:solidFill>
                            <a:srgbClr val="FF0000"/>
                          </a:solidFill>
                          <a:effectLst/>
                        </a:rPr>
                        <a:t>return value</a:t>
                      </a:r>
                      <a:endParaRPr lang="en-US" sz="1800" b="0" dirty="0">
                        <a:solidFill>
                          <a:srgbClr val="FF0000"/>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return has 64 bits, then r0:r1 hold it. If argument 1 has 64 bits, r0:r1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r1</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2 </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183904">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r2</a:t>
                      </a:r>
                      <a:endParaRPr lang="en-US" sz="1800" b="1">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i="0" dirty="0">
                          <a:solidFill>
                            <a:srgbClr val="FF0000"/>
                          </a:solidFill>
                          <a:effectLst/>
                          <a:latin typeface="Consolas" panose="020B0609020204030204" pitchFamily="49" charset="0"/>
                        </a:rPr>
                        <a:t>3</a:t>
                      </a:r>
                      <a:endParaRPr lang="en-US" sz="1800" b="1" i="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the return has 128 bits, r0-r3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r3</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4</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more than 4 arguments, use the stack</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4"/>
                  </a:ext>
                </a:extLst>
              </a:tr>
              <a:tr h="271262">
                <a:tc>
                  <a:txBody>
                    <a:bodyPr/>
                    <a:lstStyle/>
                    <a:p>
                      <a:pPr marL="0" marR="0" algn="ctr">
                        <a:spcBef>
                          <a:spcPts val="0"/>
                        </a:spcBef>
                        <a:spcAft>
                          <a:spcPts val="0"/>
                        </a:spcAft>
                      </a:pPr>
                      <a:r>
                        <a:rPr lang="en-US" sz="1400" b="1" dirty="0" err="1">
                          <a:effectLst/>
                          <a:latin typeface="Consolas" panose="020B0609020204030204" pitchFamily="49" charset="0"/>
                          <a:cs typeface="Consolas" panose="020B0609020204030204" pitchFamily="49" charset="0"/>
                        </a:rPr>
                        <a:t>r4</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V1</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1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r5</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V2</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2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6"/>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r6</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V3</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3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7"/>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r7</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V4</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4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8"/>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r8</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V5</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5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9"/>
                  </a:ext>
                </a:extLst>
              </a:tr>
              <a:tr h="183904">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r9</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Platform specific/V6 </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Yes/No</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Usage is platform-dependent.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0"/>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r10</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V7</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7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1"/>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r11</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V8</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8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2"/>
                  </a:ext>
                </a:extLst>
              </a:tr>
              <a:tr h="367808">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r12 (IP)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Intra-procedure-call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It holds intermediate values between a procedure and the sub-procedure it calls.</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3"/>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r13 (SP)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Stack pointer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SP has to be the same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4"/>
                  </a:ext>
                </a:extLst>
              </a:tr>
              <a:tr h="367808">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r14 (LR)</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Link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LR does not have to contain the same value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r15 (PC)</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Program counter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N/A</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dirty="0">
                          <a:effectLst/>
                        </a:rPr>
                        <a:t>Do not directly change PC</a:t>
                      </a:r>
                      <a:endParaRPr lang="en-US" sz="1800" b="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6"/>
                  </a:ext>
                </a:extLst>
              </a:tr>
            </a:tbl>
          </a:graphicData>
        </a:graphic>
      </p:graphicFrame>
    </p:spTree>
    <p:extLst>
      <p:ext uri="{BB962C8B-B14F-4D97-AF65-F5344CB8AC3E}">
        <p14:creationId xmlns:p14="http://schemas.microsoft.com/office/powerpoint/2010/main" val="40481793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Caller-saved Registers </a:t>
            </a:r>
            <a:r>
              <a:rPr lang="en-US" i="1" dirty="0"/>
              <a:t>vs</a:t>
            </a:r>
            <a:r>
              <a:rPr lang="en-US" dirty="0"/>
              <a:t> </a:t>
            </a:r>
            <a:br>
              <a:rPr lang="en-US" dirty="0"/>
            </a:br>
            <a:r>
              <a:rPr lang="en-US" dirty="0" err="1"/>
              <a:t>Callee</a:t>
            </a:r>
            <a:r>
              <a:rPr lang="en-US" dirty="0"/>
              <a:t>-saved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399648145"/>
              </p:ext>
            </p:extLst>
          </p:nvPr>
        </p:nvGraphicFramePr>
        <p:xfrm>
          <a:off x="30480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TextBox 8"/>
          <p:cNvSpPr txBox="1"/>
          <p:nvPr/>
        </p:nvSpPr>
        <p:spPr>
          <a:xfrm>
            <a:off x="6689618" y="2008257"/>
            <a:ext cx="3543300" cy="70788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rgbClr val="0000FF"/>
                </a:solidFill>
              </a:rPr>
              <a:t>Not saved by subroutine </a:t>
            </a:r>
          </a:p>
          <a:p>
            <a:pPr marL="342900" indent="-342900">
              <a:buFont typeface="Arial" panose="020B0604020202020204" pitchFamily="34" charset="0"/>
              <a:buChar char="•"/>
            </a:pPr>
            <a:r>
              <a:rPr lang="en-US" sz="2000" dirty="0">
                <a:solidFill>
                  <a:srgbClr val="0000FF"/>
                </a:solidFill>
              </a:rPr>
              <a:t>Hold arguments/result</a:t>
            </a:r>
          </a:p>
        </p:txBody>
      </p:sp>
      <p:sp>
        <p:nvSpPr>
          <p:cNvPr id="4" name="Rounded Rectangle 3"/>
          <p:cNvSpPr/>
          <p:nvPr/>
        </p:nvSpPr>
        <p:spPr>
          <a:xfrm>
            <a:off x="2057400" y="1828800"/>
            <a:ext cx="4414248" cy="1143000"/>
          </a:xfrm>
          <a:prstGeom prst="roundRect">
            <a:avLst/>
          </a:prstGeom>
          <a:noFill/>
          <a:ln w="381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2057399" y="3048000"/>
            <a:ext cx="4414249" cy="21336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6708203" y="3501103"/>
            <a:ext cx="557715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FF0000"/>
                </a:solidFill>
              </a:rPr>
              <a:t>Caller expects their values are retained</a:t>
            </a:r>
          </a:p>
          <a:p>
            <a:pPr marL="285750" indent="-285750">
              <a:buFont typeface="Arial" panose="020B0604020202020204" pitchFamily="34" charset="0"/>
              <a:buChar char="•"/>
            </a:pPr>
            <a:r>
              <a:rPr lang="en-US" dirty="0" err="1">
                <a:solidFill>
                  <a:srgbClr val="FF0000"/>
                </a:solidFill>
              </a:rPr>
              <a:t>Callee</a:t>
            </a:r>
            <a:r>
              <a:rPr lang="en-US" dirty="0">
                <a:solidFill>
                  <a:srgbClr val="FF0000"/>
                </a:solidFill>
              </a:rPr>
              <a:t> must save and store it if </a:t>
            </a:r>
            <a:r>
              <a:rPr lang="en-US" dirty="0" err="1">
                <a:solidFill>
                  <a:srgbClr val="FF0000"/>
                </a:solidFill>
              </a:rPr>
              <a:t>callee</a:t>
            </a:r>
            <a:r>
              <a:rPr lang="en-US" dirty="0">
                <a:solidFill>
                  <a:srgbClr val="FF0000"/>
                </a:solidFill>
              </a:rPr>
              <a:t> modifies it</a:t>
            </a:r>
          </a:p>
        </p:txBody>
      </p:sp>
      <p:sp>
        <p:nvSpPr>
          <p:cNvPr id="11" name="TextBox 10">
            <a:extLst>
              <a:ext uri="{FF2B5EF4-FFF2-40B4-BE49-F238E27FC236}">
                <a16:creationId xmlns:a16="http://schemas.microsoft.com/office/drawing/2014/main" id="{664735F9-F0EA-1648-83D6-C63C3D9D1247}"/>
              </a:ext>
            </a:extLst>
          </p:cNvPr>
          <p:cNvSpPr txBox="1"/>
          <p:nvPr/>
        </p:nvSpPr>
        <p:spPr>
          <a:xfrm>
            <a:off x="3810000" y="6283914"/>
            <a:ext cx="1468672" cy="369332"/>
          </a:xfrm>
          <a:prstGeom prst="rect">
            <a:avLst/>
          </a:prstGeom>
          <a:noFill/>
        </p:spPr>
        <p:txBody>
          <a:bodyPr wrap="none" rtlCol="0">
            <a:spAutoFit/>
          </a:bodyPr>
          <a:lstStyle/>
          <a:p>
            <a:r>
              <a:rPr lang="en-US" dirty="0"/>
              <a:t>Register Bank</a:t>
            </a:r>
          </a:p>
        </p:txBody>
      </p:sp>
      <p:sp>
        <p:nvSpPr>
          <p:cNvPr id="13" name="TextBox 12">
            <a:extLst>
              <a:ext uri="{FF2B5EF4-FFF2-40B4-BE49-F238E27FC236}">
                <a16:creationId xmlns:a16="http://schemas.microsoft.com/office/drawing/2014/main" id="{9165E765-CDC5-CC41-91AA-C1021DCC0379}"/>
              </a:ext>
            </a:extLst>
          </p:cNvPr>
          <p:cNvSpPr txBox="1"/>
          <p:nvPr/>
        </p:nvSpPr>
        <p:spPr>
          <a:xfrm>
            <a:off x="7696201" y="6280367"/>
            <a:ext cx="1736373" cy="369332"/>
          </a:xfrm>
          <a:prstGeom prst="rect">
            <a:avLst/>
          </a:prstGeom>
          <a:noFill/>
        </p:spPr>
        <p:txBody>
          <a:bodyPr wrap="none" rtlCol="0">
            <a:spAutoFit/>
          </a:bodyPr>
          <a:lstStyle/>
          <a:p>
            <a:r>
              <a:rPr lang="en-US" dirty="0"/>
              <a:t>Special Registers</a:t>
            </a:r>
          </a:p>
        </p:txBody>
      </p:sp>
      <p:sp>
        <p:nvSpPr>
          <p:cNvPr id="6" name="Rectangle 5">
            <a:extLst>
              <a:ext uri="{FF2B5EF4-FFF2-40B4-BE49-F238E27FC236}">
                <a16:creationId xmlns:a16="http://schemas.microsoft.com/office/drawing/2014/main" id="{C6F34341-A96C-BF42-BFBB-DD5124009476}"/>
              </a:ext>
            </a:extLst>
          </p:cNvPr>
          <p:cNvSpPr/>
          <p:nvPr/>
        </p:nvSpPr>
        <p:spPr>
          <a:xfrm>
            <a:off x="2251209" y="2018180"/>
            <a:ext cx="1718521" cy="646331"/>
          </a:xfrm>
          <a:prstGeom prst="rect">
            <a:avLst/>
          </a:prstGeom>
        </p:spPr>
        <p:txBody>
          <a:bodyPr wrap="square">
            <a:spAutoFit/>
          </a:bodyPr>
          <a:lstStyle/>
          <a:p>
            <a:r>
              <a:rPr lang="en-US" b="1" dirty="0">
                <a:solidFill>
                  <a:srgbClr val="0000FF"/>
                </a:solidFill>
              </a:rPr>
              <a:t>Caller-saved registers</a:t>
            </a:r>
          </a:p>
        </p:txBody>
      </p:sp>
      <p:sp>
        <p:nvSpPr>
          <p:cNvPr id="7" name="Rectangle 6">
            <a:extLst>
              <a:ext uri="{FF2B5EF4-FFF2-40B4-BE49-F238E27FC236}">
                <a16:creationId xmlns:a16="http://schemas.microsoft.com/office/drawing/2014/main" id="{1BE789D2-D3AD-144A-ABB7-7A9039427F4C}"/>
              </a:ext>
            </a:extLst>
          </p:cNvPr>
          <p:cNvSpPr/>
          <p:nvPr/>
        </p:nvSpPr>
        <p:spPr>
          <a:xfrm>
            <a:off x="2251209" y="3375854"/>
            <a:ext cx="1718521" cy="646331"/>
          </a:xfrm>
          <a:prstGeom prst="rect">
            <a:avLst/>
          </a:prstGeom>
        </p:spPr>
        <p:txBody>
          <a:bodyPr wrap="square">
            <a:spAutoFit/>
          </a:bodyPr>
          <a:lstStyle/>
          <a:p>
            <a:r>
              <a:rPr lang="en-US" b="1" dirty="0" err="1">
                <a:solidFill>
                  <a:srgbClr val="FF0000"/>
                </a:solidFill>
              </a:rPr>
              <a:t>Callee</a:t>
            </a:r>
            <a:r>
              <a:rPr lang="en-US" b="1" dirty="0">
                <a:solidFill>
                  <a:srgbClr val="FF0000"/>
                </a:solidFill>
              </a:rPr>
              <a:t>-saved registers</a:t>
            </a:r>
          </a:p>
        </p:txBody>
      </p:sp>
      <p:sp>
        <p:nvSpPr>
          <p:cNvPr id="14" name="Rounded Rectangle 13">
            <a:extLst>
              <a:ext uri="{FF2B5EF4-FFF2-40B4-BE49-F238E27FC236}">
                <a16:creationId xmlns:a16="http://schemas.microsoft.com/office/drawing/2014/main" id="{AC2AE156-76D1-F549-8AF9-9D781B757237}"/>
              </a:ext>
            </a:extLst>
          </p:cNvPr>
          <p:cNvSpPr/>
          <p:nvPr/>
        </p:nvSpPr>
        <p:spPr>
          <a:xfrm>
            <a:off x="1681750" y="5687122"/>
            <a:ext cx="4414250" cy="26814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C3C88C4-EAF8-6E4D-87AB-F97C99FCE7FF}"/>
              </a:ext>
            </a:extLst>
          </p:cNvPr>
          <p:cNvSpPr/>
          <p:nvPr/>
        </p:nvSpPr>
        <p:spPr>
          <a:xfrm>
            <a:off x="1681750" y="5632750"/>
            <a:ext cx="2892552" cy="369332"/>
          </a:xfrm>
          <a:prstGeom prst="rect">
            <a:avLst/>
          </a:prstGeom>
        </p:spPr>
        <p:txBody>
          <a:bodyPr wrap="square">
            <a:spAutoFit/>
          </a:bodyPr>
          <a:lstStyle/>
          <a:p>
            <a:r>
              <a:rPr lang="en-US" b="1" dirty="0" err="1">
                <a:solidFill>
                  <a:srgbClr val="FF0000"/>
                </a:solidFill>
              </a:rPr>
              <a:t>Callee</a:t>
            </a:r>
            <a:r>
              <a:rPr lang="en-US" b="1" dirty="0">
                <a:solidFill>
                  <a:srgbClr val="FF0000"/>
                </a:solidFill>
              </a:rPr>
              <a:t>-saved registers</a:t>
            </a:r>
          </a:p>
        </p:txBody>
      </p:sp>
    </p:spTree>
    <p:extLst>
      <p:ext uri="{BB962C8B-B14F-4D97-AF65-F5344CB8AC3E}">
        <p14:creationId xmlns:p14="http://schemas.microsoft.com/office/powerpoint/2010/main" val="3977372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animBg="1"/>
      <p:bldP spid="10" grpId="0" animBg="1"/>
      <p:bldP spid="12" grpId="0"/>
      <p:bldP spid="1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Embedded Application Binary Interface (EABI) Protocol</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29</a:t>
            </a:fld>
            <a:endParaRPr kumimoji="0" lang="en-US" dirty="0"/>
          </a:p>
        </p:txBody>
      </p:sp>
      <p:graphicFrame>
        <p:nvGraphicFramePr>
          <p:cNvPr id="6" name="Table 5">
            <a:extLst>
              <a:ext uri="{FF2B5EF4-FFF2-40B4-BE49-F238E27FC236}">
                <a16:creationId xmlns:a16="http://schemas.microsoft.com/office/drawing/2014/main" id="{B1414725-3DB0-4EEA-70D6-397832F09027}"/>
              </a:ext>
            </a:extLst>
          </p:cNvPr>
          <p:cNvGraphicFramePr>
            <a:graphicFrameLocks noGrp="1"/>
          </p:cNvGraphicFramePr>
          <p:nvPr>
            <p:extLst>
              <p:ext uri="{D42A27DB-BD31-4B8C-83A1-F6EECF244321}">
                <p14:modId xmlns:p14="http://schemas.microsoft.com/office/powerpoint/2010/main" val="1752756319"/>
              </p:ext>
            </p:extLst>
          </p:nvPr>
        </p:nvGraphicFramePr>
        <p:xfrm>
          <a:off x="2057400" y="4927069"/>
          <a:ext cx="7620001" cy="1463040"/>
        </p:xfrm>
        <a:graphic>
          <a:graphicData uri="http://schemas.openxmlformats.org/drawingml/2006/table">
            <a:tbl>
              <a:tblPr>
                <a:tableStyleId>{5940675A-B579-460E-94D1-54222C63F5DA}</a:tableStyleId>
              </a:tblPr>
              <a:tblGrid>
                <a:gridCol w="956217">
                  <a:extLst>
                    <a:ext uri="{9D8B030D-6E8A-4147-A177-3AD203B41FA5}">
                      <a16:colId xmlns:a16="http://schemas.microsoft.com/office/drawing/2014/main" val="3978250191"/>
                    </a:ext>
                  </a:extLst>
                </a:gridCol>
                <a:gridCol w="3197273">
                  <a:extLst>
                    <a:ext uri="{9D8B030D-6E8A-4147-A177-3AD203B41FA5}">
                      <a16:colId xmlns:a16="http://schemas.microsoft.com/office/drawing/2014/main" val="2379742375"/>
                    </a:ext>
                  </a:extLst>
                </a:gridCol>
                <a:gridCol w="3466511">
                  <a:extLst>
                    <a:ext uri="{9D8B030D-6E8A-4147-A177-3AD203B41FA5}">
                      <a16:colId xmlns:a16="http://schemas.microsoft.com/office/drawing/2014/main" val="647968338"/>
                    </a:ext>
                  </a:extLst>
                </a:gridCol>
              </a:tblGrid>
              <a:tr h="0">
                <a:tc>
                  <a:txBody>
                    <a:bodyPr/>
                    <a:lstStyle/>
                    <a:p>
                      <a:pPr>
                        <a:buNone/>
                      </a:pPr>
                      <a:r>
                        <a:rPr lang="en-US"/>
                        <a:t>Role</a:t>
                      </a:r>
                    </a:p>
                  </a:txBody>
                  <a:tcPr anchor="ctr">
                    <a:solidFill>
                      <a:schemeClr val="bg1">
                        <a:lumMod val="85000"/>
                      </a:schemeClr>
                    </a:solidFill>
                  </a:tcPr>
                </a:tc>
                <a:tc>
                  <a:txBody>
                    <a:bodyPr/>
                    <a:lstStyle/>
                    <a:p>
                      <a:pPr>
                        <a:buNone/>
                      </a:pPr>
                      <a:r>
                        <a:rPr lang="en-US"/>
                        <a:t>Must Preserve</a:t>
                      </a:r>
                    </a:p>
                  </a:txBody>
                  <a:tcPr anchor="ctr">
                    <a:solidFill>
                      <a:schemeClr val="bg1">
                        <a:lumMod val="85000"/>
                      </a:schemeClr>
                    </a:solidFill>
                  </a:tcPr>
                </a:tc>
                <a:tc>
                  <a:txBody>
                    <a:bodyPr/>
                    <a:lstStyle/>
                    <a:p>
                      <a:pPr>
                        <a:buNone/>
                      </a:pPr>
                      <a:r>
                        <a:rPr lang="en-US" dirty="0"/>
                        <a:t>Notes</a:t>
                      </a:r>
                    </a:p>
                  </a:txBody>
                  <a:tcPr anchor="ctr">
                    <a:solidFill>
                      <a:schemeClr val="bg1">
                        <a:lumMod val="85000"/>
                      </a:schemeClr>
                    </a:solidFill>
                  </a:tcPr>
                </a:tc>
                <a:extLst>
                  <a:ext uri="{0D108BD9-81ED-4DB2-BD59-A6C34878D82A}">
                    <a16:rowId xmlns:a16="http://schemas.microsoft.com/office/drawing/2014/main" val="1034159589"/>
                  </a:ext>
                </a:extLst>
              </a:tr>
              <a:tr h="0">
                <a:tc>
                  <a:txBody>
                    <a:bodyPr/>
                    <a:lstStyle/>
                    <a:p>
                      <a:pPr>
                        <a:buNone/>
                      </a:pPr>
                      <a:r>
                        <a:rPr lang="en-US" b="1" dirty="0"/>
                        <a:t>Caller</a:t>
                      </a:r>
                      <a:endParaRPr lang="en-US" dirty="0"/>
                    </a:p>
                  </a:txBody>
                  <a:tcPr anchor="ctr"/>
                </a:tc>
                <a:tc>
                  <a:txBody>
                    <a:bodyPr/>
                    <a:lstStyle/>
                    <a:p>
                      <a:pPr>
                        <a:buNone/>
                      </a:pPr>
                      <a:r>
                        <a:rPr lang="en-US"/>
                        <a:t>R0–R3, R12, CPSR (if needed)</a:t>
                      </a:r>
                    </a:p>
                  </a:txBody>
                  <a:tcPr anchor="ctr"/>
                </a:tc>
                <a:tc>
                  <a:txBody>
                    <a:bodyPr/>
                    <a:lstStyle/>
                    <a:p>
                      <a:pPr>
                        <a:buNone/>
                      </a:pPr>
                      <a:r>
                        <a:rPr lang="en-US"/>
                        <a:t>Caller-saved (scratch)</a:t>
                      </a:r>
                    </a:p>
                  </a:txBody>
                  <a:tcPr anchor="ctr"/>
                </a:tc>
                <a:extLst>
                  <a:ext uri="{0D108BD9-81ED-4DB2-BD59-A6C34878D82A}">
                    <a16:rowId xmlns:a16="http://schemas.microsoft.com/office/drawing/2014/main" val="3091627714"/>
                  </a:ext>
                </a:extLst>
              </a:tr>
              <a:tr h="0">
                <a:tc>
                  <a:txBody>
                    <a:bodyPr/>
                    <a:lstStyle/>
                    <a:p>
                      <a:pPr>
                        <a:buNone/>
                      </a:pPr>
                      <a:r>
                        <a:rPr lang="en-US" b="1"/>
                        <a:t>Callee</a:t>
                      </a:r>
                      <a:endParaRPr lang="en-US"/>
                    </a:p>
                  </a:txBody>
                  <a:tcPr anchor="ctr"/>
                </a:tc>
                <a:tc>
                  <a:txBody>
                    <a:bodyPr/>
                    <a:lstStyle/>
                    <a:p>
                      <a:pPr>
                        <a:buNone/>
                      </a:pPr>
                      <a:r>
                        <a:rPr lang="pt-BR"/>
                        <a:t>R4–R11, R13 (SP), R14 (LR)</a:t>
                      </a:r>
                    </a:p>
                  </a:txBody>
                  <a:tcPr anchor="ctr"/>
                </a:tc>
                <a:tc>
                  <a:txBody>
                    <a:bodyPr/>
                    <a:lstStyle/>
                    <a:p>
                      <a:pPr>
                        <a:buNone/>
                      </a:pPr>
                      <a:r>
                        <a:rPr lang="en-US" dirty="0"/>
                        <a:t>Must be saved/restored if modified</a:t>
                      </a:r>
                    </a:p>
                  </a:txBody>
                  <a:tcPr anchor="ctr"/>
                </a:tc>
                <a:extLst>
                  <a:ext uri="{0D108BD9-81ED-4DB2-BD59-A6C34878D82A}">
                    <a16:rowId xmlns:a16="http://schemas.microsoft.com/office/drawing/2014/main" val="3254816473"/>
                  </a:ext>
                </a:extLst>
              </a:tr>
              <a:tr h="0">
                <a:tc>
                  <a:txBody>
                    <a:bodyPr/>
                    <a:lstStyle/>
                    <a:p>
                      <a:pPr>
                        <a:buNone/>
                      </a:pPr>
                      <a:r>
                        <a:rPr lang="en-US" b="1"/>
                        <a:t>Return</a:t>
                      </a:r>
                      <a:endParaRPr lang="en-US"/>
                    </a:p>
                  </a:txBody>
                  <a:tcPr anchor="ctr"/>
                </a:tc>
                <a:tc>
                  <a:txBody>
                    <a:bodyPr/>
                    <a:lstStyle/>
                    <a:p>
                      <a:pPr>
                        <a:buNone/>
                      </a:pPr>
                      <a:r>
                        <a:rPr lang="en-US"/>
                        <a:t>R0</a:t>
                      </a:r>
                    </a:p>
                  </a:txBody>
                  <a:tcPr anchor="ctr"/>
                </a:tc>
                <a:tc>
                  <a:txBody>
                    <a:bodyPr/>
                    <a:lstStyle/>
                    <a:p>
                      <a:pPr>
                        <a:buNone/>
                      </a:pPr>
                      <a:r>
                        <a:rPr lang="en-US" dirty="0"/>
                        <a:t>Return value</a:t>
                      </a:r>
                    </a:p>
                  </a:txBody>
                  <a:tcPr anchor="ctr"/>
                </a:tc>
                <a:extLst>
                  <a:ext uri="{0D108BD9-81ED-4DB2-BD59-A6C34878D82A}">
                    <a16:rowId xmlns:a16="http://schemas.microsoft.com/office/drawing/2014/main" val="693202028"/>
                  </a:ext>
                </a:extLst>
              </a:tr>
            </a:tbl>
          </a:graphicData>
        </a:graphic>
      </p:graphicFrame>
      <p:sp>
        <p:nvSpPr>
          <p:cNvPr id="12" name="Rectangle 5">
            <a:extLst>
              <a:ext uri="{FF2B5EF4-FFF2-40B4-BE49-F238E27FC236}">
                <a16:creationId xmlns:a16="http://schemas.microsoft.com/office/drawing/2014/main" id="{089E938F-8DD6-9257-C729-26DA8E1F7AC4}"/>
              </a:ext>
            </a:extLst>
          </p:cNvPr>
          <p:cNvSpPr>
            <a:spLocks noGrp="1" noChangeArrowheads="1"/>
          </p:cNvSpPr>
          <p:nvPr>
            <p:ph sz="quarter" idx="1"/>
          </p:nvPr>
        </p:nvSpPr>
        <p:spPr bwMode="auto">
          <a:xfrm>
            <a:off x="816864" y="1000936"/>
            <a:ext cx="10972800" cy="4034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defTabSz="914400" fontAlgn="base">
              <a:lnSpc>
                <a:spcPct val="100000"/>
              </a:lnSpc>
              <a:spcAft>
                <a:spcPct val="0"/>
              </a:spcAft>
              <a:tabLst/>
            </a:pPr>
            <a:r>
              <a:rPr lang="en-US" altLang="en-US" sz="2000" dirty="0"/>
              <a:t>Caller-saved registers:</a:t>
            </a:r>
          </a:p>
          <a:p>
            <a:pPr lvl="1" fontAlgn="base">
              <a:spcAft>
                <a:spcPct val="0"/>
              </a:spcAft>
            </a:pPr>
            <a:r>
              <a:rPr lang="en-US" altLang="en-US" sz="1800" dirty="0"/>
              <a:t>R0–R3: Arguments/return registers.</a:t>
            </a:r>
          </a:p>
          <a:p>
            <a:pPr lvl="1" fontAlgn="base">
              <a:spcAft>
                <a:spcPct val="0"/>
              </a:spcAft>
            </a:pPr>
            <a:r>
              <a:rPr lang="en-US" altLang="en-US" sz="1800" dirty="0"/>
              <a:t>R12 (IP): Intra-procedure scratch register.</a:t>
            </a:r>
          </a:p>
          <a:p>
            <a:pPr lvl="1" fontAlgn="base">
              <a:spcAft>
                <a:spcPct val="0"/>
              </a:spcAft>
            </a:pPr>
            <a:r>
              <a:rPr lang="en-US" altLang="en-US" sz="1800" dirty="0"/>
              <a:t>CPSR: — caller must preserve its state if needed.</a:t>
            </a:r>
          </a:p>
          <a:p>
            <a:pPr marR="0" lvl="0" defTabSz="914400" fontAlgn="base">
              <a:lnSpc>
                <a:spcPct val="100000"/>
              </a:lnSpc>
              <a:spcAft>
                <a:spcPct val="0"/>
              </a:spcAft>
              <a:tabLst/>
            </a:pPr>
            <a:r>
              <a:rPr lang="en-US" altLang="en-US" sz="2000" dirty="0"/>
              <a:t>Callee-saved registers:</a:t>
            </a:r>
          </a:p>
          <a:p>
            <a:pPr lvl="1" fontAlgn="base">
              <a:spcAft>
                <a:spcPct val="0"/>
              </a:spcAft>
            </a:pPr>
            <a:r>
              <a:rPr lang="en-US" altLang="en-US" sz="1800" dirty="0"/>
              <a:t>R4–R11: Must be saved/restored by the callee if used.</a:t>
            </a:r>
          </a:p>
          <a:p>
            <a:pPr lvl="1" fontAlgn="base">
              <a:spcAft>
                <a:spcPct val="0"/>
              </a:spcAft>
            </a:pPr>
            <a:r>
              <a:rPr lang="en-US" altLang="en-US" sz="1800" dirty="0"/>
              <a:t>R14 (LR): Must be saved if the callee makes nested calls.</a:t>
            </a:r>
          </a:p>
          <a:p>
            <a:pPr lvl="1" fontAlgn="base">
              <a:spcAft>
                <a:spcPct val="0"/>
              </a:spcAft>
            </a:pPr>
            <a:r>
              <a:rPr lang="en-US" altLang="en-US" sz="1800" dirty="0"/>
              <a:t>R13 (SP): Stack pointer — must be preserved.</a:t>
            </a:r>
          </a:p>
          <a:p>
            <a:pPr marR="0" lvl="0" defTabSz="914400" fontAlgn="base">
              <a:lnSpc>
                <a:spcPct val="100000"/>
              </a:lnSpc>
              <a:spcAft>
                <a:spcPct val="0"/>
              </a:spcAft>
              <a:tabLst/>
            </a:pPr>
            <a:r>
              <a:rPr lang="en-US" altLang="en-US" sz="2000" dirty="0"/>
              <a:t>Extra parameters passed on stack:</a:t>
            </a:r>
          </a:p>
          <a:p>
            <a:pPr lvl="1" fontAlgn="base">
              <a:spcAft>
                <a:spcPct val="0"/>
              </a:spcAft>
            </a:pPr>
            <a:r>
              <a:rPr lang="en-US" altLang="en-US" sz="1800" dirty="0"/>
              <a:t>When more than four arguments exist.</a:t>
            </a:r>
          </a:p>
          <a:p>
            <a:pPr marR="0" lvl="0" defTabSz="914400" fontAlgn="base">
              <a:lnSpc>
                <a:spcPct val="100000"/>
              </a:lnSpc>
              <a:spcAft>
                <a:spcPct val="0"/>
              </a:spcAft>
              <a:tabLst/>
            </a:pPr>
            <a:r>
              <a:rPr lang="en-US" altLang="en-US" sz="2000" dirty="0"/>
              <a:t>Return value in R0</a:t>
            </a:r>
          </a:p>
        </p:txBody>
      </p:sp>
    </p:spTree>
    <p:extLst>
      <p:ext uri="{BB962C8B-B14F-4D97-AF65-F5344CB8AC3E}">
        <p14:creationId xmlns:p14="http://schemas.microsoft.com/office/powerpoint/2010/main" val="19568821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2C87E-B1DE-8D61-2159-9DFF238977D2}"/>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78EF8A0C-84C5-BD08-3619-0560D9F40429}"/>
              </a:ext>
            </a:extLst>
          </p:cNvPr>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a:extLst>
              <a:ext uri="{FF2B5EF4-FFF2-40B4-BE49-F238E27FC236}">
                <a16:creationId xmlns:a16="http://schemas.microsoft.com/office/drawing/2014/main" id="{EBFB2E0A-F151-C9E4-E04B-88BF5F34A0B2}"/>
              </a:ext>
            </a:extLst>
          </p:cNvPr>
          <p:cNvSpPr>
            <a:spLocks noGrp="1"/>
          </p:cNvSpPr>
          <p:nvPr>
            <p:ph sz="quarter" idx="1"/>
          </p:nvPr>
        </p:nvSpPr>
        <p:spPr/>
        <p:txBody>
          <a:bodyPr/>
          <a:lstStyle/>
          <a:p>
            <a:r>
              <a:rPr lang="en-US" dirty="0"/>
              <a:t>Embedded application binary interface (EABI) Protocol</a:t>
            </a:r>
          </a:p>
          <a:p>
            <a:endParaRPr lang="en-US" dirty="0"/>
          </a:p>
          <a:p>
            <a:endParaRPr lang="en-US" dirty="0"/>
          </a:p>
        </p:txBody>
      </p:sp>
    </p:spTree>
    <p:extLst>
      <p:ext uri="{BB962C8B-B14F-4D97-AF65-F5344CB8AC3E}">
        <p14:creationId xmlns:p14="http://schemas.microsoft.com/office/powerpoint/2010/main" val="16730996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41E5524-BEEB-EAC4-08A8-A4DA816CE381}"/>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4" name="Content Placeholder 3">
            <a:extLst>
              <a:ext uri="{FF2B5EF4-FFF2-40B4-BE49-F238E27FC236}">
                <a16:creationId xmlns:a16="http://schemas.microsoft.com/office/drawing/2014/main" id="{932BDD07-C7B4-65B5-B366-97ACF9704AAC}"/>
              </a:ext>
            </a:extLst>
          </p:cNvPr>
          <p:cNvSpPr>
            <a:spLocks noGrp="1"/>
          </p:cNvSpPr>
          <p:nvPr>
            <p:ph sz="quarter" idx="1"/>
          </p:nvPr>
        </p:nvSpPr>
        <p:spPr>
          <a:xfrm>
            <a:off x="122936" y="135890"/>
            <a:ext cx="3233674" cy="6517640"/>
          </a:xfrm>
          <a:solidFill>
            <a:schemeClr val="bg1"/>
          </a:solidFill>
        </p:spPr>
        <p:txBody>
          <a:bodyPr>
            <a:normAutofit fontScale="85000" lnSpcReduction="20000"/>
          </a:bodyPr>
          <a:lstStyle/>
          <a:p>
            <a:r>
              <a:rPr lang="en-US" dirty="0"/>
              <a:t>Top code:</a:t>
            </a:r>
          </a:p>
          <a:p>
            <a:pPr lvl="1"/>
            <a:r>
              <a:rPr lang="en-US" dirty="0"/>
              <a:t>Callee foo does MOV R4, #10 → this overwrites whatever the caller had in R4.</a:t>
            </a:r>
          </a:p>
          <a:p>
            <a:pPr lvl="1"/>
            <a:r>
              <a:rPr lang="en-US" dirty="0"/>
              <a:t>foo does BX LR → returns to caller, and R4 remains 10 in the caller.</a:t>
            </a:r>
          </a:p>
          <a:p>
            <a:r>
              <a:rPr lang="en-US" dirty="0"/>
              <a:t>Middle code:</a:t>
            </a:r>
          </a:p>
          <a:p>
            <a:pPr lvl="1"/>
            <a:r>
              <a:rPr lang="en-US" dirty="0"/>
              <a:t>Caller expects callee does not modify r4.</a:t>
            </a:r>
          </a:p>
          <a:p>
            <a:pPr lvl="1"/>
            <a:r>
              <a:rPr lang="en-US" dirty="0"/>
              <a:t>Callee should preserve r4 by saving and restores R4 by PUSH and POP on the stack</a:t>
            </a:r>
          </a:p>
          <a:p>
            <a:r>
              <a:rPr lang="en-US" dirty="0"/>
              <a:t>Bottom code:</a:t>
            </a:r>
          </a:p>
          <a:p>
            <a:pPr lvl="1"/>
            <a:r>
              <a:rPr lang="en-US" dirty="0"/>
              <a:t>Callee saves and restores R4 by PUSH and POP</a:t>
            </a:r>
          </a:p>
          <a:p>
            <a:pPr lvl="1"/>
            <a:r>
              <a:rPr lang="en-US" dirty="0"/>
              <a:t>Callee uses PUSH{LR} and POP{PC}, equivalent to BX LR</a:t>
            </a:r>
          </a:p>
        </p:txBody>
      </p:sp>
      <p:graphicFrame>
        <p:nvGraphicFramePr>
          <p:cNvPr id="5" name="Table 4">
            <a:extLst>
              <a:ext uri="{FF2B5EF4-FFF2-40B4-BE49-F238E27FC236}">
                <a16:creationId xmlns:a16="http://schemas.microsoft.com/office/drawing/2014/main" id="{474C9786-1EE7-AA57-BBF8-015B49A7A18B}"/>
              </a:ext>
            </a:extLst>
          </p:cNvPr>
          <p:cNvGraphicFramePr>
            <a:graphicFrameLocks noGrp="1"/>
          </p:cNvGraphicFramePr>
          <p:nvPr>
            <p:extLst>
              <p:ext uri="{D42A27DB-BD31-4B8C-83A1-F6EECF244321}">
                <p14:modId xmlns:p14="http://schemas.microsoft.com/office/powerpoint/2010/main" val="3857499811"/>
              </p:ext>
            </p:extLst>
          </p:nvPr>
        </p:nvGraphicFramePr>
        <p:xfrm>
          <a:off x="3458464" y="70485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  ; foo changes </a:t>
                      </a:r>
                      <a:r>
                        <a:rPr lang="en-US" sz="1600" dirty="0" err="1">
                          <a:effectLst/>
                          <a:latin typeface="Consolas" panose="020B0609020204030204" pitchFamily="49" charset="0"/>
                          <a:cs typeface="Consolas" panose="020B0609020204030204" pitchFamily="49" charset="0"/>
                        </a:rPr>
                        <a:t>r4</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BX    </a:t>
                      </a:r>
                      <a:r>
                        <a:rPr kumimoji="0" lang="en-US" sz="1600" kern="1200" dirty="0" err="1">
                          <a:solidFill>
                            <a:schemeClr val="tx1"/>
                          </a:solidFill>
                          <a:effectLst/>
                          <a:latin typeface="Consolas" panose="020B0609020204030204" pitchFamily="49" charset="0"/>
                          <a:ea typeface="+mn-ea"/>
                          <a:cs typeface="Consolas" panose="020B0609020204030204" pitchFamily="49" charset="0"/>
                        </a:rPr>
                        <a:t>LR</a:t>
                      </a:r>
                      <a:endParaRPr kumimoji="0" lang="en-US" sz="1600" kern="1200" dirty="0">
                        <a:solidFill>
                          <a:schemeClr val="tx1"/>
                        </a:solidFill>
                        <a:effectLst/>
                        <a:latin typeface="Consolas" panose="020B0609020204030204" pitchFamily="49" charset="0"/>
                        <a:ea typeface="+mn-ea"/>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BEEF0709-7D1E-4BEC-4A2C-6E16F7AE50AC}"/>
              </a:ext>
            </a:extLst>
          </p:cNvPr>
          <p:cNvGraphicFramePr>
            <a:graphicFrameLocks noGrp="1"/>
          </p:cNvGraphicFramePr>
          <p:nvPr>
            <p:extLst>
              <p:ext uri="{D42A27DB-BD31-4B8C-83A1-F6EECF244321}">
                <p14:modId xmlns:p14="http://schemas.microsoft.com/office/powerpoint/2010/main" val="779569842"/>
              </p:ext>
            </p:extLst>
          </p:nvPr>
        </p:nvGraphicFramePr>
        <p:xfrm>
          <a:off x="3458464" y="264097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101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PUSH {R4}     ; save caller's R4</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POP  {R4}  ; restore caller's R4</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FB360603-C7DB-5EFD-B5A3-94AD7ABE2987}"/>
              </a:ext>
            </a:extLst>
          </p:cNvPr>
          <p:cNvGraphicFramePr>
            <a:graphicFrameLocks noGrp="1"/>
          </p:cNvGraphicFramePr>
          <p:nvPr>
            <p:extLst>
              <p:ext uri="{D42A27DB-BD31-4B8C-83A1-F6EECF244321}">
                <p14:modId xmlns:p14="http://schemas.microsoft.com/office/powerpoint/2010/main" val="731161628"/>
              </p:ext>
            </p:extLst>
          </p:nvPr>
        </p:nvGraphicFramePr>
        <p:xfrm>
          <a:off x="3458464" y="457709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101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PUSH {R4,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POP  {R4, PC}   ; pops LR into PC (returns)</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842776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What is wrong?</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390729314"/>
              </p:ext>
            </p:extLst>
          </p:nvPr>
        </p:nvGraphicFramePr>
        <p:xfrm>
          <a:off x="228601" y="1889521"/>
          <a:ext cx="6095999" cy="3377565"/>
        </p:xfrm>
        <a:graphic>
          <a:graphicData uri="http://schemas.openxmlformats.org/drawingml/2006/table">
            <a:tbl>
              <a:tblPr firstRow="1" firstCol="1" bandRow="1">
                <a:tableStyleId>{5940675A-B579-460E-94D1-54222C63F5DA}</a:tableStyleId>
              </a:tblPr>
              <a:tblGrid>
                <a:gridCol w="1807221">
                  <a:extLst>
                    <a:ext uri="{9D8B030D-6E8A-4147-A177-3AD203B41FA5}">
                      <a16:colId xmlns:a16="http://schemas.microsoft.com/office/drawing/2014/main" val="20000"/>
                    </a:ext>
                  </a:extLst>
                </a:gridCol>
                <a:gridCol w="2144389">
                  <a:extLst>
                    <a:ext uri="{9D8B030D-6E8A-4147-A177-3AD203B41FA5}">
                      <a16:colId xmlns:a16="http://schemas.microsoft.com/office/drawing/2014/main" val="20001"/>
                    </a:ext>
                  </a:extLst>
                </a:gridCol>
                <a:gridCol w="2144389">
                  <a:extLst>
                    <a:ext uri="{9D8B030D-6E8A-4147-A177-3AD203B41FA5}">
                      <a16:colId xmlns:a16="http://schemas.microsoft.com/office/drawing/2014/main" val="2917198359"/>
                    </a:ext>
                  </a:extLst>
                </a:gridCol>
              </a:tblGrid>
              <a:tr h="232171">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BX    </a:t>
                      </a:r>
                      <a:r>
                        <a:rPr lang="en-US" sz="1600" dirty="0" err="1">
                          <a:effectLst/>
                          <a:latin typeface="Consolas" panose="020B0609020204030204" pitchFamily="49" charset="0"/>
                          <a:cs typeface="Consolas" panose="020B0609020204030204" pitchFamily="49" charset="0"/>
                        </a:rPr>
                        <a:t>LR</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4" name="Content Placeholder 3">
            <a:extLst>
              <a:ext uri="{FF2B5EF4-FFF2-40B4-BE49-F238E27FC236}">
                <a16:creationId xmlns:a16="http://schemas.microsoft.com/office/drawing/2014/main" id="{096DD51E-E564-74CD-B9CB-606BABB5A25D}"/>
              </a:ext>
            </a:extLst>
          </p:cNvPr>
          <p:cNvSpPr>
            <a:spLocks noGrp="1"/>
          </p:cNvSpPr>
          <p:nvPr>
            <p:ph sz="quarter" idx="1"/>
          </p:nvPr>
        </p:nvSpPr>
        <p:spPr>
          <a:xfrm>
            <a:off x="6400799" y="1372870"/>
            <a:ext cx="5562599" cy="5104130"/>
          </a:xfrm>
        </p:spPr>
        <p:txBody>
          <a:bodyPr>
            <a:normAutofit fontScale="92500" lnSpcReduction="20000"/>
          </a:bodyPr>
          <a:lstStyle/>
          <a:p>
            <a:r>
              <a:rPr lang="en-US" dirty="0"/>
              <a:t>Caller does BL foo → LR = return address back into the caller.</a:t>
            </a:r>
          </a:p>
          <a:p>
            <a:r>
              <a:rPr lang="en-US" dirty="0"/>
              <a:t>foo does PUSH {r4} (saves r4) but does not save LR.</a:t>
            </a:r>
          </a:p>
          <a:p>
            <a:r>
              <a:rPr lang="en-US" dirty="0"/>
              <a:t>foo does BL bar → this instruction overwrites LR with the return address back into foo (i.e. the instruction after BL bar).</a:t>
            </a:r>
          </a:p>
          <a:p>
            <a:r>
              <a:rPr lang="en-US" dirty="0"/>
              <a:t>bar returns (BX LR) into foo (normal), but the original LR that pointed back to the caller was lost.</a:t>
            </a:r>
          </a:p>
          <a:p>
            <a:r>
              <a:rPr lang="en-US" dirty="0"/>
              <a:t>foo does POP {r4} then BX LR — but LR now points to the instruction inside foo (not to the caller), so foo does not return to the caller</a:t>
            </a:r>
          </a:p>
        </p:txBody>
      </p:sp>
    </p:spTree>
    <p:extLst>
      <p:ext uri="{BB962C8B-B14F-4D97-AF65-F5344CB8AC3E}">
        <p14:creationId xmlns:p14="http://schemas.microsoft.com/office/powerpoint/2010/main" val="4766006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Solution #1</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52681513"/>
              </p:ext>
            </p:extLst>
          </p:nvPr>
        </p:nvGraphicFramePr>
        <p:xfrm>
          <a:off x="1790700" y="2286000"/>
          <a:ext cx="8610600" cy="3438525"/>
        </p:xfrm>
        <a:graphic>
          <a:graphicData uri="http://schemas.openxmlformats.org/drawingml/2006/table">
            <a:tbl>
              <a:tblPr firstRow="1" firstCol="1" bandRow="1">
                <a:tableStyleId>{5940675A-B579-460E-94D1-54222C63F5DA}</a:tableStyleId>
              </a:tblPr>
              <a:tblGrid>
                <a:gridCol w="2552700">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028950">
                  <a:extLst>
                    <a:ext uri="{9D8B030D-6E8A-4147-A177-3AD203B41FA5}">
                      <a16:colId xmlns:a16="http://schemas.microsoft.com/office/drawing/2014/main" val="2917198359"/>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a:t>
                      </a:r>
                      <a:r>
                        <a:rPr lang="en-US" sz="1600" b="1" baseline="0" dirty="0">
                          <a:solidFill>
                            <a:srgbClr val="C00000"/>
                          </a:solidFill>
                          <a:effectLst/>
                          <a:latin typeface="Consolas" panose="020B0609020204030204" pitchFamily="49" charset="0"/>
                          <a:cs typeface="Consolas" panose="020B0609020204030204" pitchFamily="49" charset="0"/>
                        </a:rPr>
                        <a:t> LR</a:t>
                      </a:r>
                      <a:r>
                        <a:rPr lang="en-US" sz="1600" b="1" dirty="0">
                          <a:solidFill>
                            <a:srgbClr val="C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LR}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BX    </a:t>
                      </a:r>
                      <a:r>
                        <a:rPr lang="en-US" sz="1600" dirty="0" err="1">
                          <a:effectLst/>
                          <a:latin typeface="Consolas" panose="020B0609020204030204" pitchFamily="49" charset="0"/>
                          <a:cs typeface="Consolas" panose="020B0609020204030204" pitchFamily="49" charset="0"/>
                        </a:rPr>
                        <a:t>LR</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TextBox 6"/>
          <p:cNvSpPr txBox="1"/>
          <p:nvPr/>
        </p:nvSpPr>
        <p:spPr>
          <a:xfrm>
            <a:off x="609600" y="1294953"/>
            <a:ext cx="9480159" cy="830997"/>
          </a:xfrm>
          <a:prstGeom prst="rect">
            <a:avLst/>
          </a:prstGeom>
          <a:noFill/>
        </p:spPr>
        <p:txBody>
          <a:bodyPr wrap="none" rtlCol="0">
            <a:spAutoFit/>
          </a:bodyPr>
          <a:lstStyle/>
          <a:p>
            <a:r>
              <a:rPr lang="en-US" sz="2400" dirty="0"/>
              <a:t>foo saves and restores its LR for returning to its caller, before calling bar. </a:t>
            </a:r>
          </a:p>
          <a:p>
            <a:r>
              <a:rPr lang="en-US" sz="2400" dirty="0">
                <a:latin typeface="Consolas" panose="020B0609020204030204" pitchFamily="49" charset="0"/>
                <a:cs typeface="Consolas" panose="020B0609020204030204" pitchFamily="49" charset="0"/>
              </a:rPr>
              <a:t> </a:t>
            </a:r>
          </a:p>
        </p:txBody>
      </p:sp>
    </p:spTree>
    <p:extLst>
      <p:ext uri="{BB962C8B-B14F-4D97-AF65-F5344CB8AC3E}">
        <p14:creationId xmlns:p14="http://schemas.microsoft.com/office/powerpoint/2010/main" val="30632417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0210" name="Rectangle 2"/>
          <p:cNvSpPr>
            <a:spLocks noGrp="1" noChangeArrowheads="1"/>
          </p:cNvSpPr>
          <p:nvPr>
            <p:ph type="title"/>
          </p:nvPr>
        </p:nvSpPr>
        <p:spPr/>
        <p:txBody>
          <a:bodyPr/>
          <a:lstStyle/>
          <a:p>
            <a:r>
              <a:rPr lang="en-US" altLang="zh-CN" dirty="0"/>
              <a:t>Nested Subroutines: Solution #1</a:t>
            </a:r>
            <a:endParaRPr lang="zh-TW" altLang="en-US" sz="3600" baseline="-25000" dirty="0"/>
          </a:p>
        </p:txBody>
      </p:sp>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69400" y="1447802"/>
            <a:ext cx="9188091" cy="42671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7120048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Solution #2</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860126174"/>
              </p:ext>
            </p:extLst>
          </p:nvPr>
        </p:nvGraphicFramePr>
        <p:xfrm>
          <a:off x="1790700" y="2289333"/>
          <a:ext cx="8610600" cy="3438525"/>
        </p:xfrm>
        <a:graphic>
          <a:graphicData uri="http://schemas.openxmlformats.org/drawingml/2006/table">
            <a:tbl>
              <a:tblPr firstRow="1" firstCol="1" bandRow="1">
                <a:tableStyleId>{5940675A-B579-460E-94D1-54222C63F5DA}</a:tableStyleId>
              </a:tblPr>
              <a:tblGrid>
                <a:gridCol w="2552700">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028950">
                  <a:extLst>
                    <a:ext uri="{9D8B030D-6E8A-4147-A177-3AD203B41FA5}">
                      <a16:colId xmlns:a16="http://schemas.microsoft.com/office/drawing/2014/main" val="2917198359"/>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a:t>
                      </a:r>
                      <a:r>
                        <a:rPr lang="en-US" sz="1600" b="1" baseline="0" dirty="0">
                          <a:solidFill>
                            <a:srgbClr val="C00000"/>
                          </a:solidFill>
                          <a:effectLst/>
                          <a:latin typeface="Consolas" panose="020B0609020204030204" pitchFamily="49" charset="0"/>
                          <a:cs typeface="Consolas" panose="020B0609020204030204" pitchFamily="49" charset="0"/>
                        </a:rPr>
                        <a:t> LR</a:t>
                      </a:r>
                      <a:r>
                        <a:rPr lang="en-US" sz="1600" b="1" dirty="0">
                          <a:solidFill>
                            <a:srgbClr val="C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PC}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strike="sngStrike" baseline="0" dirty="0">
                          <a:solidFill>
                            <a:schemeClr val="bg1">
                              <a:lumMod val="50000"/>
                            </a:schemeClr>
                          </a:solidFill>
                          <a:effectLst/>
                          <a:latin typeface="Consolas" panose="020B0609020204030204" pitchFamily="49" charset="0"/>
                          <a:cs typeface="Consolas" panose="020B0609020204030204" pitchFamily="49" charset="0"/>
                        </a:rPr>
                        <a:t>BX    </a:t>
                      </a:r>
                      <a:r>
                        <a:rPr lang="en-US" sz="1600" strike="sngStrike" baseline="0" dirty="0" err="1">
                          <a:solidFill>
                            <a:schemeClr val="bg1">
                              <a:lumMod val="50000"/>
                            </a:schemeClr>
                          </a:solidFill>
                          <a:effectLst/>
                          <a:latin typeface="Consolas" panose="020B0609020204030204" pitchFamily="49" charset="0"/>
                          <a:cs typeface="Consolas" panose="020B0609020204030204" pitchFamily="49" charset="0"/>
                        </a:rPr>
                        <a:t>LR</a:t>
                      </a:r>
                      <a:endParaRPr lang="en-US" sz="1600" strike="sngStrike" baseline="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TextBox 6"/>
          <p:cNvSpPr txBox="1"/>
          <p:nvPr/>
        </p:nvSpPr>
        <p:spPr>
          <a:xfrm>
            <a:off x="609600" y="1294953"/>
            <a:ext cx="10972800" cy="461665"/>
          </a:xfrm>
          <a:prstGeom prst="rect">
            <a:avLst/>
          </a:prstGeom>
          <a:noFill/>
        </p:spPr>
        <p:txBody>
          <a:bodyPr wrap="square" rtlCol="0">
            <a:spAutoFit/>
          </a:bodyPr>
          <a:lstStyle/>
          <a:p>
            <a:r>
              <a:rPr lang="en-US" sz="2400"/>
              <a:t>POP   </a:t>
            </a:r>
            <a:r>
              <a:rPr lang="en-US" sz="2400" dirty="0"/>
              <a:t>{r4, PC} is equivalent to POP {r4, LR} followed by BX </a:t>
            </a:r>
            <a:r>
              <a:rPr lang="en-US" sz="2400"/>
              <a:t>LR. </a:t>
            </a:r>
            <a:endParaRPr lang="en-US" sz="2400" dirty="0"/>
          </a:p>
        </p:txBody>
      </p:sp>
    </p:spTree>
    <p:extLst>
      <p:ext uri="{BB962C8B-B14F-4D97-AF65-F5344CB8AC3E}">
        <p14:creationId xmlns:p14="http://schemas.microsoft.com/office/powerpoint/2010/main" val="1344743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Subroutine Calling Another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sp>
        <p:nvSpPr>
          <p:cNvPr id="5" name="Content Placeholder 3"/>
          <p:cNvSpPr>
            <a:spLocks noGrp="1"/>
          </p:cNvSpPr>
          <p:nvPr>
            <p:ph sz="half" idx="1"/>
          </p:nvPr>
        </p:nvSpPr>
        <p:spPr>
          <a:xfrm>
            <a:off x="1828800" y="2133600"/>
            <a:ext cx="2386608" cy="17526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MAIN</a:t>
            </a:r>
          </a:p>
          <a:p>
            <a:pPr>
              <a:buNone/>
            </a:pPr>
            <a:r>
              <a:rPr lang="en-GB" sz="1800" b="1" dirty="0">
                <a:solidFill>
                  <a:schemeClr val="tx1"/>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ENDL	...</a:t>
            </a:r>
          </a:p>
        </p:txBody>
      </p:sp>
      <p:sp>
        <p:nvSpPr>
          <p:cNvPr id="6" name="Content Placeholder 3"/>
          <p:cNvSpPr txBox="1">
            <a:spLocks/>
          </p:cNvSpPr>
          <p:nvPr/>
        </p:nvSpPr>
        <p:spPr>
          <a:xfrm>
            <a:off x="4953000" y="2057400"/>
            <a:ext cx="2386608" cy="19050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QUAD	PUSH {LR}</a:t>
            </a:r>
          </a:p>
          <a:p>
            <a:pPr marL="274320" indent="-274320">
              <a:spcBef>
                <a:spcPts val="600"/>
              </a:spcBef>
              <a:buClr>
                <a:schemeClr val="accent1"/>
              </a:buClr>
              <a:buSzPct val="76000"/>
              <a:defRPr/>
            </a:pPr>
            <a:r>
              <a:rPr lang="en-GB" b="1" dirty="0">
                <a:latin typeface="Courier New" pitchFamily="49" charset="0"/>
                <a:cs typeface="Courier New" pitchFamily="49" charset="0"/>
              </a:rPr>
              <a:t>		BL SQ</a:t>
            </a:r>
          </a:p>
          <a:p>
            <a:pPr marL="274320" indent="-274320">
              <a:spcBef>
                <a:spcPts val="600"/>
              </a:spcBef>
              <a:buClr>
                <a:schemeClr val="accent1"/>
              </a:buClr>
              <a:buSzPct val="76000"/>
              <a:defRPr/>
            </a:pPr>
            <a:r>
              <a:rPr lang="en-GB" b="1" dirty="0">
                <a:latin typeface="Courier New" pitchFamily="49" charset="0"/>
                <a:cs typeface="Courier New" pitchFamily="49" charset="0"/>
              </a:rPr>
              <a:t>		BL SQ</a:t>
            </a:r>
          </a:p>
          <a:p>
            <a:pPr marL="274320" indent="-274320">
              <a:spcBef>
                <a:spcPts val="600"/>
              </a:spcBef>
              <a:buClr>
                <a:schemeClr val="accent1"/>
              </a:buClr>
              <a:buSzPct val="76000"/>
              <a:defRPr/>
            </a:pPr>
            <a:r>
              <a:rPr lang="en-GB" b="1" dirty="0">
                <a:latin typeface="Courier New" pitchFamily="49" charset="0"/>
                <a:cs typeface="Courier New" pitchFamily="49" charset="0"/>
              </a:rPr>
              <a:t>		POP {LR}</a:t>
            </a:r>
          </a:p>
          <a:p>
            <a:pPr marL="274320" indent="-274320">
              <a:spcBef>
                <a:spcPts val="600"/>
              </a:spcBef>
              <a:buClr>
                <a:schemeClr val="accent1"/>
              </a:buClr>
              <a:buSzPct val="76000"/>
              <a:defRPr/>
            </a:pPr>
            <a:r>
              <a:rPr lang="en-GB" b="1" dirty="0">
                <a:latin typeface="Courier New" pitchFamily="49" charset="0"/>
                <a:cs typeface="Courier New" pitchFamily="49" charset="0"/>
              </a:rPr>
              <a:t>		BX LR</a:t>
            </a:r>
          </a:p>
        </p:txBody>
      </p:sp>
      <p:sp>
        <p:nvSpPr>
          <p:cNvPr id="7" name="Content Placeholder 3"/>
          <p:cNvSpPr txBox="1">
            <a:spLocks/>
          </p:cNvSpPr>
          <p:nvPr/>
        </p:nvSpPr>
        <p:spPr>
          <a:xfrm>
            <a:off x="8153400" y="2438400"/>
            <a:ext cx="2386608" cy="12192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SQ		MUL R0,R0</a:t>
            </a:r>
          </a:p>
          <a:p>
            <a:pPr marL="274320" indent="-274320">
              <a:spcBef>
                <a:spcPts val="600"/>
              </a:spcBef>
              <a:buClr>
                <a:schemeClr val="accent1"/>
              </a:buClr>
              <a:buSzPct val="76000"/>
              <a:defRPr/>
            </a:pPr>
            <a:r>
              <a:rPr lang="en-GB" b="1" dirty="0">
                <a:latin typeface="Courier New" pitchFamily="49" charset="0"/>
                <a:cs typeface="Courier New" pitchFamily="49" charset="0"/>
              </a:rPr>
              <a:t>		BX LR</a:t>
            </a:r>
          </a:p>
        </p:txBody>
      </p:sp>
      <p:sp>
        <p:nvSpPr>
          <p:cNvPr id="8" name="Right Arrow 7"/>
          <p:cNvSpPr/>
          <p:nvPr/>
        </p:nvSpPr>
        <p:spPr>
          <a:xfrm>
            <a:off x="4267200" y="2814320"/>
            <a:ext cx="609600" cy="386080"/>
          </a:xfrm>
          <a:prstGeom prst="rightArrow">
            <a:avLst/>
          </a:prstGeom>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9" name="Right Arrow 8"/>
          <p:cNvSpPr/>
          <p:nvPr/>
        </p:nvSpPr>
        <p:spPr>
          <a:xfrm>
            <a:off x="7467600" y="2814320"/>
            <a:ext cx="609600" cy="386080"/>
          </a:xfrm>
          <a:prstGeom prst="rightArrow">
            <a:avLst/>
          </a:prstGeom>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TextBox 9"/>
          <p:cNvSpPr txBox="1"/>
          <p:nvPr/>
        </p:nvSpPr>
        <p:spPr>
          <a:xfrm>
            <a:off x="2133600" y="4114800"/>
            <a:ext cx="1631426" cy="369332"/>
          </a:xfrm>
          <a:prstGeom prst="rect">
            <a:avLst/>
          </a:prstGeom>
          <a:noFill/>
        </p:spPr>
        <p:txBody>
          <a:bodyPr wrap="none" rtlCol="0">
            <a:spAutoFit/>
          </a:bodyPr>
          <a:lstStyle/>
          <a:p>
            <a:r>
              <a:rPr lang="en-US" dirty="0"/>
              <a:t>Function </a:t>
            </a:r>
            <a:r>
              <a:rPr lang="en-US" dirty="0">
                <a:solidFill>
                  <a:srgbClr val="FF0000"/>
                </a:solidFill>
              </a:rPr>
              <a:t>MAIN</a:t>
            </a:r>
          </a:p>
        </p:txBody>
      </p:sp>
      <p:sp>
        <p:nvSpPr>
          <p:cNvPr id="11" name="TextBox 10"/>
          <p:cNvSpPr txBox="1"/>
          <p:nvPr/>
        </p:nvSpPr>
        <p:spPr>
          <a:xfrm>
            <a:off x="5334000" y="4191000"/>
            <a:ext cx="1734106" cy="369332"/>
          </a:xfrm>
          <a:prstGeom prst="rect">
            <a:avLst/>
          </a:prstGeom>
          <a:noFill/>
        </p:spPr>
        <p:txBody>
          <a:bodyPr wrap="none" rtlCol="0">
            <a:spAutoFit/>
          </a:bodyPr>
          <a:lstStyle/>
          <a:p>
            <a:r>
              <a:rPr lang="en-US" dirty="0"/>
              <a:t>Function </a:t>
            </a:r>
            <a:r>
              <a:rPr lang="en-US" dirty="0">
                <a:solidFill>
                  <a:srgbClr val="FF0000"/>
                </a:solidFill>
              </a:rPr>
              <a:t>QUAD</a:t>
            </a:r>
          </a:p>
        </p:txBody>
      </p:sp>
      <p:sp>
        <p:nvSpPr>
          <p:cNvPr id="12" name="TextBox 11"/>
          <p:cNvSpPr txBox="1"/>
          <p:nvPr/>
        </p:nvSpPr>
        <p:spPr>
          <a:xfrm>
            <a:off x="8779542" y="3962400"/>
            <a:ext cx="1355059" cy="369332"/>
          </a:xfrm>
          <a:prstGeom prst="rect">
            <a:avLst/>
          </a:prstGeom>
          <a:noFill/>
        </p:spPr>
        <p:txBody>
          <a:bodyPr wrap="none" rtlCol="0">
            <a:spAutoFit/>
          </a:bodyPr>
          <a:lstStyle/>
          <a:p>
            <a:r>
              <a:rPr lang="en-US" dirty="0"/>
              <a:t>Function </a:t>
            </a:r>
            <a:r>
              <a:rPr lang="en-US" dirty="0">
                <a:solidFill>
                  <a:srgbClr val="FF0000"/>
                </a:solidFill>
              </a:rPr>
              <a:t>SQ</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Subroutine Calling Another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sp>
        <p:nvSpPr>
          <p:cNvPr id="5" name="Content Placeholder 3"/>
          <p:cNvSpPr>
            <a:spLocks noGrp="1"/>
          </p:cNvSpPr>
          <p:nvPr>
            <p:ph sz="half" idx="1"/>
          </p:nvPr>
        </p:nvSpPr>
        <p:spPr>
          <a:xfrm>
            <a:off x="1828800" y="2133600"/>
            <a:ext cx="2386608" cy="17526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MAIN</a:t>
            </a:r>
            <a:r>
              <a:rPr lang="zh-CN" altLang="en-US" sz="1800" b="1" dirty="0">
                <a:solidFill>
                  <a:schemeClr val="tx1"/>
                </a:solidFill>
                <a:latin typeface="Courier New" pitchFamily="49" charset="0"/>
                <a:cs typeface="Courier New" pitchFamily="49" charset="0"/>
              </a:rPr>
              <a:t> </a:t>
            </a:r>
            <a:r>
              <a:rPr lang="en-US" altLang="zh-CN" sz="1800" b="1" dirty="0" err="1">
                <a:solidFill>
                  <a:schemeClr val="tx1"/>
                </a:solidFill>
                <a:latin typeface="Courier New" pitchFamily="49" charset="0"/>
                <a:cs typeface="Courier New" pitchFamily="49" charset="0"/>
              </a:rPr>
              <a:t>PROC</a:t>
            </a:r>
            <a:endParaRPr lang="en-GB" sz="1800" b="1" dirty="0">
              <a:solidFill>
                <a:schemeClr val="tx1"/>
              </a:solidFill>
              <a:latin typeface="Courier New" pitchFamily="49" charset="0"/>
              <a:cs typeface="Courier New" pitchFamily="49" charset="0"/>
            </a:endParaRPr>
          </a:p>
          <a:p>
            <a:pPr>
              <a:buNone/>
            </a:pPr>
            <a:r>
              <a:rPr lang="en-GB" sz="1800" b="1" dirty="0">
                <a:solidFill>
                  <a:schemeClr val="tx1"/>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a:t>
            </a:r>
            <a:r>
              <a:rPr lang="en-GB" sz="1800" b="1" dirty="0">
                <a:solidFill>
                  <a:srgbClr val="FF00FF"/>
                </a:solidFill>
                <a:latin typeface="Courier New" pitchFamily="49" charset="0"/>
                <a:cs typeface="Courier New" pitchFamily="49" charset="0"/>
              </a:rPr>
              <a:t>BL QUAD</a:t>
            </a:r>
          </a:p>
          <a:p>
            <a:pPr>
              <a:buNone/>
            </a:pPr>
            <a:r>
              <a:rPr lang="en-GB" sz="1800" b="1" dirty="0">
                <a:latin typeface="Courier New" pitchFamily="49" charset="0"/>
                <a:cs typeface="Courier New" pitchFamily="49" charset="0"/>
              </a:rPr>
              <a:t>ENDL	...</a:t>
            </a:r>
          </a:p>
          <a:p>
            <a:pPr>
              <a:buNone/>
            </a:pPr>
            <a:r>
              <a:rPr lang="en-GB" sz="1800" b="1" dirty="0">
                <a:latin typeface="Courier New" pitchFamily="49" charset="0"/>
                <a:cs typeface="Courier New" pitchFamily="49" charset="0"/>
              </a:rPr>
              <a:t>  </a:t>
            </a:r>
            <a:r>
              <a:rPr lang="en-GB" sz="1800" b="1" dirty="0" err="1">
                <a:latin typeface="Courier New" pitchFamily="49" charset="0"/>
                <a:cs typeface="Courier New" pitchFamily="49" charset="0"/>
              </a:rPr>
              <a:t>ENDP</a:t>
            </a:r>
            <a:endParaRPr lang="en-GB" sz="1800" b="1" dirty="0">
              <a:latin typeface="Courier New" pitchFamily="49" charset="0"/>
              <a:cs typeface="Courier New" pitchFamily="49" charset="0"/>
            </a:endParaRPr>
          </a:p>
        </p:txBody>
      </p:sp>
      <p:sp>
        <p:nvSpPr>
          <p:cNvPr id="6" name="Content Placeholder 3"/>
          <p:cNvSpPr txBox="1">
            <a:spLocks/>
          </p:cNvSpPr>
          <p:nvPr/>
        </p:nvSpPr>
        <p:spPr>
          <a:xfrm>
            <a:off x="4953000" y="2057400"/>
            <a:ext cx="2386608" cy="2426732"/>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QUAD	</a:t>
            </a:r>
            <a:r>
              <a:rPr lang="en-GB" b="1" dirty="0" err="1">
                <a:latin typeface="Courier New" pitchFamily="49" charset="0"/>
                <a:cs typeface="Courier New" pitchFamily="49" charset="0"/>
              </a:rPr>
              <a:t>PROC</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PUSH {LR}</a:t>
            </a: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a:solidFill>
                  <a:srgbClr val="FF0000"/>
                </a:solidFill>
                <a:latin typeface="Courier New" pitchFamily="49" charset="0"/>
                <a:cs typeface="Courier New" pitchFamily="49" charset="0"/>
              </a:rPr>
              <a:t>BL SQ</a:t>
            </a: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a:solidFill>
                  <a:srgbClr val="0000FF"/>
                </a:solidFill>
                <a:latin typeface="Courier New" pitchFamily="49" charset="0"/>
                <a:cs typeface="Courier New" pitchFamily="49" charset="0"/>
              </a:rPr>
              <a:t>BL SQ</a:t>
            </a:r>
          </a:p>
          <a:p>
            <a:pPr marL="274320" indent="-274320">
              <a:spcBef>
                <a:spcPts val="600"/>
              </a:spcBef>
              <a:buClr>
                <a:schemeClr val="accent1"/>
              </a:buClr>
              <a:buSzPct val="76000"/>
              <a:defRPr/>
            </a:pPr>
            <a:r>
              <a:rPr lang="en-GB" b="1" dirty="0">
                <a:latin typeface="Courier New" pitchFamily="49" charset="0"/>
                <a:cs typeface="Courier New" pitchFamily="49" charset="0"/>
              </a:rPr>
              <a:t>		POP {LR}</a:t>
            </a:r>
          </a:p>
          <a:p>
            <a:pPr marL="274320" indent="-274320">
              <a:spcBef>
                <a:spcPts val="600"/>
              </a:spcBef>
              <a:buClr>
                <a:schemeClr val="accent1"/>
              </a:buClr>
              <a:buSzPct val="76000"/>
              <a:defRPr/>
            </a:pPr>
            <a:r>
              <a:rPr lang="en-GB" b="1" dirty="0">
                <a:latin typeface="Courier New" pitchFamily="49" charset="0"/>
                <a:cs typeface="Courier New" pitchFamily="49" charset="0"/>
              </a:rPr>
              <a:t>		BX </a:t>
            </a:r>
            <a:r>
              <a:rPr lang="en-GB" b="1" dirty="0" err="1">
                <a:latin typeface="Courier New" pitchFamily="49" charset="0"/>
                <a:cs typeface="Courier New" pitchFamily="49" charset="0"/>
              </a:rPr>
              <a:t>LR</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EDP</a:t>
            </a:r>
          </a:p>
        </p:txBody>
      </p:sp>
      <p:sp>
        <p:nvSpPr>
          <p:cNvPr id="7" name="Content Placeholder 3"/>
          <p:cNvSpPr txBox="1">
            <a:spLocks/>
          </p:cNvSpPr>
          <p:nvPr/>
        </p:nvSpPr>
        <p:spPr>
          <a:xfrm>
            <a:off x="8153400" y="2438400"/>
            <a:ext cx="2386608" cy="14478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SQ		</a:t>
            </a:r>
            <a:r>
              <a:rPr lang="en-GB" b="1" dirty="0" err="1">
                <a:latin typeface="Courier New" pitchFamily="49" charset="0"/>
                <a:cs typeface="Courier New" pitchFamily="49" charset="0"/>
              </a:rPr>
              <a:t>PROC</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err="1">
                <a:latin typeface="Courier New" pitchFamily="49" charset="0"/>
                <a:cs typeface="Courier New" pitchFamily="49" charset="0"/>
              </a:rPr>
              <a:t>MUL</a:t>
            </a:r>
            <a:r>
              <a:rPr lang="en-GB" b="1" dirty="0">
                <a:latin typeface="Courier New" pitchFamily="49" charset="0"/>
                <a:cs typeface="Courier New" pitchFamily="49" charset="0"/>
              </a:rPr>
              <a:t> R0,R0</a:t>
            </a:r>
          </a:p>
          <a:p>
            <a:pPr marL="274320" indent="-274320">
              <a:spcBef>
                <a:spcPts val="600"/>
              </a:spcBef>
              <a:buClr>
                <a:schemeClr val="accent1"/>
              </a:buClr>
              <a:buSzPct val="76000"/>
              <a:defRPr/>
            </a:pPr>
            <a:r>
              <a:rPr lang="en-GB" b="1" dirty="0">
                <a:latin typeface="Courier New" pitchFamily="49" charset="0"/>
                <a:cs typeface="Courier New" pitchFamily="49" charset="0"/>
              </a:rPr>
              <a:t>       BX </a:t>
            </a:r>
            <a:r>
              <a:rPr lang="en-GB" b="1" dirty="0" err="1">
                <a:latin typeface="Courier New" pitchFamily="49" charset="0"/>
                <a:cs typeface="Courier New" pitchFamily="49" charset="0"/>
              </a:rPr>
              <a:t>LR</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EDP</a:t>
            </a:r>
          </a:p>
        </p:txBody>
      </p:sp>
      <p:sp>
        <p:nvSpPr>
          <p:cNvPr id="10" name="TextBox 9"/>
          <p:cNvSpPr txBox="1"/>
          <p:nvPr/>
        </p:nvSpPr>
        <p:spPr>
          <a:xfrm>
            <a:off x="2133600" y="4114800"/>
            <a:ext cx="1631426" cy="369332"/>
          </a:xfrm>
          <a:prstGeom prst="rect">
            <a:avLst/>
          </a:prstGeom>
          <a:noFill/>
        </p:spPr>
        <p:txBody>
          <a:bodyPr wrap="none" rtlCol="0">
            <a:spAutoFit/>
          </a:bodyPr>
          <a:lstStyle/>
          <a:p>
            <a:r>
              <a:rPr lang="en-US" dirty="0"/>
              <a:t>Function </a:t>
            </a:r>
            <a:r>
              <a:rPr lang="en-US" dirty="0">
                <a:solidFill>
                  <a:srgbClr val="FF0000"/>
                </a:solidFill>
              </a:rPr>
              <a:t>MAIN</a:t>
            </a:r>
          </a:p>
        </p:txBody>
      </p:sp>
      <p:sp>
        <p:nvSpPr>
          <p:cNvPr id="11" name="TextBox 10"/>
          <p:cNvSpPr txBox="1"/>
          <p:nvPr/>
        </p:nvSpPr>
        <p:spPr>
          <a:xfrm>
            <a:off x="5334000" y="4538561"/>
            <a:ext cx="1734106" cy="369332"/>
          </a:xfrm>
          <a:prstGeom prst="rect">
            <a:avLst/>
          </a:prstGeom>
          <a:noFill/>
        </p:spPr>
        <p:txBody>
          <a:bodyPr wrap="none" rtlCol="0">
            <a:spAutoFit/>
          </a:bodyPr>
          <a:lstStyle/>
          <a:p>
            <a:r>
              <a:rPr lang="en-US" dirty="0"/>
              <a:t>Function </a:t>
            </a:r>
            <a:r>
              <a:rPr lang="en-US" dirty="0">
                <a:solidFill>
                  <a:srgbClr val="FF0000"/>
                </a:solidFill>
              </a:rPr>
              <a:t>QUAD</a:t>
            </a:r>
          </a:p>
        </p:txBody>
      </p:sp>
      <p:sp>
        <p:nvSpPr>
          <p:cNvPr id="12" name="TextBox 11"/>
          <p:cNvSpPr txBox="1"/>
          <p:nvPr/>
        </p:nvSpPr>
        <p:spPr>
          <a:xfrm>
            <a:off x="8733383" y="4070866"/>
            <a:ext cx="1355059" cy="369332"/>
          </a:xfrm>
          <a:prstGeom prst="rect">
            <a:avLst/>
          </a:prstGeom>
          <a:noFill/>
        </p:spPr>
        <p:txBody>
          <a:bodyPr wrap="none" rtlCol="0">
            <a:spAutoFit/>
          </a:bodyPr>
          <a:lstStyle/>
          <a:p>
            <a:r>
              <a:rPr lang="en-US" dirty="0"/>
              <a:t>Function </a:t>
            </a:r>
            <a:r>
              <a:rPr lang="en-US" dirty="0">
                <a:solidFill>
                  <a:srgbClr val="FF0000"/>
                </a:solidFill>
              </a:rPr>
              <a:t>SQ</a:t>
            </a:r>
          </a:p>
        </p:txBody>
      </p:sp>
      <p:cxnSp>
        <p:nvCxnSpPr>
          <p:cNvPr id="15" name="Straight Arrow Connector 14"/>
          <p:cNvCxnSpPr/>
          <p:nvPr/>
        </p:nvCxnSpPr>
        <p:spPr>
          <a:xfrm flipV="1">
            <a:off x="3276600" y="2286000"/>
            <a:ext cx="1752600" cy="685800"/>
          </a:xfrm>
          <a:prstGeom prst="straightConnector1">
            <a:avLst/>
          </a:prstGeom>
          <a:ln w="28575" cap="flat" cmpd="sng" algn="ctr">
            <a:solidFill>
              <a:srgbClr val="FF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9" name="Straight Arrow Connector 18"/>
          <p:cNvCxnSpPr/>
          <p:nvPr/>
        </p:nvCxnSpPr>
        <p:spPr>
          <a:xfrm flipH="1" flipV="1">
            <a:off x="3276600" y="3048000"/>
            <a:ext cx="2590800" cy="914400"/>
          </a:xfrm>
          <a:prstGeom prst="straightConnector1">
            <a:avLst/>
          </a:prstGeom>
          <a:ln w="28575" cap="flat" cmpd="sng" algn="ctr">
            <a:solidFill>
              <a:srgbClr val="FF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2" name="Straight Arrow Connector 21"/>
          <p:cNvCxnSpPr/>
          <p:nvPr/>
        </p:nvCxnSpPr>
        <p:spPr>
          <a:xfrm flipV="1">
            <a:off x="6705601" y="2628900"/>
            <a:ext cx="1362353" cy="339984"/>
          </a:xfrm>
          <a:prstGeom prst="straightConnector1">
            <a:avLst/>
          </a:prstGeom>
          <a:ln w="28575"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5" name="Straight Arrow Connector 24"/>
          <p:cNvCxnSpPr/>
          <p:nvPr/>
        </p:nvCxnSpPr>
        <p:spPr>
          <a:xfrm flipH="1" flipV="1">
            <a:off x="6781800" y="3311784"/>
            <a:ext cx="2286000" cy="41017"/>
          </a:xfrm>
          <a:prstGeom prst="straightConnector1">
            <a:avLst/>
          </a:prstGeom>
          <a:ln w="28575"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p:nvPr/>
        </p:nvCxnSpPr>
        <p:spPr>
          <a:xfrm flipV="1">
            <a:off x="6705600" y="2667000"/>
            <a:ext cx="1524000" cy="603766"/>
          </a:xfrm>
          <a:prstGeom prst="straightConnector1">
            <a:avLst/>
          </a:prstGeom>
          <a:ln w="28575"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p:nvPr/>
        </p:nvCxnSpPr>
        <p:spPr>
          <a:xfrm flipH="1">
            <a:off x="7068106" y="3352801"/>
            <a:ext cx="1999694" cy="304801"/>
          </a:xfrm>
          <a:prstGeom prst="straightConnector1">
            <a:avLst/>
          </a:prstGeom>
          <a:ln w="28575"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down)">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down)">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wipe(left)">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down)">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wipe(down)">
                                      <p:cBhvr>
                                        <p:cTn id="27" dur="5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wipe(down)">
                                      <p:cBhvr>
                                        <p:cTn id="3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rgbClr val="FF0000"/>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cxnSp>
        <p:nvCxnSpPr>
          <p:cNvPr id="34" name="Straight Arrow Connector 33"/>
          <p:cNvCxnSpPr>
            <a:stCxn id="67" idx="3"/>
            <a:endCxn id="51" idx="1"/>
          </p:cNvCxnSpPr>
          <p:nvPr/>
        </p:nvCxnSpPr>
        <p:spPr>
          <a:xfrm flipV="1">
            <a:off x="7176120" y="2744924"/>
            <a:ext cx="576064" cy="158417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5" name="TextBox 44"/>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TextBox 47"/>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49" name="TextBox 48"/>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cxnSp>
        <p:nvCxnSpPr>
          <p:cNvPr id="50" name="Straight Arrow Connector 49"/>
          <p:cNvCxnSpPr>
            <a:stCxn id="80" idx="3"/>
            <a:endCxn id="44" idx="1"/>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5" name="Group 4"/>
          <p:cNvGrpSpPr/>
          <p:nvPr/>
        </p:nvGrpSpPr>
        <p:grpSpPr>
          <a:xfrm>
            <a:off x="9048328" y="2564904"/>
            <a:ext cx="1391072" cy="3578914"/>
            <a:chOff x="7524328" y="2564904"/>
            <a:chExt cx="1391072" cy="3578914"/>
          </a:xfrm>
        </p:grpSpPr>
        <p:sp>
          <p:nvSpPr>
            <p:cNvPr id="31" name="TextBox 30"/>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32" name="TextBox 31"/>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33" name="TextBox 32"/>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41" name="TextBox 40"/>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42" name="TextBox 41"/>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43" name="TextBox 42"/>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52" name="TextBox 51"/>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53" name="TextBox 52"/>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57" name="TextBox 56"/>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58" name="TextBox 57"/>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grpSp>
        <p:nvGrpSpPr>
          <p:cNvPr id="60"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66"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0x08000138</a:t>
            </a:r>
          </a:p>
        </p:txBody>
      </p:sp>
      <p:grpSp>
        <p:nvGrpSpPr>
          <p:cNvPr id="73"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9"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59" name="TextBox 58"/>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63" name="TextBox 6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a:p>
        </p:txBody>
      </p:sp>
    </p:spTree>
    <p:extLst>
      <p:ext uri="{BB962C8B-B14F-4D97-AF65-F5344CB8AC3E}">
        <p14:creationId xmlns:p14="http://schemas.microsoft.com/office/powerpoint/2010/main" val="9588033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cxnSp>
        <p:nvCxnSpPr>
          <p:cNvPr id="34" name="Straight Arrow Connector 33"/>
          <p:cNvCxnSpPr>
            <a:stCxn id="67" idx="3"/>
            <a:endCxn id="54" idx="1"/>
          </p:cNvCxnSpPr>
          <p:nvPr/>
        </p:nvCxnSpPr>
        <p:spPr>
          <a:xfrm flipV="1">
            <a:off x="7176120" y="3104964"/>
            <a:ext cx="576064" cy="122413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0x02</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798840" y="4149080"/>
            <a:ext cx="1440160" cy="369332"/>
          </a:xfrm>
          <a:prstGeom prst="rect">
            <a:avLst/>
          </a:prstGeom>
          <a:noFill/>
        </p:spPr>
        <p:txBody>
          <a:bodyPr wrap="square" rtlCol="0">
            <a:spAutoFit/>
          </a:bodyPr>
          <a:lstStyle/>
          <a:p>
            <a:pPr algn="ctr"/>
            <a:r>
              <a:rPr lang="en-GB" dirty="0">
                <a:solidFill>
                  <a:srgbClr val="FF0000"/>
                </a:solidFill>
              </a:rPr>
              <a:t>0x0800013C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39</a:t>
            </a:fld>
            <a:endParaRPr kumimoji="0" lang="en-US"/>
          </a:p>
        </p:txBody>
      </p:sp>
      <p:cxnSp>
        <p:nvCxnSpPr>
          <p:cNvPr id="57" name="Straight Arrow Connector 56"/>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58"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		MOV R0,#2</a:t>
            </a:r>
          </a:p>
          <a:p>
            <a:pPr>
              <a:buNone/>
            </a:pPr>
            <a:r>
              <a:rPr lang="en-GB" sz="1800" b="1" dirty="0">
                <a:solidFill>
                  <a:srgbClr val="FF0000"/>
                </a:solidFill>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59" name="TextBox 58">
            <a:extLst>
              <a:ext uri="{FF2B5EF4-FFF2-40B4-BE49-F238E27FC236}">
                <a16:creationId xmlns:a16="http://schemas.microsoft.com/office/drawing/2014/main" id="{9D4F64B8-4590-4670-91F5-33B474FC98D1}"/>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0" name="TextBox 59">
            <a:extLst>
              <a:ext uri="{FF2B5EF4-FFF2-40B4-BE49-F238E27FC236}">
                <a16:creationId xmlns:a16="http://schemas.microsoft.com/office/drawing/2014/main" id="{F13A84AD-A3B2-421C-841E-6337CE3419D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3" name="TextBox 62">
            <a:extLst>
              <a:ext uri="{FF2B5EF4-FFF2-40B4-BE49-F238E27FC236}">
                <a16:creationId xmlns:a16="http://schemas.microsoft.com/office/drawing/2014/main" id="{7B768E99-2B81-4D82-862D-ADF1FB751571}"/>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4" name="Group 63">
            <a:extLst>
              <a:ext uri="{FF2B5EF4-FFF2-40B4-BE49-F238E27FC236}">
                <a16:creationId xmlns:a16="http://schemas.microsoft.com/office/drawing/2014/main" id="{3341553C-4D07-4DEC-BC7A-98D4173E7F4B}"/>
              </a:ext>
            </a:extLst>
          </p:cNvPr>
          <p:cNvGrpSpPr/>
          <p:nvPr/>
        </p:nvGrpSpPr>
        <p:grpSpPr>
          <a:xfrm>
            <a:off x="9048328" y="2564904"/>
            <a:ext cx="1391072" cy="3578914"/>
            <a:chOff x="7524328" y="2564904"/>
            <a:chExt cx="1391072" cy="3578914"/>
          </a:xfrm>
        </p:grpSpPr>
        <p:sp>
          <p:nvSpPr>
            <p:cNvPr id="65" name="TextBox 64">
              <a:extLst>
                <a:ext uri="{FF2B5EF4-FFF2-40B4-BE49-F238E27FC236}">
                  <a16:creationId xmlns:a16="http://schemas.microsoft.com/office/drawing/2014/main" id="{979AF177-52C4-4560-955A-90DFC85959E4}"/>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66" name="TextBox 65">
              <a:extLst>
                <a:ext uri="{FF2B5EF4-FFF2-40B4-BE49-F238E27FC236}">
                  <a16:creationId xmlns:a16="http://schemas.microsoft.com/office/drawing/2014/main" id="{A1FE4E79-B05A-44A4-9A76-C37D622D425A}"/>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0" name="TextBox 69">
              <a:extLst>
                <a:ext uri="{FF2B5EF4-FFF2-40B4-BE49-F238E27FC236}">
                  <a16:creationId xmlns:a16="http://schemas.microsoft.com/office/drawing/2014/main" id="{2BF208CA-86D9-4181-8A18-835E8C46CE8C}"/>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1" name="TextBox 70">
              <a:extLst>
                <a:ext uri="{FF2B5EF4-FFF2-40B4-BE49-F238E27FC236}">
                  <a16:creationId xmlns:a16="http://schemas.microsoft.com/office/drawing/2014/main" id="{DCCB09B1-3BE1-449F-BC5B-63D669C3CD7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2" name="TextBox 71">
              <a:extLst>
                <a:ext uri="{FF2B5EF4-FFF2-40B4-BE49-F238E27FC236}">
                  <a16:creationId xmlns:a16="http://schemas.microsoft.com/office/drawing/2014/main" id="{14828A84-E974-4620-B1F3-D0CA655781DA}"/>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3" name="TextBox 72">
              <a:extLst>
                <a:ext uri="{FF2B5EF4-FFF2-40B4-BE49-F238E27FC236}">
                  <a16:creationId xmlns:a16="http://schemas.microsoft.com/office/drawing/2014/main" id="{9CFF465A-937C-414A-9C65-324D95140B01}"/>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89" name="TextBox 88">
              <a:extLst>
                <a:ext uri="{FF2B5EF4-FFF2-40B4-BE49-F238E27FC236}">
                  <a16:creationId xmlns:a16="http://schemas.microsoft.com/office/drawing/2014/main" id="{35DB694B-F7FF-409A-8F54-B7ADBEFF1735}"/>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0" name="TextBox 89">
              <a:extLst>
                <a:ext uri="{FF2B5EF4-FFF2-40B4-BE49-F238E27FC236}">
                  <a16:creationId xmlns:a16="http://schemas.microsoft.com/office/drawing/2014/main" id="{A28D894F-66E1-4280-B9A2-41FFAD11DAA9}"/>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1" name="TextBox 90">
              <a:extLst>
                <a:ext uri="{FF2B5EF4-FFF2-40B4-BE49-F238E27FC236}">
                  <a16:creationId xmlns:a16="http://schemas.microsoft.com/office/drawing/2014/main" id="{97E66925-BBED-419B-BE99-D1D3164AE192}"/>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2" name="TextBox 91">
              <a:extLst>
                <a:ext uri="{FF2B5EF4-FFF2-40B4-BE49-F238E27FC236}">
                  <a16:creationId xmlns:a16="http://schemas.microsoft.com/office/drawing/2014/main" id="{C1A4862A-3CA6-4BDF-A25B-B377AD58528A}"/>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21821963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solidFill>
                  <a:srgbClr val="FF00FF"/>
                </a:solidFill>
                <a:latin typeface="Courier New" pitchFamily="49" charset="0"/>
                <a:cs typeface="Courier New" pitchFamily="49" charset="0"/>
              </a:rPr>
              <a:t>		B ENDL</a:t>
            </a:r>
          </a:p>
          <a:p>
            <a:pPr>
              <a:buNone/>
            </a:pPr>
            <a:endParaRPr lang="en-GB" sz="1800" b="1" dirty="0">
              <a:solidFill>
                <a:srgbClr val="FF00FF"/>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a:t>
            </a:r>
            <a:r>
              <a:rPr lang="en-GB" sz="1800" b="1" dirty="0">
                <a:solidFill>
                  <a:srgbClr val="FF0000"/>
                </a:solidFill>
                <a:latin typeface="Courier New" pitchFamily="49" charset="0"/>
                <a:cs typeface="Courier New" pitchFamily="49" charset="0"/>
              </a:rPr>
              <a:t>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PUSH {LR}</a:t>
            </a:r>
          </a:p>
        </p:txBody>
      </p:sp>
      <p:cxnSp>
        <p:nvCxnSpPr>
          <p:cNvPr id="34" name="Straight Arrow Connector 33"/>
          <p:cNvCxnSpPr>
            <a:stCxn id="67" idx="3"/>
            <a:endCxn id="30" idx="1"/>
          </p:cNvCxnSpPr>
          <p:nvPr/>
        </p:nvCxnSpPr>
        <p:spPr>
          <a:xfrm>
            <a:off x="7176120" y="4329100"/>
            <a:ext cx="576064" cy="21602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16849" y="4149080"/>
            <a:ext cx="1440160" cy="369332"/>
          </a:xfrm>
          <a:prstGeom prst="rect">
            <a:avLst/>
          </a:prstGeom>
          <a:noFill/>
        </p:spPr>
        <p:txBody>
          <a:bodyPr wrap="square" rtlCol="0">
            <a:spAutoFit/>
          </a:bodyPr>
          <a:lstStyle/>
          <a:p>
            <a:pPr algn="ctr"/>
            <a:r>
              <a:rPr lang="en-GB" dirty="0">
                <a:solidFill>
                  <a:srgbClr val="FF0000"/>
                </a:solidFill>
              </a:rPr>
              <a:t>0x0800014C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cxnSp>
        <p:nvCxnSpPr>
          <p:cNvPr id="71" name="Straight Arrow Connector 70"/>
          <p:cNvCxnSpPr>
            <a:stCxn id="74" idx="3"/>
            <a:endCxn id="37" idx="1"/>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40</a:t>
            </a:fld>
            <a:endParaRPr kumimoji="0" lang="en-US"/>
          </a:p>
        </p:txBody>
      </p:sp>
      <p:cxnSp>
        <p:nvCxnSpPr>
          <p:cNvPr id="57" name="Straight Arrow Connector 56"/>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029201" y="5417880"/>
            <a:ext cx="1874231" cy="646331"/>
          </a:xfrm>
          <a:prstGeom prst="rect">
            <a:avLst/>
          </a:prstGeom>
          <a:solidFill>
            <a:srgbClr val="3333FF"/>
          </a:solidFill>
        </p:spPr>
        <p:txBody>
          <a:bodyPr wrap="none" rtlCol="0">
            <a:spAutoFit/>
          </a:bodyPr>
          <a:lstStyle/>
          <a:p>
            <a:pPr algn="ctr"/>
            <a:r>
              <a:rPr lang="en-US" dirty="0">
                <a:solidFill>
                  <a:schemeClr val="bg1"/>
                </a:solidFill>
              </a:rPr>
              <a:t>Preserve </a:t>
            </a:r>
          </a:p>
          <a:p>
            <a:pPr algn="ctr"/>
            <a:r>
              <a:rPr lang="en-US" dirty="0">
                <a:solidFill>
                  <a:schemeClr val="bg1"/>
                </a:solidFill>
              </a:rPr>
              <a:t>Link Register (LR)</a:t>
            </a:r>
          </a:p>
        </p:txBody>
      </p:sp>
      <p:sp>
        <p:nvSpPr>
          <p:cNvPr id="59" name="TextBox 58">
            <a:extLst>
              <a:ext uri="{FF2B5EF4-FFF2-40B4-BE49-F238E27FC236}">
                <a16:creationId xmlns:a16="http://schemas.microsoft.com/office/drawing/2014/main" id="{7B7D1593-DC89-413C-9064-93815FE6F571}"/>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0" name="TextBox 59">
            <a:extLst>
              <a:ext uri="{FF2B5EF4-FFF2-40B4-BE49-F238E27FC236}">
                <a16:creationId xmlns:a16="http://schemas.microsoft.com/office/drawing/2014/main" id="{FB4C7D0A-12F9-44D5-BF3D-340E4EC712E7}"/>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3" name="TextBox 62">
            <a:extLst>
              <a:ext uri="{FF2B5EF4-FFF2-40B4-BE49-F238E27FC236}">
                <a16:creationId xmlns:a16="http://schemas.microsoft.com/office/drawing/2014/main" id="{29749B29-1A24-4965-BEF9-FA29D403895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4" name="Group 63">
            <a:extLst>
              <a:ext uri="{FF2B5EF4-FFF2-40B4-BE49-F238E27FC236}">
                <a16:creationId xmlns:a16="http://schemas.microsoft.com/office/drawing/2014/main" id="{A5AFBC52-C623-43E7-A5FF-7162A51A53EB}"/>
              </a:ext>
            </a:extLst>
          </p:cNvPr>
          <p:cNvGrpSpPr/>
          <p:nvPr/>
        </p:nvGrpSpPr>
        <p:grpSpPr>
          <a:xfrm>
            <a:off x="9048328" y="2564904"/>
            <a:ext cx="1391072" cy="3578914"/>
            <a:chOff x="7524328" y="2564904"/>
            <a:chExt cx="1391072" cy="3578914"/>
          </a:xfrm>
        </p:grpSpPr>
        <p:sp>
          <p:nvSpPr>
            <p:cNvPr id="65" name="TextBox 64">
              <a:extLst>
                <a:ext uri="{FF2B5EF4-FFF2-40B4-BE49-F238E27FC236}">
                  <a16:creationId xmlns:a16="http://schemas.microsoft.com/office/drawing/2014/main" id="{FD566E2B-381A-435E-ACFC-280D92A2C63D}"/>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0" name="TextBox 69">
              <a:extLst>
                <a:ext uri="{FF2B5EF4-FFF2-40B4-BE49-F238E27FC236}">
                  <a16:creationId xmlns:a16="http://schemas.microsoft.com/office/drawing/2014/main" id="{868E164D-C5D0-4459-A755-F70199264272}"/>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2" name="TextBox 71">
              <a:extLst>
                <a:ext uri="{FF2B5EF4-FFF2-40B4-BE49-F238E27FC236}">
                  <a16:creationId xmlns:a16="http://schemas.microsoft.com/office/drawing/2014/main" id="{6941CFD5-98CA-4B3D-A762-57D39BB9F9EF}"/>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3" name="TextBox 72">
              <a:extLst>
                <a:ext uri="{FF2B5EF4-FFF2-40B4-BE49-F238E27FC236}">
                  <a16:creationId xmlns:a16="http://schemas.microsoft.com/office/drawing/2014/main" id="{80FC1476-82CD-4479-B4AF-1AA5D3BDFCC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6" name="TextBox 75">
              <a:extLst>
                <a:ext uri="{FF2B5EF4-FFF2-40B4-BE49-F238E27FC236}">
                  <a16:creationId xmlns:a16="http://schemas.microsoft.com/office/drawing/2014/main" id="{84DD3EF4-468C-4D55-859E-CA6CC1531B33}"/>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7" name="TextBox 76">
              <a:extLst>
                <a:ext uri="{FF2B5EF4-FFF2-40B4-BE49-F238E27FC236}">
                  <a16:creationId xmlns:a16="http://schemas.microsoft.com/office/drawing/2014/main" id="{C505FE23-3218-49F1-82C7-D3511B3DDC17}"/>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1" name="TextBox 90">
              <a:extLst>
                <a:ext uri="{FF2B5EF4-FFF2-40B4-BE49-F238E27FC236}">
                  <a16:creationId xmlns:a16="http://schemas.microsoft.com/office/drawing/2014/main" id="{BB44E353-B37A-4081-A23B-F08D8D18EB0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2" name="TextBox 91">
              <a:extLst>
                <a:ext uri="{FF2B5EF4-FFF2-40B4-BE49-F238E27FC236}">
                  <a16:creationId xmlns:a16="http://schemas.microsoft.com/office/drawing/2014/main" id="{B3607A30-5317-45CB-9D01-54E3C1876334}"/>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3" name="TextBox 92">
              <a:extLst>
                <a:ext uri="{FF2B5EF4-FFF2-40B4-BE49-F238E27FC236}">
                  <a16:creationId xmlns:a16="http://schemas.microsoft.com/office/drawing/2014/main" id="{B59350E1-F032-4583-A35D-D5F5AD6F7152}"/>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4" name="TextBox 93">
              <a:extLst>
                <a:ext uri="{FF2B5EF4-FFF2-40B4-BE49-F238E27FC236}">
                  <a16:creationId xmlns:a16="http://schemas.microsoft.com/office/drawing/2014/main" id="{C8D31463-A76A-45E6-AA08-F44B91A3ACB5}"/>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6410968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700" dirty="0">
                <a:solidFill>
                  <a:srgbClr val="3333FF"/>
                </a:solidFill>
              </a:rPr>
              <a:t>0x08000140</a:t>
            </a:r>
            <a:endParaRPr lang="en-GB" sz="1700"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0x08000150</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41</a:t>
            </a:fld>
            <a:endParaRPr kumimoji="0" lang="en-US"/>
          </a:p>
        </p:txBody>
      </p:sp>
      <p:cxnSp>
        <p:nvCxnSpPr>
          <p:cNvPr id="57" name="Straight Arrow Connector 56"/>
          <p:cNvCxnSpPr>
            <a:endCxn id="46" idx="1"/>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6" idx="1"/>
          </p:cNvCxnSpPr>
          <p:nvPr/>
        </p:nvCxnSpPr>
        <p:spPr>
          <a:xfrm>
            <a:off x="7176120" y="4329100"/>
            <a:ext cx="576064" cy="57606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19A66B22-0A6D-4773-8162-99A5B7A078DB}"/>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EB9BF32A-D813-4B2B-88F3-A8898A6CC8C0}"/>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3C2A04A5-79DC-45A1-9F17-8D5A1CEF958C}"/>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6EE71B39-87EE-4FE9-8AC7-24315A18C437}"/>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5ACCA103-C613-4C7A-A385-363B0B94C3DC}"/>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A528AAFE-E958-46C3-B60A-B4AD9BF7DFCA}"/>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663D1594-EA9F-4D77-B419-7E42B0B37811}"/>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23DB1959-4927-4C47-A7A4-1B4F5237AF6E}"/>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23D1054C-61A2-421F-98B8-80769725FE0B}"/>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96345395-6CA4-40FC-8803-103E8AC60C5E}"/>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2" name="TextBox 91">
              <a:extLst>
                <a:ext uri="{FF2B5EF4-FFF2-40B4-BE49-F238E27FC236}">
                  <a16:creationId xmlns:a16="http://schemas.microsoft.com/office/drawing/2014/main" id="{B886E181-9CDD-4066-BDDF-42099847AFA1}"/>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3" name="TextBox 92">
              <a:extLst>
                <a:ext uri="{FF2B5EF4-FFF2-40B4-BE49-F238E27FC236}">
                  <a16:creationId xmlns:a16="http://schemas.microsoft.com/office/drawing/2014/main" id="{27D52CF1-4E5C-4E34-B852-5C57C5761D49}"/>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4" name="TextBox 93">
              <a:extLst>
                <a:ext uri="{FF2B5EF4-FFF2-40B4-BE49-F238E27FC236}">
                  <a16:creationId xmlns:a16="http://schemas.microsoft.com/office/drawing/2014/main" id="{FB429FA9-97AB-4ECC-B6A4-A2EAEED5B481}"/>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5" name="TextBox 94">
              <a:extLst>
                <a:ext uri="{FF2B5EF4-FFF2-40B4-BE49-F238E27FC236}">
                  <a16:creationId xmlns:a16="http://schemas.microsoft.com/office/drawing/2014/main" id="{95B29276-BF9E-4D30-BEC7-BBCD4F13BE6B}"/>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42710792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a:t>
            </a:r>
            <a:r>
              <a:rPr lang="en-GB" sz="1800" b="1" dirty="0">
                <a:solidFill>
                  <a:srgbClr val="FF0000"/>
                </a:solidFill>
                <a:latin typeface="Courier New" pitchFamily="49" charset="0"/>
                <a:cs typeface="Courier New" pitchFamily="49" charset="0"/>
              </a:rPr>
              <a:t>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21600"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42</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52" idx="3"/>
          </p:cNvCxnSpPr>
          <p:nvPr/>
        </p:nvCxnSpPr>
        <p:spPr>
          <a:xfrm flipV="1">
            <a:off x="7176120" y="3829690"/>
            <a:ext cx="648072" cy="49941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8" idx="1"/>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89C1735E-E89B-4E73-B32D-D4FB17E67586}"/>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0876DD54-8272-43AC-855B-017773A16318}"/>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B7A17C5B-79F4-43FF-AA81-0EC8EC3A8306}"/>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9B6E2238-D071-4CDA-A305-4FE6F8D73CBE}"/>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968F712-7281-4491-9D26-232994E09AB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BDA27FFB-0AFF-4696-A4A2-A86A912613DC}"/>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9CC753B1-99C4-4587-BB6F-D977D403329D}"/>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FE86DCC9-048C-4566-B28F-74DAF8118B84}"/>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0A51DD00-9625-4FD8-AB55-DFD0C6F8FED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8AAE16BC-3A5C-4DCF-BC77-5326D1FA1030}"/>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00373792-8E4D-41DC-9DC9-0B0B25ED3B40}"/>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7E76176F-AB51-47B3-8039-B958F89439E3}"/>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BB8474DC-E961-4EF7-9A92-2DA304EA9D78}"/>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E6221244-89C0-41DC-9606-65C40D8612B7}"/>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9731694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BX LR</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0x04</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43</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9" idx="1"/>
          </p:cNvCxnSpPr>
          <p:nvPr/>
        </p:nvCxnSpPr>
        <p:spPr>
          <a:xfrm flipV="1">
            <a:off x="7176120" y="4185084"/>
            <a:ext cx="576064" cy="14401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1C9B2DC-90CB-45EE-B917-F4C7A6DCAE9F}"/>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8A741BE7-B4AA-434B-9402-E792BB2F6D8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DFC2DAE1-F445-4E18-919B-2578C194F1C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B3F13A75-AA1E-4C40-ADB3-50DE867DA5A7}"/>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02D68A5-E456-4193-88BE-CD9C25687C61}"/>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6FF3311F-DDDD-4D35-BFEA-5DD8519D8102}"/>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1244C0F2-41D1-418F-98B9-66ACB45BB623}"/>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BC1EA6FB-A60A-42B1-926C-A3B71C486B9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EBFD1BD4-9830-4F52-BB96-BDB5ECFC9C25}"/>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2301D681-C86E-4C19-B0C7-2CBB78CA610E}"/>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682536F7-F74F-4A29-8A0D-A2FE87BD93C1}"/>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C80C567E-FF90-42BE-81D9-7F09BF1CC9BF}"/>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17705A0F-3CF2-4CF9-AD78-A378CEE113E1}"/>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644A3042-A439-4313-80B1-D6E4B89E2842}"/>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37920326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8768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0x04</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44</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8" idx="1"/>
          </p:cNvCxnSpPr>
          <p:nvPr/>
        </p:nvCxnSpPr>
        <p:spPr>
          <a:xfrm>
            <a:off x="7176120" y="4329100"/>
            <a:ext cx="576064" cy="93610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E32FCC07-D7ED-44A0-88CD-DE1AD152F0C8}"/>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50142AD1-2511-43E8-BD9F-2303506B3E2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7EAE4FF4-A39E-411B-BB34-7448ACCED91D}"/>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FB7A9CEE-0D33-47FC-B3ED-C308075C4B85}"/>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2443C3CD-1900-4BE2-84A3-1DC6DC4D03B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4DEAA2E1-AFA1-40DD-993A-91C073DCCC34}"/>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2F49DCA-D1EC-4A78-8907-8D87D2199ABB}"/>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41D54BEC-CFB6-4F64-88E6-5726F18C0DE1}"/>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C63F724B-84CE-4545-8853-8C8AF1532998}"/>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827FBF14-7CDD-47C9-AAE1-D2389698865A}"/>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0B01EC01-0F22-4205-ADAA-916EDC573F3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957B09DF-3471-4198-BDCC-D97DF8062660}"/>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2FBA7745-85A7-4E0D-B958-41C16C653BEF}"/>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6EDB48EA-D7B6-45E6-9B2B-2D79A714BE59}"/>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30166090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a:t>
            </a:r>
            <a:r>
              <a:rPr lang="en-GB" sz="1800" b="1" dirty="0">
                <a:solidFill>
                  <a:srgbClr val="FF0000"/>
                </a:solidFill>
                <a:latin typeface="Courier New" pitchFamily="49" charset="0"/>
                <a:cs typeface="Courier New" pitchFamily="49" charset="0"/>
              </a:rPr>
              <a:t>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0x04</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45</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7176120" y="3829690"/>
            <a:ext cx="576064" cy="49941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5" idx="1"/>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F515F16-BAA6-4EE4-8898-D44A077309AA}"/>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21B0FE17-82E2-4C1B-83D2-738E8B929C0F}"/>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7408F68C-E54B-43FA-9406-A895F9C1F653}"/>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1FAD8EB8-DEF3-4CC2-B233-3BBF44311B9C}"/>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A8A636A-9804-45A0-B127-6F69E09555D0}"/>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79813D18-415D-4414-AAD6-0F11E8DAD995}"/>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647D41E5-D1EB-4476-B487-9903FBBC96B4}"/>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7DAA098F-4E78-498A-9593-5C6726FEBA9C}"/>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2F40753D-EA6E-42A5-BEDD-88805FE49DE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988723A6-A3C6-4804-B433-ED185B08F284}"/>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39EF7E7F-BC5A-4355-9E90-22920B9EBF5E}"/>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2D2E5787-3345-449D-BC14-743429B1271A}"/>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C35E2688-7B7D-49C1-B587-CA834498E1D3}"/>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A167B7D7-5170-418F-9BC6-D3F5C2F31293}"/>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8657201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BX LR</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a:t>
            </a:r>
            <a:r>
              <a:rPr lang="en-GB" sz="1800" b="1" dirty="0">
                <a:solidFill>
                  <a:schemeClr val="tx1"/>
                </a:solidFill>
                <a:latin typeface="Courier New" pitchFamily="49" charset="0"/>
                <a:cs typeface="Courier New" pitchFamily="49" charset="0"/>
              </a:rPr>
              <a:t>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46</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9" idx="1"/>
          </p:cNvCxnSpPr>
          <p:nvPr/>
        </p:nvCxnSpPr>
        <p:spPr>
          <a:xfrm flipV="1">
            <a:off x="7176120" y="4185084"/>
            <a:ext cx="576064" cy="14401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58FCE05-DD0B-4D92-83AF-526904E90D1C}"/>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AFE4143C-0199-471B-9CE9-7923DCF00941}"/>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40A86C6C-5729-4E71-A43E-70E1DC0028D2}"/>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671959EE-7D6B-486F-81A8-787FFF3F2E62}"/>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F1E7B18-C758-4E37-A401-695CE251AA19}"/>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AEB76558-54EE-414E-B34C-0EA2F9B64DEC}"/>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0609C608-C91D-4AD0-B55A-1C893BCF9C55}"/>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352D3678-22D9-42D8-A301-A503E6E7984D}"/>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1F406360-82D6-49B9-87AF-B1295550D1F4}"/>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DB80CFE8-6266-4739-882D-E14D0B0C9A3C}"/>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0EB3987-5D0E-4A28-9F60-4047E1F1337C}"/>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E34D38BD-91E8-4E67-93ED-FC7F11706280}"/>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9619F259-F157-4932-8122-8492C55DA840}"/>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BD9F8D0D-D30B-426E-BD7F-8DFAB90C3DE9}"/>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24702297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47</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5" idx="1"/>
          </p:cNvCxnSpPr>
          <p:nvPr/>
        </p:nvCxnSpPr>
        <p:spPr>
          <a:xfrm>
            <a:off x="7176120" y="4329100"/>
            <a:ext cx="576064" cy="129614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D2EE3B0-6272-460E-97E0-018F8A5638A3}"/>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BDD1130C-ACD0-4A8C-B6C2-534E0E31C1A8}"/>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F39B201D-2280-4489-8486-94FB6135D974}"/>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0F79E7F3-12B0-451B-8F3E-32D29CDC6EBF}"/>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333BB1F5-236F-48E8-A2FD-6BED5D2F6850}"/>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80A9E182-813D-4744-8E12-21EDA7B79B18}"/>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E07EA42-4FD6-4D07-ACFC-93E683A49DC1}"/>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2504E568-B3A8-450D-B89B-39031986FB87}"/>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66F669D8-779A-4FB8-A446-74DF12B1A4C7}"/>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66B7920A-2DCF-4FA7-8EF2-7D8F34A0F774}"/>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50DBAB2-0621-4504-820B-0AFF8C790C8B}"/>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C00A25A7-4C41-49D0-8ABC-E9C6FA58452B}"/>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EC2E505B-DCF7-4BA0-AD4C-FE5538715626}"/>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E0D3FBAB-4992-4714-89C5-9FC05A61F645}"/>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328625999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1"/>
            <a:ext cx="2386608" cy="4906963"/>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solidFill>
                  <a:srgbClr val="FF0000"/>
                </a:solidFill>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15466" y="4149080"/>
            <a:ext cx="1440160" cy="369332"/>
          </a:xfrm>
          <a:prstGeom prst="rect">
            <a:avLst/>
          </a:prstGeom>
          <a:noFill/>
        </p:spPr>
        <p:txBody>
          <a:bodyPr wrap="square" rtlCol="0">
            <a:spAutoFit/>
          </a:bodyPr>
          <a:lstStyle/>
          <a:p>
            <a:pPr algn="ctr"/>
            <a:r>
              <a:rPr lang="en-GB" dirty="0">
                <a:solidFill>
                  <a:srgbClr val="FF0000"/>
                </a:solidFill>
              </a:rPr>
              <a:t>0x0800015C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48</a:t>
            </a:fld>
            <a:endParaRPr kumimoji="0" lang="en-US"/>
          </a:p>
        </p:txBody>
      </p:sp>
      <p:cxnSp>
        <p:nvCxnSpPr>
          <p:cNvPr id="57" name="Straight Arrow Connector 56"/>
          <p:cNvCxnSpPr/>
          <p:nvPr/>
        </p:nvCxnSpPr>
        <p:spPr>
          <a:xfrm flipV="1">
            <a:off x="7176120" y="1453426"/>
            <a:ext cx="576064" cy="2155594"/>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55" idx="1"/>
          </p:cNvCxnSpPr>
          <p:nvPr/>
        </p:nvCxnSpPr>
        <p:spPr>
          <a:xfrm>
            <a:off x="7176120" y="4329100"/>
            <a:ext cx="576064" cy="165618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7" idx="1"/>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60" name="TextBox 59"/>
          <p:cNvSpPr txBox="1"/>
          <p:nvPr/>
        </p:nvSpPr>
        <p:spPr>
          <a:xfrm>
            <a:off x="5029201" y="5417880"/>
            <a:ext cx="1874231" cy="646331"/>
          </a:xfrm>
          <a:prstGeom prst="rect">
            <a:avLst/>
          </a:prstGeom>
          <a:solidFill>
            <a:srgbClr val="3333FF"/>
          </a:solidFill>
        </p:spPr>
        <p:txBody>
          <a:bodyPr wrap="none" rtlCol="0">
            <a:spAutoFit/>
          </a:bodyPr>
          <a:lstStyle/>
          <a:p>
            <a:pPr algn="ctr"/>
            <a:r>
              <a:rPr lang="en-US" dirty="0">
                <a:solidFill>
                  <a:schemeClr val="bg1"/>
                </a:solidFill>
              </a:rPr>
              <a:t>Restore</a:t>
            </a:r>
          </a:p>
          <a:p>
            <a:pPr algn="ctr"/>
            <a:r>
              <a:rPr lang="en-US" dirty="0">
                <a:solidFill>
                  <a:schemeClr val="bg1"/>
                </a:solidFill>
              </a:rPr>
              <a:t>Link Register (LR)</a:t>
            </a:r>
          </a:p>
        </p:txBody>
      </p:sp>
      <p:sp>
        <p:nvSpPr>
          <p:cNvPr id="93" name="TextBox 92"/>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9" name="TextBox 58">
            <a:extLst>
              <a:ext uri="{FF2B5EF4-FFF2-40B4-BE49-F238E27FC236}">
                <a16:creationId xmlns:a16="http://schemas.microsoft.com/office/drawing/2014/main" id="{70487B36-9E67-49F2-B969-48C183E56455}"/>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897FDBE6-2BFC-4BC1-9179-2FE25BB0F285}"/>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373ED348-8DF7-406A-8D5B-785E4307264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8202D1C3-A022-4FC1-AED0-EB966EA3A4EE}"/>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13FAE1EC-E1C8-470C-9334-CAB8E3061A4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80B3C8B1-EBD5-4D90-80D7-903E629F1629}"/>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C8D3A3CF-6D2D-4784-A3A4-D65868F6FA4A}"/>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1E069287-258A-412E-B3A2-39BA4FF22A17}"/>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51A7D9DE-5874-42C6-AD35-5115262EC85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513B8999-D3D9-4F43-8C9E-82438250D77F}"/>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4" name="TextBox 93">
              <a:extLst>
                <a:ext uri="{FF2B5EF4-FFF2-40B4-BE49-F238E27FC236}">
                  <a16:creationId xmlns:a16="http://schemas.microsoft.com/office/drawing/2014/main" id="{3C2573E0-C40D-4E41-BD5F-1D172D666C08}"/>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5" name="TextBox 94">
              <a:extLst>
                <a:ext uri="{FF2B5EF4-FFF2-40B4-BE49-F238E27FC236}">
                  <a16:creationId xmlns:a16="http://schemas.microsoft.com/office/drawing/2014/main" id="{DD22831F-0EF8-44F3-9C8E-2A612AADC3B1}"/>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6" name="TextBox 95">
              <a:extLst>
                <a:ext uri="{FF2B5EF4-FFF2-40B4-BE49-F238E27FC236}">
                  <a16:creationId xmlns:a16="http://schemas.microsoft.com/office/drawing/2014/main" id="{92B3A8F5-3F2E-425C-B12A-3663AC19A6EB}"/>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7" name="TextBox 96">
              <a:extLst>
                <a:ext uri="{FF2B5EF4-FFF2-40B4-BE49-F238E27FC236}">
                  <a16:creationId xmlns:a16="http://schemas.microsoft.com/office/drawing/2014/main" id="{01A5F5F8-827C-4C56-A65B-7F7AB55856C1}"/>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5303561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14239"/>
            <a:ext cx="8229600" cy="914400"/>
          </a:xfrm>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1"/>
            <a:ext cx="2386608" cy="4906963"/>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 ENDL</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0x08000140</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60" name="TextBox 59"/>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49</a:t>
            </a:fld>
            <a:endParaRPr kumimoji="0" lang="en-US"/>
          </a:p>
        </p:txBody>
      </p:sp>
      <p:cxnSp>
        <p:nvCxnSpPr>
          <p:cNvPr id="57" name="Straight Arrow Connector 56"/>
          <p:cNvCxnSpPr/>
          <p:nvPr/>
        </p:nvCxnSpPr>
        <p:spPr>
          <a:xfrm flipV="1">
            <a:off x="7176120" y="1447800"/>
            <a:ext cx="576064" cy="2155594"/>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7" idx="1"/>
          </p:cNvCxnSpPr>
          <p:nvPr/>
        </p:nvCxnSpPr>
        <p:spPr>
          <a:xfrm flipV="1">
            <a:off x="7176120" y="3465004"/>
            <a:ext cx="576064" cy="86409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4FBDE6CD-F5AA-40C2-AC23-02036D0F8E7C}"/>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47E82F90-78FE-47A5-AE2E-12FDEE400145}"/>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4357A402-1752-4A9C-BB00-F5F0112A9DB0}"/>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D5185DC4-0456-4C04-BDD8-3572CAF761B4}"/>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829AC72C-7995-4F39-B746-3414B942AD51}"/>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0A9962CF-E7D0-4F6C-8644-ED7D2849EAC4}"/>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716A8AE-0DCB-4427-B0CA-C5797575B307}"/>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3C2F8510-A4D0-47E2-9339-0473C4F8AEC1}"/>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EA64AC91-285F-4DC4-8E2B-73D1728EBA6B}"/>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A293533D-9D6D-4E2F-A786-9884BA063732}"/>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2EA7062-46C5-46FA-AA1C-8FA051B06EA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7730CB7C-BC39-4B74-A05F-39687A7D7443}"/>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02402CA8-C329-4DE5-BA4A-11DE69B4947A}"/>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229B8A75-D3CD-401D-95FF-38D81F4120D2}"/>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5542785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Pointer (</a:t>
            </a:r>
            <a:r>
              <a:rPr lang="en-US" dirty="0">
                <a:latin typeface="Consolas" panose="020B0609020204030204" pitchFamily="49" charset="0"/>
                <a:cs typeface="Consolas" panose="020B0609020204030204" pitchFamily="49" charset="0"/>
              </a:rPr>
              <a:t>SP</a:t>
            </a:r>
            <a:r>
              <a:rPr lang="en-US" dirty="0"/>
              <a: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50</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654178303"/>
              </p:ext>
            </p:extLst>
          </p:nvPr>
        </p:nvGraphicFramePr>
        <p:xfrm>
          <a:off x="423157" y="1146063"/>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157" y="1146063"/>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0" name="Rounded Rectangle 9"/>
          <p:cNvSpPr/>
          <p:nvPr/>
        </p:nvSpPr>
        <p:spPr>
          <a:xfrm>
            <a:off x="1375657" y="5165613"/>
            <a:ext cx="4114800" cy="4572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886200" y="1264582"/>
            <a:ext cx="8035043" cy="2585323"/>
          </a:xfrm>
          <a:prstGeom prst="rect">
            <a:avLst/>
          </a:prstGeom>
        </p:spPr>
        <p:txBody>
          <a:bodyPr wrap="square">
            <a:spAutoFit/>
          </a:bodyPr>
          <a:lstStyle/>
          <a:p>
            <a:pPr marL="285750" indent="-285750">
              <a:buFont typeface="Arial" panose="020B0604020202020204" pitchFamily="34" charset="0"/>
              <a:buChar char="•"/>
            </a:pPr>
            <a:r>
              <a:rPr lang="en-US" dirty="0"/>
              <a:t>SP is the shadow of </a:t>
            </a:r>
            <a:r>
              <a:rPr lang="en-US" dirty="0">
                <a:solidFill>
                  <a:srgbClr val="3333FF"/>
                </a:solidFill>
              </a:rPr>
              <a:t>MSP</a:t>
            </a:r>
            <a:r>
              <a:rPr lang="en-US" dirty="0"/>
              <a:t> (Main SP) or </a:t>
            </a:r>
            <a:r>
              <a:rPr lang="en-US" dirty="0">
                <a:solidFill>
                  <a:srgbClr val="3333FF"/>
                </a:solidFill>
              </a:rPr>
              <a:t>PSP</a:t>
            </a:r>
            <a:r>
              <a:rPr lang="en-US" dirty="0"/>
              <a:t> (Process SP)</a:t>
            </a:r>
          </a:p>
          <a:p>
            <a:pPr marL="285750" indent="-285750">
              <a:buFont typeface="Arial" panose="020B0604020202020204" pitchFamily="34" charset="0"/>
              <a:buChar char="•"/>
            </a:pPr>
            <a:r>
              <a:rPr lang="en-US" dirty="0"/>
              <a:t>If there is no embedded OS, PSP is not used</a:t>
            </a:r>
          </a:p>
          <a:p>
            <a:pPr marL="285750" indent="-285750">
              <a:buFont typeface="Arial" panose="020B0604020202020204" pitchFamily="34" charset="0"/>
              <a:buChar char="•"/>
            </a:pPr>
            <a:r>
              <a:rPr lang="en-US" dirty="0"/>
              <a:t>Determined by the ASP (Active SP) bit in the CONTROL register (ASP is always 0 in handler mode). </a:t>
            </a:r>
          </a:p>
          <a:p>
            <a:pPr marL="742950" lvl="1" indent="-285750">
              <a:buFont typeface="Arial" panose="020B0604020202020204" pitchFamily="34" charset="0"/>
              <a:buChar char="•"/>
            </a:pPr>
            <a:r>
              <a:rPr lang="en-US" dirty="0">
                <a:latin typeface="Consolas" panose="020B0609020204030204" pitchFamily="49" charset="0"/>
                <a:cs typeface="Consolas" panose="020B0609020204030204" pitchFamily="49" charset="0"/>
              </a:rPr>
              <a:t>0 = MSP</a:t>
            </a:r>
            <a:r>
              <a:rPr lang="en-US" dirty="0">
                <a:cs typeface="Consolas" panose="020B0609020204030204" pitchFamily="49" charset="0"/>
              </a:rPr>
              <a:t> (default)</a:t>
            </a:r>
          </a:p>
          <a:p>
            <a:pPr marL="742950" lvl="1" indent="-285750">
              <a:buFont typeface="Arial" panose="020B0604020202020204" pitchFamily="34" charset="0"/>
              <a:buChar char="•"/>
            </a:pPr>
            <a:r>
              <a:rPr lang="en-US" dirty="0">
                <a:latin typeface="Consolas" panose="020B0609020204030204" pitchFamily="49" charset="0"/>
                <a:cs typeface="Consolas" panose="020B0609020204030204" pitchFamily="49" charset="0"/>
              </a:rPr>
              <a:t>1 = PSP</a:t>
            </a:r>
          </a:p>
          <a:p>
            <a:pPr marL="285750" indent="-285750">
              <a:buFont typeface="Arial" panose="020B0604020202020204" pitchFamily="34" charset="0"/>
              <a:buChar char="•"/>
            </a:pPr>
            <a:r>
              <a:rPr lang="en-US" dirty="0"/>
              <a:t>Before using the stack, software has to define stack space and initialize the stack pointer (SP).</a:t>
            </a:r>
          </a:p>
          <a:p>
            <a:pPr marL="285750" indent="-285750">
              <a:buFont typeface="Arial" panose="020B0604020202020204" pitchFamily="34" charset="0"/>
              <a:buChar char="•"/>
            </a:pPr>
            <a:r>
              <a:rPr lang="en-US" dirty="0"/>
              <a:t>The program </a:t>
            </a:r>
            <a:r>
              <a:rPr lang="en-US" dirty="0" err="1"/>
              <a:t>startup.s</a:t>
            </a:r>
            <a:r>
              <a:rPr lang="en-US" dirty="0"/>
              <a:t> defines stack space and initializes SP.</a:t>
            </a:r>
            <a:endParaRPr lang="en-US" dirty="0">
              <a:latin typeface="Consolas" panose="020B0609020204030204" pitchFamily="49" charset="0"/>
              <a:cs typeface="Consolas" panose="020B0609020204030204" pitchFamily="49" charset="0"/>
            </a:endParaRPr>
          </a:p>
        </p:txBody>
      </p:sp>
      <p:sp>
        <p:nvSpPr>
          <p:cNvPr id="11" name="TextBox 10">
            <a:extLst>
              <a:ext uri="{FF2B5EF4-FFF2-40B4-BE49-F238E27FC236}">
                <a16:creationId xmlns:a16="http://schemas.microsoft.com/office/drawing/2014/main" id="{664735F9-F0EA-1648-83D6-C63C3D9D1247}"/>
              </a:ext>
            </a:extLst>
          </p:cNvPr>
          <p:cNvSpPr txBox="1"/>
          <p:nvPr/>
        </p:nvSpPr>
        <p:spPr>
          <a:xfrm>
            <a:off x="1451857" y="6115527"/>
            <a:ext cx="1468672" cy="369332"/>
          </a:xfrm>
          <a:prstGeom prst="rect">
            <a:avLst/>
          </a:prstGeom>
          <a:noFill/>
        </p:spPr>
        <p:txBody>
          <a:bodyPr wrap="none" rtlCol="0">
            <a:spAutoFit/>
          </a:bodyPr>
          <a:lstStyle/>
          <a:p>
            <a:r>
              <a:rPr lang="en-US" dirty="0"/>
              <a:t>Register Bank</a:t>
            </a:r>
          </a:p>
        </p:txBody>
      </p:sp>
      <p:sp>
        <p:nvSpPr>
          <p:cNvPr id="13" name="TextBox 12">
            <a:extLst>
              <a:ext uri="{FF2B5EF4-FFF2-40B4-BE49-F238E27FC236}">
                <a16:creationId xmlns:a16="http://schemas.microsoft.com/office/drawing/2014/main" id="{9165E765-CDC5-CC41-91AA-C1021DCC0379}"/>
              </a:ext>
            </a:extLst>
          </p:cNvPr>
          <p:cNvSpPr txBox="1"/>
          <p:nvPr/>
        </p:nvSpPr>
        <p:spPr>
          <a:xfrm>
            <a:off x="5338058" y="6111980"/>
            <a:ext cx="1736373" cy="369332"/>
          </a:xfrm>
          <a:prstGeom prst="rect">
            <a:avLst/>
          </a:prstGeom>
          <a:noFill/>
        </p:spPr>
        <p:txBody>
          <a:bodyPr wrap="none" rtlCol="0">
            <a:spAutoFit/>
          </a:bodyPr>
          <a:lstStyle/>
          <a:p>
            <a:r>
              <a:rPr lang="en-US" dirty="0"/>
              <a:t>Special Registers</a:t>
            </a:r>
          </a:p>
        </p:txBody>
      </p:sp>
      <p:sp>
        <p:nvSpPr>
          <p:cNvPr id="14" name="Rounded Rectangle 13">
            <a:extLst>
              <a:ext uri="{FF2B5EF4-FFF2-40B4-BE49-F238E27FC236}">
                <a16:creationId xmlns:a16="http://schemas.microsoft.com/office/drawing/2014/main" id="{6C5C8ED3-BE23-9B43-A643-F02A331C773C}"/>
              </a:ext>
            </a:extLst>
          </p:cNvPr>
          <p:cNvSpPr/>
          <p:nvPr/>
        </p:nvSpPr>
        <p:spPr>
          <a:xfrm>
            <a:off x="5566657" y="5793084"/>
            <a:ext cx="1295401" cy="318897"/>
          </a:xfrm>
          <a:prstGeom prst="roundRect">
            <a:avLst/>
          </a:prstGeom>
          <a:noFill/>
          <a:ln w="57150">
            <a:solidFill>
              <a:srgbClr val="3333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3333FF"/>
              </a:solidFill>
            </a:endParaRPr>
          </a:p>
        </p:txBody>
      </p:sp>
      <p:graphicFrame>
        <p:nvGraphicFramePr>
          <p:cNvPr id="6" name="Table 5">
            <a:extLst>
              <a:ext uri="{FF2B5EF4-FFF2-40B4-BE49-F238E27FC236}">
                <a16:creationId xmlns:a16="http://schemas.microsoft.com/office/drawing/2014/main" id="{A0C49FD7-C3A9-B74E-B53B-265DDAA2BF10}"/>
              </a:ext>
            </a:extLst>
          </p:cNvPr>
          <p:cNvGraphicFramePr>
            <a:graphicFrameLocks noGrp="1"/>
          </p:cNvGraphicFramePr>
          <p:nvPr>
            <p:extLst>
              <p:ext uri="{D42A27DB-BD31-4B8C-83A1-F6EECF244321}">
                <p14:modId xmlns:p14="http://schemas.microsoft.com/office/powerpoint/2010/main" val="990598389"/>
              </p:ext>
            </p:extLst>
          </p:nvPr>
        </p:nvGraphicFramePr>
        <p:xfrm>
          <a:off x="7281157" y="4075438"/>
          <a:ext cx="4800600" cy="1097280"/>
        </p:xfrm>
        <a:graphic>
          <a:graphicData uri="http://schemas.openxmlformats.org/drawingml/2006/table">
            <a:tbl>
              <a:tblPr firstRow="1" bandRow="1">
                <a:tableStyleId>{5940675A-B579-460E-94D1-54222C63F5DA}</a:tableStyleId>
              </a:tblPr>
              <a:tblGrid>
                <a:gridCol w="3200400">
                  <a:extLst>
                    <a:ext uri="{9D8B030D-6E8A-4147-A177-3AD203B41FA5}">
                      <a16:colId xmlns:a16="http://schemas.microsoft.com/office/drawing/2014/main" val="776230609"/>
                    </a:ext>
                  </a:extLst>
                </a:gridCol>
                <a:gridCol w="533400">
                  <a:extLst>
                    <a:ext uri="{9D8B030D-6E8A-4147-A177-3AD203B41FA5}">
                      <a16:colId xmlns:a16="http://schemas.microsoft.com/office/drawing/2014/main" val="805487009"/>
                    </a:ext>
                  </a:extLst>
                </a:gridCol>
                <a:gridCol w="609600">
                  <a:extLst>
                    <a:ext uri="{9D8B030D-6E8A-4147-A177-3AD203B41FA5}">
                      <a16:colId xmlns:a16="http://schemas.microsoft.com/office/drawing/2014/main" val="1123975044"/>
                    </a:ext>
                  </a:extLst>
                </a:gridCol>
                <a:gridCol w="457200">
                  <a:extLst>
                    <a:ext uri="{9D8B030D-6E8A-4147-A177-3AD203B41FA5}">
                      <a16:colId xmlns:a16="http://schemas.microsoft.com/office/drawing/2014/main" val="3223866430"/>
                    </a:ext>
                  </a:extLst>
                </a:gridCol>
              </a:tblGrid>
              <a:tr h="352941">
                <a:tc>
                  <a:txBody>
                    <a:bodyPr/>
                    <a:lstStyle/>
                    <a:p>
                      <a:pPr algn="ctr"/>
                      <a:r>
                        <a:rPr lang="en-US" dirty="0">
                          <a:latin typeface="Consolas" panose="020B0609020204030204" pitchFamily="49" charset="0"/>
                          <a:cs typeface="Consolas" panose="020B0609020204030204" pitchFamily="49" charset="0"/>
                        </a:rPr>
                        <a:t>Bit 31 - 3</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2</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1</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0</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12342699"/>
                  </a:ext>
                </a:extLst>
              </a:tr>
              <a:tr h="352941">
                <a:tc>
                  <a:txBody>
                    <a:bodyPr/>
                    <a:lstStyle/>
                    <a:p>
                      <a:pPr algn="ctr"/>
                      <a:r>
                        <a:rPr lang="en-US" dirty="0">
                          <a:latin typeface="Consolas" panose="020B0609020204030204" pitchFamily="49" charset="0"/>
                          <a:cs typeface="Consolas" panose="020B0609020204030204" pitchFamily="49" charset="0"/>
                        </a:rPr>
                        <a:t>Reserved</a:t>
                      </a: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endParaRPr lang="en-US">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latin typeface="Consolas" panose="020B0609020204030204" pitchFamily="49" charset="0"/>
                          <a:cs typeface="Consolas" panose="020B0609020204030204" pitchFamily="49" charset="0"/>
                        </a:rPr>
                        <a:t>ASP</a:t>
                      </a: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endParaRPr lang="en-US" dirty="0">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7340217"/>
                  </a:ext>
                </a:extLst>
              </a:tr>
              <a:tr h="352941">
                <a:tc gridSpan="4">
                  <a:txBody>
                    <a:bodyPr/>
                    <a:lstStyle/>
                    <a:p>
                      <a:pPr algn="ctr"/>
                      <a:r>
                        <a:rPr lang="en-US" dirty="0">
                          <a:latin typeface="Consolas" panose="020B0609020204030204" pitchFamily="49" charset="0"/>
                          <a:cs typeface="Consolas" panose="020B0609020204030204" pitchFamily="49" charset="0"/>
                        </a:rPr>
                        <a:t>CONTROL Register</a:t>
                      </a:r>
                    </a:p>
                  </a:txBody>
                  <a:tcPr>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hMerge="1">
                  <a:txBody>
                    <a:bodyPr/>
                    <a:lstStyle/>
                    <a:p>
                      <a:pPr algn="ctr"/>
                      <a:endParaRPr lang="en-US" b="1" dirty="0">
                        <a:solidFill>
                          <a:srgbClr val="FF0000"/>
                        </a:solidFill>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hMerge="1">
                  <a:txBody>
                    <a:bodyPr/>
                    <a:lstStyle/>
                    <a:p>
                      <a:pPr algn="ctr"/>
                      <a:endParaRPr lang="en-US" dirty="0">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8154715"/>
                  </a:ext>
                </a:extLst>
              </a:tr>
            </a:tbl>
          </a:graphicData>
        </a:graphic>
      </p:graphicFrame>
    </p:spTree>
    <p:extLst>
      <p:ext uri="{BB962C8B-B14F-4D97-AF65-F5344CB8AC3E}">
        <p14:creationId xmlns:p14="http://schemas.microsoft.com/office/powerpoint/2010/main" val="9216269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into a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51</a:t>
            </a:fld>
            <a:endParaRPr kumimoji="0" lang="en-US" dirty="0"/>
          </a:p>
        </p:txBody>
      </p:sp>
      <p:pic>
        <p:nvPicPr>
          <p:cNvPr id="5" name="Picture 4"/>
          <p:cNvPicPr>
            <a:picLocks noChangeAspect="1"/>
          </p:cNvPicPr>
          <p:nvPr/>
        </p:nvPicPr>
        <p:blipFill>
          <a:blip r:embed="rId2"/>
          <a:stretch>
            <a:fillRect/>
          </a:stretch>
        </p:blipFill>
        <p:spPr>
          <a:xfrm>
            <a:off x="2514600" y="1219201"/>
            <a:ext cx="6935158" cy="5105400"/>
          </a:xfrm>
          <a:prstGeom prst="rect">
            <a:avLst/>
          </a:prstGeom>
        </p:spPr>
      </p:pic>
      <p:sp>
        <p:nvSpPr>
          <p:cNvPr id="4" name="Horizontal Scroll 6">
            <a:extLst>
              <a:ext uri="{FF2B5EF4-FFF2-40B4-BE49-F238E27FC236}">
                <a16:creationId xmlns:a16="http://schemas.microsoft.com/office/drawing/2014/main" id="{FFC0347A-6714-417F-C128-E01EAB6B87F7}"/>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9800466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into a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52</a:t>
            </a:fld>
            <a:endParaRPr kumimoji="0" lang="en-US" dirty="0"/>
          </a:p>
        </p:txBody>
      </p:sp>
      <p:sp>
        <p:nvSpPr>
          <p:cNvPr id="5" name="Rectangle 4"/>
          <p:cNvSpPr/>
          <p:nvPr/>
        </p:nvSpPr>
        <p:spPr>
          <a:xfrm>
            <a:off x="2743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a16</a:t>
            </a:r>
          </a:p>
        </p:txBody>
      </p:sp>
      <p:sp>
        <p:nvSpPr>
          <p:cNvPr id="6" name="Rectangle 5"/>
          <p:cNvSpPr/>
          <p:nvPr/>
        </p:nvSpPr>
        <p:spPr>
          <a:xfrm>
            <a:off x="4495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b16</a:t>
            </a:r>
          </a:p>
        </p:txBody>
      </p:sp>
      <p:sp>
        <p:nvSpPr>
          <p:cNvPr id="7" name="Rectangle 6"/>
          <p:cNvSpPr/>
          <p:nvPr/>
        </p:nvSpPr>
        <p:spPr>
          <a:xfrm>
            <a:off x="6248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c8</a:t>
            </a:r>
          </a:p>
        </p:txBody>
      </p:sp>
      <p:sp>
        <p:nvSpPr>
          <p:cNvPr id="8" name="Rectangle 7"/>
          <p:cNvSpPr/>
          <p:nvPr/>
        </p:nvSpPr>
        <p:spPr>
          <a:xfrm>
            <a:off x="7962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d32</a:t>
            </a:r>
          </a:p>
        </p:txBody>
      </p:sp>
      <p:sp>
        <p:nvSpPr>
          <p:cNvPr id="9" name="Rectangle 8"/>
          <p:cNvSpPr/>
          <p:nvPr/>
        </p:nvSpPr>
        <p:spPr>
          <a:xfrm>
            <a:off x="3832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p:cNvSpPr txBox="1"/>
          <p:nvPr/>
        </p:nvSpPr>
        <p:spPr>
          <a:xfrm>
            <a:off x="2822042" y="29442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2" name="TextBox 11"/>
          <p:cNvSpPr txBox="1"/>
          <p:nvPr/>
        </p:nvSpPr>
        <p:spPr>
          <a:xfrm>
            <a:off x="4584750"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3" name="TextBox 12"/>
          <p:cNvSpPr txBox="1"/>
          <p:nvPr/>
        </p:nvSpPr>
        <p:spPr>
          <a:xfrm>
            <a:off x="6338152"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4" name="TextBox 13"/>
          <p:cNvSpPr txBox="1"/>
          <p:nvPr/>
        </p:nvSpPr>
        <p:spPr>
          <a:xfrm>
            <a:off x="8051851" y="2971800"/>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R3</a:t>
            </a:r>
          </a:p>
        </p:txBody>
      </p:sp>
      <p:cxnSp>
        <p:nvCxnSpPr>
          <p:cNvPr id="16" name="Straight Arrow Connector 15"/>
          <p:cNvCxnSpPr/>
          <p:nvPr/>
        </p:nvCxnSpPr>
        <p:spPr>
          <a:xfrm>
            <a:off x="3464329" y="328596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7785152" y="329622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a:off x="5229160"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6579069"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p:cNvSpPr/>
          <p:nvPr/>
        </p:nvSpPr>
        <p:spPr>
          <a:xfrm>
            <a:off x="5372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p:cNvCxnSpPr/>
          <p:nvPr/>
        </p:nvCxnSpPr>
        <p:spPr>
          <a:xfrm>
            <a:off x="6080339"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461051"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p:cNvSpPr/>
          <p:nvPr/>
        </p:nvSpPr>
        <p:spPr>
          <a:xfrm>
            <a:off x="1600200" y="1593468"/>
            <a:ext cx="9163050" cy="369332"/>
          </a:xfrm>
          <a:prstGeom prst="rect">
            <a:avLst/>
          </a:prstGeom>
        </p:spPr>
        <p:txBody>
          <a:bodyPr wrap="square">
            <a:spAutoFit/>
          </a:bodyPr>
          <a:lstStyle/>
          <a:p>
            <a:r>
              <a:rPr lang="en-US" b="1" dirty="0">
                <a:latin typeface="Consolas" panose="020B0609020204030204" pitchFamily="49" charset="0"/>
              </a:rPr>
              <a:t>int32_t sum(int16_t a16, int16_t b16, int8_t c8, int32_t d32);</a:t>
            </a:r>
          </a:p>
        </p:txBody>
      </p:sp>
      <p:sp>
        <p:nvSpPr>
          <p:cNvPr id="4" name="Horizontal Scroll 6">
            <a:extLst>
              <a:ext uri="{FF2B5EF4-FFF2-40B4-BE49-F238E27FC236}">
                <a16:creationId xmlns:a16="http://schemas.microsoft.com/office/drawing/2014/main" id="{A0470A80-F97F-1FAD-B20D-39ED4C59C9CC}"/>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25317919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4 Arguments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53</a:t>
            </a:fld>
            <a:endParaRPr kumimoji="0" lang="en-US" dirty="0"/>
          </a:p>
        </p:txBody>
      </p:sp>
      <p:sp>
        <p:nvSpPr>
          <p:cNvPr id="4" name="TextBox 3"/>
          <p:cNvSpPr txBox="1"/>
          <p:nvPr/>
        </p:nvSpPr>
        <p:spPr>
          <a:xfrm>
            <a:off x="1983769" y="3148251"/>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1557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a:t>
            </a:r>
          </a:p>
        </p:txBody>
      </p:sp>
      <p:sp>
        <p:nvSpPr>
          <p:cNvPr id="15" name="TextBox 14"/>
          <p:cNvSpPr txBox="1"/>
          <p:nvPr/>
        </p:nvSpPr>
        <p:spPr>
          <a:xfrm>
            <a:off x="2212369" y="3657600"/>
            <a:ext cx="2590774"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a16</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b16</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c8</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d32</a:t>
            </a:r>
          </a:p>
          <a:p>
            <a:r>
              <a:rPr lang="en-US" dirty="0">
                <a:latin typeface="Consolas" panose="020B0609020204030204" pitchFamily="49" charset="0"/>
              </a:rPr>
              <a:t>  BL   sum</a:t>
            </a:r>
          </a:p>
        </p:txBody>
      </p:sp>
      <p:sp>
        <p:nvSpPr>
          <p:cNvPr id="27" name="TextBox 26"/>
          <p:cNvSpPr txBox="1"/>
          <p:nvPr/>
        </p:nvSpPr>
        <p:spPr>
          <a:xfrm>
            <a:off x="5641370" y="3148251"/>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5641369" y="3657600"/>
            <a:ext cx="3730508" cy="1754326"/>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sum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a16 + b16</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c8</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d32</a:t>
            </a: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a:t>
            </a:r>
          </a:p>
          <a:p>
            <a:r>
              <a:rPr lang="en-US" dirty="0">
                <a:latin typeface="Consolas" panose="020B0609020204030204" pitchFamily="49" charset="0"/>
              </a:rPr>
              <a:t>  ENDP</a:t>
            </a:r>
          </a:p>
        </p:txBody>
      </p:sp>
      <p:sp>
        <p:nvSpPr>
          <p:cNvPr id="11" name="Rectangle 10">
            <a:extLst>
              <a:ext uri="{FF2B5EF4-FFF2-40B4-BE49-F238E27FC236}">
                <a16:creationId xmlns:a16="http://schemas.microsoft.com/office/drawing/2014/main" id="{EC2E1C95-1D78-5148-9696-BD1A663253EA}"/>
              </a:ext>
            </a:extLst>
          </p:cNvPr>
          <p:cNvSpPr/>
          <p:nvPr/>
        </p:nvSpPr>
        <p:spPr>
          <a:xfrm>
            <a:off x="1600200" y="1593468"/>
            <a:ext cx="9163050" cy="369332"/>
          </a:xfrm>
          <a:prstGeom prst="rect">
            <a:avLst/>
          </a:prstGeom>
        </p:spPr>
        <p:txBody>
          <a:bodyPr wrap="square">
            <a:spAutoFit/>
          </a:bodyPr>
          <a:lstStyle/>
          <a:p>
            <a:r>
              <a:rPr lang="en-US" b="1" dirty="0">
                <a:latin typeface="Consolas" panose="020B0609020204030204" pitchFamily="49" charset="0"/>
              </a:rPr>
              <a:t>int32_t sum(int16_t a16, int16_t b16, int8_t c8, int32_t d32);</a:t>
            </a:r>
          </a:p>
        </p:txBody>
      </p:sp>
      <p:sp>
        <p:nvSpPr>
          <p:cNvPr id="5" name="Horizontal Scroll 6">
            <a:extLst>
              <a:ext uri="{FF2B5EF4-FFF2-40B4-BE49-F238E27FC236}">
                <a16:creationId xmlns:a16="http://schemas.microsoft.com/office/drawing/2014/main" id="{967F006A-A161-E720-7BD4-957F74EEF9B7}"/>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326629562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52400"/>
            <a:ext cx="4945380" cy="990600"/>
          </a:xfrm>
        </p:spPr>
        <p:txBody>
          <a:bodyPr>
            <a:normAutofit fontScale="90000"/>
          </a:bodyPr>
          <a:lstStyle/>
          <a:p>
            <a:r>
              <a:rPr lang="en-US" dirty="0"/>
              <a:t>Passing Extra Arguments via Stack</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54</a:t>
            </a:fld>
            <a:endParaRPr kumimoji="0" lang="en-US" dirty="0"/>
          </a:p>
        </p:txBody>
      </p:sp>
      <p:sp>
        <p:nvSpPr>
          <p:cNvPr id="5" name="Rectangle 4"/>
          <p:cNvSpPr/>
          <p:nvPr/>
        </p:nvSpPr>
        <p:spPr>
          <a:xfrm>
            <a:off x="62844" y="1295401"/>
            <a:ext cx="5728356" cy="923330"/>
          </a:xfrm>
          <a:prstGeom prst="rect">
            <a:avLst/>
          </a:prstGeom>
        </p:spPr>
        <p:txBody>
          <a:bodyPr wrap="square">
            <a:spAutoFit/>
          </a:bodyPr>
          <a:lstStyle/>
          <a:p>
            <a:r>
              <a:rPr lang="en-US" b="1" dirty="0">
                <a:latin typeface="Consolas" panose="020B0609020204030204" pitchFamily="49" charset="0"/>
              </a:rPr>
              <a:t>int32_t sum(int32_t a, int32_t b, int32_t c, int32_t d, int32_t h, int32_t </a:t>
            </a:r>
            <a:r>
              <a:rPr lang="en-US" b="1" dirty="0" err="1">
                <a:latin typeface="Consolas" panose="020B0609020204030204" pitchFamily="49" charset="0"/>
              </a:rPr>
              <a:t>i</a:t>
            </a:r>
            <a:r>
              <a:rPr lang="en-US" b="1" dirty="0">
                <a:latin typeface="Consolas" panose="020B0609020204030204" pitchFamily="49" charset="0"/>
              </a:rPr>
              <a:t>, int32_t j, int32_t k);</a:t>
            </a:r>
          </a:p>
        </p:txBody>
      </p:sp>
      <p:sp>
        <p:nvSpPr>
          <p:cNvPr id="6" name="Rectangle 5"/>
          <p:cNvSpPr/>
          <p:nvPr/>
        </p:nvSpPr>
        <p:spPr>
          <a:xfrm>
            <a:off x="20934" y="2094639"/>
            <a:ext cx="510540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 6, 7, 8);</a:t>
            </a:r>
          </a:p>
        </p:txBody>
      </p:sp>
      <p:sp>
        <p:nvSpPr>
          <p:cNvPr id="7" name="TextBox 6"/>
          <p:cNvSpPr txBox="1"/>
          <p:nvPr/>
        </p:nvSpPr>
        <p:spPr>
          <a:xfrm>
            <a:off x="1392168" y="2484298"/>
            <a:ext cx="750526" cy="369332"/>
          </a:xfrm>
          <a:prstGeom prst="rect">
            <a:avLst/>
          </a:prstGeom>
          <a:noFill/>
        </p:spPr>
        <p:txBody>
          <a:bodyPr wrap="none" rtlCol="0">
            <a:spAutoFit/>
          </a:bodyPr>
          <a:lstStyle/>
          <a:p>
            <a:r>
              <a:rPr lang="en-US" dirty="0"/>
              <a:t>Caller</a:t>
            </a:r>
          </a:p>
        </p:txBody>
      </p:sp>
      <p:sp>
        <p:nvSpPr>
          <p:cNvPr id="8" name="TextBox 7"/>
          <p:cNvSpPr txBox="1"/>
          <p:nvPr/>
        </p:nvSpPr>
        <p:spPr>
          <a:xfrm>
            <a:off x="1462632" y="2870536"/>
            <a:ext cx="2765501" cy="304698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600" dirty="0">
                <a:latin typeface="Consolas" panose="020B0609020204030204" pitchFamily="49" charset="0"/>
              </a:rPr>
              <a:t>  MOVS r0, #</a:t>
            </a:r>
            <a:r>
              <a:rPr lang="en-US" sz="1600" dirty="0">
                <a:solidFill>
                  <a:srgbClr val="FF0000"/>
                </a:solidFill>
                <a:latin typeface="Consolas" panose="020B0609020204030204" pitchFamily="49" charset="0"/>
              </a:rPr>
              <a:t>5</a:t>
            </a:r>
          </a:p>
          <a:p>
            <a:r>
              <a:rPr lang="en-US" sz="1600" dirty="0">
                <a:latin typeface="Consolas" panose="020B0609020204030204" pitchFamily="49" charset="0"/>
              </a:rPr>
              <a:t>  MOVS r1, #</a:t>
            </a:r>
            <a:r>
              <a:rPr lang="en-US" sz="1600" dirty="0">
                <a:solidFill>
                  <a:srgbClr val="FF0000"/>
                </a:solidFill>
                <a:latin typeface="Consolas" panose="020B0609020204030204" pitchFamily="49" charset="0"/>
              </a:rPr>
              <a:t>6</a:t>
            </a:r>
          </a:p>
          <a:p>
            <a:r>
              <a:rPr lang="en-US" sz="1600" dirty="0">
                <a:latin typeface="Consolas" panose="020B0609020204030204" pitchFamily="49" charset="0"/>
              </a:rPr>
              <a:t>  MOVS r2, #</a:t>
            </a:r>
            <a:r>
              <a:rPr lang="en-US" sz="1600" dirty="0">
                <a:solidFill>
                  <a:srgbClr val="FF0000"/>
                </a:solidFill>
                <a:latin typeface="Consolas" panose="020B0609020204030204" pitchFamily="49" charset="0"/>
              </a:rPr>
              <a:t>7</a:t>
            </a:r>
          </a:p>
          <a:p>
            <a:r>
              <a:rPr lang="en-US" sz="1600" dirty="0">
                <a:latin typeface="Consolas" panose="020B0609020204030204" pitchFamily="49" charset="0"/>
              </a:rPr>
              <a:t>  MOVS r3, #</a:t>
            </a:r>
            <a:r>
              <a:rPr lang="en-US" sz="1600" dirty="0">
                <a:solidFill>
                  <a:srgbClr val="FF0000"/>
                </a:solidFill>
                <a:latin typeface="Consolas" panose="020B0609020204030204" pitchFamily="49" charset="0"/>
              </a:rPr>
              <a:t>8</a:t>
            </a:r>
          </a:p>
          <a:p>
            <a:r>
              <a:rPr lang="en-US" sz="1600" dirty="0">
                <a:latin typeface="Consolas" panose="020B0609020204030204" pitchFamily="49" charset="0"/>
              </a:rPr>
              <a:t>  </a:t>
            </a:r>
            <a:r>
              <a:rPr lang="en-US" sz="1600" dirty="0">
                <a:solidFill>
                  <a:srgbClr val="FF0000"/>
                </a:solidFill>
                <a:latin typeface="Consolas" panose="020B0609020204030204" pitchFamily="49" charset="0"/>
              </a:rPr>
              <a:t>PUSH {r0, r1, r2, r3}</a:t>
            </a:r>
          </a:p>
          <a:p>
            <a:r>
              <a:rPr lang="en-US" sz="1600" dirty="0">
                <a:latin typeface="Consolas" panose="020B0609020204030204" pitchFamily="49" charset="0"/>
              </a:rPr>
              <a:t>  MOVS r0, #1</a:t>
            </a:r>
          </a:p>
          <a:p>
            <a:r>
              <a:rPr lang="en-US" sz="1600" dirty="0">
                <a:latin typeface="Consolas" panose="020B0609020204030204" pitchFamily="49" charset="0"/>
              </a:rPr>
              <a:t>  MOVS r1, #2</a:t>
            </a:r>
          </a:p>
          <a:p>
            <a:r>
              <a:rPr lang="en-US" sz="1600" dirty="0">
                <a:latin typeface="Consolas" panose="020B0609020204030204" pitchFamily="49" charset="0"/>
              </a:rPr>
              <a:t>  MOVS r2, #3</a:t>
            </a:r>
          </a:p>
          <a:p>
            <a:r>
              <a:rPr lang="en-US" sz="1600" dirty="0">
                <a:latin typeface="Consolas" panose="020B0609020204030204" pitchFamily="49" charset="0"/>
              </a:rPr>
              <a:t>  MOVS r3, #4</a:t>
            </a:r>
          </a:p>
          <a:p>
            <a:r>
              <a:rPr lang="en-US" sz="1600" dirty="0">
                <a:latin typeface="Consolas" panose="020B0609020204030204" pitchFamily="49" charset="0"/>
              </a:rPr>
              <a:t>  BL   sum</a:t>
            </a:r>
          </a:p>
          <a:p>
            <a:r>
              <a:rPr lang="en-US" sz="1600" dirty="0">
                <a:latin typeface="Consolas" panose="020B0609020204030204" pitchFamily="49" charset="0"/>
              </a:rPr>
              <a:t>  ...</a:t>
            </a:r>
          </a:p>
          <a:p>
            <a:r>
              <a:rPr lang="en-US" sz="1600" dirty="0">
                <a:latin typeface="Consolas" panose="020B0609020204030204" pitchFamily="49" charset="0"/>
              </a:rPr>
              <a:t>  </a:t>
            </a:r>
            <a:r>
              <a:rPr lang="en-US" sz="1600" dirty="0">
                <a:solidFill>
                  <a:srgbClr val="FF0000"/>
                </a:solidFill>
                <a:latin typeface="Consolas" panose="020B0609020204030204" pitchFamily="49" charset="0"/>
              </a:rPr>
              <a:t>POP {r0, r1, r2, r3}</a:t>
            </a:r>
          </a:p>
        </p:txBody>
      </p:sp>
      <p:sp>
        <p:nvSpPr>
          <p:cNvPr id="9" name="TextBox 8"/>
          <p:cNvSpPr txBox="1"/>
          <p:nvPr/>
        </p:nvSpPr>
        <p:spPr>
          <a:xfrm>
            <a:off x="4988720" y="22800"/>
            <a:ext cx="1064074" cy="369332"/>
          </a:xfrm>
          <a:prstGeom prst="rect">
            <a:avLst/>
          </a:prstGeom>
          <a:noFill/>
        </p:spPr>
        <p:txBody>
          <a:bodyPr wrap="none" rtlCol="0">
            <a:spAutoFit/>
          </a:bodyPr>
          <a:lstStyle/>
          <a:p>
            <a:r>
              <a:rPr lang="en-US" dirty="0"/>
              <a:t>Version 1</a:t>
            </a:r>
          </a:p>
        </p:txBody>
      </p:sp>
      <p:sp>
        <p:nvSpPr>
          <p:cNvPr id="10" name="TextBox 9"/>
          <p:cNvSpPr txBox="1"/>
          <p:nvPr/>
        </p:nvSpPr>
        <p:spPr>
          <a:xfrm>
            <a:off x="6003264" y="26670"/>
            <a:ext cx="6027420" cy="3293209"/>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b="1" dirty="0">
                <a:solidFill>
                  <a:srgbClr val="3333FF"/>
                </a:solidFill>
                <a:latin typeface="Consolas" panose="020B0609020204030204" pitchFamily="49" charset="0"/>
              </a:rPr>
              <a:t>sum</a:t>
            </a:r>
            <a:r>
              <a:rPr lang="en-US" sz="1600" dirty="0">
                <a:latin typeface="Consolas" panose="020B0609020204030204" pitchFamily="49" charset="0"/>
              </a:rPr>
              <a:t> PROC </a:t>
            </a:r>
          </a:p>
          <a:p>
            <a:r>
              <a:rPr lang="en-US" sz="1600" dirty="0">
                <a:latin typeface="Consolas" panose="020B0609020204030204" pitchFamily="49" charset="0"/>
              </a:rPr>
              <a:t>  EXPORT sum </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a + b</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c</a:t>
            </a:r>
            <a:endParaRPr lang="en-US" sz="1600" dirty="0">
              <a:latin typeface="Consolas" panose="020B0609020204030204" pitchFamily="49" charset="0"/>
            </a:endParaRPr>
          </a:p>
          <a:p>
            <a:r>
              <a:rPr lang="en-US" sz="1600" dirty="0">
                <a:latin typeface="Consolas" panose="020B0609020204030204" pitchFamily="49" charset="0"/>
              </a:rPr>
              <a:t>  ADD r0, r0, r3   </a:t>
            </a:r>
            <a:r>
              <a:rPr lang="en-US" sz="1600" dirty="0">
                <a:solidFill>
                  <a:schemeClr val="bg1">
                    <a:lumMod val="50000"/>
                  </a:schemeClr>
                </a:solidFill>
                <a:latin typeface="Consolas" panose="020B0609020204030204" pitchFamily="49" charset="0"/>
              </a:rPr>
              <a:t>; add d</a:t>
            </a:r>
          </a:p>
          <a:p>
            <a:r>
              <a:rPr lang="en-US" sz="1600" dirty="0">
                <a:solidFill>
                  <a:srgbClr val="FF0000"/>
                </a:solidFill>
                <a:latin typeface="Consolas" panose="020B0609020204030204" pitchFamily="49" charset="0"/>
              </a:rPr>
              <a:t>  </a:t>
            </a:r>
            <a:r>
              <a:rPr lang="en-US" sz="1600" b="1" dirty="0">
                <a:solidFill>
                  <a:srgbClr val="FF0000"/>
                </a:solidFill>
                <a:latin typeface="Consolas" panose="020B0609020204030204" pitchFamily="49" charset="0"/>
              </a:rPr>
              <a:t>LDRD</a:t>
            </a:r>
            <a:r>
              <a:rPr lang="en-US" sz="1600" dirty="0">
                <a:solidFill>
                  <a:srgbClr val="FF0000"/>
                </a:solidFill>
                <a:latin typeface="Consolas" panose="020B0609020204030204" pitchFamily="49" charset="0"/>
              </a:rPr>
              <a:t> r1,r2,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r1=mem[</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],r2=mem[sp+4]</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h</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i</a:t>
            </a:r>
          </a:p>
          <a:p>
            <a:r>
              <a:rPr lang="en-US" sz="1600" dirty="0">
                <a:solidFill>
                  <a:srgbClr val="FF0000"/>
                </a:solidFill>
                <a:latin typeface="Consolas" panose="020B0609020204030204" pitchFamily="49" charset="0"/>
              </a:rPr>
              <a:t>  </a:t>
            </a:r>
            <a:r>
              <a:rPr lang="en-US" sz="1600" b="1" dirty="0">
                <a:solidFill>
                  <a:srgbClr val="FF0000"/>
                </a:solidFill>
                <a:latin typeface="Consolas" panose="020B0609020204030204" pitchFamily="49" charset="0"/>
              </a:rPr>
              <a:t>LDRD</a:t>
            </a:r>
            <a:r>
              <a:rPr lang="en-US" sz="1600" dirty="0">
                <a:solidFill>
                  <a:srgbClr val="FF0000"/>
                </a:solidFill>
                <a:latin typeface="Consolas" panose="020B0609020204030204" pitchFamily="49" charset="0"/>
              </a:rPr>
              <a:t> r1,r2,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#8] </a:t>
            </a:r>
            <a:r>
              <a:rPr lang="en-US" sz="1600" dirty="0">
                <a:solidFill>
                  <a:schemeClr val="bg1">
                    <a:lumMod val="50000"/>
                  </a:schemeClr>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r1=mem[sp+8],r2=mem[sp+12]</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j</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k</a:t>
            </a:r>
          </a:p>
          <a:p>
            <a:r>
              <a:rPr lang="en-US" sz="1600" dirty="0">
                <a:latin typeface="Consolas" panose="020B0609020204030204" pitchFamily="49" charset="0"/>
              </a:rPr>
              <a:t>  BX  LR</a:t>
            </a:r>
          </a:p>
          <a:p>
            <a:r>
              <a:rPr lang="en-US" sz="1600" dirty="0">
                <a:latin typeface="Consolas" panose="020B0609020204030204" pitchFamily="49" charset="0"/>
              </a:rPr>
              <a:t>  ENDP</a:t>
            </a:r>
          </a:p>
        </p:txBody>
      </p:sp>
      <p:sp>
        <p:nvSpPr>
          <p:cNvPr id="4" name="TextBox 3">
            <a:extLst>
              <a:ext uri="{FF2B5EF4-FFF2-40B4-BE49-F238E27FC236}">
                <a16:creationId xmlns:a16="http://schemas.microsoft.com/office/drawing/2014/main" id="{CF002B0B-3286-B167-52AA-5E1BA1C5689A}"/>
              </a:ext>
            </a:extLst>
          </p:cNvPr>
          <p:cNvSpPr txBox="1"/>
          <p:nvPr/>
        </p:nvSpPr>
        <p:spPr>
          <a:xfrm>
            <a:off x="6003264" y="3323749"/>
            <a:ext cx="6027420" cy="35394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b="1" dirty="0">
                <a:solidFill>
                  <a:srgbClr val="3333FF"/>
                </a:solidFill>
                <a:latin typeface="Consolas" panose="020B0609020204030204" pitchFamily="49" charset="0"/>
              </a:rPr>
              <a:t>sum</a:t>
            </a:r>
            <a:r>
              <a:rPr lang="en-US" sz="1600" dirty="0">
                <a:latin typeface="Consolas" panose="020B0609020204030204" pitchFamily="49" charset="0"/>
              </a:rPr>
              <a:t> PROC </a:t>
            </a:r>
          </a:p>
          <a:p>
            <a:r>
              <a:rPr lang="en-US" sz="1600" dirty="0">
                <a:latin typeface="Consolas" panose="020B0609020204030204" pitchFamily="49" charset="0"/>
              </a:rPr>
              <a:t>  EXPORT sum </a:t>
            </a:r>
          </a:p>
          <a:p>
            <a:r>
              <a:rPr lang="en-US" sz="1600" dirty="0">
                <a:latin typeface="Consolas" panose="020B0609020204030204" pitchFamily="49" charset="0"/>
              </a:rPr>
              <a:t>  </a:t>
            </a:r>
            <a:r>
              <a:rPr lang="en-US" sz="1600" b="1" dirty="0">
                <a:solidFill>
                  <a:srgbClr val="3333FF"/>
                </a:solidFill>
                <a:latin typeface="Consolas" panose="020B0609020204030204" pitchFamily="49" charset="0"/>
              </a:rPr>
              <a:t>PUSH {r5, r6, </a:t>
            </a:r>
            <a:r>
              <a:rPr lang="en-US" sz="1600" b="1" dirty="0" err="1">
                <a:solidFill>
                  <a:srgbClr val="3333FF"/>
                </a:solidFill>
                <a:latin typeface="Consolas" panose="020B0609020204030204" pitchFamily="49" charset="0"/>
              </a:rPr>
              <a:t>lr</a:t>
            </a:r>
            <a:r>
              <a:rPr lang="en-US" sz="1600" b="1" dirty="0">
                <a:solidFill>
                  <a:srgbClr val="3333FF"/>
                </a:solidFill>
                <a:latin typeface="Consolas" panose="020B0609020204030204" pitchFamily="49" charset="0"/>
              </a:rPr>
              <a:t>}</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a + b</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c</a:t>
            </a:r>
            <a:endParaRPr lang="en-US" sz="1600" dirty="0">
              <a:latin typeface="Consolas" panose="020B0609020204030204" pitchFamily="49" charset="0"/>
            </a:endParaRPr>
          </a:p>
          <a:p>
            <a:r>
              <a:rPr lang="en-US" sz="1600" dirty="0">
                <a:latin typeface="Consolas" panose="020B0609020204030204" pitchFamily="49" charset="0"/>
              </a:rPr>
              <a:t>  ADD r0, r0, r3   </a:t>
            </a:r>
            <a:r>
              <a:rPr lang="en-US" sz="1600" dirty="0">
                <a:solidFill>
                  <a:schemeClr val="bg1">
                    <a:lumMod val="50000"/>
                  </a:schemeClr>
                </a:solidFill>
                <a:latin typeface="Consolas" panose="020B0609020204030204" pitchFamily="49" charset="0"/>
              </a:rPr>
              <a:t>; add d</a:t>
            </a:r>
          </a:p>
          <a:p>
            <a:r>
              <a:rPr lang="en-US" sz="1600" dirty="0">
                <a:solidFill>
                  <a:srgbClr val="FF0000"/>
                </a:solidFill>
                <a:latin typeface="Consolas" panose="020B0609020204030204" pitchFamily="49" charset="0"/>
              </a:rPr>
              <a:t>  LDRD r5,r6,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#12] </a:t>
            </a:r>
            <a:r>
              <a:rPr lang="en-US" sz="1600" dirty="0">
                <a:solidFill>
                  <a:schemeClr val="bg1">
                    <a:lumMod val="50000"/>
                  </a:schemeClr>
                </a:solidFill>
                <a:latin typeface="Consolas" panose="020B0609020204030204" pitchFamily="49" charset="0"/>
              </a:rPr>
              <a:t>;r5=mem[sp+12],r6=mem[sp+16]</a:t>
            </a:r>
          </a:p>
          <a:p>
            <a:r>
              <a:rPr lang="en-US" sz="1600" dirty="0">
                <a:latin typeface="Consolas" panose="020B0609020204030204" pitchFamily="49" charset="0"/>
              </a:rPr>
              <a:t>  ADD r0, r0, r5   </a:t>
            </a:r>
            <a:r>
              <a:rPr lang="en-US" sz="1600" dirty="0">
                <a:solidFill>
                  <a:schemeClr val="bg1">
                    <a:lumMod val="50000"/>
                  </a:schemeClr>
                </a:solidFill>
                <a:latin typeface="Consolas" panose="020B0609020204030204" pitchFamily="49" charset="0"/>
              </a:rPr>
              <a:t>; add h</a:t>
            </a:r>
          </a:p>
          <a:p>
            <a:r>
              <a:rPr lang="en-US" sz="1600" dirty="0">
                <a:latin typeface="Consolas" panose="020B0609020204030204" pitchFamily="49" charset="0"/>
              </a:rPr>
              <a:t>  ADD r0, r0, r6   </a:t>
            </a:r>
            <a:r>
              <a:rPr lang="en-US" sz="1600" dirty="0">
                <a:solidFill>
                  <a:schemeClr val="bg1">
                    <a:lumMod val="50000"/>
                  </a:schemeClr>
                </a:solidFill>
                <a:latin typeface="Consolas" panose="020B0609020204030204" pitchFamily="49" charset="0"/>
              </a:rPr>
              <a:t>; add i</a:t>
            </a:r>
          </a:p>
          <a:p>
            <a:r>
              <a:rPr lang="en-US" sz="1600" dirty="0">
                <a:solidFill>
                  <a:srgbClr val="FF0000"/>
                </a:solidFill>
                <a:latin typeface="Consolas" panose="020B0609020204030204" pitchFamily="49" charset="0"/>
              </a:rPr>
              <a:t>  LDRD r5,r6,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#20] </a:t>
            </a:r>
            <a:r>
              <a:rPr lang="en-US" sz="1600" dirty="0">
                <a:solidFill>
                  <a:schemeClr val="bg1">
                    <a:lumMod val="50000"/>
                  </a:schemeClr>
                </a:solidFill>
                <a:latin typeface="Consolas" panose="020B0609020204030204" pitchFamily="49" charset="0"/>
              </a:rPr>
              <a:t>;r5=mem[sp+20],r6=mem[sp+24]</a:t>
            </a:r>
          </a:p>
          <a:p>
            <a:r>
              <a:rPr lang="en-US" sz="1600" dirty="0">
                <a:latin typeface="Consolas" panose="020B0609020204030204" pitchFamily="49" charset="0"/>
              </a:rPr>
              <a:t>  ADD r0, r0, r5   </a:t>
            </a:r>
            <a:r>
              <a:rPr lang="en-US" sz="1600" dirty="0">
                <a:solidFill>
                  <a:schemeClr val="bg1">
                    <a:lumMod val="50000"/>
                  </a:schemeClr>
                </a:solidFill>
                <a:latin typeface="Consolas" panose="020B0609020204030204" pitchFamily="49" charset="0"/>
              </a:rPr>
              <a:t>; add j</a:t>
            </a:r>
          </a:p>
          <a:p>
            <a:r>
              <a:rPr lang="en-US" sz="1600" dirty="0">
                <a:latin typeface="Consolas" panose="020B0609020204030204" pitchFamily="49" charset="0"/>
              </a:rPr>
              <a:t>  ADD r0, r0, r6   </a:t>
            </a:r>
            <a:r>
              <a:rPr lang="en-US" sz="1600" dirty="0">
                <a:solidFill>
                  <a:schemeClr val="bg1">
                    <a:lumMod val="50000"/>
                  </a:schemeClr>
                </a:solidFill>
                <a:latin typeface="Consolas" panose="020B0609020204030204" pitchFamily="49" charset="0"/>
              </a:rPr>
              <a:t>; add k</a:t>
            </a:r>
          </a:p>
          <a:p>
            <a:r>
              <a:rPr lang="en-US" sz="1600" b="1" dirty="0">
                <a:solidFill>
                  <a:srgbClr val="3333FF"/>
                </a:solidFill>
                <a:latin typeface="Consolas" panose="020B0609020204030204" pitchFamily="49" charset="0"/>
              </a:rPr>
              <a:t>  POP {r5, r6, pc}</a:t>
            </a:r>
          </a:p>
          <a:p>
            <a:r>
              <a:rPr lang="en-US" sz="1600" dirty="0">
                <a:latin typeface="Consolas" panose="020B0609020204030204" pitchFamily="49" charset="0"/>
              </a:rPr>
              <a:t>  ENDP</a:t>
            </a:r>
          </a:p>
        </p:txBody>
      </p:sp>
      <p:sp>
        <p:nvSpPr>
          <p:cNvPr id="11" name="TextBox 10">
            <a:extLst>
              <a:ext uri="{FF2B5EF4-FFF2-40B4-BE49-F238E27FC236}">
                <a16:creationId xmlns:a16="http://schemas.microsoft.com/office/drawing/2014/main" id="{D382D761-267F-3DE5-106B-0D98F70FE970}"/>
              </a:ext>
            </a:extLst>
          </p:cNvPr>
          <p:cNvSpPr txBox="1"/>
          <p:nvPr/>
        </p:nvSpPr>
        <p:spPr>
          <a:xfrm>
            <a:off x="4988720" y="3319879"/>
            <a:ext cx="1064074" cy="369332"/>
          </a:xfrm>
          <a:prstGeom prst="rect">
            <a:avLst/>
          </a:prstGeom>
          <a:noFill/>
        </p:spPr>
        <p:txBody>
          <a:bodyPr wrap="none" rtlCol="0">
            <a:spAutoFit/>
          </a:bodyPr>
          <a:lstStyle/>
          <a:p>
            <a:r>
              <a:rPr lang="en-US" dirty="0"/>
              <a:t>Version 2</a:t>
            </a:r>
          </a:p>
        </p:txBody>
      </p:sp>
    </p:spTree>
    <p:extLst>
      <p:ext uri="{BB962C8B-B14F-4D97-AF65-F5344CB8AC3E}">
        <p14:creationId xmlns:p14="http://schemas.microsoft.com/office/powerpoint/2010/main" val="13411319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77F71C-9EB5-3426-D70D-7978B1F70796}"/>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AD00E413-66FD-6987-EFA6-7E50668FB0AD}"/>
              </a:ext>
            </a:extLst>
          </p:cNvPr>
          <p:cNvSpPr>
            <a:spLocks noGrp="1"/>
          </p:cNvSpPr>
          <p:nvPr>
            <p:ph type="sldNum" sz="quarter" idx="12"/>
          </p:nvPr>
        </p:nvSpPr>
        <p:spPr/>
        <p:txBody>
          <a:bodyPr/>
          <a:lstStyle/>
          <a:p>
            <a:fld id="{EA7C8D44-3667-46F6-9772-CC52308E2A7F}" type="slidenum">
              <a:rPr kumimoji="0" lang="en-US" smtClean="0"/>
              <a:pPr/>
              <a:t>55</a:t>
            </a:fld>
            <a:endParaRPr kumimoji="0" lang="en-US" dirty="0"/>
          </a:p>
        </p:txBody>
      </p:sp>
      <p:sp>
        <p:nvSpPr>
          <p:cNvPr id="4" name="Content Placeholder 3">
            <a:extLst>
              <a:ext uri="{FF2B5EF4-FFF2-40B4-BE49-F238E27FC236}">
                <a16:creationId xmlns:a16="http://schemas.microsoft.com/office/drawing/2014/main" id="{4990DC74-D0D7-FE95-DDB9-216BA15198EA}"/>
              </a:ext>
            </a:extLst>
          </p:cNvPr>
          <p:cNvSpPr>
            <a:spLocks noGrp="1"/>
          </p:cNvSpPr>
          <p:nvPr>
            <p:ph sz="quarter" idx="1"/>
          </p:nvPr>
        </p:nvSpPr>
        <p:spPr>
          <a:xfrm>
            <a:off x="609600" y="1143000"/>
            <a:ext cx="6934200" cy="5486400"/>
          </a:xfrm>
        </p:spPr>
        <p:txBody>
          <a:bodyPr>
            <a:normAutofit fontScale="70000" lnSpcReduction="20000"/>
          </a:bodyPr>
          <a:lstStyle/>
          <a:p>
            <a:r>
              <a:rPr lang="en-US" b="1" dirty="0"/>
              <a:t>Version 1:</a:t>
            </a:r>
            <a:endParaRPr lang="en-US" dirty="0"/>
          </a:p>
          <a:p>
            <a:r>
              <a:rPr lang="en-US" dirty="0"/>
              <a:t>Callee reads the extra </a:t>
            </a:r>
            <a:r>
              <a:rPr lang="en-US" dirty="0" err="1"/>
              <a:t>args</a:t>
            </a:r>
            <a:r>
              <a:rPr lang="en-US" dirty="0"/>
              <a:t> directly from the caller’s push with LDRD: Load Register Doubleword:</a:t>
            </a:r>
          </a:p>
          <a:p>
            <a:pPr lvl="1"/>
            <a:r>
              <a:rPr lang="en-US" dirty="0"/>
              <a:t>LDRD r1,r2, [</a:t>
            </a:r>
            <a:r>
              <a:rPr lang="en-US" dirty="0" err="1"/>
              <a:t>sp</a:t>
            </a:r>
            <a:r>
              <a:rPr lang="en-US" dirty="0"/>
              <a:t>] → loads 5th &amp; 6th </a:t>
            </a:r>
            <a:r>
              <a:rPr lang="en-US" dirty="0" err="1"/>
              <a:t>args</a:t>
            </a:r>
            <a:r>
              <a:rPr lang="en-US" dirty="0"/>
              <a:t> (h, </a:t>
            </a:r>
            <a:r>
              <a:rPr lang="en-US" dirty="0" err="1"/>
              <a:t>i</a:t>
            </a:r>
            <a:r>
              <a:rPr lang="en-US" dirty="0"/>
              <a:t>)</a:t>
            </a:r>
          </a:p>
          <a:p>
            <a:pPr lvl="1"/>
            <a:r>
              <a:rPr lang="en-US" dirty="0"/>
              <a:t>LDRD r1,r2, [sp,#8] → loads 7th &amp; 8th </a:t>
            </a:r>
            <a:r>
              <a:rPr lang="en-US" dirty="0" err="1"/>
              <a:t>args</a:t>
            </a:r>
            <a:r>
              <a:rPr lang="en-US" dirty="0"/>
              <a:t> (j, k)</a:t>
            </a:r>
          </a:p>
          <a:p>
            <a:r>
              <a:rPr lang="en-US" dirty="0"/>
              <a:t>It returns with BX LR.</a:t>
            </a:r>
          </a:p>
          <a:p>
            <a:r>
              <a:rPr lang="en-US" b="1" dirty="0"/>
              <a:t>Version 2:</a:t>
            </a:r>
          </a:p>
          <a:p>
            <a:r>
              <a:rPr lang="en-US" dirty="0"/>
              <a:t>Callee </a:t>
            </a:r>
            <a:r>
              <a:rPr lang="en-US" b="1" dirty="0"/>
              <a:t>pushes</a:t>
            </a:r>
            <a:r>
              <a:rPr lang="en-US" dirty="0"/>
              <a:t> r5, r6, and </a:t>
            </a:r>
            <a:r>
              <a:rPr lang="en-US" dirty="0" err="1"/>
              <a:t>lr</a:t>
            </a:r>
            <a:r>
              <a:rPr lang="en-US" dirty="0"/>
              <a:t> on entry: PUSH {r5, r6, </a:t>
            </a:r>
            <a:r>
              <a:rPr lang="en-US" dirty="0" err="1"/>
              <a:t>lr</a:t>
            </a:r>
            <a:r>
              <a:rPr lang="en-US" dirty="0"/>
              <a:t>}.</a:t>
            </a:r>
          </a:p>
          <a:p>
            <a:r>
              <a:rPr lang="en-US" dirty="0"/>
              <a:t>Because it pushed, the extra-argument addresses are shifted, so it uses offsets like [sp,#12] and [sp,#20] to read the caller’s arguments into r5,r6.</a:t>
            </a:r>
          </a:p>
          <a:p>
            <a:pPr lvl="1"/>
            <a:r>
              <a:rPr lang="pt-BR" dirty="0"/>
              <a:t>LDRD r5,r6, [sp, #12]</a:t>
            </a:r>
          </a:p>
          <a:p>
            <a:pPr lvl="1"/>
            <a:r>
              <a:rPr lang="pt-BR" dirty="0"/>
              <a:t>LDRD r5,r6, [sp, #20] </a:t>
            </a:r>
          </a:p>
          <a:p>
            <a:r>
              <a:rPr lang="en-US" dirty="0"/>
              <a:t>It returns via POP {r5, r6, pc} (popping </a:t>
            </a:r>
            <a:r>
              <a:rPr lang="en-US" dirty="0" err="1"/>
              <a:t>lr</a:t>
            </a:r>
            <a:r>
              <a:rPr lang="en-US" dirty="0"/>
              <a:t> into pc returns directly).</a:t>
            </a:r>
          </a:p>
          <a:p>
            <a:r>
              <a:rPr lang="en-US" dirty="0"/>
              <a:t>Ladder analogy:</a:t>
            </a:r>
          </a:p>
          <a:p>
            <a:pPr lvl="1"/>
            <a:r>
              <a:rPr lang="en-US" dirty="0"/>
              <a:t>Think of the stack like a ladder: The ladder = one shared stack in memory.</a:t>
            </a:r>
          </a:p>
          <a:p>
            <a:pPr lvl="1"/>
            <a:r>
              <a:rPr lang="en-US" dirty="0"/>
              <a:t>The rung each function stands on = its current SP value.</a:t>
            </a:r>
          </a:p>
          <a:p>
            <a:pPr lvl="1"/>
            <a:r>
              <a:rPr lang="en-US" dirty="0"/>
              <a:t>When a function “pushes,” it steps down a few rungs (SP decreases).</a:t>
            </a:r>
          </a:p>
          <a:p>
            <a:pPr lvl="1"/>
            <a:r>
              <a:rPr lang="en-US" dirty="0"/>
              <a:t>The caller’s pushed data remains up above — just higher up the same ladder.</a:t>
            </a:r>
          </a:p>
        </p:txBody>
      </p:sp>
      <p:graphicFrame>
        <p:nvGraphicFramePr>
          <p:cNvPr id="9" name="Table 8">
            <a:extLst>
              <a:ext uri="{FF2B5EF4-FFF2-40B4-BE49-F238E27FC236}">
                <a16:creationId xmlns:a16="http://schemas.microsoft.com/office/drawing/2014/main" id="{25909265-10DA-A0F1-035F-7C0EC6805DBB}"/>
              </a:ext>
            </a:extLst>
          </p:cNvPr>
          <p:cNvGraphicFramePr>
            <a:graphicFrameLocks noGrp="1"/>
          </p:cNvGraphicFramePr>
          <p:nvPr>
            <p:extLst>
              <p:ext uri="{D42A27DB-BD31-4B8C-83A1-F6EECF244321}">
                <p14:modId xmlns:p14="http://schemas.microsoft.com/office/powerpoint/2010/main" val="4067472086"/>
              </p:ext>
            </p:extLst>
          </p:nvPr>
        </p:nvGraphicFramePr>
        <p:xfrm>
          <a:off x="7922111" y="1211132"/>
          <a:ext cx="3672840" cy="1828800"/>
        </p:xfrm>
        <a:graphic>
          <a:graphicData uri="http://schemas.openxmlformats.org/drawingml/2006/table">
            <a:tbl>
              <a:tblPr>
                <a:tableStyleId>{5940675A-B579-460E-94D1-54222C63F5DA}</a:tableStyleId>
              </a:tblPr>
              <a:tblGrid>
                <a:gridCol w="1224280">
                  <a:extLst>
                    <a:ext uri="{9D8B030D-6E8A-4147-A177-3AD203B41FA5}">
                      <a16:colId xmlns:a16="http://schemas.microsoft.com/office/drawing/2014/main" val="1864876418"/>
                    </a:ext>
                  </a:extLst>
                </a:gridCol>
                <a:gridCol w="1224280">
                  <a:extLst>
                    <a:ext uri="{9D8B030D-6E8A-4147-A177-3AD203B41FA5}">
                      <a16:colId xmlns:a16="http://schemas.microsoft.com/office/drawing/2014/main" val="2439467390"/>
                    </a:ext>
                  </a:extLst>
                </a:gridCol>
                <a:gridCol w="1224280">
                  <a:extLst>
                    <a:ext uri="{9D8B030D-6E8A-4147-A177-3AD203B41FA5}">
                      <a16:colId xmlns:a16="http://schemas.microsoft.com/office/drawing/2014/main" val="1551138210"/>
                    </a:ext>
                  </a:extLst>
                </a:gridCol>
              </a:tblGrid>
              <a:tr h="0">
                <a:tc>
                  <a:txBody>
                    <a:bodyPr/>
                    <a:lstStyle/>
                    <a:p>
                      <a:pPr algn="l">
                        <a:buNone/>
                      </a:pPr>
                      <a:r>
                        <a:rPr lang="en-US"/>
                        <a:t>Address</a:t>
                      </a:r>
                    </a:p>
                  </a:txBody>
                  <a:tcPr anchor="ctr">
                    <a:solidFill>
                      <a:schemeClr val="bg1">
                        <a:lumMod val="85000"/>
                      </a:schemeClr>
                    </a:solidFill>
                  </a:tcPr>
                </a:tc>
                <a:tc>
                  <a:txBody>
                    <a:bodyPr/>
                    <a:lstStyle/>
                    <a:p>
                      <a:pPr algn="l">
                        <a:buNone/>
                      </a:pPr>
                      <a:r>
                        <a:rPr lang="en-US"/>
                        <a:t>Contents</a:t>
                      </a:r>
                    </a:p>
                  </a:txBody>
                  <a:tcPr anchor="ctr">
                    <a:solidFill>
                      <a:schemeClr val="bg1">
                        <a:lumMod val="85000"/>
                      </a:schemeClr>
                    </a:solidFill>
                  </a:tcPr>
                </a:tc>
                <a:tc>
                  <a:txBody>
                    <a:bodyPr/>
                    <a:lstStyle/>
                    <a:p>
                      <a:pPr algn="l">
                        <a:buNone/>
                      </a:pPr>
                      <a:r>
                        <a:rPr lang="en-US" dirty="0"/>
                        <a:t>Access</a:t>
                      </a:r>
                    </a:p>
                  </a:txBody>
                  <a:tcPr anchor="ctr">
                    <a:solidFill>
                      <a:schemeClr val="bg1">
                        <a:lumMod val="85000"/>
                      </a:schemeClr>
                    </a:solidFill>
                  </a:tcPr>
                </a:tc>
                <a:extLst>
                  <a:ext uri="{0D108BD9-81ED-4DB2-BD59-A6C34878D82A}">
                    <a16:rowId xmlns:a16="http://schemas.microsoft.com/office/drawing/2014/main" val="1145847972"/>
                  </a:ext>
                </a:extLst>
              </a:tr>
              <a:tr h="0">
                <a:tc>
                  <a:txBody>
                    <a:bodyPr/>
                    <a:lstStyle/>
                    <a:p>
                      <a:pPr algn="l">
                        <a:buNone/>
                      </a:pPr>
                      <a:r>
                        <a:rPr lang="en-US"/>
                        <a:t>0x0FFC</a:t>
                      </a:r>
                    </a:p>
                  </a:txBody>
                  <a:tcPr anchor="ctr"/>
                </a:tc>
                <a:tc>
                  <a:txBody>
                    <a:bodyPr/>
                    <a:lstStyle/>
                    <a:p>
                      <a:pPr algn="l">
                        <a:buNone/>
                      </a:pPr>
                      <a:r>
                        <a:rPr lang="en-US" dirty="0"/>
                        <a:t>arg8 (k=8)</a:t>
                      </a:r>
                    </a:p>
                  </a:txBody>
                  <a:tcPr anchor="ctr"/>
                </a:tc>
                <a:tc>
                  <a:txBody>
                    <a:bodyPr/>
                    <a:lstStyle/>
                    <a:p>
                      <a:pPr algn="l">
                        <a:buNone/>
                      </a:pPr>
                      <a:r>
                        <a:rPr lang="en-US" dirty="0"/>
                        <a:t>[sp,#12]</a:t>
                      </a:r>
                    </a:p>
                  </a:txBody>
                  <a:tcPr anchor="ctr"/>
                </a:tc>
                <a:extLst>
                  <a:ext uri="{0D108BD9-81ED-4DB2-BD59-A6C34878D82A}">
                    <a16:rowId xmlns:a16="http://schemas.microsoft.com/office/drawing/2014/main" val="2385544790"/>
                  </a:ext>
                </a:extLst>
              </a:tr>
              <a:tr h="0">
                <a:tc>
                  <a:txBody>
                    <a:bodyPr/>
                    <a:lstStyle/>
                    <a:p>
                      <a:pPr algn="l">
                        <a:buNone/>
                      </a:pPr>
                      <a:r>
                        <a:rPr lang="en-US"/>
                        <a:t>0x0FF8</a:t>
                      </a:r>
                    </a:p>
                  </a:txBody>
                  <a:tcPr anchor="ctr"/>
                </a:tc>
                <a:tc>
                  <a:txBody>
                    <a:bodyPr/>
                    <a:lstStyle/>
                    <a:p>
                      <a:pPr algn="l">
                        <a:buNone/>
                      </a:pPr>
                      <a:r>
                        <a:rPr lang="en-US" dirty="0"/>
                        <a:t>arg7 (j=7)</a:t>
                      </a:r>
                    </a:p>
                  </a:txBody>
                  <a:tcPr anchor="ctr"/>
                </a:tc>
                <a:tc>
                  <a:txBody>
                    <a:bodyPr/>
                    <a:lstStyle/>
                    <a:p>
                      <a:pPr algn="l">
                        <a:buNone/>
                      </a:pPr>
                      <a:r>
                        <a:rPr lang="en-US" dirty="0"/>
                        <a:t>[sp,#8]</a:t>
                      </a:r>
                    </a:p>
                  </a:txBody>
                  <a:tcPr anchor="ctr"/>
                </a:tc>
                <a:extLst>
                  <a:ext uri="{0D108BD9-81ED-4DB2-BD59-A6C34878D82A}">
                    <a16:rowId xmlns:a16="http://schemas.microsoft.com/office/drawing/2014/main" val="1781182883"/>
                  </a:ext>
                </a:extLst>
              </a:tr>
              <a:tr h="0">
                <a:tc>
                  <a:txBody>
                    <a:bodyPr/>
                    <a:lstStyle/>
                    <a:p>
                      <a:pPr algn="l">
                        <a:buNone/>
                      </a:pPr>
                      <a:r>
                        <a:rPr lang="en-US"/>
                        <a:t>0x0FF4</a:t>
                      </a:r>
                    </a:p>
                  </a:txBody>
                  <a:tcPr anchor="ctr"/>
                </a:tc>
                <a:tc>
                  <a:txBody>
                    <a:bodyPr/>
                    <a:lstStyle/>
                    <a:p>
                      <a:pPr algn="l">
                        <a:buNone/>
                      </a:pPr>
                      <a:r>
                        <a:rPr lang="en-US" dirty="0"/>
                        <a:t>arg6 (</a:t>
                      </a:r>
                      <a:r>
                        <a:rPr lang="en-US" dirty="0" err="1"/>
                        <a:t>i</a:t>
                      </a:r>
                      <a:r>
                        <a:rPr lang="en-US" dirty="0"/>
                        <a:t>=6)</a:t>
                      </a:r>
                    </a:p>
                  </a:txBody>
                  <a:tcPr anchor="ctr"/>
                </a:tc>
                <a:tc>
                  <a:txBody>
                    <a:bodyPr/>
                    <a:lstStyle/>
                    <a:p>
                      <a:pPr algn="l">
                        <a:buNone/>
                      </a:pPr>
                      <a:r>
                        <a:rPr lang="en-US" dirty="0"/>
                        <a:t>[sp,#4]</a:t>
                      </a:r>
                    </a:p>
                  </a:txBody>
                  <a:tcPr anchor="ctr"/>
                </a:tc>
                <a:extLst>
                  <a:ext uri="{0D108BD9-81ED-4DB2-BD59-A6C34878D82A}">
                    <a16:rowId xmlns:a16="http://schemas.microsoft.com/office/drawing/2014/main" val="2206376301"/>
                  </a:ext>
                </a:extLst>
              </a:tr>
              <a:tr h="0">
                <a:tc>
                  <a:txBody>
                    <a:bodyPr/>
                    <a:lstStyle/>
                    <a:p>
                      <a:pPr algn="l">
                        <a:buNone/>
                      </a:pPr>
                      <a:r>
                        <a:rPr lang="en-US"/>
                        <a:t>0x0FF0</a:t>
                      </a:r>
                    </a:p>
                  </a:txBody>
                  <a:tcPr anchor="ctr"/>
                </a:tc>
                <a:tc>
                  <a:txBody>
                    <a:bodyPr/>
                    <a:lstStyle/>
                    <a:p>
                      <a:pPr algn="l">
                        <a:buNone/>
                      </a:pPr>
                      <a:r>
                        <a:rPr lang="en-US" dirty="0"/>
                        <a:t>arg5 (h=5)</a:t>
                      </a:r>
                    </a:p>
                  </a:txBody>
                  <a:tcPr anchor="ctr"/>
                </a:tc>
                <a:tc>
                  <a:txBody>
                    <a:bodyPr/>
                    <a:lstStyle/>
                    <a:p>
                      <a:pPr algn="l">
                        <a:buNone/>
                      </a:pPr>
                      <a:r>
                        <a:rPr lang="en-US" dirty="0"/>
                        <a:t>[</a:t>
                      </a:r>
                      <a:r>
                        <a:rPr lang="en-US" dirty="0" err="1"/>
                        <a:t>sp</a:t>
                      </a:r>
                      <a:r>
                        <a:rPr lang="en-US" dirty="0"/>
                        <a:t>] ← SP</a:t>
                      </a:r>
                    </a:p>
                  </a:txBody>
                  <a:tcPr anchor="ctr"/>
                </a:tc>
                <a:extLst>
                  <a:ext uri="{0D108BD9-81ED-4DB2-BD59-A6C34878D82A}">
                    <a16:rowId xmlns:a16="http://schemas.microsoft.com/office/drawing/2014/main" val="465155385"/>
                  </a:ext>
                </a:extLst>
              </a:tr>
            </a:tbl>
          </a:graphicData>
        </a:graphic>
      </p:graphicFrame>
      <p:graphicFrame>
        <p:nvGraphicFramePr>
          <p:cNvPr id="11" name="Table 10">
            <a:extLst>
              <a:ext uri="{FF2B5EF4-FFF2-40B4-BE49-F238E27FC236}">
                <a16:creationId xmlns:a16="http://schemas.microsoft.com/office/drawing/2014/main" id="{462B0A1F-9474-9BA7-36AD-62B94D99F3B3}"/>
              </a:ext>
            </a:extLst>
          </p:cNvPr>
          <p:cNvGraphicFramePr>
            <a:graphicFrameLocks noGrp="1"/>
          </p:cNvGraphicFramePr>
          <p:nvPr>
            <p:extLst>
              <p:ext uri="{D42A27DB-BD31-4B8C-83A1-F6EECF244321}">
                <p14:modId xmlns:p14="http://schemas.microsoft.com/office/powerpoint/2010/main" val="3382935253"/>
              </p:ext>
            </p:extLst>
          </p:nvPr>
        </p:nvGraphicFramePr>
        <p:xfrm>
          <a:off x="7917180" y="3392618"/>
          <a:ext cx="3657600" cy="2926080"/>
        </p:xfrm>
        <a:graphic>
          <a:graphicData uri="http://schemas.openxmlformats.org/drawingml/2006/table">
            <a:tbl>
              <a:tblPr>
                <a:tableStyleId>{5940675A-B579-460E-94D1-54222C63F5DA}</a:tableStyleId>
              </a:tblPr>
              <a:tblGrid>
                <a:gridCol w="1244600">
                  <a:extLst>
                    <a:ext uri="{9D8B030D-6E8A-4147-A177-3AD203B41FA5}">
                      <a16:colId xmlns:a16="http://schemas.microsoft.com/office/drawing/2014/main" val="2091111753"/>
                    </a:ext>
                  </a:extLst>
                </a:gridCol>
                <a:gridCol w="1244600">
                  <a:extLst>
                    <a:ext uri="{9D8B030D-6E8A-4147-A177-3AD203B41FA5}">
                      <a16:colId xmlns:a16="http://schemas.microsoft.com/office/drawing/2014/main" val="1394680646"/>
                    </a:ext>
                  </a:extLst>
                </a:gridCol>
                <a:gridCol w="1168400">
                  <a:extLst>
                    <a:ext uri="{9D8B030D-6E8A-4147-A177-3AD203B41FA5}">
                      <a16:colId xmlns:a16="http://schemas.microsoft.com/office/drawing/2014/main" val="3639283525"/>
                    </a:ext>
                  </a:extLst>
                </a:gridCol>
              </a:tblGrid>
              <a:tr h="350520">
                <a:tc>
                  <a:txBody>
                    <a:bodyPr/>
                    <a:lstStyle/>
                    <a:p>
                      <a:pPr algn="l">
                        <a:buNone/>
                      </a:pPr>
                      <a:r>
                        <a:rPr lang="en-US"/>
                        <a:t>Address</a:t>
                      </a:r>
                    </a:p>
                  </a:txBody>
                  <a:tcPr anchor="ctr">
                    <a:solidFill>
                      <a:schemeClr val="bg1">
                        <a:lumMod val="85000"/>
                      </a:schemeClr>
                    </a:solidFill>
                  </a:tcPr>
                </a:tc>
                <a:tc>
                  <a:txBody>
                    <a:bodyPr/>
                    <a:lstStyle/>
                    <a:p>
                      <a:pPr algn="l">
                        <a:buNone/>
                      </a:pPr>
                      <a:r>
                        <a:rPr lang="en-US"/>
                        <a:t>Contents</a:t>
                      </a:r>
                    </a:p>
                  </a:txBody>
                  <a:tcPr anchor="ctr">
                    <a:solidFill>
                      <a:schemeClr val="bg1">
                        <a:lumMod val="85000"/>
                      </a:schemeClr>
                    </a:solidFill>
                  </a:tcPr>
                </a:tc>
                <a:tc>
                  <a:txBody>
                    <a:bodyPr/>
                    <a:lstStyle/>
                    <a:p>
                      <a:pPr algn="l">
                        <a:buNone/>
                      </a:pPr>
                      <a:r>
                        <a:rPr lang="en-US" dirty="0"/>
                        <a:t>Access</a:t>
                      </a:r>
                    </a:p>
                  </a:txBody>
                  <a:tcPr anchor="ctr">
                    <a:solidFill>
                      <a:schemeClr val="bg1">
                        <a:lumMod val="85000"/>
                      </a:schemeClr>
                    </a:solidFill>
                  </a:tcPr>
                </a:tc>
                <a:extLst>
                  <a:ext uri="{0D108BD9-81ED-4DB2-BD59-A6C34878D82A}">
                    <a16:rowId xmlns:a16="http://schemas.microsoft.com/office/drawing/2014/main" val="1565853675"/>
                  </a:ext>
                </a:extLst>
              </a:tr>
              <a:tr h="350520">
                <a:tc>
                  <a:txBody>
                    <a:bodyPr/>
                    <a:lstStyle/>
                    <a:p>
                      <a:pPr algn="l">
                        <a:buNone/>
                      </a:pPr>
                      <a:r>
                        <a:rPr lang="en-US"/>
                        <a:t>0x0FFC</a:t>
                      </a:r>
                    </a:p>
                  </a:txBody>
                  <a:tcPr anchor="ctr"/>
                </a:tc>
                <a:tc>
                  <a:txBody>
                    <a:bodyPr/>
                    <a:lstStyle/>
                    <a:p>
                      <a:pPr algn="l">
                        <a:buNone/>
                      </a:pPr>
                      <a:r>
                        <a:rPr lang="en-US" dirty="0"/>
                        <a:t>arg8 (k=8)</a:t>
                      </a:r>
                    </a:p>
                  </a:txBody>
                  <a:tcPr anchor="ctr"/>
                </a:tc>
                <a:tc>
                  <a:txBody>
                    <a:bodyPr/>
                    <a:lstStyle/>
                    <a:p>
                      <a:pPr algn="l">
                        <a:buNone/>
                      </a:pPr>
                      <a:r>
                        <a:rPr lang="en-US" dirty="0"/>
                        <a:t>[sp,#24]</a:t>
                      </a:r>
                    </a:p>
                  </a:txBody>
                  <a:tcPr anchor="ctr"/>
                </a:tc>
                <a:extLst>
                  <a:ext uri="{0D108BD9-81ED-4DB2-BD59-A6C34878D82A}">
                    <a16:rowId xmlns:a16="http://schemas.microsoft.com/office/drawing/2014/main" val="4041849624"/>
                  </a:ext>
                </a:extLst>
              </a:tr>
              <a:tr h="350520">
                <a:tc>
                  <a:txBody>
                    <a:bodyPr/>
                    <a:lstStyle/>
                    <a:p>
                      <a:pPr algn="l">
                        <a:buNone/>
                      </a:pPr>
                      <a:r>
                        <a:rPr lang="en-US"/>
                        <a:t>0x0FF8</a:t>
                      </a:r>
                    </a:p>
                  </a:txBody>
                  <a:tcPr anchor="ctr"/>
                </a:tc>
                <a:tc>
                  <a:txBody>
                    <a:bodyPr/>
                    <a:lstStyle/>
                    <a:p>
                      <a:pPr algn="l">
                        <a:buNone/>
                      </a:pPr>
                      <a:r>
                        <a:rPr lang="en-US" dirty="0"/>
                        <a:t>arg7 (j=7)</a:t>
                      </a:r>
                    </a:p>
                  </a:txBody>
                  <a:tcPr anchor="ctr"/>
                </a:tc>
                <a:tc>
                  <a:txBody>
                    <a:bodyPr/>
                    <a:lstStyle/>
                    <a:p>
                      <a:pPr algn="l">
                        <a:buNone/>
                      </a:pPr>
                      <a:r>
                        <a:rPr lang="en-US" dirty="0"/>
                        <a:t>[sp,#20]</a:t>
                      </a:r>
                    </a:p>
                  </a:txBody>
                  <a:tcPr anchor="ctr"/>
                </a:tc>
                <a:extLst>
                  <a:ext uri="{0D108BD9-81ED-4DB2-BD59-A6C34878D82A}">
                    <a16:rowId xmlns:a16="http://schemas.microsoft.com/office/drawing/2014/main" val="998663929"/>
                  </a:ext>
                </a:extLst>
              </a:tr>
              <a:tr h="350520">
                <a:tc>
                  <a:txBody>
                    <a:bodyPr/>
                    <a:lstStyle/>
                    <a:p>
                      <a:pPr algn="l">
                        <a:buNone/>
                      </a:pPr>
                      <a:r>
                        <a:rPr lang="en-US"/>
                        <a:t>0x0FF4</a:t>
                      </a:r>
                    </a:p>
                  </a:txBody>
                  <a:tcPr anchor="ctr"/>
                </a:tc>
                <a:tc>
                  <a:txBody>
                    <a:bodyPr/>
                    <a:lstStyle/>
                    <a:p>
                      <a:pPr algn="l">
                        <a:buNone/>
                      </a:pPr>
                      <a:r>
                        <a:rPr lang="en-US" dirty="0"/>
                        <a:t>arg6 (</a:t>
                      </a:r>
                      <a:r>
                        <a:rPr lang="en-US" dirty="0" err="1"/>
                        <a:t>i</a:t>
                      </a:r>
                      <a:r>
                        <a:rPr lang="en-US" dirty="0"/>
                        <a:t>=6)</a:t>
                      </a:r>
                    </a:p>
                  </a:txBody>
                  <a:tcPr anchor="ctr"/>
                </a:tc>
                <a:tc>
                  <a:txBody>
                    <a:bodyPr/>
                    <a:lstStyle/>
                    <a:p>
                      <a:pPr algn="l">
                        <a:buNone/>
                      </a:pPr>
                      <a:r>
                        <a:rPr lang="en-US" dirty="0"/>
                        <a:t>[sp,#16]</a:t>
                      </a:r>
                    </a:p>
                  </a:txBody>
                  <a:tcPr anchor="ctr"/>
                </a:tc>
                <a:extLst>
                  <a:ext uri="{0D108BD9-81ED-4DB2-BD59-A6C34878D82A}">
                    <a16:rowId xmlns:a16="http://schemas.microsoft.com/office/drawing/2014/main" val="2725291172"/>
                  </a:ext>
                </a:extLst>
              </a:tr>
              <a:tr h="350520">
                <a:tc>
                  <a:txBody>
                    <a:bodyPr/>
                    <a:lstStyle/>
                    <a:p>
                      <a:pPr algn="l">
                        <a:buNone/>
                      </a:pPr>
                      <a:r>
                        <a:rPr lang="en-US"/>
                        <a:t>0x0FF0</a:t>
                      </a:r>
                    </a:p>
                  </a:txBody>
                  <a:tcPr anchor="ctr"/>
                </a:tc>
                <a:tc>
                  <a:txBody>
                    <a:bodyPr/>
                    <a:lstStyle/>
                    <a:p>
                      <a:pPr algn="l">
                        <a:buNone/>
                      </a:pPr>
                      <a:r>
                        <a:rPr lang="en-US" dirty="0"/>
                        <a:t>arg5 (h=5)</a:t>
                      </a:r>
                    </a:p>
                  </a:txBody>
                  <a:tcPr anchor="ctr"/>
                </a:tc>
                <a:tc>
                  <a:txBody>
                    <a:bodyPr/>
                    <a:lstStyle/>
                    <a:p>
                      <a:pPr algn="l">
                        <a:buNone/>
                      </a:pPr>
                      <a:r>
                        <a:rPr lang="en-US" dirty="0"/>
                        <a:t>[sp,#12]</a:t>
                      </a:r>
                    </a:p>
                  </a:txBody>
                  <a:tcPr anchor="ctr"/>
                </a:tc>
                <a:extLst>
                  <a:ext uri="{0D108BD9-81ED-4DB2-BD59-A6C34878D82A}">
                    <a16:rowId xmlns:a16="http://schemas.microsoft.com/office/drawing/2014/main" val="1383402507"/>
                  </a:ext>
                </a:extLst>
              </a:tr>
              <a:tr h="350520">
                <a:tc>
                  <a:txBody>
                    <a:bodyPr/>
                    <a:lstStyle/>
                    <a:p>
                      <a:pPr algn="l">
                        <a:buNone/>
                      </a:pPr>
                      <a:r>
                        <a:rPr lang="en-US"/>
                        <a:t>0x0FEC</a:t>
                      </a:r>
                    </a:p>
                  </a:txBody>
                  <a:tcPr anchor="ctr"/>
                </a:tc>
                <a:tc>
                  <a:txBody>
                    <a:bodyPr/>
                    <a:lstStyle/>
                    <a:p>
                      <a:pPr algn="l">
                        <a:buNone/>
                      </a:pPr>
                      <a:r>
                        <a:rPr lang="en-US"/>
                        <a:t>saved lr</a:t>
                      </a:r>
                    </a:p>
                  </a:txBody>
                  <a:tcPr anchor="ctr"/>
                </a:tc>
                <a:tc>
                  <a:txBody>
                    <a:bodyPr/>
                    <a:lstStyle/>
                    <a:p>
                      <a:pPr algn="l">
                        <a:buNone/>
                      </a:pPr>
                      <a:r>
                        <a:rPr lang="en-US" dirty="0"/>
                        <a:t>[sp,#8]</a:t>
                      </a:r>
                    </a:p>
                  </a:txBody>
                  <a:tcPr anchor="ctr"/>
                </a:tc>
                <a:extLst>
                  <a:ext uri="{0D108BD9-81ED-4DB2-BD59-A6C34878D82A}">
                    <a16:rowId xmlns:a16="http://schemas.microsoft.com/office/drawing/2014/main" val="1768901541"/>
                  </a:ext>
                </a:extLst>
              </a:tr>
              <a:tr h="350520">
                <a:tc>
                  <a:txBody>
                    <a:bodyPr/>
                    <a:lstStyle/>
                    <a:p>
                      <a:pPr algn="l">
                        <a:buNone/>
                      </a:pPr>
                      <a:r>
                        <a:rPr lang="en-US"/>
                        <a:t>0x0FE8</a:t>
                      </a:r>
                    </a:p>
                  </a:txBody>
                  <a:tcPr anchor="ctr"/>
                </a:tc>
                <a:tc>
                  <a:txBody>
                    <a:bodyPr/>
                    <a:lstStyle/>
                    <a:p>
                      <a:pPr algn="l">
                        <a:buNone/>
                      </a:pPr>
                      <a:r>
                        <a:rPr lang="en-US"/>
                        <a:t>saved r6</a:t>
                      </a:r>
                    </a:p>
                  </a:txBody>
                  <a:tcPr anchor="ctr"/>
                </a:tc>
                <a:tc>
                  <a:txBody>
                    <a:bodyPr/>
                    <a:lstStyle/>
                    <a:p>
                      <a:pPr algn="l">
                        <a:buNone/>
                      </a:pPr>
                      <a:r>
                        <a:rPr lang="en-US" dirty="0"/>
                        <a:t>[sp,#4]</a:t>
                      </a:r>
                    </a:p>
                  </a:txBody>
                  <a:tcPr anchor="ctr"/>
                </a:tc>
                <a:extLst>
                  <a:ext uri="{0D108BD9-81ED-4DB2-BD59-A6C34878D82A}">
                    <a16:rowId xmlns:a16="http://schemas.microsoft.com/office/drawing/2014/main" val="2022043217"/>
                  </a:ext>
                </a:extLst>
              </a:tr>
              <a:tr h="350520">
                <a:tc>
                  <a:txBody>
                    <a:bodyPr/>
                    <a:lstStyle/>
                    <a:p>
                      <a:pPr algn="l">
                        <a:buNone/>
                      </a:pPr>
                      <a:r>
                        <a:rPr lang="en-US" dirty="0"/>
                        <a:t>0x0FE4</a:t>
                      </a:r>
                    </a:p>
                  </a:txBody>
                  <a:tcPr anchor="ctr"/>
                </a:tc>
                <a:tc>
                  <a:txBody>
                    <a:bodyPr/>
                    <a:lstStyle/>
                    <a:p>
                      <a:pPr algn="l">
                        <a:buNone/>
                      </a:pPr>
                      <a:r>
                        <a:rPr lang="en-US" dirty="0"/>
                        <a:t>saved r5</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dirty="0" err="1"/>
                        <a:t>sp</a:t>
                      </a:r>
                      <a:r>
                        <a:rPr lang="en-US" dirty="0"/>
                        <a:t>] ← SP</a:t>
                      </a:r>
                    </a:p>
                  </a:txBody>
                  <a:tcPr anchor="ctr"/>
                </a:tc>
                <a:extLst>
                  <a:ext uri="{0D108BD9-81ED-4DB2-BD59-A6C34878D82A}">
                    <a16:rowId xmlns:a16="http://schemas.microsoft.com/office/drawing/2014/main" val="1530533619"/>
                  </a:ext>
                </a:extLst>
              </a:tr>
            </a:tbl>
          </a:graphicData>
        </a:graphic>
      </p:graphicFrame>
      <p:sp>
        <p:nvSpPr>
          <p:cNvPr id="12" name="TextBox 11">
            <a:extLst>
              <a:ext uri="{FF2B5EF4-FFF2-40B4-BE49-F238E27FC236}">
                <a16:creationId xmlns:a16="http://schemas.microsoft.com/office/drawing/2014/main" id="{D93EE55B-4F4B-0C9C-767E-9326FD88C2A7}"/>
              </a:ext>
            </a:extLst>
          </p:cNvPr>
          <p:cNvSpPr txBox="1"/>
          <p:nvPr/>
        </p:nvSpPr>
        <p:spPr>
          <a:xfrm>
            <a:off x="8153459" y="3023286"/>
            <a:ext cx="3349956" cy="369332"/>
          </a:xfrm>
          <a:prstGeom prst="rect">
            <a:avLst/>
          </a:prstGeom>
          <a:noFill/>
        </p:spPr>
        <p:txBody>
          <a:bodyPr wrap="none" rtlCol="0">
            <a:spAutoFit/>
          </a:bodyPr>
          <a:lstStyle/>
          <a:p>
            <a:r>
              <a:rPr lang="en-US" dirty="0"/>
              <a:t>Version 1 stack after Caller PUSH</a:t>
            </a:r>
          </a:p>
        </p:txBody>
      </p:sp>
      <p:sp>
        <p:nvSpPr>
          <p:cNvPr id="13" name="TextBox 12">
            <a:extLst>
              <a:ext uri="{FF2B5EF4-FFF2-40B4-BE49-F238E27FC236}">
                <a16:creationId xmlns:a16="http://schemas.microsoft.com/office/drawing/2014/main" id="{6E1497B4-4C24-590D-D55C-B3D5830F54D0}"/>
              </a:ext>
            </a:extLst>
          </p:cNvPr>
          <p:cNvSpPr txBox="1"/>
          <p:nvPr/>
        </p:nvSpPr>
        <p:spPr>
          <a:xfrm>
            <a:off x="7263136" y="6360309"/>
            <a:ext cx="4990790" cy="369332"/>
          </a:xfrm>
          <a:prstGeom prst="rect">
            <a:avLst/>
          </a:prstGeom>
          <a:noFill/>
        </p:spPr>
        <p:txBody>
          <a:bodyPr wrap="none" rtlCol="0">
            <a:spAutoFit/>
          </a:bodyPr>
          <a:lstStyle/>
          <a:p>
            <a:r>
              <a:rPr lang="en-US" dirty="0"/>
              <a:t>Version 2 stack after Caller PUSH and Callee PUSH</a:t>
            </a:r>
          </a:p>
        </p:txBody>
      </p:sp>
    </p:spTree>
    <p:extLst>
      <p:ext uri="{BB962C8B-B14F-4D97-AF65-F5344CB8AC3E}">
        <p14:creationId xmlns:p14="http://schemas.microsoft.com/office/powerpoint/2010/main" val="7147419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7385A-226C-1097-D2BD-8F494097C795}"/>
              </a:ext>
            </a:extLst>
          </p:cNvPr>
          <p:cNvSpPr>
            <a:spLocks noGrp="1"/>
          </p:cNvSpPr>
          <p:nvPr>
            <p:ph type="title"/>
          </p:nvPr>
        </p:nvSpPr>
        <p:spPr/>
        <p:txBody>
          <a:bodyPr/>
          <a:lstStyle/>
          <a:p>
            <a:r>
              <a:rPr lang="en-US" dirty="0"/>
              <a:t>Version 2 is Better Programming Practice</a:t>
            </a:r>
          </a:p>
        </p:txBody>
      </p:sp>
      <p:sp>
        <p:nvSpPr>
          <p:cNvPr id="3" name="Slide Number Placeholder 2">
            <a:extLst>
              <a:ext uri="{FF2B5EF4-FFF2-40B4-BE49-F238E27FC236}">
                <a16:creationId xmlns:a16="http://schemas.microsoft.com/office/drawing/2014/main" id="{1DD74182-6DFD-28A6-8A29-25EA9B00B152}"/>
              </a:ext>
            </a:extLst>
          </p:cNvPr>
          <p:cNvSpPr>
            <a:spLocks noGrp="1"/>
          </p:cNvSpPr>
          <p:nvPr>
            <p:ph type="sldNum" sz="quarter" idx="12"/>
          </p:nvPr>
        </p:nvSpPr>
        <p:spPr/>
        <p:txBody>
          <a:bodyPr/>
          <a:lstStyle/>
          <a:p>
            <a:fld id="{EA7C8D44-3667-46F6-9772-CC52308E2A7F}" type="slidenum">
              <a:rPr kumimoji="0" lang="en-US" smtClean="0"/>
              <a:pPr/>
              <a:t>56</a:t>
            </a:fld>
            <a:endParaRPr kumimoji="0" lang="en-US" dirty="0"/>
          </a:p>
        </p:txBody>
      </p:sp>
      <p:sp>
        <p:nvSpPr>
          <p:cNvPr id="4" name="Content Placeholder 3">
            <a:extLst>
              <a:ext uri="{FF2B5EF4-FFF2-40B4-BE49-F238E27FC236}">
                <a16:creationId xmlns:a16="http://schemas.microsoft.com/office/drawing/2014/main" id="{FF65BA54-2B83-798C-6B2B-F98852B04C85}"/>
              </a:ext>
            </a:extLst>
          </p:cNvPr>
          <p:cNvSpPr>
            <a:spLocks noGrp="1"/>
          </p:cNvSpPr>
          <p:nvPr>
            <p:ph sz="quarter" idx="1"/>
          </p:nvPr>
        </p:nvSpPr>
        <p:spPr/>
        <p:txBody>
          <a:bodyPr>
            <a:normAutofit/>
          </a:bodyPr>
          <a:lstStyle/>
          <a:p>
            <a:r>
              <a:rPr lang="en-US" dirty="0"/>
              <a:t>Caller pushes extra arguments (5th to 8th) onto the stack before calling the function.</a:t>
            </a:r>
          </a:p>
          <a:p>
            <a:r>
              <a:rPr lang="en-US" dirty="0"/>
              <a:t>Version 1: Callee accesses those extra arguments directly from the stack using LDRD instructions at specific offsets from SP. It demonstrates the basic mechanism for handling extra arguments on the stack.</a:t>
            </a:r>
          </a:p>
          <a:p>
            <a:r>
              <a:rPr lang="en-US" dirty="0"/>
              <a:t>Version 2: Callee begins by pushing registers r5, r6, and the link register (LR) onto the stack to preserve them. After addition operations, it pops r5, r6, and the program counter (PC) to return, restoring the preserved registers and the return address. This ensures that the subroutine does not unintentionally overwrite or lose the caller's data and return address, maintaining program correctness during and after the function call.</a:t>
            </a:r>
          </a:p>
          <a:p>
            <a:endParaRPr lang="en-US" dirty="0"/>
          </a:p>
        </p:txBody>
      </p:sp>
    </p:spTree>
    <p:extLst>
      <p:ext uri="{BB962C8B-B14F-4D97-AF65-F5344CB8AC3E}">
        <p14:creationId xmlns:p14="http://schemas.microsoft.com/office/powerpoint/2010/main" val="34391793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57</a:t>
            </a:fld>
            <a:endParaRPr kumimoji="0" lang="en-US" dirty="0"/>
          </a:p>
        </p:txBody>
      </p:sp>
      <p:sp>
        <p:nvSpPr>
          <p:cNvPr id="4" name="Content Placeholder 3"/>
          <p:cNvSpPr>
            <a:spLocks noGrp="1"/>
          </p:cNvSpPr>
          <p:nvPr>
            <p:ph sz="quarter" idx="1"/>
          </p:nvPr>
        </p:nvSpPr>
        <p:spPr/>
        <p:txBody>
          <a:bodyPr/>
          <a:lstStyle/>
          <a:p>
            <a:r>
              <a:rPr lang="en-US" dirty="0"/>
              <a:t>ARM Cortex-M uses full descending stack</a:t>
            </a:r>
          </a:p>
          <a:p>
            <a:r>
              <a:rPr lang="en-US" dirty="0"/>
              <a:t>How to pass arguments into a subroutine?</a:t>
            </a:r>
          </a:p>
          <a:p>
            <a:pPr lvl="1"/>
            <a:r>
              <a:rPr lang="en-US" dirty="0"/>
              <a:t>Each 8-, 16- or 32-bit variables is passed via </a:t>
            </a:r>
            <a:r>
              <a:rPr lang="en-US" dirty="0">
                <a:latin typeface="Consolas" panose="020B0609020204030204" pitchFamily="49" charset="0"/>
                <a:cs typeface="Consolas" panose="020B0609020204030204" pitchFamily="49" charset="0"/>
              </a:rPr>
              <a:t>r0</a:t>
            </a:r>
            <a:r>
              <a:rPr lang="en-US" dirty="0"/>
              <a:t>, </a:t>
            </a:r>
            <a:r>
              <a:rPr lang="en-US" dirty="0">
                <a:latin typeface="Consolas" panose="020B0609020204030204" pitchFamily="49" charset="0"/>
                <a:cs typeface="Consolas" panose="020B0609020204030204" pitchFamily="49" charset="0"/>
              </a:rPr>
              <a:t>r1</a:t>
            </a:r>
            <a:r>
              <a:rPr lang="en-US" dirty="0"/>
              <a:t>, </a:t>
            </a:r>
            <a:r>
              <a:rPr lang="en-US" dirty="0">
                <a:latin typeface="Consolas" panose="020B0609020204030204" pitchFamily="49" charset="0"/>
                <a:cs typeface="Consolas" panose="020B0609020204030204" pitchFamily="49" charset="0"/>
              </a:rPr>
              <a:t>r2</a:t>
            </a:r>
            <a:r>
              <a:rPr lang="en-US" dirty="0"/>
              <a:t>, </a:t>
            </a:r>
            <a:r>
              <a:rPr lang="en-US" dirty="0">
                <a:latin typeface="Consolas" panose="020B0609020204030204" pitchFamily="49" charset="0"/>
                <a:cs typeface="Consolas" panose="020B0609020204030204" pitchFamily="49" charset="0"/>
              </a:rPr>
              <a:t>r3</a:t>
            </a:r>
          </a:p>
          <a:p>
            <a:pPr lvl="1"/>
            <a:r>
              <a:rPr lang="en-US" dirty="0"/>
              <a:t>Extra parameters are passed via stack</a:t>
            </a:r>
          </a:p>
          <a:p>
            <a:r>
              <a:rPr lang="en-US" dirty="0"/>
              <a:t>What registers should be preserved?</a:t>
            </a:r>
          </a:p>
          <a:p>
            <a:pPr lvl="1"/>
            <a:r>
              <a:rPr lang="en-US" dirty="0"/>
              <a:t>Caller-saved registers </a:t>
            </a:r>
            <a:r>
              <a:rPr lang="en-US" i="1" dirty="0"/>
              <a:t>vs</a:t>
            </a:r>
            <a:r>
              <a:rPr lang="en-US" dirty="0"/>
              <a:t> </a:t>
            </a:r>
            <a:r>
              <a:rPr lang="en-US" dirty="0" err="1"/>
              <a:t>callee</a:t>
            </a:r>
            <a:r>
              <a:rPr lang="en-US" dirty="0"/>
              <a:t>-saved registers</a:t>
            </a:r>
            <a:endParaRPr lang="en-US" dirty="0">
              <a:latin typeface="Consolas" panose="020B0609020204030204" pitchFamily="49" charset="0"/>
              <a:cs typeface="Consolas" panose="020B0609020204030204" pitchFamily="49" charset="0"/>
            </a:endParaRPr>
          </a:p>
          <a:p>
            <a:r>
              <a:rPr lang="en-US" dirty="0"/>
              <a:t>How to preserve the running environment for the caller?</a:t>
            </a:r>
          </a:p>
          <a:p>
            <a:pPr lvl="1"/>
            <a:r>
              <a:rPr lang="en-US" dirty="0"/>
              <a:t>Via stack</a:t>
            </a:r>
          </a:p>
        </p:txBody>
      </p:sp>
    </p:spTree>
    <p:extLst>
      <p:ext uri="{BB962C8B-B14F-4D97-AF65-F5344CB8AC3E}">
        <p14:creationId xmlns:p14="http://schemas.microsoft.com/office/powerpoint/2010/main" val="76782817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6E92-98E0-D261-AF67-9B3B3753EE3C}"/>
              </a:ext>
            </a:extLst>
          </p:cNvPr>
          <p:cNvSpPr>
            <a:spLocks noGrp="1"/>
          </p:cNvSpPr>
          <p:nvPr>
            <p:ph type="title"/>
          </p:nvPr>
        </p:nvSpPr>
        <p:spPr/>
        <p:txBody>
          <a:bodyPr/>
          <a:lstStyle/>
          <a:p>
            <a:r>
              <a:rPr lang="en-US" altLang="zh-CN" dirty="0"/>
              <a:t>References</a:t>
            </a:r>
            <a:endParaRPr lang="en-US" dirty="0"/>
          </a:p>
        </p:txBody>
      </p:sp>
      <p:sp>
        <p:nvSpPr>
          <p:cNvPr id="3" name="Slide Number Placeholder 2">
            <a:extLst>
              <a:ext uri="{FF2B5EF4-FFF2-40B4-BE49-F238E27FC236}">
                <a16:creationId xmlns:a16="http://schemas.microsoft.com/office/drawing/2014/main" id="{D1365EAA-7F56-FBA0-574F-A6AD91BFBF1A}"/>
              </a:ext>
            </a:extLst>
          </p:cNvPr>
          <p:cNvSpPr>
            <a:spLocks noGrp="1"/>
          </p:cNvSpPr>
          <p:nvPr>
            <p:ph type="sldNum" sz="quarter" idx="12"/>
          </p:nvPr>
        </p:nvSpPr>
        <p:spPr/>
        <p:txBody>
          <a:bodyPr/>
          <a:lstStyle/>
          <a:p>
            <a:fld id="{EA7C8D44-3667-46F6-9772-CC52308E2A7F}" type="slidenum">
              <a:rPr kumimoji="0" lang="en-US" smtClean="0"/>
              <a:pPr/>
              <a:t>58</a:t>
            </a:fld>
            <a:endParaRPr kumimoji="0" lang="en-US" dirty="0"/>
          </a:p>
        </p:txBody>
      </p:sp>
      <p:sp>
        <p:nvSpPr>
          <p:cNvPr id="4" name="Content Placeholder 3">
            <a:extLst>
              <a:ext uri="{FF2B5EF4-FFF2-40B4-BE49-F238E27FC236}">
                <a16:creationId xmlns:a16="http://schemas.microsoft.com/office/drawing/2014/main" id="{6DB255F8-949F-CC62-6EC1-4D0F4D377903}"/>
              </a:ext>
            </a:extLst>
          </p:cNvPr>
          <p:cNvSpPr>
            <a:spLocks noGrp="1"/>
          </p:cNvSpPr>
          <p:nvPr>
            <p:ph sz="quarter" idx="1"/>
          </p:nvPr>
        </p:nvSpPr>
        <p:spPr/>
        <p:txBody>
          <a:bodyPr/>
          <a:lstStyle/>
          <a:p>
            <a:r>
              <a:rPr lang="en-US" dirty="0"/>
              <a:t>Lecture 31. Preserving registers in a Subroutine</a:t>
            </a:r>
          </a:p>
          <a:p>
            <a:pPr lvl="1"/>
            <a:r>
              <a:rPr lang="en-US" dirty="0">
                <a:hlinkClick r:id="rId2"/>
              </a:rPr>
              <a:t>https://www.youtube.com/watch?v=DGKjFKjxAYs&amp;list=PLRJhV4hUhIymmp5CCeIFPyxbknsdcXCc8&amp;index=31</a:t>
            </a:r>
            <a:r>
              <a:rPr lang="en-US" dirty="0"/>
              <a:t> 	</a:t>
            </a:r>
          </a:p>
          <a:p>
            <a:endParaRPr lang="en-US" dirty="0"/>
          </a:p>
        </p:txBody>
      </p:sp>
    </p:spTree>
    <p:extLst>
      <p:ext uri="{BB962C8B-B14F-4D97-AF65-F5344CB8AC3E}">
        <p14:creationId xmlns:p14="http://schemas.microsoft.com/office/powerpoint/2010/main" val="24951198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2457</TotalTime>
  <Words>5857</Words>
  <Application>Microsoft Office PowerPoint</Application>
  <PresentationFormat>Widescreen</PresentationFormat>
  <Paragraphs>1434</Paragraphs>
  <Slides>58</Slides>
  <Notes>11</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1</vt:i4>
      </vt:variant>
      <vt:variant>
        <vt:lpstr>Slide Titles</vt:lpstr>
      </vt:variant>
      <vt:variant>
        <vt:i4>58</vt:i4>
      </vt:variant>
    </vt:vector>
  </HeadingPairs>
  <TitlesOfParts>
    <vt:vector size="73" baseType="lpstr">
      <vt:lpstr>Bookman Old Style (Headings)</vt:lpstr>
      <vt:lpstr>Gill Sans Light</vt:lpstr>
      <vt:lpstr>Arial</vt:lpstr>
      <vt:lpstr>Bookman Old Style</vt:lpstr>
      <vt:lpstr>Calibri</vt:lpstr>
      <vt:lpstr>Cambria Math</vt:lpstr>
      <vt:lpstr>Consolas</vt:lpstr>
      <vt:lpstr>Courier New</vt:lpstr>
      <vt:lpstr>Gill Sans MT</vt:lpstr>
      <vt:lpstr>Palatino Linotype</vt:lpstr>
      <vt:lpstr>Symbol</vt:lpstr>
      <vt:lpstr>Wingdings</vt:lpstr>
      <vt:lpstr>Wingdings 3</vt:lpstr>
      <vt:lpstr>Origin</vt:lpstr>
      <vt:lpstr>Visio</vt:lpstr>
      <vt:lpstr>Z. Gu</vt:lpstr>
      <vt:lpstr>Overview</vt:lpstr>
      <vt:lpstr>Stack</vt:lpstr>
      <vt:lpstr>Typical Usage of Stack</vt:lpstr>
      <vt:lpstr>Stack Growth Convention: Ascending vs Descending</vt:lpstr>
      <vt:lpstr>Stack Growth Convention: Full vs Empty</vt:lpstr>
      <vt:lpstr>Cortex-M Stack</vt:lpstr>
      <vt:lpstr>Addressing Modes for Load/Store Multiple Registers</vt:lpstr>
      <vt:lpstr>Load/Store Multiple Registers</vt:lpstr>
      <vt:lpstr>Store Multiple Registers</vt:lpstr>
      <vt:lpstr>Load Multiple Registers</vt:lpstr>
      <vt:lpstr>Full Descending Stack</vt:lpstr>
      <vt:lpstr>Stack Implementation</vt:lpstr>
      <vt:lpstr>Stack</vt:lpstr>
      <vt:lpstr>Stack</vt:lpstr>
      <vt:lpstr>Stack Recap</vt:lpstr>
      <vt:lpstr>Cortex-M Stack</vt:lpstr>
      <vt:lpstr>Example: swap R1 &amp; R2</vt:lpstr>
      <vt:lpstr>Example: swap R1 &amp; R2</vt:lpstr>
      <vt:lpstr>Example: swap R1 &amp; R2</vt:lpstr>
      <vt:lpstr>Example: swap R1 &amp; R2</vt:lpstr>
      <vt:lpstr>Example: swap R1 &amp; R2</vt:lpstr>
      <vt:lpstr>Quiz</vt:lpstr>
      <vt:lpstr>Quiz ANS</vt:lpstr>
      <vt:lpstr>Subroutine</vt:lpstr>
      <vt:lpstr>Calling a Subroutine</vt:lpstr>
      <vt:lpstr>ARM Procedure Call Standard</vt:lpstr>
      <vt:lpstr>Caller-saved Registers vs  Callee-saved Registers</vt:lpstr>
      <vt:lpstr>Embedded Application Binary Interface (EABI) Protocol</vt:lpstr>
      <vt:lpstr>PowerPoint Presentation</vt:lpstr>
      <vt:lpstr>PowerPoint Presentation</vt:lpstr>
      <vt:lpstr>Nested Subroutines: What is wrong?</vt:lpstr>
      <vt:lpstr>Nested Subroutines: Solution #1</vt:lpstr>
      <vt:lpstr>Nested Subroutines: Solution #1</vt:lpstr>
      <vt:lpstr>Nested Subroutines: Solution #2</vt:lpstr>
      <vt:lpstr>Subroutine Calling Another Subroutine</vt:lpstr>
      <vt:lpstr>Subroutine Calling Another Subroutine</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Stack Pointer (SP)</vt:lpstr>
      <vt:lpstr>Passing Arguments into a Subroutine</vt:lpstr>
      <vt:lpstr>Passing Arguments into a Subroutine</vt:lpstr>
      <vt:lpstr>Passing 4 Arguments</vt:lpstr>
      <vt:lpstr>Passing Extra Arguments via Stack</vt:lpstr>
      <vt:lpstr>Explanations</vt:lpstr>
      <vt:lpstr>Version 2 is Better Programming Practice</vt:lpstr>
      <vt:lpstr>Summary</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237</cp:revision>
  <dcterms:created xsi:type="dcterms:W3CDTF">2013-04-23T02:37:35Z</dcterms:created>
  <dcterms:modified xsi:type="dcterms:W3CDTF">2025-10-07T13:00:25Z</dcterms:modified>
</cp:coreProperties>
</file>