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8" r:id="rId2"/>
  </p:sldMasterIdLst>
  <p:notesMasterIdLst>
    <p:notesMasterId r:id="rId15"/>
  </p:notesMasterIdLst>
  <p:handoutMasterIdLst>
    <p:handoutMasterId r:id="rId16"/>
  </p:handoutMasterIdLst>
  <p:sldIdLst>
    <p:sldId id="256" r:id="rId3"/>
    <p:sldId id="314" r:id="rId4"/>
    <p:sldId id="324" r:id="rId5"/>
    <p:sldId id="326" r:id="rId6"/>
    <p:sldId id="327" r:id="rId7"/>
    <p:sldId id="328" r:id="rId8"/>
    <p:sldId id="318" r:id="rId9"/>
    <p:sldId id="319" r:id="rId10"/>
    <p:sldId id="322" r:id="rId11"/>
    <p:sldId id="323" r:id="rId12"/>
    <p:sldId id="311" r:id="rId13"/>
    <p:sldId id="313" r:id="rId14"/>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F6AB64-A6D1-43A0-859F-F7081422E009}" v="10" dt="2025-09-28T21:30:37.5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42" autoAdjust="0"/>
    <p:restoredTop sz="86734" autoAdjust="0"/>
  </p:normalViewPr>
  <p:slideViewPr>
    <p:cSldViewPr>
      <p:cViewPr varScale="1">
        <p:scale>
          <a:sx n="82" d="100"/>
          <a:sy n="82" d="100"/>
        </p:scale>
        <p:origin x="1733" y="72"/>
      </p:cViewPr>
      <p:guideLst>
        <p:guide orient="horz" pos="2160"/>
        <p:guide pos="2880"/>
      </p:guideLst>
    </p:cSldViewPr>
  </p:slideViewPr>
  <p:notesTextViewPr>
    <p:cViewPr>
      <p:scale>
        <a:sx n="1" d="1"/>
        <a:sy n="1" d="1"/>
      </p:scale>
      <p:origin x="0" y="0"/>
    </p:cViewPr>
  </p:notesTextViewPr>
  <p:sorterViewPr>
    <p:cViewPr varScale="1">
      <p:scale>
        <a:sx n="1" d="1"/>
        <a:sy n="1" d="1"/>
      </p:scale>
      <p:origin x="0" y="-6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delMainMaster">
      <pc:chgData name="Zonghua Gu" userId="9a7e1853e1951ef5" providerId="LiveId" clId="{CF1FAA12-072C-4ED5-BA76-0FFFAEFDB88A}" dt="2025-09-28T21:31:45.872" v="121" actId="478"/>
      <pc:docMkLst>
        <pc:docMk/>
      </pc:docMkLst>
      <pc:sldChg chg="delSp modSp add del mod">
        <pc:chgData name="Zonghua Gu" userId="9a7e1853e1951ef5" providerId="LiveId" clId="{CF1FAA12-072C-4ED5-BA76-0FFFAEFDB88A}" dt="2025-09-28T17:11:22.877" v="59" actId="20577"/>
        <pc:sldMkLst>
          <pc:docMk/>
          <pc:sldMk cId="1227639730" sldId="256"/>
        </pc:sldMkLst>
        <pc:spChg chg="mod">
          <ac:chgData name="Zonghua Gu" userId="9a7e1853e1951ef5" providerId="LiveId" clId="{CF1FAA12-072C-4ED5-BA76-0FFFAEFDB88A}" dt="2025-09-28T17:11:22.877" v="59" actId="20577"/>
          <ac:spMkLst>
            <pc:docMk/>
            <pc:sldMk cId="1227639730" sldId="256"/>
            <ac:spMk id="5" creationId="{00000000-0000-0000-0000-000000000000}"/>
          </ac:spMkLst>
        </pc:spChg>
        <pc:spChg chg="mod">
          <ac:chgData name="Zonghua Gu" userId="9a7e1853e1951ef5" providerId="LiveId" clId="{CF1FAA12-072C-4ED5-BA76-0FFFAEFDB88A}" dt="2025-09-22T21:27:29.749" v="0"/>
          <ac:spMkLst>
            <pc:docMk/>
            <pc:sldMk cId="1227639730" sldId="256"/>
            <ac:spMk id="6" creationId="{00000000-0000-0000-0000-000000000000}"/>
          </ac:spMkLst>
        </pc:spChg>
        <pc:spChg chg="mod">
          <ac:chgData name="Zonghua Gu" userId="9a7e1853e1951ef5" providerId="LiveId" clId="{CF1FAA12-072C-4ED5-BA76-0FFFAEFDB88A}" dt="2025-09-22T21:27:58.775" v="20" actId="1076"/>
          <ac:spMkLst>
            <pc:docMk/>
            <pc:sldMk cId="1227639730" sldId="256"/>
            <ac:spMk id="13" creationId="{273EC5B2-C191-2980-14D0-C87219AED9C5}"/>
          </ac:spMkLst>
        </pc:spChg>
      </pc:sldChg>
      <pc:sldChg chg="del">
        <pc:chgData name="Zonghua Gu" userId="9a7e1853e1951ef5" providerId="LiveId" clId="{CF1FAA12-072C-4ED5-BA76-0FFFAEFDB88A}" dt="2025-09-28T17:11:10.649" v="41" actId="47"/>
        <pc:sldMkLst>
          <pc:docMk/>
          <pc:sldMk cId="2245107931" sldId="280"/>
        </pc:sldMkLst>
      </pc:sldChg>
      <pc:sldChg chg="del">
        <pc:chgData name="Zonghua Gu" userId="9a7e1853e1951ef5" providerId="LiveId" clId="{CF1FAA12-072C-4ED5-BA76-0FFFAEFDB88A}" dt="2025-09-28T17:11:10.649" v="41" actId="47"/>
        <pc:sldMkLst>
          <pc:docMk/>
          <pc:sldMk cId="3482471299" sldId="281"/>
        </pc:sldMkLst>
      </pc:sldChg>
      <pc:sldChg chg="modSp del mod">
        <pc:chgData name="Zonghua Gu" userId="9a7e1853e1951ef5" providerId="LiveId" clId="{CF1FAA12-072C-4ED5-BA76-0FFFAEFDB88A}" dt="2025-09-28T17:11:10.649" v="41" actId="47"/>
        <pc:sldMkLst>
          <pc:docMk/>
          <pc:sldMk cId="3018883392" sldId="282"/>
        </pc:sldMkLst>
      </pc:sldChg>
      <pc:sldChg chg="del">
        <pc:chgData name="Zonghua Gu" userId="9a7e1853e1951ef5" providerId="LiveId" clId="{CF1FAA12-072C-4ED5-BA76-0FFFAEFDB88A}" dt="2025-09-28T17:11:10.649" v="41" actId="47"/>
        <pc:sldMkLst>
          <pc:docMk/>
          <pc:sldMk cId="4015673518" sldId="283"/>
        </pc:sldMkLst>
      </pc:sldChg>
      <pc:sldChg chg="del">
        <pc:chgData name="Zonghua Gu" userId="9a7e1853e1951ef5" providerId="LiveId" clId="{CF1FAA12-072C-4ED5-BA76-0FFFAEFDB88A}" dt="2025-09-28T17:11:10.649" v="41" actId="47"/>
        <pc:sldMkLst>
          <pc:docMk/>
          <pc:sldMk cId="17129334" sldId="284"/>
        </pc:sldMkLst>
      </pc:sldChg>
      <pc:sldChg chg="del">
        <pc:chgData name="Zonghua Gu" userId="9a7e1853e1951ef5" providerId="LiveId" clId="{CF1FAA12-072C-4ED5-BA76-0FFFAEFDB88A}" dt="2025-09-28T17:11:10.649" v="41" actId="47"/>
        <pc:sldMkLst>
          <pc:docMk/>
          <pc:sldMk cId="1891761629" sldId="285"/>
        </pc:sldMkLst>
      </pc:sldChg>
      <pc:sldChg chg="del">
        <pc:chgData name="Zonghua Gu" userId="9a7e1853e1951ef5" providerId="LiveId" clId="{CF1FAA12-072C-4ED5-BA76-0FFFAEFDB88A}" dt="2025-09-28T17:11:10.649" v="41" actId="47"/>
        <pc:sldMkLst>
          <pc:docMk/>
          <pc:sldMk cId="2029335128" sldId="286"/>
        </pc:sldMkLst>
      </pc:sldChg>
      <pc:sldChg chg="del">
        <pc:chgData name="Zonghua Gu" userId="9a7e1853e1951ef5" providerId="LiveId" clId="{CF1FAA12-072C-4ED5-BA76-0FFFAEFDB88A}" dt="2025-09-28T17:11:10.649" v="41" actId="47"/>
        <pc:sldMkLst>
          <pc:docMk/>
          <pc:sldMk cId="2553664942" sldId="287"/>
        </pc:sldMkLst>
      </pc:sldChg>
      <pc:sldChg chg="del">
        <pc:chgData name="Zonghua Gu" userId="9a7e1853e1951ef5" providerId="LiveId" clId="{CF1FAA12-072C-4ED5-BA76-0FFFAEFDB88A}" dt="2025-09-28T17:11:10.649" v="41" actId="47"/>
        <pc:sldMkLst>
          <pc:docMk/>
          <pc:sldMk cId="1739833041" sldId="300"/>
        </pc:sldMkLst>
      </pc:sldChg>
      <pc:sldChg chg="modSp del mod">
        <pc:chgData name="Zonghua Gu" userId="9a7e1853e1951ef5" providerId="LiveId" clId="{CF1FAA12-072C-4ED5-BA76-0FFFAEFDB88A}" dt="2025-09-28T17:11:10.649" v="41" actId="47"/>
        <pc:sldMkLst>
          <pc:docMk/>
          <pc:sldMk cId="4252816745" sldId="301"/>
        </pc:sldMkLst>
      </pc:sldChg>
      <pc:sldChg chg="del">
        <pc:chgData name="Zonghua Gu" userId="9a7e1853e1951ef5" providerId="LiveId" clId="{CF1FAA12-072C-4ED5-BA76-0FFFAEFDB88A}" dt="2025-09-28T17:11:10.649" v="41" actId="47"/>
        <pc:sldMkLst>
          <pc:docMk/>
          <pc:sldMk cId="3901181314" sldId="302"/>
        </pc:sldMkLst>
      </pc:sldChg>
      <pc:sldChg chg="del">
        <pc:chgData name="Zonghua Gu" userId="9a7e1853e1951ef5" providerId="LiveId" clId="{CF1FAA12-072C-4ED5-BA76-0FFFAEFDB88A}" dt="2025-09-28T17:11:10.649" v="41" actId="47"/>
        <pc:sldMkLst>
          <pc:docMk/>
          <pc:sldMk cId="2958843694" sldId="307"/>
        </pc:sldMkLst>
      </pc:sldChg>
      <pc:sldChg chg="del">
        <pc:chgData name="Zonghua Gu" userId="9a7e1853e1951ef5" providerId="LiveId" clId="{CF1FAA12-072C-4ED5-BA76-0FFFAEFDB88A}" dt="2025-09-28T17:11:10.649" v="41" actId="47"/>
        <pc:sldMkLst>
          <pc:docMk/>
          <pc:sldMk cId="1476999915" sldId="308"/>
        </pc:sldMkLst>
      </pc:sldChg>
      <pc:sldChg chg="del">
        <pc:chgData name="Zonghua Gu" userId="9a7e1853e1951ef5" providerId="LiveId" clId="{CF1FAA12-072C-4ED5-BA76-0FFFAEFDB88A}" dt="2025-09-28T17:11:10.649" v="41" actId="47"/>
        <pc:sldMkLst>
          <pc:docMk/>
          <pc:sldMk cId="1907313311" sldId="309"/>
        </pc:sldMkLst>
      </pc:sldChg>
      <pc:sldChg chg="del">
        <pc:chgData name="Zonghua Gu" userId="9a7e1853e1951ef5" providerId="LiveId" clId="{CF1FAA12-072C-4ED5-BA76-0FFFAEFDB88A}" dt="2025-09-22T21:28:05.608" v="21" actId="47"/>
        <pc:sldMkLst>
          <pc:docMk/>
          <pc:sldMk cId="586211350" sldId="310"/>
        </pc:sldMkLst>
      </pc:sldChg>
      <pc:sldChg chg="modSp">
        <pc:chgData name="Zonghua Gu" userId="9a7e1853e1951ef5" providerId="LiveId" clId="{CF1FAA12-072C-4ED5-BA76-0FFFAEFDB88A}" dt="2025-09-28T19:34:01.836" v="106"/>
        <pc:sldMkLst>
          <pc:docMk/>
          <pc:sldMk cId="2573725380" sldId="311"/>
        </pc:sldMkLst>
        <pc:spChg chg="mod">
          <ac:chgData name="Zonghua Gu" userId="9a7e1853e1951ef5" providerId="LiveId" clId="{CF1FAA12-072C-4ED5-BA76-0FFFAEFDB88A}" dt="2025-09-28T19:34:01.836" v="106"/>
          <ac:spMkLst>
            <pc:docMk/>
            <pc:sldMk cId="2573725380" sldId="311"/>
            <ac:spMk id="2" creationId="{00000000-0000-0000-0000-000000000000}"/>
          </ac:spMkLst>
        </pc:spChg>
      </pc:sldChg>
      <pc:sldChg chg="modSp del mod">
        <pc:chgData name="Zonghua Gu" userId="9a7e1853e1951ef5" providerId="LiveId" clId="{CF1FAA12-072C-4ED5-BA76-0FFFAEFDB88A}" dt="2025-09-28T17:11:10.649" v="41" actId="47"/>
        <pc:sldMkLst>
          <pc:docMk/>
          <pc:sldMk cId="1363005958" sldId="312"/>
        </pc:sldMkLst>
      </pc:sldChg>
      <pc:sldChg chg="addSp delSp modSp mod">
        <pc:chgData name="Zonghua Gu" userId="9a7e1853e1951ef5" providerId="LiveId" clId="{CF1FAA12-072C-4ED5-BA76-0FFFAEFDB88A}" dt="2025-09-28T21:31:45.872" v="121" actId="478"/>
        <pc:sldMkLst>
          <pc:docMk/>
          <pc:sldMk cId="2231599014" sldId="313"/>
        </pc:sldMkLst>
        <pc:spChg chg="mod">
          <ac:chgData name="Zonghua Gu" userId="9a7e1853e1951ef5" providerId="LiveId" clId="{CF1FAA12-072C-4ED5-BA76-0FFFAEFDB88A}" dt="2025-09-28T19:34:06.081" v="111" actId="20577"/>
          <ac:spMkLst>
            <pc:docMk/>
            <pc:sldMk cId="2231599014" sldId="313"/>
            <ac:spMk id="5" creationId="{00000000-0000-0000-0000-000000000000}"/>
          </ac:spMkLst>
        </pc:spChg>
        <pc:spChg chg="mod">
          <ac:chgData name="Zonghua Gu" userId="9a7e1853e1951ef5" providerId="LiveId" clId="{CF1FAA12-072C-4ED5-BA76-0FFFAEFDB88A}" dt="2025-09-28T21:30:37.536" v="119" actId="20577"/>
          <ac:spMkLst>
            <pc:docMk/>
            <pc:sldMk cId="2231599014" sldId="313"/>
            <ac:spMk id="7" creationId="{00000000-0000-0000-0000-000000000000}"/>
          </ac:spMkLst>
        </pc:spChg>
        <pc:picChg chg="add del mod">
          <ac:chgData name="Zonghua Gu" userId="9a7e1853e1951ef5" providerId="LiveId" clId="{CF1FAA12-072C-4ED5-BA76-0FFFAEFDB88A}" dt="2025-09-28T21:31:45.872" v="121" actId="478"/>
          <ac:picMkLst>
            <pc:docMk/>
            <pc:sldMk cId="2231599014" sldId="313"/>
            <ac:picMk id="2" creationId="{53AC5A2D-AFAA-3334-1764-1C9BAAB0C459}"/>
          </ac:picMkLst>
        </pc:picChg>
      </pc:sldChg>
      <pc:sldChg chg="addSp modSp">
        <pc:chgData name="Zonghua Gu" userId="9a7e1853e1951ef5" providerId="LiveId" clId="{CF1FAA12-072C-4ED5-BA76-0FFFAEFDB88A}" dt="2025-09-28T21:29:07.706" v="114"/>
        <pc:sldMkLst>
          <pc:docMk/>
          <pc:sldMk cId="380073498" sldId="314"/>
        </pc:sldMkLst>
        <pc:spChg chg="add mod">
          <ac:chgData name="Zonghua Gu" userId="9a7e1853e1951ef5" providerId="LiveId" clId="{CF1FAA12-072C-4ED5-BA76-0FFFAEFDB88A}" dt="2025-09-28T21:29:07.706" v="114"/>
          <ac:spMkLst>
            <pc:docMk/>
            <pc:sldMk cId="380073498" sldId="314"/>
            <ac:spMk id="2" creationId="{C3CE4906-43DC-B8ED-2D50-08B864DF6D62}"/>
          </ac:spMkLst>
        </pc:spChg>
      </pc:sldChg>
      <pc:sldChg chg="del">
        <pc:chgData name="Zonghua Gu" userId="9a7e1853e1951ef5" providerId="LiveId" clId="{CF1FAA12-072C-4ED5-BA76-0FFFAEFDB88A}" dt="2025-09-28T17:11:10.649" v="41" actId="47"/>
        <pc:sldMkLst>
          <pc:docMk/>
          <pc:sldMk cId="1811287028" sldId="315"/>
        </pc:sldMkLst>
      </pc:sldChg>
      <pc:sldChg chg="del">
        <pc:chgData name="Zonghua Gu" userId="9a7e1853e1951ef5" providerId="LiveId" clId="{CF1FAA12-072C-4ED5-BA76-0FFFAEFDB88A}" dt="2025-09-28T17:11:10.649" v="41" actId="47"/>
        <pc:sldMkLst>
          <pc:docMk/>
          <pc:sldMk cId="3843227747" sldId="316"/>
        </pc:sldMkLst>
      </pc:sldChg>
      <pc:sldChg chg="del">
        <pc:chgData name="Zonghua Gu" userId="9a7e1853e1951ef5" providerId="LiveId" clId="{CF1FAA12-072C-4ED5-BA76-0FFFAEFDB88A}" dt="2025-09-28T17:11:10.649" v="41" actId="47"/>
        <pc:sldMkLst>
          <pc:docMk/>
          <pc:sldMk cId="178264963" sldId="317"/>
        </pc:sldMkLst>
      </pc:sldChg>
      <pc:sldChg chg="modSp mod">
        <pc:chgData name="Zonghua Gu" userId="9a7e1853e1951ef5" providerId="LiveId" clId="{CF1FAA12-072C-4ED5-BA76-0FFFAEFDB88A}" dt="2025-09-28T19:32:58.150" v="87" actId="20577"/>
        <pc:sldMkLst>
          <pc:docMk/>
          <pc:sldMk cId="1182917876" sldId="318"/>
        </pc:sldMkLst>
        <pc:spChg chg="mod">
          <ac:chgData name="Zonghua Gu" userId="9a7e1853e1951ef5" providerId="LiveId" clId="{CF1FAA12-072C-4ED5-BA76-0FFFAEFDB88A}" dt="2025-09-28T19:32:58.150" v="87" actId="20577"/>
          <ac:spMkLst>
            <pc:docMk/>
            <pc:sldMk cId="1182917876" sldId="318"/>
            <ac:spMk id="2" creationId="{00000000-0000-0000-0000-000000000000}"/>
          </ac:spMkLst>
        </pc:spChg>
      </pc:sldChg>
      <pc:sldChg chg="modSp mod">
        <pc:chgData name="Zonghua Gu" userId="9a7e1853e1951ef5" providerId="LiveId" clId="{CF1FAA12-072C-4ED5-BA76-0FFFAEFDB88A}" dt="2025-09-28T19:33:01.772" v="92" actId="20577"/>
        <pc:sldMkLst>
          <pc:docMk/>
          <pc:sldMk cId="2889144330" sldId="319"/>
        </pc:sldMkLst>
        <pc:spChg chg="mod">
          <ac:chgData name="Zonghua Gu" userId="9a7e1853e1951ef5" providerId="LiveId" clId="{CF1FAA12-072C-4ED5-BA76-0FFFAEFDB88A}" dt="2025-09-28T19:33:01.772" v="92" actId="20577"/>
          <ac:spMkLst>
            <pc:docMk/>
            <pc:sldMk cId="2889144330" sldId="319"/>
            <ac:spMk id="2" creationId="{00000000-0000-0000-0000-000000000000}"/>
          </ac:spMkLst>
        </pc:spChg>
      </pc:sldChg>
      <pc:sldChg chg="del">
        <pc:chgData name="Zonghua Gu" userId="9a7e1853e1951ef5" providerId="LiveId" clId="{CF1FAA12-072C-4ED5-BA76-0FFFAEFDB88A}" dt="2025-09-28T17:11:10.649" v="41" actId="47"/>
        <pc:sldMkLst>
          <pc:docMk/>
          <pc:sldMk cId="4074743863" sldId="321"/>
        </pc:sldMkLst>
      </pc:sldChg>
      <pc:sldChg chg="modSp mod">
        <pc:chgData name="Zonghua Gu" userId="9a7e1853e1951ef5" providerId="LiveId" clId="{CF1FAA12-072C-4ED5-BA76-0FFFAEFDB88A}" dt="2025-09-28T19:33:49.091" v="99" actId="20577"/>
        <pc:sldMkLst>
          <pc:docMk/>
          <pc:sldMk cId="1271958434" sldId="322"/>
        </pc:sldMkLst>
        <pc:spChg chg="mod">
          <ac:chgData name="Zonghua Gu" userId="9a7e1853e1951ef5" providerId="LiveId" clId="{CF1FAA12-072C-4ED5-BA76-0FFFAEFDB88A}" dt="2025-09-28T19:33:49.091" v="99" actId="20577"/>
          <ac:spMkLst>
            <pc:docMk/>
            <pc:sldMk cId="1271958434" sldId="322"/>
            <ac:spMk id="2" creationId="{00000000-0000-0000-0000-000000000000}"/>
          </ac:spMkLst>
        </pc:spChg>
        <pc:spChg chg="mod">
          <ac:chgData name="Zonghua Gu" userId="9a7e1853e1951ef5" providerId="LiveId" clId="{CF1FAA12-072C-4ED5-BA76-0FFFAEFDB88A}" dt="2025-09-28T19:33:33.955" v="93" actId="20577"/>
          <ac:spMkLst>
            <pc:docMk/>
            <pc:sldMk cId="1271958434" sldId="322"/>
            <ac:spMk id="4" creationId="{00000000-0000-0000-0000-000000000000}"/>
          </ac:spMkLst>
        </pc:spChg>
      </pc:sldChg>
      <pc:sldChg chg="modSp mod">
        <pc:chgData name="Zonghua Gu" userId="9a7e1853e1951ef5" providerId="LiveId" clId="{CF1FAA12-072C-4ED5-BA76-0FFFAEFDB88A}" dt="2025-09-28T19:33:52.912" v="105" actId="20577"/>
        <pc:sldMkLst>
          <pc:docMk/>
          <pc:sldMk cId="4107115112" sldId="323"/>
        </pc:sldMkLst>
        <pc:spChg chg="mod">
          <ac:chgData name="Zonghua Gu" userId="9a7e1853e1951ef5" providerId="LiveId" clId="{CF1FAA12-072C-4ED5-BA76-0FFFAEFDB88A}" dt="2025-09-28T19:33:52.912" v="105" actId="20577"/>
          <ac:spMkLst>
            <pc:docMk/>
            <pc:sldMk cId="4107115112" sldId="323"/>
            <ac:spMk id="2" creationId="{00000000-0000-0000-0000-000000000000}"/>
          </ac:spMkLst>
        </pc:spChg>
        <pc:spChg chg="mod">
          <ac:chgData name="Zonghua Gu" userId="9a7e1853e1951ef5" providerId="LiveId" clId="{CF1FAA12-072C-4ED5-BA76-0FFFAEFDB88A}" dt="2025-09-28T19:33:40.524" v="95" actId="27636"/>
          <ac:spMkLst>
            <pc:docMk/>
            <pc:sldMk cId="4107115112" sldId="323"/>
            <ac:spMk id="4" creationId="{00000000-0000-0000-0000-000000000000}"/>
          </ac:spMkLst>
        </pc:spChg>
      </pc:sldChg>
      <pc:sldChg chg="modSp mod">
        <pc:chgData name="Zonghua Gu" userId="9a7e1853e1951ef5" providerId="LiveId" clId="{CF1FAA12-072C-4ED5-BA76-0FFFAEFDB88A}" dt="2025-09-28T19:32:23.360" v="60" actId="20577"/>
        <pc:sldMkLst>
          <pc:docMk/>
          <pc:sldMk cId="2719984395" sldId="324"/>
        </pc:sldMkLst>
        <pc:spChg chg="mod">
          <ac:chgData name="Zonghua Gu" userId="9a7e1853e1951ef5" providerId="LiveId" clId="{CF1FAA12-072C-4ED5-BA76-0FFFAEFDB88A}" dt="2025-09-28T19:32:23.360" v="60" actId="20577"/>
          <ac:spMkLst>
            <pc:docMk/>
            <pc:sldMk cId="2719984395" sldId="324"/>
            <ac:spMk id="2" creationId="{00000000-0000-0000-0000-000000000000}"/>
          </ac:spMkLst>
        </pc:spChg>
      </pc:sldChg>
      <pc:sldChg chg="modSp mod">
        <pc:chgData name="Zonghua Gu" userId="9a7e1853e1951ef5" providerId="LiveId" clId="{CF1FAA12-072C-4ED5-BA76-0FFFAEFDB88A}" dt="2025-09-28T19:32:27.584" v="65" actId="20577"/>
        <pc:sldMkLst>
          <pc:docMk/>
          <pc:sldMk cId="1063495253" sldId="326"/>
        </pc:sldMkLst>
        <pc:spChg chg="mod">
          <ac:chgData name="Zonghua Gu" userId="9a7e1853e1951ef5" providerId="LiveId" clId="{CF1FAA12-072C-4ED5-BA76-0FFFAEFDB88A}" dt="2025-09-28T19:32:27.584" v="65" actId="20577"/>
          <ac:spMkLst>
            <pc:docMk/>
            <pc:sldMk cId="1063495253" sldId="326"/>
            <ac:spMk id="2" creationId="{00000000-0000-0000-0000-000000000000}"/>
          </ac:spMkLst>
        </pc:spChg>
      </pc:sldChg>
      <pc:sldChg chg="modSp mod">
        <pc:chgData name="Zonghua Gu" userId="9a7e1853e1951ef5" providerId="LiveId" clId="{CF1FAA12-072C-4ED5-BA76-0FFFAEFDB88A}" dt="2025-09-28T19:32:31.419" v="68" actId="6549"/>
        <pc:sldMkLst>
          <pc:docMk/>
          <pc:sldMk cId="134236884" sldId="327"/>
        </pc:sldMkLst>
        <pc:spChg chg="mod">
          <ac:chgData name="Zonghua Gu" userId="9a7e1853e1951ef5" providerId="LiveId" clId="{CF1FAA12-072C-4ED5-BA76-0FFFAEFDB88A}" dt="2025-09-28T19:32:31.419" v="68" actId="6549"/>
          <ac:spMkLst>
            <pc:docMk/>
            <pc:sldMk cId="134236884" sldId="327"/>
            <ac:spMk id="2" creationId="{00000000-0000-0000-0000-000000000000}"/>
          </ac:spMkLst>
        </pc:spChg>
      </pc:sldChg>
      <pc:sldChg chg="modSp mod">
        <pc:chgData name="Zonghua Gu" userId="9a7e1853e1951ef5" providerId="LiveId" clId="{CF1FAA12-072C-4ED5-BA76-0FFFAEFDB88A}" dt="2025-09-28T19:32:37.730" v="74" actId="20577"/>
        <pc:sldMkLst>
          <pc:docMk/>
          <pc:sldMk cId="1363681695" sldId="328"/>
        </pc:sldMkLst>
        <pc:spChg chg="mod">
          <ac:chgData name="Zonghua Gu" userId="9a7e1853e1951ef5" providerId="LiveId" clId="{CF1FAA12-072C-4ED5-BA76-0FFFAEFDB88A}" dt="2025-09-28T19:32:37.730" v="74" actId="20577"/>
          <ac:spMkLst>
            <pc:docMk/>
            <pc:sldMk cId="1363681695" sldId="328"/>
            <ac:spMk id="2" creationId="{00000000-0000-0000-0000-000000000000}"/>
          </ac:spMkLst>
        </pc:spChg>
      </pc:sldChg>
      <pc:sldChg chg="modSp del mod">
        <pc:chgData name="Zonghua Gu" userId="9a7e1853e1951ef5" providerId="LiveId" clId="{CF1FAA12-072C-4ED5-BA76-0FFFAEFDB88A}" dt="2025-09-28T17:11:10.649" v="41" actId="47"/>
        <pc:sldMkLst>
          <pc:docMk/>
          <pc:sldMk cId="1058672256" sldId="329"/>
        </pc:sldMkLst>
      </pc:sldChg>
      <pc:sldMasterChg chg="del delSldLayout">
        <pc:chgData name="Zonghua Gu" userId="9a7e1853e1951ef5" providerId="LiveId" clId="{CF1FAA12-072C-4ED5-BA76-0FFFAEFDB88A}" dt="2025-09-28T17:11:10.649" v="41" actId="47"/>
        <pc:sldMasterMkLst>
          <pc:docMk/>
          <pc:sldMasterMk cId="3818751897" sldId="2147483672"/>
        </pc:sldMasterMkLst>
        <pc:sldLayoutChg chg="del">
          <pc:chgData name="Zonghua Gu" userId="9a7e1853e1951ef5" providerId="LiveId" clId="{CF1FAA12-072C-4ED5-BA76-0FFFAEFDB88A}" dt="2025-09-28T17:11:10.649" v="41" actId="47"/>
          <pc:sldLayoutMkLst>
            <pc:docMk/>
            <pc:sldMasterMk cId="3818751897" sldId="2147483672"/>
            <pc:sldLayoutMk cId="1215668933" sldId="2147483673"/>
          </pc:sldLayoutMkLst>
        </pc:sldLayoutChg>
        <pc:sldLayoutChg chg="del">
          <pc:chgData name="Zonghua Gu" userId="9a7e1853e1951ef5" providerId="LiveId" clId="{CF1FAA12-072C-4ED5-BA76-0FFFAEFDB88A}" dt="2025-09-28T17:11:10.649" v="41" actId="47"/>
          <pc:sldLayoutMkLst>
            <pc:docMk/>
            <pc:sldMasterMk cId="3818751897" sldId="2147483672"/>
            <pc:sldLayoutMk cId="2658977792" sldId="2147483674"/>
          </pc:sldLayoutMkLst>
        </pc:sldLayoutChg>
        <pc:sldLayoutChg chg="del">
          <pc:chgData name="Zonghua Gu" userId="9a7e1853e1951ef5" providerId="LiveId" clId="{CF1FAA12-072C-4ED5-BA76-0FFFAEFDB88A}" dt="2025-09-28T17:11:10.649" v="41" actId="47"/>
          <pc:sldLayoutMkLst>
            <pc:docMk/>
            <pc:sldMasterMk cId="3818751897" sldId="2147483672"/>
            <pc:sldLayoutMk cId="1123716562" sldId="2147483675"/>
          </pc:sldLayoutMkLst>
        </pc:sldLayoutChg>
        <pc:sldLayoutChg chg="del">
          <pc:chgData name="Zonghua Gu" userId="9a7e1853e1951ef5" providerId="LiveId" clId="{CF1FAA12-072C-4ED5-BA76-0FFFAEFDB88A}" dt="2025-09-28T17:11:10.649" v="41" actId="47"/>
          <pc:sldLayoutMkLst>
            <pc:docMk/>
            <pc:sldMasterMk cId="3818751897" sldId="2147483672"/>
            <pc:sldLayoutMk cId="3504947222" sldId="2147483676"/>
          </pc:sldLayoutMkLst>
        </pc:sldLayoutChg>
        <pc:sldLayoutChg chg="del">
          <pc:chgData name="Zonghua Gu" userId="9a7e1853e1951ef5" providerId="LiveId" clId="{CF1FAA12-072C-4ED5-BA76-0FFFAEFDB88A}" dt="2025-09-28T17:11:10.649" v="41" actId="47"/>
          <pc:sldLayoutMkLst>
            <pc:docMk/>
            <pc:sldMasterMk cId="3818751897" sldId="2147483672"/>
            <pc:sldLayoutMk cId="3126593650" sldId="2147483677"/>
          </pc:sldLayoutMkLst>
        </pc:sldLayoutChg>
        <pc:sldLayoutChg chg="del">
          <pc:chgData name="Zonghua Gu" userId="9a7e1853e1951ef5" providerId="LiveId" clId="{CF1FAA12-072C-4ED5-BA76-0FFFAEFDB88A}" dt="2025-09-28T17:11:10.649" v="41" actId="47"/>
          <pc:sldLayoutMkLst>
            <pc:docMk/>
            <pc:sldMasterMk cId="3818751897" sldId="2147483672"/>
            <pc:sldLayoutMk cId="808536874" sldId="2147483678"/>
          </pc:sldLayoutMkLst>
        </pc:sldLayoutChg>
        <pc:sldLayoutChg chg="del">
          <pc:chgData name="Zonghua Gu" userId="9a7e1853e1951ef5" providerId="LiveId" clId="{CF1FAA12-072C-4ED5-BA76-0FFFAEFDB88A}" dt="2025-09-28T17:11:10.649" v="41" actId="47"/>
          <pc:sldLayoutMkLst>
            <pc:docMk/>
            <pc:sldMasterMk cId="3818751897" sldId="2147483672"/>
            <pc:sldLayoutMk cId="647619735" sldId="2147483679"/>
          </pc:sldLayoutMkLst>
        </pc:sldLayoutChg>
        <pc:sldLayoutChg chg="del">
          <pc:chgData name="Zonghua Gu" userId="9a7e1853e1951ef5" providerId="LiveId" clId="{CF1FAA12-072C-4ED5-BA76-0FFFAEFDB88A}" dt="2025-09-28T17:11:10.649" v="41" actId="47"/>
          <pc:sldLayoutMkLst>
            <pc:docMk/>
            <pc:sldMasterMk cId="3818751897" sldId="2147483672"/>
            <pc:sldLayoutMk cId="261822361" sldId="2147483680"/>
          </pc:sldLayoutMkLst>
        </pc:sldLayoutChg>
        <pc:sldLayoutChg chg="del">
          <pc:chgData name="Zonghua Gu" userId="9a7e1853e1951ef5" providerId="LiveId" clId="{CF1FAA12-072C-4ED5-BA76-0FFFAEFDB88A}" dt="2025-09-28T17:11:10.649" v="41" actId="47"/>
          <pc:sldLayoutMkLst>
            <pc:docMk/>
            <pc:sldMasterMk cId="3818751897" sldId="2147483672"/>
            <pc:sldLayoutMk cId="919318559" sldId="2147483681"/>
          </pc:sldLayoutMkLst>
        </pc:sldLayoutChg>
        <pc:sldLayoutChg chg="del">
          <pc:chgData name="Zonghua Gu" userId="9a7e1853e1951ef5" providerId="LiveId" clId="{CF1FAA12-072C-4ED5-BA76-0FFFAEFDB88A}" dt="2025-09-28T17:11:10.649" v="41" actId="47"/>
          <pc:sldLayoutMkLst>
            <pc:docMk/>
            <pc:sldMasterMk cId="3818751897" sldId="2147483672"/>
            <pc:sldLayoutMk cId="2148793602" sldId="2147483682"/>
          </pc:sldLayoutMkLst>
        </pc:sldLayoutChg>
        <pc:sldLayoutChg chg="del">
          <pc:chgData name="Zonghua Gu" userId="9a7e1853e1951ef5" providerId="LiveId" clId="{CF1FAA12-072C-4ED5-BA76-0FFFAEFDB88A}" dt="2025-09-28T17:11:10.649" v="41" actId="47"/>
          <pc:sldLayoutMkLst>
            <pc:docMk/>
            <pc:sldMasterMk cId="3818751897" sldId="2147483672"/>
            <pc:sldLayoutMk cId="162185032" sldId="2147483683"/>
          </pc:sldLayoutMkLst>
        </pc:sldLayoutChg>
      </pc:sldMasterChg>
      <pc:sldMasterChg chg="del delSldLayout">
        <pc:chgData name="Zonghua Gu" userId="9a7e1853e1951ef5" providerId="LiveId" clId="{CF1FAA12-072C-4ED5-BA76-0FFFAEFDB88A}" dt="2025-09-22T21:28:05.608" v="21" actId="47"/>
        <pc:sldMasterMkLst>
          <pc:docMk/>
          <pc:sldMasterMk cId="2048598753" sldId="2147483684"/>
        </pc:sldMasterMkLst>
        <pc:sldLayoutChg chg="del">
          <pc:chgData name="Zonghua Gu" userId="9a7e1853e1951ef5" providerId="LiveId" clId="{CF1FAA12-072C-4ED5-BA76-0FFFAEFDB88A}" dt="2025-09-22T21:28:05.608" v="21" actId="47"/>
          <pc:sldLayoutMkLst>
            <pc:docMk/>
            <pc:sldMasterMk cId="2048598753" sldId="2147483684"/>
            <pc:sldLayoutMk cId="2792416664" sldId="2147483685"/>
          </pc:sldLayoutMkLst>
        </pc:sldLayoutChg>
        <pc:sldLayoutChg chg="del">
          <pc:chgData name="Zonghua Gu" userId="9a7e1853e1951ef5" providerId="LiveId" clId="{CF1FAA12-072C-4ED5-BA76-0FFFAEFDB88A}" dt="2025-09-22T21:28:05.608" v="21" actId="47"/>
          <pc:sldLayoutMkLst>
            <pc:docMk/>
            <pc:sldMasterMk cId="2048598753" sldId="2147483684"/>
            <pc:sldLayoutMk cId="3643777705" sldId="2147483686"/>
          </pc:sldLayoutMkLst>
        </pc:sldLayoutChg>
        <pc:sldLayoutChg chg="del">
          <pc:chgData name="Zonghua Gu" userId="9a7e1853e1951ef5" providerId="LiveId" clId="{CF1FAA12-072C-4ED5-BA76-0FFFAEFDB88A}" dt="2025-09-22T21:28:05.608" v="21" actId="47"/>
          <pc:sldLayoutMkLst>
            <pc:docMk/>
            <pc:sldMasterMk cId="2048598753" sldId="2147483684"/>
            <pc:sldLayoutMk cId="3657332555" sldId="2147483687"/>
          </pc:sldLayoutMkLst>
        </pc:sldLayoutChg>
        <pc:sldLayoutChg chg="del">
          <pc:chgData name="Zonghua Gu" userId="9a7e1853e1951ef5" providerId="LiveId" clId="{CF1FAA12-072C-4ED5-BA76-0FFFAEFDB88A}" dt="2025-09-22T21:28:05.608" v="21" actId="47"/>
          <pc:sldLayoutMkLst>
            <pc:docMk/>
            <pc:sldMasterMk cId="2048598753" sldId="2147483684"/>
            <pc:sldLayoutMk cId="2712397163" sldId="2147483688"/>
          </pc:sldLayoutMkLst>
        </pc:sldLayoutChg>
        <pc:sldLayoutChg chg="del">
          <pc:chgData name="Zonghua Gu" userId="9a7e1853e1951ef5" providerId="LiveId" clId="{CF1FAA12-072C-4ED5-BA76-0FFFAEFDB88A}" dt="2025-09-22T21:28:05.608" v="21" actId="47"/>
          <pc:sldLayoutMkLst>
            <pc:docMk/>
            <pc:sldMasterMk cId="2048598753" sldId="2147483684"/>
            <pc:sldLayoutMk cId="2187388915" sldId="2147483689"/>
          </pc:sldLayoutMkLst>
        </pc:sldLayoutChg>
        <pc:sldLayoutChg chg="del">
          <pc:chgData name="Zonghua Gu" userId="9a7e1853e1951ef5" providerId="LiveId" clId="{CF1FAA12-072C-4ED5-BA76-0FFFAEFDB88A}" dt="2025-09-22T21:28:05.608" v="21" actId="47"/>
          <pc:sldLayoutMkLst>
            <pc:docMk/>
            <pc:sldMasterMk cId="2048598753" sldId="2147483684"/>
            <pc:sldLayoutMk cId="683193793" sldId="2147483690"/>
          </pc:sldLayoutMkLst>
        </pc:sldLayoutChg>
        <pc:sldLayoutChg chg="del">
          <pc:chgData name="Zonghua Gu" userId="9a7e1853e1951ef5" providerId="LiveId" clId="{CF1FAA12-072C-4ED5-BA76-0FFFAEFDB88A}" dt="2025-09-22T21:28:05.608" v="21" actId="47"/>
          <pc:sldLayoutMkLst>
            <pc:docMk/>
            <pc:sldMasterMk cId="2048598753" sldId="2147483684"/>
            <pc:sldLayoutMk cId="497172582" sldId="2147483691"/>
          </pc:sldLayoutMkLst>
        </pc:sldLayoutChg>
        <pc:sldLayoutChg chg="del">
          <pc:chgData name="Zonghua Gu" userId="9a7e1853e1951ef5" providerId="LiveId" clId="{CF1FAA12-072C-4ED5-BA76-0FFFAEFDB88A}" dt="2025-09-22T21:28:05.608" v="21" actId="47"/>
          <pc:sldLayoutMkLst>
            <pc:docMk/>
            <pc:sldMasterMk cId="2048598753" sldId="2147483684"/>
            <pc:sldLayoutMk cId="2509342062" sldId="2147483692"/>
          </pc:sldLayoutMkLst>
        </pc:sldLayoutChg>
        <pc:sldLayoutChg chg="del">
          <pc:chgData name="Zonghua Gu" userId="9a7e1853e1951ef5" providerId="LiveId" clId="{CF1FAA12-072C-4ED5-BA76-0FFFAEFDB88A}" dt="2025-09-22T21:28:05.608" v="21" actId="47"/>
          <pc:sldLayoutMkLst>
            <pc:docMk/>
            <pc:sldMasterMk cId="2048598753" sldId="2147483684"/>
            <pc:sldLayoutMk cId="1146008632" sldId="2147483693"/>
          </pc:sldLayoutMkLst>
        </pc:sldLayoutChg>
        <pc:sldLayoutChg chg="del">
          <pc:chgData name="Zonghua Gu" userId="9a7e1853e1951ef5" providerId="LiveId" clId="{CF1FAA12-072C-4ED5-BA76-0FFFAEFDB88A}" dt="2025-09-22T21:28:05.608" v="21" actId="47"/>
          <pc:sldLayoutMkLst>
            <pc:docMk/>
            <pc:sldMasterMk cId="2048598753" sldId="2147483684"/>
            <pc:sldLayoutMk cId="3515496529" sldId="2147483694"/>
          </pc:sldLayoutMkLst>
        </pc:sldLayoutChg>
        <pc:sldLayoutChg chg="del">
          <pc:chgData name="Zonghua Gu" userId="9a7e1853e1951ef5" providerId="LiveId" clId="{CF1FAA12-072C-4ED5-BA76-0FFFAEFDB88A}" dt="2025-09-22T21:28:05.608" v="21" actId="47"/>
          <pc:sldLayoutMkLst>
            <pc:docMk/>
            <pc:sldMasterMk cId="2048598753" sldId="2147483684"/>
            <pc:sldLayoutMk cId="775773720" sldId="2147483695"/>
          </pc:sldLayoutMkLst>
        </pc:sldLayoutChg>
        <pc:sldLayoutChg chg="del">
          <pc:chgData name="Zonghua Gu" userId="9a7e1853e1951ef5" providerId="LiveId" clId="{CF1FAA12-072C-4ED5-BA76-0FFFAEFDB88A}" dt="2025-09-22T21:28:05.608" v="21" actId="47"/>
          <pc:sldLayoutMkLst>
            <pc:docMk/>
            <pc:sldMasterMk cId="2048598753" sldId="2147483684"/>
            <pc:sldLayoutMk cId="3518001714" sldId="2147483696"/>
          </pc:sldLayoutMkLst>
        </pc:sldLayoutChg>
        <pc:sldLayoutChg chg="del">
          <pc:chgData name="Zonghua Gu" userId="9a7e1853e1951ef5" providerId="LiveId" clId="{CF1FAA12-072C-4ED5-BA76-0FFFAEFDB88A}" dt="2025-09-22T21:28:05.608" v="21" actId="47"/>
          <pc:sldLayoutMkLst>
            <pc:docMk/>
            <pc:sldMasterMk cId="2048598753" sldId="2147483684"/>
            <pc:sldLayoutMk cId="549915692" sldId="214748369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9/28/2025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9/28/2025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8229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3245090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5</a:t>
            </a:fld>
            <a:endParaRPr lang="en-US">
              <a:solidFill>
                <a:prstClr val="black"/>
              </a:solidFill>
              <a:latin typeface="Calibri"/>
            </a:endParaRPr>
          </a:p>
        </p:txBody>
      </p:sp>
    </p:spTree>
    <p:extLst>
      <p:ext uri="{BB962C8B-B14F-4D97-AF65-F5344CB8AC3E}">
        <p14:creationId xmlns:p14="http://schemas.microsoft.com/office/powerpoint/2010/main" val="769705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6</a:t>
            </a:fld>
            <a:endParaRPr lang="en-US">
              <a:solidFill>
                <a:prstClr val="black"/>
              </a:solidFill>
              <a:latin typeface="Calibri"/>
            </a:endParaRPr>
          </a:p>
        </p:txBody>
      </p:sp>
    </p:spTree>
    <p:extLst>
      <p:ext uri="{BB962C8B-B14F-4D97-AF65-F5344CB8AC3E}">
        <p14:creationId xmlns:p14="http://schemas.microsoft.com/office/powerpoint/2010/main" val="912428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9/28/2025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9/28/2025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9/28/2025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9/28/2025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9/28/2025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9/28/2025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9/28/2025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9/28/2025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5.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923330"/>
          </a:xfrm>
          <a:prstGeom prst="rect">
            <a:avLst/>
          </a:prstGeom>
          <a:noFill/>
        </p:spPr>
        <p:txBody>
          <a:bodyPr wrap="square" rtlCol="0">
            <a:spAutoFit/>
          </a:bodyPr>
          <a:lstStyle/>
          <a:p>
            <a:pPr algn="r" defTabSz="685800"/>
            <a:r>
              <a:rPr lang="en-US" b="1" dirty="0">
                <a:solidFill>
                  <a:srgbClr val="C00000"/>
                </a:solidFill>
                <a:latin typeface="Gill Sans MT"/>
              </a:rPr>
              <a:t>Chapter 15</a:t>
            </a:r>
          </a:p>
          <a:p>
            <a:pPr algn="r" defTabSz="685800"/>
            <a:r>
              <a:rPr lang="en-US" b="1" dirty="0">
                <a:solidFill>
                  <a:srgbClr val="C00000"/>
                </a:solidFill>
                <a:latin typeface="Gill Sans MT"/>
              </a:rPr>
              <a:t>Timer </a:t>
            </a:r>
            <a:r>
              <a:rPr lang="en-US" b="1">
                <a:solidFill>
                  <a:srgbClr val="C00000"/>
                </a:solidFill>
                <a:latin typeface="Gill Sans MT"/>
              </a:rPr>
              <a:t>and PWM</a:t>
            </a:r>
          </a:p>
          <a:p>
            <a:pPr algn="r" defTabSz="685800"/>
            <a:r>
              <a:rPr lang="en-US" b="1">
                <a:solidFill>
                  <a:srgbClr val="C00000"/>
                </a:solidFill>
                <a:latin typeface="Gill Sans MT"/>
              </a:rPr>
              <a:t>Exercises ANS</a:t>
            </a:r>
            <a:endParaRPr lang="en-US" b="1" dirty="0">
              <a:solidFill>
                <a:srgbClr val="C00000"/>
              </a:solidFill>
              <a:latin typeface="Gill Sans MT"/>
            </a:endParaRP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b="0" i="1" smtClean="0">
                            <a:solidFill>
                              <a:prstClr val="black"/>
                            </a:solidFill>
                            <a:latin typeface="Cambria Math" panose="02040503050406030204" pitchFamily="18" charset="0"/>
                          </a:rPr>
                          <m:t>𝑃𝑆𝐶</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26690" y="438811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26690" y="438811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215484"/>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215484"/>
                <a:ext cx="8229600" cy="381000"/>
              </a:xfrm>
              <a:prstGeom prst="rect">
                <a:avLst/>
              </a:prstGeom>
              <a:blipFill>
                <a:blip r:embed="rId5"/>
                <a:stretch>
                  <a:fillRect l="-370" t="-26984" b="-269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81000" y="2529260"/>
                <a:ext cx="8534400"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81000" y="2529260"/>
                <a:ext cx="8534400" cy="623504"/>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69348" y="403759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63051" y="3124200"/>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63051" y="3124200"/>
                <a:ext cx="8229600" cy="381000"/>
              </a:xfrm>
              <a:prstGeom prst="rect">
                <a:avLst/>
              </a:prstGeom>
              <a:blipFill>
                <a:blip r:embed="rId7"/>
                <a:stretch>
                  <a:fillRect l="-370" t="-29032" b="-27419"/>
                </a:stretch>
              </a:blipFill>
            </p:spPr>
            <p:txBody>
              <a:bodyPr/>
              <a:lstStyle/>
              <a:p>
                <a:r>
                  <a:rPr lang="en-US">
                    <a:noFill/>
                  </a:rPr>
                  <a:t> </a:t>
                </a:r>
              </a:p>
            </p:txBody>
          </p:sp>
        </mc:Fallback>
      </mc:AlternateContent>
      <p:sp>
        <p:nvSpPr>
          <p:cNvPr id="20" name="Content Placeholder 3"/>
          <p:cNvSpPr txBox="1">
            <a:spLocks/>
          </p:cNvSpPr>
          <p:nvPr/>
        </p:nvSpPr>
        <p:spPr>
          <a:xfrm>
            <a:off x="457200" y="5013207"/>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26690" y="534111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26690" y="534111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405843"/>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405843"/>
                <a:ext cx="8534400" cy="617092"/>
              </a:xfrm>
              <a:prstGeom prst="rect">
                <a:avLst/>
              </a:prstGeom>
              <a:blipFill>
                <a:blip r:embed="rId9"/>
                <a:stretch>
                  <a:fillRect/>
                </a:stretch>
              </a:blipFill>
            </p:spPr>
            <p:txBody>
              <a:bodyPr/>
              <a:lstStyle/>
              <a:p>
                <a:r>
                  <a:rPr lang="en-US">
                    <a:noFill/>
                  </a:rPr>
                  <a:t> </a:t>
                </a:r>
              </a:p>
            </p:txBody>
          </p:sp>
        </mc:Fallback>
      </mc:AlternateContent>
      <p:sp>
        <p:nvSpPr>
          <p:cNvPr id="2" name="Horizontal Scroll 6">
            <a:extLst>
              <a:ext uri="{FF2B5EF4-FFF2-40B4-BE49-F238E27FC236}">
                <a16:creationId xmlns:a16="http://schemas.microsoft.com/office/drawing/2014/main" id="{C3CE4906-43DC-B8ED-2D50-08B864DF6D62}"/>
              </a:ext>
            </a:extLst>
          </p:cNvPr>
          <p:cNvSpPr/>
          <p:nvPr/>
        </p:nvSpPr>
        <p:spPr>
          <a:xfrm>
            <a:off x="124937" y="-3572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380073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286000"/>
          </a:xfrm>
        </p:spPr>
        <p:txBody>
          <a:bodyPr>
            <a:normAutofit/>
          </a:bodyPr>
          <a:lstStyle/>
          <a:p>
            <a:pPr lvl="0">
              <a:buClr>
                <a:srgbClr val="4F81BD"/>
              </a:buClr>
            </a:pPr>
            <a:r>
              <a:rPr lang="en-US" sz="2000" dirty="0">
                <a:solidFill>
                  <a:prstClr val="black"/>
                </a:solidFill>
              </a:rPr>
              <a:t>Suppose Timer Clock </a:t>
            </a:r>
            <a:r>
              <a:rPr lang="en-US" altLang="zh-CN" sz="2000" dirty="0">
                <a:solidFill>
                  <a:prstClr val="black"/>
                </a:solidFill>
              </a:rPr>
              <a:t>Frequency</a:t>
            </a:r>
            <a:r>
              <a:rPr lang="en-US" sz="2000" dirty="0">
                <a:solidFill>
                  <a:prstClr val="black"/>
                </a:solidFill>
              </a:rPr>
              <a:t> = </a:t>
            </a:r>
            <a:r>
              <a:rPr lang="en-US" sz="2000" dirty="0">
                <a:solidFill>
                  <a:prstClr val="black"/>
                </a:solidFill>
                <a:latin typeface="Consolas" panose="020B0609020204030204" pitchFamily="49" charset="0"/>
              </a:rPr>
              <a:t>80MHz</a:t>
            </a:r>
          </a:p>
          <a:p>
            <a:r>
              <a:rPr lang="en-US" sz="2000" dirty="0"/>
              <a:t>Goal: Timer Frequency = 100Hz</a:t>
            </a:r>
          </a:p>
          <a:p>
            <a:pPr lvl="0">
              <a:buClr>
                <a:srgbClr val="4F81BD"/>
              </a:buClr>
            </a:pPr>
            <a:r>
              <a:rPr lang="en-US" sz="2000" dirty="0">
                <a:solidFill>
                  <a:prstClr val="black"/>
                </a:solidFill>
              </a:rPr>
              <a:t>What should the ARR value be for 1. up-counting </a:t>
            </a:r>
            <a:r>
              <a:rPr lang="en-US" altLang="zh-CN" sz="2000" dirty="0">
                <a:solidFill>
                  <a:prstClr val="black"/>
                </a:solidFill>
              </a:rPr>
              <a:t>mode</a:t>
            </a:r>
            <a:r>
              <a:rPr lang="en-US" sz="2000" dirty="0">
                <a:solidFill>
                  <a:prstClr val="black"/>
                </a:solidFill>
              </a:rPr>
              <a:t>; 2. down-counting mode; 3. center-aligned counting mode?</a:t>
            </a:r>
          </a:p>
        </p:txBody>
      </p:sp>
    </p:spTree>
    <p:custDataLst>
      <p:tags r:id="rId1"/>
    </p:custDataLst>
    <p:extLst>
      <p:ext uri="{BB962C8B-B14F-4D97-AF65-F5344CB8AC3E}">
        <p14:creationId xmlns:p14="http://schemas.microsoft.com/office/powerpoint/2010/main" val="27199843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 ANS</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133600"/>
          </a:xfrm>
        </p:spPr>
        <p:txBody>
          <a:bodyPr>
            <a:normAutofit/>
          </a:bodyPr>
          <a:lstStyle/>
          <a:p>
            <a:r>
              <a:rPr lang="en-US" sz="2000" dirty="0"/>
              <a:t>Suppose Timer Clock </a:t>
            </a:r>
            <a:r>
              <a:rPr lang="en-US" altLang="zh-CN" sz="2000" dirty="0"/>
              <a:t>Frequency</a:t>
            </a:r>
            <a:r>
              <a:rPr lang="en-US" sz="2000" dirty="0"/>
              <a:t> = </a:t>
            </a:r>
            <a:r>
              <a:rPr lang="en-US" sz="2000" dirty="0">
                <a:latin typeface="Consolas" panose="020B0609020204030204" pitchFamily="49" charset="0"/>
              </a:rPr>
              <a:t>80MHz</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
        <p:nvSpPr>
          <p:cNvPr id="10" name="TextBox 9"/>
          <p:cNvSpPr txBox="1"/>
          <p:nvPr/>
        </p:nvSpPr>
        <p:spPr>
          <a:xfrm>
            <a:off x="706079" y="5050303"/>
            <a:ext cx="7980400" cy="1200329"/>
          </a:xfrm>
          <a:prstGeom prst="rect">
            <a:avLst/>
          </a:prstGeom>
          <a:noFill/>
        </p:spPr>
        <p:txBody>
          <a:bodyPr wrap="square" rtlCol="0">
            <a:spAutoFit/>
          </a:bodyPr>
          <a:lstStyle/>
          <a:p>
            <a:r>
              <a:rPr lang="en-US" dirty="0"/>
              <a:t>But a 16-bit ARR register has value range of [0, 65535], so ARR value of 799999 or 400000 is out of range </a:t>
            </a:r>
            <a:r>
              <a:rPr lang="en-US" dirty="0">
                <a:sym typeface="Wingdings" panose="05000000000000000000" pitchFamily="2" charset="2"/>
              </a:rPr>
              <a:t> cannot generate a 10ms timer from a 80MHz Timer Clock!</a:t>
            </a:r>
            <a:endParaRPr lang="en-US" dirty="0"/>
          </a:p>
          <a:p>
            <a:r>
              <a:rPr lang="en-US" dirty="0"/>
              <a:t>Solution: use </a:t>
            </a:r>
            <a:r>
              <a:rPr lang="en-US" dirty="0" err="1"/>
              <a:t>prescaler</a:t>
            </a:r>
            <a:r>
              <a:rPr lang="en-US" dirty="0"/>
              <a:t> (PSC) to reduce Timer Clock Frequency</a:t>
            </a:r>
          </a:p>
        </p:txBody>
      </p:sp>
      <p:sp>
        <p:nvSpPr>
          <p:cNvPr id="11" name="Rectangle 10"/>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
        <p:nvSpPr>
          <p:cNvPr id="12" name="Rectangle 11"/>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=799999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76715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=400000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767150" cy="369332"/>
              </a:xfrm>
              <a:prstGeom prst="rect">
                <a:avLst/>
              </a:prstGeom>
              <a:blipFill>
                <a:blip r:embed="rId7"/>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063495253"/>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7747672" cy="1335540"/>
          </a:xfrm>
        </p:spPr>
        <p:txBody>
          <a:bodyPr>
            <a:noAutofit/>
          </a:bodyPr>
          <a:lstStyle/>
          <a:p>
            <a:r>
              <a:rPr lang="en-US" sz="2000" dirty="0"/>
              <a:t>Suppose CPU Clock </a:t>
            </a:r>
            <a:r>
              <a:rPr lang="en-US" altLang="zh-CN" sz="2000" dirty="0"/>
              <a:t>Frequency</a:t>
            </a:r>
            <a:r>
              <a:rPr lang="en-US" sz="2000" dirty="0"/>
              <a:t> = </a:t>
            </a:r>
            <a:r>
              <a:rPr lang="en-US" sz="2000" dirty="0">
                <a:latin typeface="Consolas" panose="020B0609020204030204" pitchFamily="49" charset="0"/>
              </a:rPr>
              <a:t>80MHz, PSC=79</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Tree>
    <p:custDataLst>
      <p:tags r:id="rId1"/>
    </p:custDataLst>
    <p:extLst>
      <p:ext uri="{BB962C8B-B14F-4D97-AF65-F5344CB8AC3E}">
        <p14:creationId xmlns:p14="http://schemas.microsoft.com/office/powerpoint/2010/main" val="134236884"/>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r>
              <a:rPr lang="en-US" altLang="zh-CN" dirty="0"/>
              <a:t> ANS</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8153400" cy="1335540"/>
          </a:xfrm>
        </p:spPr>
        <p:txBody>
          <a:bodyPr>
            <a:normAutofit lnSpcReduction="10000"/>
          </a:bodyPr>
          <a:lstStyle/>
          <a:p>
            <a:r>
              <a:rPr lang="en-US" sz="1800" dirty="0"/>
              <a:t>Suppose CPU Clock </a:t>
            </a:r>
            <a:r>
              <a:rPr lang="en-US" altLang="zh-CN" sz="1800" dirty="0"/>
              <a:t>Frequency</a:t>
            </a:r>
            <a:r>
              <a:rPr lang="en-US" sz="1800" dirty="0"/>
              <a:t> = </a:t>
            </a:r>
            <a:r>
              <a:rPr lang="en-US" sz="1800" dirty="0">
                <a:latin typeface="Consolas" panose="020B0609020204030204" pitchFamily="49" charset="0"/>
              </a:rPr>
              <a:t>80MHz, </a:t>
            </a:r>
            <a:r>
              <a:rPr lang="en-US" altLang="zh-CN" sz="1800" dirty="0" err="1"/>
              <a:t>prescaler</a:t>
            </a:r>
            <a:r>
              <a:rPr lang="en-US" altLang="zh-CN" sz="1800" dirty="0"/>
              <a:t> </a:t>
            </a:r>
            <a:r>
              <a:rPr lang="en-US" sz="1800" dirty="0">
                <a:latin typeface="Consolas" panose="020B0609020204030204" pitchFamily="49" charset="0"/>
              </a:rPr>
              <a:t>PSC=79</a:t>
            </a:r>
          </a:p>
          <a:p>
            <a:r>
              <a:rPr lang="en-US" sz="1800" dirty="0"/>
              <a:t>Goal: Timer Frequency = </a:t>
            </a:r>
            <a:r>
              <a:rPr lang="en-US" sz="1800" dirty="0">
                <a:latin typeface="Consolas" panose="020B0609020204030204" pitchFamily="49" charset="0"/>
              </a:rPr>
              <a:t>100Hz</a:t>
            </a:r>
          </a:p>
          <a:p>
            <a:r>
              <a:rPr lang="en-US" sz="1800" dirty="0"/>
              <a:t>What should the ARR value be for 1. up-counting </a:t>
            </a:r>
            <a:r>
              <a:rPr lang="en-US" altLang="zh-CN" sz="1800" dirty="0"/>
              <a:t>mode</a:t>
            </a:r>
            <a:r>
              <a:rPr lang="en-US" sz="1800" dirty="0"/>
              <a:t>; 2. down-counting mode; 3. center-aligned counting mode?</a:t>
            </a:r>
          </a:p>
        </p:txBody>
      </p:sp>
      <p:sp>
        <p:nvSpPr>
          <p:cNvPr id="9" name="Rectangle 8"/>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p:sp>
        <p:nvSpPr>
          <p:cNvPr id="10" name="TextBox 9"/>
          <p:cNvSpPr txBox="1"/>
          <p:nvPr/>
        </p:nvSpPr>
        <p:spPr>
          <a:xfrm>
            <a:off x="531679" y="5334000"/>
            <a:ext cx="8285200" cy="646331"/>
          </a:xfrm>
          <a:prstGeom prst="rect">
            <a:avLst/>
          </a:prstGeom>
          <a:noFill/>
        </p:spPr>
        <p:txBody>
          <a:bodyPr wrap="square" rtlCol="0">
            <a:spAutoFit/>
          </a:bodyPr>
          <a:lstStyle/>
          <a:p>
            <a:r>
              <a:rPr lang="en-US" altLang="zh-CN" dirty="0"/>
              <a:t>With </a:t>
            </a:r>
            <a:r>
              <a:rPr lang="en-US" dirty="0" err="1"/>
              <a:t>prescaler</a:t>
            </a:r>
            <a:r>
              <a:rPr lang="en-US" dirty="0"/>
              <a:t>, the ARR value of 9999 or 5000 is now within the range of 16-bit ARR register.</a:t>
            </a:r>
          </a:p>
        </p:txBody>
      </p:sp>
      <mc:AlternateContent xmlns:mc="http://schemas.openxmlformats.org/markup-compatibility/2006" xmlns:a14="http://schemas.microsoft.com/office/drawing/2010/main">
        <mc:Choice Requires="a14">
          <p:sp>
            <p:nvSpPr>
              <p:cNvPr id="11" name="Rectangle 10"/>
              <p:cNvSpPr/>
              <p:nvPr/>
            </p:nvSpPr>
            <p:spPr>
              <a:xfrm>
                <a:off x="533400" y="2378770"/>
                <a:ext cx="6400800" cy="6346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𝐹𝑟𝑒𝑞</m:t>
                          </m:r>
                          <m:r>
                            <a:rPr lang="en-US" i="1">
                              <a:solidFill>
                                <a:prstClr val="black"/>
                              </a:solidFill>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sSub>
                                <m:sSubPr>
                                  <m:ctrlPr>
                                    <a:rPr lang="en-US" i="1">
                                      <a:solidFill>
                                        <a:prstClr val="black"/>
                                      </a:solidFill>
                                      <a:latin typeface="Cambria Math" panose="02040503050406030204" pitchFamily="18" charset="0"/>
                                    </a:rPr>
                                  </m:ctrlPr>
                                </m:sSubPr>
                                <m:e>
                                  <m:r>
                                    <a:rPr lang="en-US" b="0" i="1" smtClean="0">
                                      <a:solidFill>
                                        <a:prstClr val="black"/>
                                      </a:solidFill>
                                      <a:latin typeface="Cambria Math" panose="02040503050406030204" pitchFamily="18" charset="0"/>
                                    </a:rPr>
                                    <m:t>𝐾</m:t>
                                  </m:r>
                                </m:e>
                                <m:sub>
                                  <m:r>
                                    <a:rPr lang="en-US" i="1">
                                      <a:solidFill>
                                        <a:prstClr val="black"/>
                                      </a:solidFill>
                                      <a:latin typeface="Cambria Math"/>
                                    </a:rPr>
                                    <m:t>𝑃𝑆𝐶</m:t>
                                  </m:r>
                                </m:sub>
                              </m:sSub>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r>
                        <a:rPr lang="en-US" b="0" i="1" smtClean="0">
                          <a:solidFill>
                            <a:prstClr val="black"/>
                          </a:solidFill>
                          <a:latin typeface="Cambria Math" panose="02040503050406030204" pitchFamily="18" charset="0"/>
                        </a:rPr>
                        <m:t>=</m:t>
                      </m:r>
                      <m:f>
                        <m:fPr>
                          <m:ctrlPr>
                            <a:rPr lang="en-US" b="0" i="1" smtClean="0">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80</m:t>
                          </m:r>
                          <m:r>
                            <a:rPr lang="en-US" b="0" i="1" smtClean="0">
                              <a:solidFill>
                                <a:prstClr val="black"/>
                              </a:solidFill>
                              <a:latin typeface="Cambria Math" panose="02040503050406030204" pitchFamily="18" charset="0"/>
                            </a:rPr>
                            <m:t>𝑀𝐻𝑧</m:t>
                          </m:r>
                        </m:num>
                        <m:den>
                          <m:r>
                            <a:rPr lang="en-US" b="0" i="1" smtClean="0">
                              <a:solidFill>
                                <a:prstClr val="black"/>
                              </a:solidFill>
                              <a:latin typeface="Cambria Math" panose="02040503050406030204" pitchFamily="18" charset="0"/>
                            </a:rPr>
                            <m:t>80</m:t>
                          </m:r>
                        </m:den>
                      </m:f>
                      <m:r>
                        <a:rPr lang="en-US" b="0"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𝑀𝐻𝑧</m:t>
                      </m:r>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533400" y="2378770"/>
                <a:ext cx="6400800" cy="6346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51067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=5000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510670" cy="369332"/>
              </a:xfrm>
              <a:prstGeom prst="rect">
                <a:avLst/>
              </a:prstGeom>
              <a:blipFill>
                <a:blip r:embed="rId8"/>
                <a:stretch>
                  <a:fillRect/>
                </a:stretch>
              </a:blipFill>
            </p:spPr>
            <p:txBody>
              <a:bodyPr/>
              <a:lstStyle/>
              <a:p>
                <a:r>
                  <a:rPr lang="en-US">
                    <a:noFill/>
                  </a:rPr>
                  <a:t> </a:t>
                </a:r>
              </a:p>
            </p:txBody>
          </p:sp>
        </mc:Fallback>
      </mc:AlternateContent>
      <p:sp>
        <p:nvSpPr>
          <p:cNvPr id="17" name="Rectangle 16"/>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Tree>
    <p:custDataLst>
      <p:tags r:id="rId1"/>
    </p:custDataLst>
    <p:extLst>
      <p:ext uri="{BB962C8B-B14F-4D97-AF65-F5344CB8AC3E}">
        <p14:creationId xmlns:p14="http://schemas.microsoft.com/office/powerpoint/2010/main" val="13636816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pPr marL="0" indent="0">
              <a:buNone/>
            </a:pPr>
            <a:endParaRPr lang="en-US" dirty="0"/>
          </a:p>
        </p:txBody>
      </p:sp>
    </p:spTree>
    <p:extLst>
      <p:ext uri="{BB962C8B-B14F-4D97-AF65-F5344CB8AC3E}">
        <p14:creationId xmlns:p14="http://schemas.microsoft.com/office/powerpoint/2010/main" val="1182917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1143000" y="3769115"/>
                <a:ext cx="6248400" cy="498085"/>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latin typeface="Cambria Math" panose="02040503050406030204" pitchFamily="18" charset="0"/>
                          </a:rPr>
                          <m:t>𝑇𝑖𝑚𝑒𝑟</m:t>
                        </m:r>
                        <m:r>
                          <a:rPr lang="en-US" smtClean="0">
                            <a:latin typeface="Cambria Math" panose="02040503050406030204" pitchFamily="18" charset="0"/>
                          </a:rPr>
                          <m:t> </m:t>
                        </m:r>
                        <m:r>
                          <a:rPr lang="en-US" b="0" i="1" smtClean="0">
                            <a:latin typeface="Cambria Math" panose="02040503050406030204" pitchFamily="18" charset="0"/>
                          </a:rPr>
                          <m:t>𝐶𝑙</m:t>
                        </m:r>
                        <m:r>
                          <a:rPr lang="en-US" i="1" smtClean="0">
                            <a:latin typeface="Cambria Math" panose="02040503050406030204" pitchFamily="18" charset="0"/>
                          </a:rPr>
                          <m:t>𝑜𝑐𝑘</m:t>
                        </m:r>
                        <m:r>
                          <a:rPr lang="en-US" i="1" smtClean="0">
                            <a:latin typeface="Cambria Math" panose="02040503050406030204" pitchFamily="18" charset="0"/>
                          </a:rPr>
                          <m:t> </m:t>
                        </m:r>
                        <m:r>
                          <a:rPr lang="en-US" b="0" i="1" smtClean="0">
                            <a:latin typeface="Cambria Math" panose="02040503050406030204" pitchFamily="18" charset="0"/>
                          </a:rPr>
                          <m:t>𝐹</m:t>
                        </m:r>
                        <m:r>
                          <a:rPr lang="en-US" i="1" smtClean="0">
                            <a:latin typeface="Cambria Math" panose="02040503050406030204" pitchFamily="18" charset="0"/>
                          </a:rPr>
                          <m:t>𝑟𝑒𝑞</m:t>
                        </m:r>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dirty="0"/>
                  <a:t> = </a:t>
                </a:r>
                <a14:m>
                  <m:oMath xmlns:m="http://schemas.openxmlformats.org/officeDocument/2006/math">
                    <m:f>
                      <m:fPr>
                        <m:ctrlPr>
                          <a:rPr lang="en-US" i="1">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4 </m:t>
                        </m:r>
                        <m:r>
                          <m:rPr>
                            <m:sty m:val="p"/>
                          </m:rPr>
                          <a:rPr lang="en-US" altLang="zh-CN" i="1">
                            <a:solidFill>
                              <a:prstClr val="black"/>
                            </a:solidFill>
                            <a:latin typeface="Cambria Math" panose="02040503050406030204" pitchFamily="18" charset="0"/>
                          </a:rPr>
                          <m:t>MHz</m:t>
                        </m:r>
                      </m:num>
                      <m:den>
                        <m:r>
                          <a:rPr lang="en-US" b="0" i="1" smtClean="0">
                            <a:solidFill>
                              <a:prstClr val="black"/>
                            </a:solidFill>
                            <a:latin typeface="Cambria Math" panose="02040503050406030204" pitchFamily="18" charset="0"/>
                          </a:rPr>
                          <m:t>40</m:t>
                        </m:r>
                      </m:den>
                    </m:f>
                    <m:r>
                      <a:rPr lang="en-US" altLang="zh-CN" i="1">
                        <a:solidFill>
                          <a:prstClr val="black"/>
                        </a:solidFill>
                        <a:latin typeface="Cambria Math" panose="02040503050406030204" pitchFamily="18" charset="0"/>
                      </a:rPr>
                      <m:t>=</m:t>
                    </m:r>
                  </m:oMath>
                </a14:m>
                <a:r>
                  <a:rPr lang="en-US" dirty="0"/>
                  <a:t>0.1 </a:t>
                </a:r>
                <a:r>
                  <a:rPr lang="en-US" altLang="zh-CN" dirty="0"/>
                  <a:t>MHz</a:t>
                </a:r>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143000" y="3769115"/>
                <a:ext cx="6248400" cy="498085"/>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066800" y="4466590"/>
                <a:ext cx="5358903"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𝑇𝑖𝑚𝑒𝑟</m:t>
                      </m:r>
                      <m:r>
                        <a:rPr lang="en-US">
                          <a:latin typeface="Cambria Math" panose="02040503050406030204" pitchFamily="18" charset="0"/>
                        </a:rPr>
                        <m:t> </m:t>
                      </m:r>
                      <m:r>
                        <a:rPr lang="en-US" b="0" i="1" smtClean="0">
                          <a:latin typeface="Cambria Math" panose="02040503050406030204" pitchFamily="18" charset="0"/>
                        </a:rPr>
                        <m:t>𝐹</m:t>
                      </m:r>
                      <m:r>
                        <a:rPr lang="en-US" i="1">
                          <a:latin typeface="Cambria Math" panose="02040503050406030204" pitchFamily="18" charset="0"/>
                        </a:rPr>
                        <m:t>𝑟𝑒𝑞</m:t>
                      </m:r>
                      <m:r>
                        <a:rPr lang="en-US" b="0" i="1" smtClean="0">
                          <a:latin typeface="Cambria Math" panose="02040503050406030204" pitchFamily="18" charset="0"/>
                        </a:rPr>
                        <m:t> </m:t>
                      </m:r>
                      <m:r>
                        <a:rPr lang="en-US" b="0" i="1" smtClean="0">
                          <a:latin typeface="Cambria Math" panose="02040503050406030204" pitchFamily="18" charset="0"/>
                        </a:rPr>
                        <m:t>𝑓𝑇𝑖𝑚𝑒𝑟</m:t>
                      </m:r>
                      <m:r>
                        <a:rPr lang="en-US">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panose="02040503050406030204" pitchFamily="18" charset="0"/>
                                </a:rPr>
                                <m:t>_</m:t>
                              </m:r>
                              <m:r>
                                <a:rPr lang="en-US" b="0" i="1" smtClean="0">
                                  <a:solidFill>
                                    <a:prstClr val="black"/>
                                  </a:solidFill>
                                  <a:latin typeface="Cambria Math" panose="02040503050406030204" pitchFamily="18" charset="0"/>
                                </a:rPr>
                                <m:t>𝐶𝑁𝑇</m:t>
                              </m:r>
                            </m:sub>
                          </m:sSub>
                        </m:num>
                        <m:den>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i="1">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0.1 </m:t>
                          </m:r>
                          <m:r>
                            <a:rPr lang="en-US" i="1">
                              <a:latin typeface="Cambria Math" panose="02040503050406030204" pitchFamily="18" charset="0"/>
                            </a:rPr>
                            <m:t>𝑀𝐻𝑧</m:t>
                          </m:r>
                        </m:num>
                        <m:den>
                          <m:r>
                            <a:rPr lang="en-US">
                              <a:latin typeface="Cambria Math" panose="02040503050406030204" pitchFamily="18" charset="0"/>
                            </a:rPr>
                            <m:t>2∗</m:t>
                          </m:r>
                          <m:r>
                            <m:rPr>
                              <m:sty m:val="p"/>
                            </m:rPr>
                            <a:rPr lang="en-US">
                              <a:latin typeface="Cambria Math" panose="02040503050406030204" pitchFamily="18" charset="0"/>
                            </a:rPr>
                            <m:t>ARR</m:t>
                          </m:r>
                        </m:den>
                      </m:f>
                      <m:r>
                        <a:rPr lang="en-US">
                          <a:latin typeface="Cambria Math" panose="02040503050406030204" pitchFamily="18" charset="0"/>
                        </a:rPr>
                        <m:t>=100</m:t>
                      </m:r>
                      <m:r>
                        <a:rPr lang="en-US" i="1">
                          <a:latin typeface="Cambria Math" panose="02040503050406030204" pitchFamily="18" charset="0"/>
                        </a:rPr>
                        <m:t>𝐻𝑧</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066800" y="4466590"/>
                <a:ext cx="5358903" cy="6170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143000" y="5283072"/>
                <a:ext cx="138243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=500</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1143000" y="5283072"/>
                <a:ext cx="1382430"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89144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Frequency and Timer Frequency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p:cNvSpPr>
            <a:spLocks noGrp="1"/>
          </p:cNvSpPr>
          <p:nvPr>
            <p:ph sz="quarter" idx="1"/>
          </p:nvPr>
        </p:nvSpPr>
        <p:spPr/>
        <p:txBody>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endParaRPr lang="en-US" dirty="0"/>
          </a:p>
        </p:txBody>
      </p:sp>
    </p:spTree>
    <p:extLst>
      <p:ext uri="{BB962C8B-B14F-4D97-AF65-F5344CB8AC3E}">
        <p14:creationId xmlns:p14="http://schemas.microsoft.com/office/powerpoint/2010/main" val="1271958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Clock Frequency and Timer Frequency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p:cNvSpPr>
            <a:spLocks noGrp="1"/>
          </p:cNvSpPr>
          <p:nvPr>
            <p:ph sz="quarter" idx="1"/>
          </p:nvPr>
        </p:nvSpPr>
        <p:spPr/>
        <p:txBody>
          <a:bodyPr>
            <a:normAutofit fontScale="92500" lnSpcReduction="20000"/>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p>
          <a:p>
            <a:r>
              <a:rPr lang="en-US" dirty="0"/>
              <a:t>PSC, ARR are both in the range </a:t>
            </a:r>
            <a:r>
              <a:rPr lang="en-US" altLang="zh-CN" dirty="0"/>
              <a:t>[0, 2</a:t>
            </a:r>
            <a:r>
              <a:rPr lang="en-US" altLang="zh-CN" baseline="30000" dirty="0"/>
              <a:t>16</a:t>
            </a:r>
            <a:r>
              <a:rPr lang="en-US" altLang="zh-CN" dirty="0"/>
              <a:t>-1=65535]</a:t>
            </a:r>
            <a:r>
              <a:rPr lang="en-US" dirty="0"/>
              <a:t>.</a:t>
            </a:r>
          </a:p>
          <a:p>
            <a:endParaRPr lang="en-US" dirty="0"/>
          </a:p>
          <a:p>
            <a:endParaRPr lang="en-US" dirty="0"/>
          </a:p>
          <a:p>
            <a:endParaRPr lang="en-US" dirty="0"/>
          </a:p>
          <a:p>
            <a:endParaRPr lang="en-US" dirty="0"/>
          </a:p>
          <a:p>
            <a:endParaRPr lang="en-US" dirty="0"/>
          </a:p>
          <a:p>
            <a:endParaRPr lang="en-US" dirty="0"/>
          </a:p>
          <a:p>
            <a:r>
              <a:rPr lang="en-US" dirty="0"/>
              <a:t>(A realistic Timer Frequency should not be higher than 1KHz, as mentioned before.)</a:t>
            </a:r>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762000" y="3441480"/>
                <a:ext cx="7162800" cy="504818"/>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altLang="zh-CN" dirty="0">
                    <a:solidFill>
                      <a:prstClr val="black"/>
                    </a:solidFill>
                  </a:rPr>
                  <a:t>=</a:t>
                </a:r>
                <a14:m>
                  <m:oMath xmlns:m="http://schemas.openxmlformats.org/officeDocument/2006/math">
                    <m:r>
                      <a:rPr lang="en-US" i="0">
                        <a:latin typeface="Cambria Math" panose="02040503050406030204" pitchFamily="18" charset="0"/>
                      </a:rPr>
                      <m:t> </m:t>
                    </m:r>
                    <m:f>
                      <m:fPr>
                        <m:ctrlPr>
                          <a:rPr lang="en-US" i="1">
                            <a:latin typeface="Cambria Math" panose="02040503050406030204" pitchFamily="18" charset="0"/>
                          </a:rPr>
                        </m:ctrlPr>
                      </m:fPr>
                      <m:num>
                        <m:r>
                          <a:rPr lang="en-US" b="0" i="0" smtClean="0">
                            <a:latin typeface="Cambria Math" panose="02040503050406030204" pitchFamily="18" charset="0"/>
                          </a:rPr>
                          <m:t>400 </m:t>
                        </m:r>
                        <m:r>
                          <m:rPr>
                            <m:sty m:val="p"/>
                          </m:rPr>
                          <a:rPr lang="en-US" b="0" i="0" smtClean="0">
                            <a:latin typeface="Cambria Math" panose="02040503050406030204" pitchFamily="18" charset="0"/>
                          </a:rPr>
                          <m:t>MHz</m:t>
                        </m:r>
                      </m:num>
                      <m:den>
                        <m:r>
                          <m:rPr>
                            <m:sty m:val="p"/>
                          </m:rPr>
                          <a:rPr lang="en-US" b="0" i="0" smtClean="0">
                            <a:latin typeface="Cambria Math" panose="02040503050406030204" pitchFamily="18" charset="0"/>
                          </a:rPr>
                          <m:t>PSC</m:t>
                        </m:r>
                        <m:r>
                          <a:rPr lang="en-US" b="0" i="0" smtClean="0">
                            <a:latin typeface="Cambria Math" panose="02040503050406030204" pitchFamily="18" charset="0"/>
                          </a:rPr>
                          <m:t>+1 </m:t>
                        </m:r>
                      </m:den>
                    </m:f>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400</m:t>
                            </m:r>
                            <m:r>
                              <m:rPr>
                                <m:sty m:val="p"/>
                              </m:rPr>
                              <a:rPr lang="en-US" b="0" i="0" smtClean="0">
                                <a:latin typeface="Cambria Math" panose="02040503050406030204" pitchFamily="18" charset="0"/>
                              </a:rPr>
                              <m:t>MHz</m:t>
                            </m:r>
                          </m:num>
                          <m:den>
                            <m:r>
                              <a:rPr lang="en-US" b="0" i="0" smtClean="0">
                                <a:latin typeface="Cambria Math" panose="02040503050406030204" pitchFamily="18" charset="0"/>
                              </a:rPr>
                              <m:t>65536</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400</m:t>
                            </m:r>
                            <m:r>
                              <m:rPr>
                                <m:sty m:val="p"/>
                              </m:rPr>
                              <a:rPr lang="en-US" b="0" i="0" smtClean="0">
                                <a:latin typeface="Cambria Math" panose="02040503050406030204" pitchFamily="18" charset="0"/>
                              </a:rPr>
                              <m:t>MHz</m:t>
                            </m:r>
                          </m:num>
                          <m:den>
                            <m:r>
                              <a:rPr lang="en-US" b="0" i="0" smtClean="0">
                                <a:latin typeface="Cambria Math" panose="02040503050406030204" pitchFamily="18" charset="0"/>
                              </a:rPr>
                              <m:t>1</m:t>
                            </m:r>
                          </m:den>
                        </m:f>
                      </m:e>
                    </m:d>
                    <m:r>
                      <a:rPr lang="en-US" b="0" i="0" smtClean="0">
                        <a:latin typeface="Cambria Math" panose="02040503050406030204" pitchFamily="18" charset="0"/>
                      </a:rPr>
                      <m:t>=[6.1 </m:t>
                    </m:r>
                    <m:r>
                      <m:rPr>
                        <m:sty m:val="p"/>
                      </m:rPr>
                      <a:rPr lang="en-US" b="0" i="0" smtClean="0">
                        <a:latin typeface="Cambria Math" panose="02040503050406030204" pitchFamily="18" charset="0"/>
                      </a:rPr>
                      <m:t>KHz</m:t>
                    </m:r>
                    <m:r>
                      <a:rPr lang="en-US" b="0" i="0" smtClean="0">
                        <a:latin typeface="Cambria Math" panose="02040503050406030204" pitchFamily="18" charset="0"/>
                      </a:rPr>
                      <m:t>, 400</m:t>
                    </m:r>
                    <m:r>
                      <m:rPr>
                        <m:sty m:val="p"/>
                      </m:rPr>
                      <a:rPr lang="en-US" b="0" i="0" smtClean="0">
                        <a:latin typeface="Cambria Math" panose="02040503050406030204" pitchFamily="18" charset="0"/>
                      </a:rPr>
                      <m:t>MHz</m:t>
                    </m:r>
                    <m:r>
                      <a:rPr lang="en-US" b="0" i="0" smtClean="0">
                        <a:latin typeface="Cambria Math" panose="02040503050406030204" pitchFamily="18" charset="0"/>
                      </a:rPr>
                      <m:t>]</m:t>
                    </m:r>
                  </m:oMath>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762000" y="3441480"/>
                <a:ext cx="7162800" cy="504818"/>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685800" y="4244280"/>
                <a:ext cx="6464975" cy="7087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6.1</m:t>
                              </m:r>
                              <m:r>
                                <a:rPr lang="en-US" b="0" i="1" smtClean="0">
                                  <a:latin typeface="Cambria Math" panose="02040503050406030204" pitchFamily="18" charset="0"/>
                                </a:rPr>
                                <m:t>𝐾𝐻𝑧</m:t>
                              </m:r>
                            </m:num>
                            <m:den>
                              <m:r>
                                <a:rPr lang="en-US" b="0" i="1" smtClean="0">
                                  <a:latin typeface="Cambria Math" panose="02040503050406030204" pitchFamily="18" charset="0"/>
                                </a:rPr>
                                <m:t>65536</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400</m:t>
                              </m:r>
                              <m:r>
                                <a:rPr lang="en-US" b="0" i="1" smtClean="0">
                                  <a:latin typeface="Cambria Math" panose="02040503050406030204" pitchFamily="18" charset="0"/>
                                </a:rPr>
                                <m:t>𝑀𝐻𝑧</m:t>
                              </m:r>
                            </m:num>
                            <m:den>
                              <m:r>
                                <a:rPr lang="en-US" b="0" i="1" smtClean="0">
                                  <a:latin typeface="Cambria Math" panose="02040503050406030204" pitchFamily="18" charset="0"/>
                                </a:rPr>
                                <m:t>1</m:t>
                              </m:r>
                            </m:den>
                          </m:f>
                        </m:e>
                      </m:d>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[0.09</m:t>
                      </m:r>
                      <m:r>
                        <a:rPr lang="en-US" b="0" i="1" smtClean="0">
                          <a:solidFill>
                            <a:prstClr val="black"/>
                          </a:solidFill>
                          <a:latin typeface="Cambria Math" panose="02040503050406030204" pitchFamily="18" charset="0"/>
                        </a:rPr>
                        <m:t>𝐻𝑧</m:t>
                      </m:r>
                      <m:r>
                        <a:rPr lang="en-US" b="0" i="1" smtClean="0">
                          <a:solidFill>
                            <a:prstClr val="black"/>
                          </a:solidFill>
                          <a:latin typeface="Cambria Math" panose="02040503050406030204" pitchFamily="18" charset="0"/>
                        </a:rPr>
                        <m:t>, 400 </m:t>
                      </m:r>
                      <m:r>
                        <a:rPr lang="en-US" b="0" i="1" smtClean="0">
                          <a:solidFill>
                            <a:prstClr val="black"/>
                          </a:solidFill>
                          <a:latin typeface="Cambria Math" panose="02040503050406030204" pitchFamily="18" charset="0"/>
                        </a:rPr>
                        <m:t>𝑀𝐻𝑧</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685800" y="4244280"/>
                <a:ext cx="6464975" cy="70872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07115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Tree>
    <p:extLst>
      <p:ext uri="{BB962C8B-B14F-4D97-AF65-F5344CB8AC3E}">
        <p14:creationId xmlns:p14="http://schemas.microsoft.com/office/powerpoint/2010/main" val="2573725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a:xfrm>
            <a:off x="457200" y="1219200"/>
            <a:ext cx="8229600" cy="2133600"/>
          </a:xfrm>
        </p:spPr>
        <p:txBody>
          <a:bodyPr>
            <a:normAutofit fontScale="70000" lnSpcReduction="20000"/>
          </a:bodyPr>
          <a:lstStyle/>
          <a:p>
            <a:pPr lvl="0"/>
            <a:r>
              <a:rPr lang="en-US" sz="2800" dirty="0"/>
              <a:t>Suppose a 16-bit timer has the following setting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
        <p:nvSpPr>
          <p:cNvPr id="5" name="Title 4"/>
          <p:cNvSpPr>
            <a:spLocks noGrp="1"/>
          </p:cNvSpPr>
          <p:nvPr>
            <p:ph type="title"/>
          </p:nvPr>
        </p:nvSpPr>
        <p:spPr/>
        <p:txBody>
          <a:bodyPr/>
          <a:lstStyle/>
          <a:p>
            <a:r>
              <a:rPr lang="en-US"/>
              <a:t>PWM duty cycle ANS</a:t>
            </a:r>
            <a:endParaRPr lang="en-US" dirty="0"/>
          </a:p>
        </p:txBody>
      </p:sp>
      <mc:AlternateContent xmlns:mc="http://schemas.openxmlformats.org/markup-compatibility/2006" xmlns:a14="http://schemas.microsoft.com/office/drawing/2010/main">
        <mc:Choice Requires="a14">
          <p:sp>
            <p:nvSpPr>
              <p:cNvPr id="6" name="Rectangle 5"/>
              <p:cNvSpPr/>
              <p:nvPr/>
            </p:nvSpPr>
            <p:spPr>
              <a:xfrm>
                <a:off x="807159" y="3376415"/>
                <a:ext cx="7117641" cy="498085"/>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latin typeface="Cambria Math" panose="02040503050406030204" pitchFamily="18" charset="0"/>
                          </a:rPr>
                          <m:t>𝑇𝑖𝑚𝑒𝑟</m:t>
                        </m:r>
                        <m:r>
                          <a:rPr lang="en-US">
                            <a:latin typeface="Cambria Math" panose="02040503050406030204" pitchFamily="18" charset="0"/>
                          </a:rPr>
                          <m:t> </m:t>
                        </m:r>
                        <m:r>
                          <a:rPr lang="en-US" b="0" i="1" smtClean="0">
                            <a:latin typeface="Cambria Math" panose="02040503050406030204" pitchFamily="18" charset="0"/>
                          </a:rPr>
                          <m:t>𝐶𝑙𝑜𝑐𝑘</m:t>
                        </m:r>
                        <m:r>
                          <a:rPr lang="en-US" b="0" i="1" smtClean="0">
                            <a:latin typeface="Cambria Math" panose="02040503050406030204" pitchFamily="18" charset="0"/>
                          </a:rPr>
                          <m:t> </m:t>
                        </m:r>
                        <m:r>
                          <a:rPr lang="en-US" b="0" i="1" smtClean="0">
                            <a:latin typeface="Cambria Math" panose="02040503050406030204" pitchFamily="18" charset="0"/>
                          </a:rPr>
                          <m:t>𝐹𝑟𝑒𝑞</m:t>
                        </m:r>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altLang="zh-CN" dirty="0">
                    <a:solidFill>
                      <a:prstClr val="black"/>
                    </a:solidFill>
                  </a:rPr>
                  <a:t>=</a:t>
                </a:r>
                <a14:m>
                  <m:oMath xmlns:m="http://schemas.openxmlformats.org/officeDocument/2006/math">
                    <m:r>
                      <a:rPr lang="en-US" i="0">
                        <a:latin typeface="Cambria Math" panose="02040503050406030204" pitchFamily="18" charset="0"/>
                      </a:rPr>
                      <m:t> </m:t>
                    </m:r>
                    <m:f>
                      <m:fPr>
                        <m:ctrlPr>
                          <a:rPr lang="en-US" i="1">
                            <a:latin typeface="Cambria Math" panose="02040503050406030204" pitchFamily="18" charset="0"/>
                          </a:rPr>
                        </m:ctrlPr>
                      </m:fPr>
                      <m:num>
                        <m:r>
                          <a:rPr lang="en-US" i="0">
                            <a:latin typeface="Cambria Math" panose="02040503050406030204" pitchFamily="18" charset="0"/>
                          </a:rPr>
                          <m:t>16 </m:t>
                        </m:r>
                        <m:r>
                          <a:rPr lang="en-US" i="1">
                            <a:latin typeface="Cambria Math" panose="02040503050406030204" pitchFamily="18" charset="0"/>
                          </a:rPr>
                          <m:t>𝑀𝐻𝑧</m:t>
                        </m:r>
                      </m:num>
                      <m:den>
                        <m:r>
                          <a:rPr lang="en-US" i="0">
                            <a:latin typeface="Cambria Math" panose="02040503050406030204" pitchFamily="18" charset="0"/>
                          </a:rPr>
                          <m:t>159</m:t>
                        </m:r>
                        <m:r>
                          <a:rPr lang="en-US" b="0" i="0" smtClean="0">
                            <a:latin typeface="Cambria Math" panose="02040503050406030204" pitchFamily="18" charset="0"/>
                          </a:rPr>
                          <m:t>+1</m:t>
                        </m:r>
                        <m:r>
                          <a:rPr lang="en-US" i="0">
                            <a:latin typeface="Cambria Math" panose="02040503050406030204" pitchFamily="18" charset="0"/>
                          </a:rPr>
                          <m:t> </m:t>
                        </m:r>
                      </m:den>
                    </m:f>
                    <m:r>
                      <a:rPr lang="en-US" i="0">
                        <a:latin typeface="Cambria Math" panose="02040503050406030204" pitchFamily="18" charset="0"/>
                      </a:rPr>
                      <m:t>=0.1</m:t>
                    </m:r>
                    <m:r>
                      <a:rPr lang="en-US" i="1">
                        <a:latin typeface="Cambria Math" panose="02040503050406030204" pitchFamily="18" charset="0"/>
                      </a:rPr>
                      <m:t>𝑀𝐻𝑧</m:t>
                    </m:r>
                  </m:oMath>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807159" y="3376415"/>
                <a:ext cx="7117641" cy="498085"/>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807159" y="3973663"/>
                <a:ext cx="5309659"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𝑇𝑖𝑚𝑒𝑟</m:t>
                      </m:r>
                      <m:r>
                        <a:rPr lang="en-US" i="0">
                          <a:latin typeface="Cambria Math" panose="02040503050406030204" pitchFamily="18" charset="0"/>
                        </a:rPr>
                        <m:t> </m:t>
                      </m:r>
                      <m:r>
                        <a:rPr lang="en-US" b="0" i="1" smtClean="0">
                          <a:latin typeface="Cambria Math" panose="02040503050406030204" pitchFamily="18" charset="0"/>
                        </a:rPr>
                        <m:t>𝐹</m:t>
                      </m:r>
                      <m:r>
                        <a:rPr lang="en-US" i="1">
                          <a:latin typeface="Cambria Math" panose="02040503050406030204" pitchFamily="18" charset="0"/>
                        </a:rPr>
                        <m:t>𝑟𝑒𝑞</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𝑇𝑖𝑚𝑒𝑟</m:t>
                          </m:r>
                        </m:sub>
                      </m:sSub>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0.1 </m:t>
                          </m:r>
                          <m:r>
                            <a:rPr lang="en-US" i="1">
                              <a:latin typeface="Cambria Math" panose="02040503050406030204" pitchFamily="18" charset="0"/>
                            </a:rPr>
                            <m:t>𝑀𝐻𝑧</m:t>
                          </m:r>
                        </m:num>
                        <m:den>
                          <m:r>
                            <a:rPr lang="en-US" i="1">
                              <a:latin typeface="Cambria Math" panose="02040503050406030204" pitchFamily="18" charset="0"/>
                            </a:rPr>
                            <m:t>1999+1</m:t>
                          </m:r>
                        </m:den>
                      </m:f>
                      <m:r>
                        <a:rPr lang="en-US" i="1">
                          <a:latin typeface="Cambria Math" panose="02040503050406030204" pitchFamily="18" charset="0"/>
                        </a:rPr>
                        <m:t>=50</m:t>
                      </m:r>
                      <m:r>
                        <a:rPr lang="en-US" i="1">
                          <a:latin typeface="Cambria Math" panose="02040503050406030204" pitchFamily="18" charset="0"/>
                        </a:rPr>
                        <m:t>𝐻𝑧</m:t>
                      </m:r>
                    </m:oMath>
                  </m:oMathPara>
                </a14:m>
                <a:endParaRPr lang="en-US" i="1" dirty="0"/>
              </a:p>
            </p:txBody>
          </p:sp>
        </mc:Choice>
        <mc:Fallback>
          <p:sp>
            <p:nvSpPr>
              <p:cNvPr id="7" name="Rectangle 6"/>
              <p:cNvSpPr>
                <a:spLocks noRot="1" noChangeAspect="1" noMove="1" noResize="1" noEditPoints="1" noAdjustHandles="1" noChangeArrowheads="1" noChangeShapeType="1" noTextEdit="1"/>
              </p:cNvSpPr>
              <p:nvPr/>
            </p:nvSpPr>
            <p:spPr>
              <a:xfrm>
                <a:off x="807159" y="3973663"/>
                <a:ext cx="5309659" cy="623504"/>
              </a:xfrm>
              <a:prstGeom prst="rect">
                <a:avLst/>
              </a:prstGeom>
              <a:blipFill>
                <a:blip r:embed="rId3"/>
                <a:stretch>
                  <a:fillRect/>
                </a:stretch>
              </a:blipFill>
            </p:spPr>
            <p:txBody>
              <a:bodyPr/>
              <a:lstStyle/>
              <a:p>
                <a:r>
                  <a:rPr lang="en-US">
                    <a:noFill/>
                  </a:rPr>
                  <a:t> </a:t>
                </a:r>
              </a:p>
            </p:txBody>
          </p:sp>
        </mc:Fallback>
      </mc:AlternateContent>
      <p:sp>
        <p:nvSpPr>
          <p:cNvPr id="8" name="Rectangle 7"/>
          <p:cNvSpPr/>
          <p:nvPr/>
        </p:nvSpPr>
        <p:spPr>
          <a:xfrm>
            <a:off x="640625" y="5410200"/>
            <a:ext cx="7868442" cy="707886"/>
          </a:xfrm>
          <a:prstGeom prst="rect">
            <a:avLst/>
          </a:prstGeom>
        </p:spPr>
        <p:txBody>
          <a:bodyPr wrap="square">
            <a:spAutoFit/>
          </a:bodyPr>
          <a:lstStyle/>
          <a:p>
            <a:pPr>
              <a:spcBef>
                <a:spcPts val="1000"/>
              </a:spcBef>
            </a:pPr>
            <a:r>
              <a:rPr lang="en-US" sz="2000" dirty="0">
                <a:latin typeface="Times New Roman" panose="02020603050405020304" pitchFamily="18" charset="0"/>
                <a:ea typeface="SimSun" panose="02010600030101010101" pitchFamily="2" charset="-122"/>
              </a:rPr>
              <a:t>PWM output is high on when the counter is 499, 500, 501, …, 1999, a total of 1501 cycles. (This statement is not required in the exam.)</a:t>
            </a:r>
          </a:p>
        </p:txBody>
      </p:sp>
      <mc:AlternateContent xmlns:mc="http://schemas.openxmlformats.org/markup-compatibility/2006" xmlns:a14="http://schemas.microsoft.com/office/drawing/2010/main">
        <mc:Choice Requires="a14">
          <p:sp>
            <p:nvSpPr>
              <p:cNvPr id="9" name="Rectangle 8"/>
              <p:cNvSpPr/>
              <p:nvPr/>
            </p:nvSpPr>
            <p:spPr>
              <a:xfrm>
                <a:off x="807159" y="4600977"/>
                <a:ext cx="6638099" cy="6229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b="0" i="0"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𝐶𝐶𝑅</m:t>
                          </m:r>
                        </m:num>
                        <m:den>
                          <m:r>
                            <a:rPr lang="en-US" b="0" i="1" smtClean="0">
                              <a:latin typeface="Cambria Math" panose="02040503050406030204" pitchFamily="18" charset="0"/>
                            </a:rPr>
                            <m:t>𝐴𝑅𝑅</m:t>
                          </m:r>
                          <m:r>
                            <a:rPr lang="en-US" b="0" i="1" smtClean="0">
                              <a:latin typeface="Cambria Math" panose="02040503050406030204" pitchFamily="18" charset="0"/>
                            </a:rPr>
                            <m:t>+1</m:t>
                          </m:r>
                        </m:den>
                      </m:f>
                      <m:r>
                        <a:rPr lang="en-US" b="0" i="0" smtClean="0">
                          <a:latin typeface="Cambria Math" panose="02040503050406030204" pitchFamily="18" charset="0"/>
                        </a:rPr>
                        <m:t>=</m:t>
                      </m:r>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499</m:t>
                          </m:r>
                        </m:num>
                        <m:den>
                          <m:r>
                            <a:rPr lang="en-US" b="0" i="1" smtClean="0">
                              <a:latin typeface="Cambria Math" panose="02040503050406030204" pitchFamily="18" charset="0"/>
                            </a:rPr>
                            <m:t>1999+1</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1501</m:t>
                          </m:r>
                        </m:num>
                        <m:den>
                          <m:r>
                            <a:rPr lang="en-US" b="0" i="0" smtClean="0">
                              <a:latin typeface="Cambria Math" panose="02040503050406030204" pitchFamily="18" charset="0"/>
                            </a:rPr>
                            <m:t>2000</m:t>
                          </m:r>
                        </m:den>
                      </m:f>
                      <m:r>
                        <a:rPr lang="en-US" i="0">
                          <a:latin typeface="Cambria Math" panose="02040503050406030204" pitchFamily="18" charset="0"/>
                        </a:rPr>
                        <m:t>=75.05% </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807159" y="4600977"/>
                <a:ext cx="6638099" cy="62292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315990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18.9|6.9|6.4"/>
</p:tagLst>
</file>

<file path=ppt/tags/tag2.xml><?xml version="1.0" encoding="utf-8"?>
<p:tagLst xmlns:a="http://schemas.openxmlformats.org/drawingml/2006/main" xmlns:r="http://schemas.openxmlformats.org/officeDocument/2006/relationships" xmlns:p="http://schemas.openxmlformats.org/presentationml/2006/main">
  <p:tag name="TIMING" val="|15|18.9|6.9|6.4"/>
</p:tagLst>
</file>

<file path=ppt/tags/tag3.xml><?xml version="1.0" encoding="utf-8"?>
<p:tagLst xmlns:a="http://schemas.openxmlformats.org/drawingml/2006/main" xmlns:r="http://schemas.openxmlformats.org/officeDocument/2006/relationships" xmlns:p="http://schemas.openxmlformats.org/presentationml/2006/main">
  <p:tag name="TIMING" val="|15|18.9|6.9|6.4"/>
</p:tagLst>
</file>

<file path=ppt/tags/tag4.xml><?xml version="1.0" encoding="utf-8"?>
<p:tagLst xmlns:a="http://schemas.openxmlformats.org/drawingml/2006/main" xmlns:r="http://schemas.openxmlformats.org/officeDocument/2006/relationships" xmlns:p="http://schemas.openxmlformats.org/presentationml/2006/main">
  <p:tag name="TIMING" val="|15|18.9|6.9|6.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3265</TotalTime>
  <Words>1584</Words>
  <Application>Microsoft Office PowerPoint</Application>
  <PresentationFormat>On-screen Show (4:3)</PresentationFormat>
  <Paragraphs>127</Paragraphs>
  <Slides>12</Slides>
  <Notes>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12</vt:i4>
      </vt:variant>
    </vt:vector>
  </HeadingPairs>
  <TitlesOfParts>
    <vt:vector size="24" baseType="lpstr">
      <vt:lpstr>Bookman Old Style (Headings)</vt:lpstr>
      <vt:lpstr>Gill Sans Light</vt:lpstr>
      <vt:lpstr>Bookman Old Style</vt:lpstr>
      <vt:lpstr>Calibri</vt:lpstr>
      <vt:lpstr>Cambria Math</vt:lpstr>
      <vt:lpstr>Consolas</vt:lpstr>
      <vt:lpstr>Gill Sans MT</vt:lpstr>
      <vt:lpstr>Times New Roman</vt:lpstr>
      <vt:lpstr>Wingdings</vt:lpstr>
      <vt:lpstr>Wingdings 3</vt:lpstr>
      <vt:lpstr>Origin</vt:lpstr>
      <vt:lpstr>2_Origin</vt:lpstr>
      <vt:lpstr>PowerPoint Presentation</vt:lpstr>
      <vt:lpstr>Summary of Equations</vt:lpstr>
      <vt:lpstr>Calculating ARR</vt:lpstr>
      <vt:lpstr>Calculating ARR ANS</vt:lpstr>
      <vt:lpstr>Calculating ARR with prescaler</vt:lpstr>
      <vt:lpstr>Calculating ARR with prescaler ANS</vt:lpstr>
      <vt:lpstr>Calculating the ARR</vt:lpstr>
      <vt:lpstr>Calculating the ARR ANS</vt:lpstr>
      <vt:lpstr>Clock Frequency and Timer Frequency</vt:lpstr>
      <vt:lpstr>Clock Frequency and Timer Frequency ANS</vt:lpstr>
      <vt:lpstr>PWM duty cycle</vt:lpstr>
      <vt:lpstr>PWM duty cycle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352</cp:revision>
  <cp:lastPrinted>2018-03-23T02:32:24Z</cp:lastPrinted>
  <dcterms:created xsi:type="dcterms:W3CDTF">2013-02-03T05:36:57Z</dcterms:created>
  <dcterms:modified xsi:type="dcterms:W3CDTF">2025-09-28T21:31:57Z</dcterms:modified>
</cp:coreProperties>
</file>