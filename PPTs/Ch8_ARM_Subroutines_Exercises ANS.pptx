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78" r:id="rId3"/>
    <p:sldId id="279" r:id="rId4"/>
    <p:sldId id="352" r:id="rId5"/>
    <p:sldId id="261" r:id="rId6"/>
    <p:sldId id="263" r:id="rId7"/>
    <p:sldId id="280" r:id="rId8"/>
    <p:sldId id="260" r:id="rId9"/>
    <p:sldId id="264" r:id="rId10"/>
    <p:sldId id="268" r:id="rId11"/>
    <p:sldId id="762" r:id="rId12"/>
    <p:sldId id="761" r:id="rId13"/>
    <p:sldId id="760" r:id="rId14"/>
    <p:sldId id="759" r:id="rId15"/>
    <p:sldId id="371" r:id="rId16"/>
    <p:sldId id="369" r:id="rId17"/>
    <p:sldId id="367" r:id="rId18"/>
    <p:sldId id="374" r:id="rId19"/>
    <p:sldId id="257" r:id="rId20"/>
    <p:sldId id="258" r:id="rId21"/>
    <p:sldId id="281" r:id="rId22"/>
    <p:sldId id="282" r:id="rId23"/>
    <p:sldId id="283" r:id="rId24"/>
    <p:sldId id="286" r:id="rId25"/>
    <p:sldId id="353" r:id="rId26"/>
    <p:sldId id="354" r:id="rId27"/>
    <p:sldId id="757" r:id="rId28"/>
    <p:sldId id="751" r:id="rId29"/>
    <p:sldId id="752" r:id="rId30"/>
    <p:sldId id="756" r:id="rId31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FF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F0AC7-7898-4CAF-8C74-9051912ABD73}" v="193" dt="2025-10-14T21:11:06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4"/>
    <p:restoredTop sz="70850" autoAdjust="0"/>
  </p:normalViewPr>
  <p:slideViewPr>
    <p:cSldViewPr>
      <p:cViewPr varScale="1">
        <p:scale>
          <a:sx n="58" d="100"/>
          <a:sy n="58" d="100"/>
        </p:scale>
        <p:origin x="197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">
      <pc:chgData name="Zonghua Gu" userId="9a7e1853e1951ef5" providerId="LiveId" clId="{CF1FAA12-072C-4ED5-BA76-0FFFAEFDB88A}" dt="2025-10-14T21:12:16.519" v="2919" actId="20577"/>
      <pc:docMkLst>
        <pc:docMk/>
      </pc:docMkLst>
      <pc:sldChg chg="modSp mod">
        <pc:chgData name="Zonghua Gu" userId="9a7e1853e1951ef5" providerId="LiveId" clId="{CF1FAA12-072C-4ED5-BA76-0FFFAEFDB88A}" dt="2025-09-22T00:19:03.232" v="111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21T23:15:22.214" v="24" actId="20577"/>
          <ac:spMkLst>
            <pc:docMk/>
            <pc:sldMk cId="1683281344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21T23:15:26.630" v="29" actId="20577"/>
          <ac:spMkLst>
            <pc:docMk/>
            <pc:sldMk cId="1683281344" sldId="256"/>
            <ac:spMk id="3" creationId="{00000000-0000-0000-0000-000000000000}"/>
          </ac:spMkLst>
        </pc:spChg>
        <pc:spChg chg="mod">
          <ac:chgData name="Zonghua Gu" userId="9a7e1853e1951ef5" providerId="LiveId" clId="{CF1FAA12-072C-4ED5-BA76-0FFFAEFDB88A}" dt="2025-09-22T00:19:03.232" v="111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addSp delSp modSp new mod">
        <pc:chgData name="Zonghua Gu" userId="9a7e1853e1951ef5" providerId="LiveId" clId="{CF1FAA12-072C-4ED5-BA76-0FFFAEFDB88A}" dt="2025-09-22T19:01:29.316" v="303" actId="20577"/>
        <pc:sldMkLst>
          <pc:docMk/>
          <pc:sldMk cId="4120051107" sldId="257"/>
        </pc:sldMkLst>
        <pc:spChg chg="mod">
          <ac:chgData name="Zonghua Gu" userId="9a7e1853e1951ef5" providerId="LiveId" clId="{CF1FAA12-072C-4ED5-BA76-0FFFAEFDB88A}" dt="2025-09-22T00:20:22.744" v="131" actId="20577"/>
          <ac:spMkLst>
            <pc:docMk/>
            <pc:sldMk cId="4120051107" sldId="257"/>
            <ac:spMk id="2" creationId="{53769777-22BA-A4F2-A717-CA88FA78E82B}"/>
          </ac:spMkLst>
        </pc:spChg>
        <pc:spChg chg="mod">
          <ac:chgData name="Zonghua Gu" userId="9a7e1853e1951ef5" providerId="LiveId" clId="{CF1FAA12-072C-4ED5-BA76-0FFFAEFDB88A}" dt="2025-09-22T19:01:29.316" v="303" actId="20577"/>
          <ac:spMkLst>
            <pc:docMk/>
            <pc:sldMk cId="4120051107" sldId="257"/>
            <ac:spMk id="4" creationId="{5998200F-E2E0-2FC9-A24B-3D85B65165B0}"/>
          </ac:spMkLst>
        </pc:spChg>
        <pc:graphicFrameChg chg="add mod modGraphic">
          <ac:chgData name="Zonghua Gu" userId="9a7e1853e1951ef5" providerId="LiveId" clId="{CF1FAA12-072C-4ED5-BA76-0FFFAEFDB88A}" dt="2025-09-22T00:24:02.177" v="170" actId="1076"/>
          <ac:graphicFrameMkLst>
            <pc:docMk/>
            <pc:sldMk cId="4120051107" sldId="257"/>
            <ac:graphicFrameMk id="5" creationId="{A554D579-850A-433C-2F4C-D7CBDE33F5FD}"/>
          </ac:graphicFrameMkLst>
        </pc:graphicFrameChg>
        <pc:graphicFrameChg chg="add mod modGraphic">
          <ac:chgData name="Zonghua Gu" userId="9a7e1853e1951ef5" providerId="LiveId" clId="{CF1FAA12-072C-4ED5-BA76-0FFFAEFDB88A}" dt="2025-09-22T00:25:52.962" v="266" actId="20577"/>
          <ac:graphicFrameMkLst>
            <pc:docMk/>
            <pc:sldMk cId="4120051107" sldId="257"/>
            <ac:graphicFrameMk id="7" creationId="{7F3EEF33-13EC-BB93-CE67-9DD4DBFC221D}"/>
          </ac:graphicFrameMkLst>
        </pc:graphicFrameChg>
      </pc:sldChg>
      <pc:sldChg chg="modSp add mod">
        <pc:chgData name="Zonghua Gu" userId="9a7e1853e1951ef5" providerId="LiveId" clId="{CF1FAA12-072C-4ED5-BA76-0FFFAEFDB88A}" dt="2025-09-22T00:26:13.917" v="268" actId="207"/>
        <pc:sldMkLst>
          <pc:docMk/>
          <pc:sldMk cId="1814278120" sldId="258"/>
        </pc:sldMkLst>
        <pc:spChg chg="mod">
          <ac:chgData name="Zonghua Gu" userId="9a7e1853e1951ef5" providerId="LiveId" clId="{CF1FAA12-072C-4ED5-BA76-0FFFAEFDB88A}" dt="2025-09-22T00:24:43.848" v="185" actId="20577"/>
          <ac:spMkLst>
            <pc:docMk/>
            <pc:sldMk cId="1814278120" sldId="258"/>
            <ac:spMk id="2" creationId="{26AB2E9D-CA3F-A924-BCF5-E675F73BE73B}"/>
          </ac:spMkLst>
        </pc:spChg>
        <pc:spChg chg="mod">
          <ac:chgData name="Zonghua Gu" userId="9a7e1853e1951ef5" providerId="LiveId" clId="{CF1FAA12-072C-4ED5-BA76-0FFFAEFDB88A}" dt="2025-09-22T00:26:11.430" v="267" actId="14100"/>
          <ac:spMkLst>
            <pc:docMk/>
            <pc:sldMk cId="1814278120" sldId="258"/>
            <ac:spMk id="4" creationId="{888CA4B8-E23A-61B6-D388-BD1EFFC38D5F}"/>
          </ac:spMkLst>
        </pc:spChg>
        <pc:graphicFrameChg chg="mod modGraphic">
          <ac:chgData name="Zonghua Gu" userId="9a7e1853e1951ef5" providerId="LiveId" clId="{CF1FAA12-072C-4ED5-BA76-0FFFAEFDB88A}" dt="2025-09-22T00:26:13.917" v="268" actId="207"/>
          <ac:graphicFrameMkLst>
            <pc:docMk/>
            <pc:sldMk cId="1814278120" sldId="258"/>
            <ac:graphicFrameMk id="7" creationId="{63F81107-A59E-5244-C57F-4AFF69A7D613}"/>
          </ac:graphicFrameMkLst>
        </pc:graphicFrameChg>
      </pc:sldChg>
      <pc:sldChg chg="addSp delSp modSp new del mod">
        <pc:chgData name="Zonghua Gu" userId="9a7e1853e1951ef5" providerId="LiveId" clId="{CF1FAA12-072C-4ED5-BA76-0FFFAEFDB88A}" dt="2025-09-25T15:30:56.049" v="2336" actId="47"/>
        <pc:sldMkLst>
          <pc:docMk/>
          <pc:sldMk cId="2724411605" sldId="259"/>
        </pc:sldMkLst>
      </pc:sldChg>
      <pc:sldChg chg="addSp delSp modSp add mod">
        <pc:chgData name="Zonghua Gu" userId="9a7e1853e1951ef5" providerId="LiveId" clId="{CF1FAA12-072C-4ED5-BA76-0FFFAEFDB88A}" dt="2025-09-22T19:33:58.510" v="660" actId="478"/>
        <pc:sldMkLst>
          <pc:docMk/>
          <pc:sldMk cId="3884894996" sldId="260"/>
        </pc:sldMkLst>
        <pc:spChg chg="mod">
          <ac:chgData name="Zonghua Gu" userId="9a7e1853e1951ef5" providerId="LiveId" clId="{CF1FAA12-072C-4ED5-BA76-0FFFAEFDB88A}" dt="2025-09-22T19:04:35.554" v="335" actId="20577"/>
          <ac:spMkLst>
            <pc:docMk/>
            <pc:sldMk cId="3884894996" sldId="260"/>
            <ac:spMk id="2" creationId="{24322505-1263-8867-CBD4-3845DB776BF0}"/>
          </ac:spMkLst>
        </pc:spChg>
        <pc:spChg chg="mod">
          <ac:chgData name="Zonghua Gu" userId="9a7e1853e1951ef5" providerId="LiveId" clId="{CF1FAA12-072C-4ED5-BA76-0FFFAEFDB88A}" dt="2025-09-22T19:28:22.455" v="595" actId="27636"/>
          <ac:spMkLst>
            <pc:docMk/>
            <pc:sldMk cId="3884894996" sldId="260"/>
            <ac:spMk id="4" creationId="{36843E04-780F-8745-F7A3-B8C73E674D4A}"/>
          </ac:spMkLst>
        </pc:spChg>
        <pc:spChg chg="add mod">
          <ac:chgData name="Zonghua Gu" userId="9a7e1853e1951ef5" providerId="LiveId" clId="{CF1FAA12-072C-4ED5-BA76-0FFFAEFDB88A}" dt="2025-09-22T19:29:15.294" v="609" actId="1038"/>
          <ac:spMkLst>
            <pc:docMk/>
            <pc:sldMk cId="3884894996" sldId="260"/>
            <ac:spMk id="9" creationId="{FBE0A9DC-0F13-5E17-C834-D68F85D8A1B9}"/>
          </ac:spMkLst>
        </pc:spChg>
        <pc:spChg chg="add mod">
          <ac:chgData name="Zonghua Gu" userId="9a7e1853e1951ef5" providerId="LiveId" clId="{CF1FAA12-072C-4ED5-BA76-0FFFAEFDB88A}" dt="2025-09-22T19:30:14.892" v="628" actId="1076"/>
          <ac:spMkLst>
            <pc:docMk/>
            <pc:sldMk cId="3884894996" sldId="260"/>
            <ac:spMk id="10" creationId="{DE97FC87-43CF-4901-CF7A-C5C93E8F3712}"/>
          </ac:spMkLst>
        </pc:spChg>
        <pc:spChg chg="add mod">
          <ac:chgData name="Zonghua Gu" userId="9a7e1853e1951ef5" providerId="LiveId" clId="{CF1FAA12-072C-4ED5-BA76-0FFFAEFDB88A}" dt="2025-09-22T19:30:14.892" v="628" actId="1076"/>
          <ac:spMkLst>
            <pc:docMk/>
            <pc:sldMk cId="3884894996" sldId="260"/>
            <ac:spMk id="12" creationId="{B243B488-2D7A-A8C2-598C-7289DABA24B7}"/>
          </ac:spMkLst>
        </pc:spChg>
        <pc:spChg chg="add mod">
          <ac:chgData name="Zonghua Gu" userId="9a7e1853e1951ef5" providerId="LiveId" clId="{CF1FAA12-072C-4ED5-BA76-0FFFAEFDB88A}" dt="2025-09-22T19:30:14.892" v="628" actId="1076"/>
          <ac:spMkLst>
            <pc:docMk/>
            <pc:sldMk cId="3884894996" sldId="260"/>
            <ac:spMk id="13" creationId="{EA6F7C4A-B9A7-2468-84A3-CDFC9A75A5CB}"/>
          </ac:spMkLst>
        </pc:spChg>
        <pc:spChg chg="add mod">
          <ac:chgData name="Zonghua Gu" userId="9a7e1853e1951ef5" providerId="LiveId" clId="{CF1FAA12-072C-4ED5-BA76-0FFFAEFDB88A}" dt="2025-09-22T19:30:14.892" v="628" actId="1076"/>
          <ac:spMkLst>
            <pc:docMk/>
            <pc:sldMk cId="3884894996" sldId="260"/>
            <ac:spMk id="15" creationId="{89C82B0B-D220-355C-C11A-2B105F6B47A5}"/>
          </ac:spMkLst>
        </pc:spChg>
        <pc:spChg chg="add mod">
          <ac:chgData name="Zonghua Gu" userId="9a7e1853e1951ef5" providerId="LiveId" clId="{CF1FAA12-072C-4ED5-BA76-0FFFAEFDB88A}" dt="2025-09-22T19:30:14.892" v="628" actId="1076"/>
          <ac:spMkLst>
            <pc:docMk/>
            <pc:sldMk cId="3884894996" sldId="260"/>
            <ac:spMk id="16" creationId="{AB622E9D-674E-4337-516D-F1611B40B59F}"/>
          </ac:spMkLst>
        </pc:spChg>
        <pc:spChg chg="add mod">
          <ac:chgData name="Zonghua Gu" userId="9a7e1853e1951ef5" providerId="LiveId" clId="{CF1FAA12-072C-4ED5-BA76-0FFFAEFDB88A}" dt="2025-09-22T19:30:14.892" v="628" actId="1076"/>
          <ac:spMkLst>
            <pc:docMk/>
            <pc:sldMk cId="3884894996" sldId="260"/>
            <ac:spMk id="17" creationId="{89FABA7E-D88F-B22C-2671-4103A5520001}"/>
          </ac:spMkLst>
        </pc:spChg>
        <pc:spChg chg="add mod">
          <ac:chgData name="Zonghua Gu" userId="9a7e1853e1951ef5" providerId="LiveId" clId="{CF1FAA12-072C-4ED5-BA76-0FFFAEFDB88A}" dt="2025-09-22T19:30:14.892" v="628" actId="1076"/>
          <ac:spMkLst>
            <pc:docMk/>
            <pc:sldMk cId="3884894996" sldId="260"/>
            <ac:spMk id="18" creationId="{575A4558-8CD1-5604-11F5-98FCE4191B47}"/>
          </ac:spMkLst>
        </pc:spChg>
        <pc:spChg chg="add mod">
          <ac:chgData name="Zonghua Gu" userId="9a7e1853e1951ef5" providerId="LiveId" clId="{CF1FAA12-072C-4ED5-BA76-0FFFAEFDB88A}" dt="2025-09-22T19:30:33.802" v="632" actId="1076"/>
          <ac:spMkLst>
            <pc:docMk/>
            <pc:sldMk cId="3884894996" sldId="260"/>
            <ac:spMk id="20" creationId="{2F85393E-30E2-EDCD-D332-A91D6B997220}"/>
          </ac:spMkLst>
        </pc:spChg>
        <pc:spChg chg="add mod">
          <ac:chgData name="Zonghua Gu" userId="9a7e1853e1951ef5" providerId="LiveId" clId="{CF1FAA12-072C-4ED5-BA76-0FFFAEFDB88A}" dt="2025-09-22T19:30:33.802" v="632" actId="1076"/>
          <ac:spMkLst>
            <pc:docMk/>
            <pc:sldMk cId="3884894996" sldId="260"/>
            <ac:spMk id="21" creationId="{4524FD91-BDC9-DC17-142A-13AD5F27DA31}"/>
          </ac:spMkLst>
        </pc:spChg>
        <pc:spChg chg="add mod">
          <ac:chgData name="Zonghua Gu" userId="9a7e1853e1951ef5" providerId="LiveId" clId="{CF1FAA12-072C-4ED5-BA76-0FFFAEFDB88A}" dt="2025-09-22T19:31:17.989" v="655" actId="1076"/>
          <ac:spMkLst>
            <pc:docMk/>
            <pc:sldMk cId="3884894996" sldId="260"/>
            <ac:spMk id="22" creationId="{875DABEC-3EAE-282B-99E0-5AD8630AFE37}"/>
          </ac:spMkLst>
        </pc:spChg>
        <pc:graphicFrameChg chg="add mod">
          <ac:chgData name="Zonghua Gu" userId="9a7e1853e1951ef5" providerId="LiveId" clId="{CF1FAA12-072C-4ED5-BA76-0FFFAEFDB88A}" dt="2025-09-22T19:28:38.019" v="598" actId="1076"/>
          <ac:graphicFrameMkLst>
            <pc:docMk/>
            <pc:sldMk cId="3884894996" sldId="260"/>
            <ac:graphicFrameMk id="8" creationId="{03308E94-A0F6-359D-717D-891E2E630EAB}"/>
          </ac:graphicFrameMkLst>
        </pc:graphicFrameChg>
        <pc:graphicFrameChg chg="mod">
          <ac:chgData name="Zonghua Gu" userId="9a7e1853e1951ef5" providerId="LiveId" clId="{CF1FAA12-072C-4ED5-BA76-0FFFAEFDB88A}" dt="2025-09-22T19:30:02.517" v="626" actId="1076"/>
          <ac:graphicFrameMkLst>
            <pc:docMk/>
            <pc:sldMk cId="3884894996" sldId="260"/>
            <ac:graphicFrameMk id="11" creationId="{F41DF45E-6835-8E25-656C-8E8DC4631F0E}"/>
          </ac:graphicFrameMkLst>
        </pc:graphicFrameChg>
        <pc:graphicFrameChg chg="add mod">
          <ac:chgData name="Zonghua Gu" userId="9a7e1853e1951ef5" providerId="LiveId" clId="{CF1FAA12-072C-4ED5-BA76-0FFFAEFDB88A}" dt="2025-09-22T19:29:58.746" v="625" actId="1076"/>
          <ac:graphicFrameMkLst>
            <pc:docMk/>
            <pc:sldMk cId="3884894996" sldId="260"/>
            <ac:graphicFrameMk id="14" creationId="{D915B79B-0559-150B-208E-D718B7EC52C1}"/>
          </ac:graphicFrameMkLst>
        </pc:graphicFrameChg>
        <pc:graphicFrameChg chg="add mod modGraphic">
          <ac:chgData name="Zonghua Gu" userId="9a7e1853e1951ef5" providerId="LiveId" clId="{CF1FAA12-072C-4ED5-BA76-0FFFAEFDB88A}" dt="2025-09-22T19:30:37.736" v="633" actId="6549"/>
          <ac:graphicFrameMkLst>
            <pc:docMk/>
            <pc:sldMk cId="3884894996" sldId="260"/>
            <ac:graphicFrameMk id="19" creationId="{138764CE-BAA4-9C81-9732-4DD4B550914C}"/>
          </ac:graphicFrameMkLst>
        </pc:graphicFrameChg>
      </pc:sldChg>
      <pc:sldChg chg="addSp delSp modSp new mod">
        <pc:chgData name="Zonghua Gu" userId="9a7e1853e1951ef5" providerId="LiveId" clId="{CF1FAA12-072C-4ED5-BA76-0FFFAEFDB88A}" dt="2025-09-22T19:27:41.816" v="549"/>
        <pc:sldMkLst>
          <pc:docMk/>
          <pc:sldMk cId="437885179" sldId="261"/>
        </pc:sldMkLst>
        <pc:spChg chg="mod">
          <ac:chgData name="Zonghua Gu" userId="9a7e1853e1951ef5" providerId="LiveId" clId="{CF1FAA12-072C-4ED5-BA76-0FFFAEFDB88A}" dt="2025-09-22T19:27:14.223" v="541" actId="20577"/>
          <ac:spMkLst>
            <pc:docMk/>
            <pc:sldMk cId="437885179" sldId="261"/>
            <ac:spMk id="2" creationId="{A840350A-DE76-846E-5AB2-1DE2EDB0E9E9}"/>
          </ac:spMkLst>
        </pc:spChg>
        <pc:spChg chg="add del mod">
          <ac:chgData name="Zonghua Gu" userId="9a7e1853e1951ef5" providerId="LiveId" clId="{CF1FAA12-072C-4ED5-BA76-0FFFAEFDB88A}" dt="2025-09-22T19:22:58.977" v="495" actId="14100"/>
          <ac:spMkLst>
            <pc:docMk/>
            <pc:sldMk cId="437885179" sldId="261"/>
            <ac:spMk id="4" creationId="{F8B814FC-F419-027A-EA4D-935437EEAA0E}"/>
          </ac:spMkLst>
        </pc:spChg>
        <pc:spChg chg="add mod">
          <ac:chgData name="Zonghua Gu" userId="9a7e1853e1951ef5" providerId="LiveId" clId="{CF1FAA12-072C-4ED5-BA76-0FFFAEFDB88A}" dt="2025-09-22T19:23:54.528" v="512" actId="1076"/>
          <ac:spMkLst>
            <pc:docMk/>
            <pc:sldMk cId="437885179" sldId="261"/>
            <ac:spMk id="8" creationId="{21C00B18-AB39-00EF-930D-94A66B3DBEEE}"/>
          </ac:spMkLst>
        </pc:spChg>
        <pc:spChg chg="add mod">
          <ac:chgData name="Zonghua Gu" userId="9a7e1853e1951ef5" providerId="LiveId" clId="{CF1FAA12-072C-4ED5-BA76-0FFFAEFDB88A}" dt="2025-09-22T19:23:54.528" v="512" actId="1076"/>
          <ac:spMkLst>
            <pc:docMk/>
            <pc:sldMk cId="437885179" sldId="261"/>
            <ac:spMk id="9" creationId="{2D771397-E6F5-FBB8-542D-C5B13309CE80}"/>
          </ac:spMkLst>
        </pc:spChg>
        <pc:spChg chg="add mod">
          <ac:chgData name="Zonghua Gu" userId="9a7e1853e1951ef5" providerId="LiveId" clId="{CF1FAA12-072C-4ED5-BA76-0FFFAEFDB88A}" dt="2025-09-22T19:23:58.413" v="513" actId="1076"/>
          <ac:spMkLst>
            <pc:docMk/>
            <pc:sldMk cId="437885179" sldId="261"/>
            <ac:spMk id="16" creationId="{F8C9E426-19B3-C381-5E30-7C2FF94F96E8}"/>
          </ac:spMkLst>
        </pc:spChg>
        <pc:spChg chg="add mod">
          <ac:chgData name="Zonghua Gu" userId="9a7e1853e1951ef5" providerId="LiveId" clId="{CF1FAA12-072C-4ED5-BA76-0FFFAEFDB88A}" dt="2025-09-22T19:27:41.816" v="549"/>
          <ac:spMkLst>
            <pc:docMk/>
            <pc:sldMk cId="437885179" sldId="261"/>
            <ac:spMk id="22" creationId="{8C3A0F5D-E35F-6473-85B4-E60E6B15F6BA}"/>
          </ac:spMkLst>
        </pc:spChg>
        <pc:graphicFrameChg chg="add mod modGraphic">
          <ac:chgData name="Zonghua Gu" userId="9a7e1853e1951ef5" providerId="LiveId" clId="{CF1FAA12-072C-4ED5-BA76-0FFFAEFDB88A}" dt="2025-09-22T19:23:54.528" v="512" actId="1076"/>
          <ac:graphicFrameMkLst>
            <pc:docMk/>
            <pc:sldMk cId="437885179" sldId="261"/>
            <ac:graphicFrameMk id="7" creationId="{9CA273F4-CE16-CD49-EA0C-05FC3BE81836}"/>
          </ac:graphicFrameMkLst>
        </pc:graphicFrameChg>
        <pc:graphicFrameChg chg="add mod modGraphic">
          <ac:chgData name="Zonghua Gu" userId="9a7e1853e1951ef5" providerId="LiveId" clId="{CF1FAA12-072C-4ED5-BA76-0FFFAEFDB88A}" dt="2025-09-22T19:27:24.138" v="543" actId="6549"/>
          <ac:graphicFrameMkLst>
            <pc:docMk/>
            <pc:sldMk cId="437885179" sldId="261"/>
            <ac:graphicFrameMk id="10" creationId="{769E05C3-D653-26B3-A1FA-DB8D01C197A6}"/>
          </ac:graphicFrameMkLst>
        </pc:graphicFrameChg>
        <pc:graphicFrameChg chg="add mod">
          <ac:chgData name="Zonghua Gu" userId="9a7e1853e1951ef5" providerId="LiveId" clId="{CF1FAA12-072C-4ED5-BA76-0FFFAEFDB88A}" dt="2025-09-22T19:24:02.176" v="514" actId="1076"/>
          <ac:graphicFrameMkLst>
            <pc:docMk/>
            <pc:sldMk cId="437885179" sldId="261"/>
            <ac:graphicFrameMk id="13" creationId="{E2800F77-7DAB-31B4-1921-A01DE4EBD781}"/>
          </ac:graphicFrameMkLst>
        </pc:graphicFrameChg>
      </pc:sldChg>
      <pc:sldChg chg="modSp add del mod">
        <pc:chgData name="Zonghua Gu" userId="9a7e1853e1951ef5" providerId="LiveId" clId="{CF1FAA12-072C-4ED5-BA76-0FFFAEFDB88A}" dt="2025-09-22T19:33:49.397" v="659" actId="47"/>
        <pc:sldMkLst>
          <pc:docMk/>
          <pc:sldMk cId="811408396" sldId="262"/>
        </pc:sldMkLst>
      </pc:sldChg>
      <pc:sldChg chg="addSp modSp add mod">
        <pc:chgData name="Zonghua Gu" userId="9a7e1853e1951ef5" providerId="LiveId" clId="{CF1FAA12-072C-4ED5-BA76-0FFFAEFDB88A}" dt="2025-09-22T19:38:04.649" v="819" actId="20577"/>
        <pc:sldMkLst>
          <pc:docMk/>
          <pc:sldMk cId="2007294765" sldId="263"/>
        </pc:sldMkLst>
        <pc:spChg chg="add mod">
          <ac:chgData name="Zonghua Gu" userId="9a7e1853e1951ef5" providerId="LiveId" clId="{CF1FAA12-072C-4ED5-BA76-0FFFAEFDB88A}" dt="2025-09-22T19:38:04.649" v="819" actId="20577"/>
          <ac:spMkLst>
            <pc:docMk/>
            <pc:sldMk cId="2007294765" sldId="263"/>
            <ac:spMk id="5" creationId="{E934273F-86D4-4FCA-7A42-387A88B6F17F}"/>
          </ac:spMkLst>
        </pc:spChg>
      </pc:sldChg>
      <pc:sldChg chg="modSp add mod">
        <pc:chgData name="Zonghua Gu" userId="9a7e1853e1951ef5" providerId="LiveId" clId="{CF1FAA12-072C-4ED5-BA76-0FFFAEFDB88A}" dt="2025-10-14T21:11:45.950" v="2885" actId="20577"/>
        <pc:sldMkLst>
          <pc:docMk/>
          <pc:sldMk cId="245926897" sldId="264"/>
        </pc:sldMkLst>
        <pc:spChg chg="mod">
          <ac:chgData name="Zonghua Gu" userId="9a7e1853e1951ef5" providerId="LiveId" clId="{CF1FAA12-072C-4ED5-BA76-0FFFAEFDB88A}" dt="2025-10-14T21:11:45.950" v="2885" actId="20577"/>
          <ac:spMkLst>
            <pc:docMk/>
            <pc:sldMk cId="245926897" sldId="264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0-14T21:11:39.917" v="2884" actId="14100"/>
          <ac:spMkLst>
            <pc:docMk/>
            <pc:sldMk cId="245926897" sldId="264"/>
            <ac:spMk id="32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949426341" sldId="266"/>
        </pc:sldMkLst>
      </pc:sldChg>
      <pc:sldChg chg="modSp add mod">
        <pc:chgData name="Zonghua Gu" userId="9a7e1853e1951ef5" providerId="LiveId" clId="{CF1FAA12-072C-4ED5-BA76-0FFFAEFDB88A}" dt="2025-10-14T21:12:16.519" v="2919" actId="20577"/>
        <pc:sldMkLst>
          <pc:docMk/>
          <pc:sldMk cId="2098831747" sldId="268"/>
        </pc:sldMkLst>
        <pc:spChg chg="mod">
          <ac:chgData name="Zonghua Gu" userId="9a7e1853e1951ef5" providerId="LiveId" clId="{CF1FAA12-072C-4ED5-BA76-0FFFAEFDB88A}" dt="2025-10-14T21:11:51.484" v="2892" actId="20577"/>
          <ac:spMkLst>
            <pc:docMk/>
            <pc:sldMk cId="2098831747" sldId="268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0-14T21:12:16.519" v="2919" actId="20577"/>
          <ac:spMkLst>
            <pc:docMk/>
            <pc:sldMk cId="2098831747" sldId="268"/>
            <ac:spMk id="32" creationId="{00000000-0000-0000-0000-000000000000}"/>
          </ac:spMkLst>
        </pc:spChg>
      </pc:sldChg>
      <pc:sldChg chg="addSp modSp add">
        <pc:chgData name="Zonghua Gu" userId="9a7e1853e1951ef5" providerId="LiveId" clId="{CF1FAA12-072C-4ED5-BA76-0FFFAEFDB88A}" dt="2025-09-22T19:33:26.215" v="657"/>
        <pc:sldMkLst>
          <pc:docMk/>
          <pc:sldMk cId="1120632604" sldId="278"/>
        </pc:sldMkLst>
        <pc:spChg chg="add mod">
          <ac:chgData name="Zonghua Gu" userId="9a7e1853e1951ef5" providerId="LiveId" clId="{CF1FAA12-072C-4ED5-BA76-0FFFAEFDB88A}" dt="2025-09-22T19:33:26.215" v="657"/>
          <ac:spMkLst>
            <pc:docMk/>
            <pc:sldMk cId="1120632604" sldId="278"/>
            <ac:spMk id="7" creationId="{CA1DAB37-747D-183E-CAAD-AD690621F135}"/>
          </ac:spMkLst>
        </pc:spChg>
      </pc:sldChg>
      <pc:sldChg chg="addSp modSp add">
        <pc:chgData name="Zonghua Gu" userId="9a7e1853e1951ef5" providerId="LiveId" clId="{CF1FAA12-072C-4ED5-BA76-0FFFAEFDB88A}" dt="2025-09-22T19:33:28.753" v="658"/>
        <pc:sldMkLst>
          <pc:docMk/>
          <pc:sldMk cId="424972285" sldId="279"/>
        </pc:sldMkLst>
        <pc:spChg chg="add mod">
          <ac:chgData name="Zonghua Gu" userId="9a7e1853e1951ef5" providerId="LiveId" clId="{CF1FAA12-072C-4ED5-BA76-0FFFAEFDB88A}" dt="2025-09-22T19:33:28.753" v="658"/>
          <ac:spMkLst>
            <pc:docMk/>
            <pc:sldMk cId="424972285" sldId="279"/>
            <ac:spMk id="8" creationId="{81298358-2851-DD72-AD97-76AEE8B1D766}"/>
          </ac:spMkLst>
        </pc:spChg>
      </pc:sldChg>
      <pc:sldChg chg="delSp modSp add mod">
        <pc:chgData name="Zonghua Gu" userId="9a7e1853e1951ef5" providerId="LiveId" clId="{CF1FAA12-072C-4ED5-BA76-0FFFAEFDB88A}" dt="2025-09-25T15:30:53.953" v="2335" actId="27636"/>
        <pc:sldMkLst>
          <pc:docMk/>
          <pc:sldMk cId="465749855" sldId="280"/>
        </pc:sldMkLst>
        <pc:spChg chg="mod">
          <ac:chgData name="Zonghua Gu" userId="9a7e1853e1951ef5" providerId="LiveId" clId="{CF1FAA12-072C-4ED5-BA76-0FFFAEFDB88A}" dt="2025-09-22T19:35:22.290" v="662" actId="20577"/>
          <ac:spMkLst>
            <pc:docMk/>
            <pc:sldMk cId="465749855" sldId="280"/>
            <ac:spMk id="2" creationId="{8CE305BA-4383-D05A-A09F-E8888E979ED1}"/>
          </ac:spMkLst>
        </pc:spChg>
        <pc:spChg chg="mod">
          <ac:chgData name="Zonghua Gu" userId="9a7e1853e1951ef5" providerId="LiveId" clId="{CF1FAA12-072C-4ED5-BA76-0FFFAEFDB88A}" dt="2025-09-25T15:30:53.953" v="2335" actId="27636"/>
          <ac:spMkLst>
            <pc:docMk/>
            <pc:sldMk cId="465749855" sldId="280"/>
            <ac:spMk id="4" creationId="{D196B1B3-16B9-7552-E252-1625434D0362}"/>
          </ac:spMkLst>
        </pc:spChg>
        <pc:spChg chg="mod">
          <ac:chgData name="Zonghua Gu" userId="9a7e1853e1951ef5" providerId="LiveId" clId="{CF1FAA12-072C-4ED5-BA76-0FFFAEFDB88A}" dt="2025-09-22T19:35:54.081" v="674"/>
          <ac:spMkLst>
            <pc:docMk/>
            <pc:sldMk cId="465749855" sldId="280"/>
            <ac:spMk id="22" creationId="{48B69D91-DFE6-88E9-7060-DADED4F5332B}"/>
          </ac:spMkLst>
        </pc:spChg>
        <pc:graphicFrameChg chg="modGraphic">
          <ac:chgData name="Zonghua Gu" userId="9a7e1853e1951ef5" providerId="LiveId" clId="{CF1FAA12-072C-4ED5-BA76-0FFFAEFDB88A}" dt="2025-09-22T19:35:40.019" v="666" actId="6549"/>
          <ac:graphicFrameMkLst>
            <pc:docMk/>
            <pc:sldMk cId="465749855" sldId="280"/>
            <ac:graphicFrameMk id="11" creationId="{048D6398-3761-E3BF-934F-679B116555DD}"/>
          </ac:graphicFrameMkLst>
        </pc:graphicFrameChg>
        <pc:graphicFrameChg chg="modGraphic">
          <ac:chgData name="Zonghua Gu" userId="9a7e1853e1951ef5" providerId="LiveId" clId="{CF1FAA12-072C-4ED5-BA76-0FFFAEFDB88A}" dt="2025-09-22T19:35:44.420" v="670" actId="6549"/>
          <ac:graphicFrameMkLst>
            <pc:docMk/>
            <pc:sldMk cId="465749855" sldId="280"/>
            <ac:graphicFrameMk id="14" creationId="{CC6440A4-115E-9454-B8B0-2DAC5F2E8E85}"/>
          </ac:graphicFrameMkLst>
        </pc:graphicFrameChg>
      </pc:sldChg>
      <pc:sldChg chg="addSp delSp modSp new mod modNotes">
        <pc:chgData name="Zonghua Gu" userId="9a7e1853e1951ef5" providerId="LiveId" clId="{CF1FAA12-072C-4ED5-BA76-0FFFAEFDB88A}" dt="2025-09-23T02:41:07.197" v="1176" actId="1076"/>
        <pc:sldMkLst>
          <pc:docMk/>
          <pc:sldMk cId="4018749421" sldId="281"/>
        </pc:sldMkLst>
        <pc:spChg chg="mod">
          <ac:chgData name="Zonghua Gu" userId="9a7e1853e1951ef5" providerId="LiveId" clId="{CF1FAA12-072C-4ED5-BA76-0FFFAEFDB88A}" dt="2025-09-23T02:35:25.491" v="1075"/>
          <ac:spMkLst>
            <pc:docMk/>
            <pc:sldMk cId="4018749421" sldId="281"/>
            <ac:spMk id="2" creationId="{9F91FAD6-E4B6-9B88-FA7A-9F38A7C51248}"/>
          </ac:spMkLst>
        </pc:spChg>
        <pc:spChg chg="add mod">
          <ac:chgData name="Zonghua Gu" userId="9a7e1853e1951ef5" providerId="LiveId" clId="{CF1FAA12-072C-4ED5-BA76-0FFFAEFDB88A}" dt="2025-09-23T02:41:07.197" v="1176" actId="1076"/>
          <ac:spMkLst>
            <pc:docMk/>
            <pc:sldMk cId="4018749421" sldId="281"/>
            <ac:spMk id="7" creationId="{A8877E1E-4738-45CE-9CC3-2C75B88FD72F}"/>
          </ac:spMkLst>
        </pc:spChg>
        <pc:graphicFrameChg chg="add mod modGraphic">
          <ac:chgData name="Zonghua Gu" userId="9a7e1853e1951ef5" providerId="LiveId" clId="{CF1FAA12-072C-4ED5-BA76-0FFFAEFDB88A}" dt="2025-09-23T02:23:22.820" v="911" actId="14100"/>
          <ac:graphicFrameMkLst>
            <pc:docMk/>
            <pc:sldMk cId="4018749421" sldId="281"/>
            <ac:graphicFrameMk id="5" creationId="{B1EBE5EF-493B-E11A-1B1D-CCABF51AA9D7}"/>
          </ac:graphicFrameMkLst>
        </pc:graphicFrameChg>
        <pc:graphicFrameChg chg="add mod modGraphic">
          <ac:chgData name="Zonghua Gu" userId="9a7e1853e1951ef5" providerId="LiveId" clId="{CF1FAA12-072C-4ED5-BA76-0FFFAEFDB88A}" dt="2025-09-23T02:34:06.941" v="1054" actId="14100"/>
          <ac:graphicFrameMkLst>
            <pc:docMk/>
            <pc:sldMk cId="4018749421" sldId="281"/>
            <ac:graphicFrameMk id="6" creationId="{441ADC90-ADB8-D7DD-0AC3-9F57EB29BD9E}"/>
          </ac:graphicFrameMkLst>
        </pc:graphicFrameChg>
        <pc:graphicFrameChg chg="add mod modGraphic">
          <ac:chgData name="Zonghua Gu" userId="9a7e1853e1951ef5" providerId="LiveId" clId="{CF1FAA12-072C-4ED5-BA76-0FFFAEFDB88A}" dt="2025-09-23T02:35:57.472" v="1095" actId="20577"/>
          <ac:graphicFrameMkLst>
            <pc:docMk/>
            <pc:sldMk cId="4018749421" sldId="281"/>
            <ac:graphicFrameMk id="8" creationId="{AA01F272-373C-24EF-CF3E-2DDED1980174}"/>
          </ac:graphicFrameMkLst>
        </pc:graphicFrameChg>
      </pc:sldChg>
      <pc:sldChg chg="addSp delSp modSp add mod modNotes">
        <pc:chgData name="Zonghua Gu" userId="9a7e1853e1951ef5" providerId="LiveId" clId="{CF1FAA12-072C-4ED5-BA76-0FFFAEFDB88A}" dt="2025-09-23T02:41:47.791" v="1178" actId="478"/>
        <pc:sldMkLst>
          <pc:docMk/>
          <pc:sldMk cId="623618619" sldId="282"/>
        </pc:sldMkLst>
        <pc:spChg chg="mod">
          <ac:chgData name="Zonghua Gu" userId="9a7e1853e1951ef5" providerId="LiveId" clId="{CF1FAA12-072C-4ED5-BA76-0FFFAEFDB88A}" dt="2025-09-23T02:35:36.581" v="1081" actId="20577"/>
          <ac:spMkLst>
            <pc:docMk/>
            <pc:sldMk cId="623618619" sldId="282"/>
            <ac:spMk id="2" creationId="{25E58B75-95E0-2541-7E04-055CF0C60C5B}"/>
          </ac:spMkLst>
        </pc:spChg>
        <pc:graphicFrameChg chg="add mod modGraphic">
          <ac:chgData name="Zonghua Gu" userId="9a7e1853e1951ef5" providerId="LiveId" clId="{CF1FAA12-072C-4ED5-BA76-0FFFAEFDB88A}" dt="2025-09-23T02:40:41.243" v="1175" actId="6549"/>
          <ac:graphicFrameMkLst>
            <pc:docMk/>
            <pc:sldMk cId="623618619" sldId="282"/>
            <ac:graphicFrameMk id="4" creationId="{058C7988-0F62-036F-DDF3-1121F4620528}"/>
          </ac:graphicFrameMkLst>
        </pc:graphicFrameChg>
        <pc:graphicFrameChg chg="mod">
          <ac:chgData name="Zonghua Gu" userId="9a7e1853e1951ef5" providerId="LiveId" clId="{CF1FAA12-072C-4ED5-BA76-0FFFAEFDB88A}" dt="2025-09-23T02:35:50.482" v="1083" actId="1076"/>
          <ac:graphicFrameMkLst>
            <pc:docMk/>
            <pc:sldMk cId="623618619" sldId="282"/>
            <ac:graphicFrameMk id="6" creationId="{CC203EDA-BA4D-8B0A-42B8-FE11C464F19D}"/>
          </ac:graphicFrameMkLst>
        </pc:graphicFrameChg>
      </pc:sldChg>
      <pc:sldChg chg="modSp new del mod">
        <pc:chgData name="Zonghua Gu" userId="9a7e1853e1951ef5" providerId="LiveId" clId="{CF1FAA12-072C-4ED5-BA76-0FFFAEFDB88A}" dt="2025-09-23T02:35:32.497" v="1076" actId="47"/>
        <pc:sldMkLst>
          <pc:docMk/>
          <pc:sldMk cId="1063931100" sldId="282"/>
        </pc:sldMkLst>
      </pc:sldChg>
      <pc:sldChg chg="addSp modSp new mod">
        <pc:chgData name="Zonghua Gu" userId="9a7e1853e1951ef5" providerId="LiveId" clId="{CF1FAA12-072C-4ED5-BA76-0FFFAEFDB88A}" dt="2025-10-05T02:43:53.863" v="2639" actId="20577"/>
        <pc:sldMkLst>
          <pc:docMk/>
          <pc:sldMk cId="1767069891" sldId="283"/>
        </pc:sldMkLst>
        <pc:spChg chg="mod">
          <ac:chgData name="Zonghua Gu" userId="9a7e1853e1951ef5" providerId="LiveId" clId="{CF1FAA12-072C-4ED5-BA76-0FFFAEFDB88A}" dt="2025-09-24T22:40:29.276" v="1778" actId="20577"/>
          <ac:spMkLst>
            <pc:docMk/>
            <pc:sldMk cId="1767069891" sldId="283"/>
            <ac:spMk id="2" creationId="{440EADDE-B5E4-F571-7D39-10F7E6EFD50E}"/>
          </ac:spMkLst>
        </pc:spChg>
        <pc:spChg chg="mod">
          <ac:chgData name="Zonghua Gu" userId="9a7e1853e1951ef5" providerId="LiveId" clId="{CF1FAA12-072C-4ED5-BA76-0FFFAEFDB88A}" dt="2025-10-05T02:43:39.091" v="2634" actId="20577"/>
          <ac:spMkLst>
            <pc:docMk/>
            <pc:sldMk cId="1767069891" sldId="283"/>
            <ac:spMk id="4" creationId="{86CB5709-ADC9-6526-7743-1565742B86E0}"/>
          </ac:spMkLst>
        </pc:spChg>
        <pc:graphicFrameChg chg="add mod modGraphic">
          <ac:chgData name="Zonghua Gu" userId="9a7e1853e1951ef5" providerId="LiveId" clId="{CF1FAA12-072C-4ED5-BA76-0FFFAEFDB88A}" dt="2025-10-05T02:43:53.863" v="2639" actId="20577"/>
          <ac:graphicFrameMkLst>
            <pc:docMk/>
            <pc:sldMk cId="1767069891" sldId="283"/>
            <ac:graphicFrameMk id="5" creationId="{D029E53D-EF51-C81E-B5A8-ACE61F697AF7}"/>
          </ac:graphicFrameMkLst>
        </pc:graphicFrameChg>
      </pc:sldChg>
      <pc:sldChg chg="modSp add del mod">
        <pc:chgData name="Zonghua Gu" userId="9a7e1853e1951ef5" providerId="LiveId" clId="{CF1FAA12-072C-4ED5-BA76-0FFFAEFDB88A}" dt="2025-09-24T22:43:52.740" v="1805" actId="47"/>
        <pc:sldMkLst>
          <pc:docMk/>
          <pc:sldMk cId="2969345435" sldId="284"/>
        </pc:sldMkLst>
      </pc:sldChg>
      <pc:sldChg chg="addSp delSp modSp new del mod">
        <pc:chgData name="Zonghua Gu" userId="9a7e1853e1951ef5" providerId="LiveId" clId="{CF1FAA12-072C-4ED5-BA76-0FFFAEFDB88A}" dt="2025-09-24T22:17:27.877" v="1438" actId="47"/>
        <pc:sldMkLst>
          <pc:docMk/>
          <pc:sldMk cId="3647343664" sldId="285"/>
        </pc:sldMkLst>
      </pc:sldChg>
      <pc:sldChg chg="addSp delSp modSp new mod modNotesTx">
        <pc:chgData name="Zonghua Gu" userId="9a7e1853e1951ef5" providerId="LiveId" clId="{CF1FAA12-072C-4ED5-BA76-0FFFAEFDB88A}" dt="2025-10-05T02:46:32.991" v="2673" actId="20577"/>
        <pc:sldMkLst>
          <pc:docMk/>
          <pc:sldMk cId="3387447015" sldId="286"/>
        </pc:sldMkLst>
        <pc:spChg chg="mod">
          <ac:chgData name="Zonghua Gu" userId="9a7e1853e1951ef5" providerId="LiveId" clId="{CF1FAA12-072C-4ED5-BA76-0FFFAEFDB88A}" dt="2025-09-24T22:40:26.731" v="1777"/>
          <ac:spMkLst>
            <pc:docMk/>
            <pc:sldMk cId="3387447015" sldId="286"/>
            <ac:spMk id="2" creationId="{B94D12DC-0F10-83D1-ABB7-CBAA3C868C79}"/>
          </ac:spMkLst>
        </pc:spChg>
        <pc:graphicFrameChg chg="add mod modGraphic">
          <ac:chgData name="Zonghua Gu" userId="9a7e1853e1951ef5" providerId="LiveId" clId="{CF1FAA12-072C-4ED5-BA76-0FFFAEFDB88A}" dt="2025-10-05T02:45:19.878" v="2656" actId="1076"/>
          <ac:graphicFrameMkLst>
            <pc:docMk/>
            <pc:sldMk cId="3387447015" sldId="286"/>
            <ac:graphicFrameMk id="5" creationId="{93A61E9E-B8DB-6D7F-89B8-C01FADC19FE2}"/>
          </ac:graphicFrameMkLst>
        </pc:graphicFrameChg>
        <pc:graphicFrameChg chg="add mod modGraphic">
          <ac:chgData name="Zonghua Gu" userId="9a7e1853e1951ef5" providerId="LiveId" clId="{CF1FAA12-072C-4ED5-BA76-0FFFAEFDB88A}" dt="2025-10-05T02:46:27.958" v="2665" actId="20577"/>
          <ac:graphicFrameMkLst>
            <pc:docMk/>
            <pc:sldMk cId="3387447015" sldId="286"/>
            <ac:graphicFrameMk id="6" creationId="{08860993-5A4A-FDF2-164A-269A21C1476C}"/>
          </ac:graphicFrameMkLst>
        </pc:graphicFrameChg>
        <pc:graphicFrameChg chg="add mod modGraphic">
          <ac:chgData name="Zonghua Gu" userId="9a7e1853e1951ef5" providerId="LiveId" clId="{CF1FAA12-072C-4ED5-BA76-0FFFAEFDB88A}" dt="2025-10-05T02:44:40" v="2647" actId="1076"/>
          <ac:graphicFrameMkLst>
            <pc:docMk/>
            <pc:sldMk cId="3387447015" sldId="286"/>
            <ac:graphicFrameMk id="8" creationId="{4FA0E8AC-8701-8160-EFCF-45E03B551C1C}"/>
          </ac:graphicFrameMkLst>
        </pc:graphicFrameChg>
        <pc:graphicFrameChg chg="add mod modGraphic">
          <ac:chgData name="Zonghua Gu" userId="9a7e1853e1951ef5" providerId="LiveId" clId="{CF1FAA12-072C-4ED5-BA76-0FFFAEFDB88A}" dt="2025-10-05T02:45:11.673" v="2655" actId="1035"/>
          <ac:graphicFrameMkLst>
            <pc:docMk/>
            <pc:sldMk cId="3387447015" sldId="286"/>
            <ac:graphicFrameMk id="9" creationId="{744A4DBD-405A-5BB5-8DFC-2B3CDF03BE0C}"/>
          </ac:graphicFrameMkLst>
        </pc:graphicFrameChg>
        <pc:graphicFrameChg chg="add mod modGraphic">
          <ac:chgData name="Zonghua Gu" userId="9a7e1853e1951ef5" providerId="LiveId" clId="{CF1FAA12-072C-4ED5-BA76-0FFFAEFDB88A}" dt="2025-10-05T02:46:32.991" v="2673" actId="20577"/>
          <ac:graphicFrameMkLst>
            <pc:docMk/>
            <pc:sldMk cId="3387447015" sldId="286"/>
            <ac:graphicFrameMk id="10" creationId="{26CF4D69-C211-B553-B73A-1E1C0BCFC6C4}"/>
          </ac:graphicFrameMkLst>
        </pc:graphicFrameChg>
      </pc:sldChg>
      <pc:sldChg chg="modSp new del">
        <pc:chgData name="Zonghua Gu" userId="9a7e1853e1951ef5" providerId="LiveId" clId="{CF1FAA12-072C-4ED5-BA76-0FFFAEFDB88A}" dt="2025-09-24T22:40:05.085" v="1773" actId="47"/>
        <pc:sldMkLst>
          <pc:docMk/>
          <pc:sldMk cId="836989917" sldId="287"/>
        </pc:sldMkLst>
      </pc:sldChg>
      <pc:sldChg chg="modSp new del mod">
        <pc:chgData name="Zonghua Gu" userId="9a7e1853e1951ef5" providerId="LiveId" clId="{CF1FAA12-072C-4ED5-BA76-0FFFAEFDB88A}" dt="2025-09-24T23:48:12" v="1930" actId="2696"/>
        <pc:sldMkLst>
          <pc:docMk/>
          <pc:sldMk cId="3365210863" sldId="287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301613006" sldId="305"/>
        </pc:sldMkLst>
      </pc:sldChg>
      <pc:sldChg chg="add del">
        <pc:chgData name="Zonghua Gu" userId="9a7e1853e1951ef5" providerId="LiveId" clId="{CF1FAA12-072C-4ED5-BA76-0FFFAEFDB88A}" dt="2025-09-22T00:07:57.409" v="83" actId="47"/>
        <pc:sldMkLst>
          <pc:docMk/>
          <pc:sldMk cId="1269508663" sldId="307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3925431262" sldId="342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149817380" sldId="343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764170415" sldId="344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797949745" sldId="345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700529691" sldId="346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089084448" sldId="347"/>
        </pc:sldMkLst>
      </pc:sldChg>
      <pc:sldChg chg="delSp modSp del mod delAnim">
        <pc:chgData name="Zonghua Gu" userId="9a7e1853e1951ef5" providerId="LiveId" clId="{CF1FAA12-072C-4ED5-BA76-0FFFAEFDB88A}" dt="2025-09-22T00:19:08.642" v="112" actId="47"/>
        <pc:sldMkLst>
          <pc:docMk/>
          <pc:sldMk cId="3919809568" sldId="348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1684260842" sldId="349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756723717" sldId="350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1602140629" sldId="351"/>
        </pc:sldMkLst>
      </pc:sldChg>
      <pc:sldChg chg="addSp modSp add mod">
        <pc:chgData name="Zonghua Gu" userId="9a7e1853e1951ef5" providerId="LiveId" clId="{CF1FAA12-072C-4ED5-BA76-0FFFAEFDB88A}" dt="2025-09-24T22:59:39.527" v="1859" actId="14100"/>
        <pc:sldMkLst>
          <pc:docMk/>
          <pc:sldMk cId="2083494270" sldId="352"/>
        </pc:sldMkLst>
        <pc:spChg chg="add mod">
          <ac:chgData name="Zonghua Gu" userId="9a7e1853e1951ef5" providerId="LiveId" clId="{CF1FAA12-072C-4ED5-BA76-0FFFAEFDB88A}" dt="2025-09-24T22:59:33.992" v="1857"/>
          <ac:spMkLst>
            <pc:docMk/>
            <pc:sldMk cId="2083494270" sldId="352"/>
            <ac:spMk id="3" creationId="{4ACAA33B-8833-6998-194D-3EC418B6F321}"/>
          </ac:spMkLst>
        </pc:spChg>
        <pc:spChg chg="mod">
          <ac:chgData name="Zonghua Gu" userId="9a7e1853e1951ef5" providerId="LiveId" clId="{CF1FAA12-072C-4ED5-BA76-0FFFAEFDB88A}" dt="2025-09-24T22:59:39.527" v="1859" actId="14100"/>
          <ac:spMkLst>
            <pc:docMk/>
            <pc:sldMk cId="2083494270" sldId="352"/>
            <ac:spMk id="14339" creationId="{00000000-0000-0000-0000-000000000000}"/>
          </ac:spMkLst>
        </pc:spChg>
      </pc:sldChg>
      <pc:sldChg chg="delSp modSp del mod delAnim">
        <pc:chgData name="Zonghua Gu" userId="9a7e1853e1951ef5" providerId="LiveId" clId="{CF1FAA12-072C-4ED5-BA76-0FFFAEFDB88A}" dt="2025-09-22T00:19:08.642" v="112" actId="47"/>
        <pc:sldMkLst>
          <pc:docMk/>
          <pc:sldMk cId="2521967986" sldId="352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4051972" sldId="353"/>
        </pc:sldMkLst>
      </pc:sldChg>
      <pc:sldChg chg="addSp modSp new mod">
        <pc:chgData name="Zonghua Gu" userId="9a7e1853e1951ef5" providerId="LiveId" clId="{CF1FAA12-072C-4ED5-BA76-0FFFAEFDB88A}" dt="2025-10-05T02:52:41.917" v="2822" actId="20577"/>
        <pc:sldMkLst>
          <pc:docMk/>
          <pc:sldMk cId="2707139683" sldId="353"/>
        </pc:sldMkLst>
        <pc:spChg chg="mod">
          <ac:chgData name="Zonghua Gu" userId="9a7e1853e1951ef5" providerId="LiveId" clId="{CF1FAA12-072C-4ED5-BA76-0FFFAEFDB88A}" dt="2025-10-05T02:52:41.917" v="2822" actId="20577"/>
          <ac:spMkLst>
            <pc:docMk/>
            <pc:sldMk cId="2707139683" sldId="353"/>
            <ac:spMk id="2" creationId="{C56DF89D-8DCD-F432-1E58-FAB096FB80C5}"/>
          </ac:spMkLst>
        </pc:spChg>
        <pc:spChg chg="mod">
          <ac:chgData name="Zonghua Gu" userId="9a7e1853e1951ef5" providerId="LiveId" clId="{CF1FAA12-072C-4ED5-BA76-0FFFAEFDB88A}" dt="2025-10-05T02:51:03.914" v="2761" actId="20577"/>
          <ac:spMkLst>
            <pc:docMk/>
            <pc:sldMk cId="2707139683" sldId="353"/>
            <ac:spMk id="4" creationId="{591F8C61-3E91-895F-2C57-5743F12F4706}"/>
          </ac:spMkLst>
        </pc:spChg>
        <pc:spChg chg="add mod">
          <ac:chgData name="Zonghua Gu" userId="9a7e1853e1951ef5" providerId="LiveId" clId="{CF1FAA12-072C-4ED5-BA76-0FFFAEFDB88A}" dt="2025-09-25T00:43:55.145" v="2202" actId="1076"/>
          <ac:spMkLst>
            <pc:docMk/>
            <pc:sldMk cId="2707139683" sldId="353"/>
            <ac:spMk id="5" creationId="{8A76ECE7-0B5A-383E-0091-ADC927BEEC87}"/>
          </ac:spMkLst>
        </pc:spChg>
        <pc:spChg chg="add mod">
          <ac:chgData name="Zonghua Gu" userId="9a7e1853e1951ef5" providerId="LiveId" clId="{CF1FAA12-072C-4ED5-BA76-0FFFAEFDB88A}" dt="2025-09-25T00:44:02.939" v="2205" actId="1076"/>
          <ac:spMkLst>
            <pc:docMk/>
            <pc:sldMk cId="2707139683" sldId="353"/>
            <ac:spMk id="6" creationId="{45D15B45-A356-638A-35FB-768B7AA8995D}"/>
          </ac:spMkLst>
        </pc:spChg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786387890" sldId="354"/>
        </pc:sldMkLst>
      </pc:sldChg>
      <pc:sldChg chg="addSp delSp modSp new mod">
        <pc:chgData name="Zonghua Gu" userId="9a7e1853e1951ef5" providerId="LiveId" clId="{CF1FAA12-072C-4ED5-BA76-0FFFAEFDB88A}" dt="2025-10-05T02:53:11.715" v="2838" actId="20577"/>
        <pc:sldMkLst>
          <pc:docMk/>
          <pc:sldMk cId="4056115254" sldId="354"/>
        </pc:sldMkLst>
        <pc:spChg chg="mod">
          <ac:chgData name="Zonghua Gu" userId="9a7e1853e1951ef5" providerId="LiveId" clId="{CF1FAA12-072C-4ED5-BA76-0FFFAEFDB88A}" dt="2025-10-05T02:53:11.715" v="2838" actId="20577"/>
          <ac:spMkLst>
            <pc:docMk/>
            <pc:sldMk cId="4056115254" sldId="354"/>
            <ac:spMk id="2" creationId="{CAB26404-63EE-CB5A-481A-AD6B0B09C23D}"/>
          </ac:spMkLst>
        </pc:spChg>
        <pc:spChg chg="mod">
          <ac:chgData name="Zonghua Gu" userId="9a7e1853e1951ef5" providerId="LiveId" clId="{CF1FAA12-072C-4ED5-BA76-0FFFAEFDB88A}" dt="2025-10-05T02:52:53.663" v="2828" actId="20577"/>
          <ac:spMkLst>
            <pc:docMk/>
            <pc:sldMk cId="4056115254" sldId="354"/>
            <ac:spMk id="4" creationId="{C2EFFC15-913C-F5C8-F67E-5B2B5295992D}"/>
          </ac:spMkLst>
        </pc:spChg>
        <pc:spChg chg="add mod">
          <ac:chgData name="Zonghua Gu" userId="9a7e1853e1951ef5" providerId="LiveId" clId="{CF1FAA12-072C-4ED5-BA76-0FFFAEFDB88A}" dt="2025-10-05T02:53:01.198" v="2834" actId="20577"/>
          <ac:spMkLst>
            <pc:docMk/>
            <pc:sldMk cId="4056115254" sldId="354"/>
            <ac:spMk id="5" creationId="{B60DE175-89CF-1980-2FF5-09D118299DF7}"/>
          </ac:spMkLst>
        </pc:spChg>
      </pc:sldChg>
      <pc:sldChg chg="new del">
        <pc:chgData name="Zonghua Gu" userId="9a7e1853e1951ef5" providerId="LiveId" clId="{CF1FAA12-072C-4ED5-BA76-0FFFAEFDB88A}" dt="2025-10-05T02:24:08.824" v="2426" actId="47"/>
        <pc:sldMkLst>
          <pc:docMk/>
          <pc:sldMk cId="186365128" sldId="355"/>
        </pc:sldMkLst>
      </pc:sldChg>
      <pc:sldChg chg="add del">
        <pc:chgData name="Zonghua Gu" userId="9a7e1853e1951ef5" providerId="LiveId" clId="{CF1FAA12-072C-4ED5-BA76-0FFFAEFDB88A}" dt="2025-09-25T00:43:43.393" v="2199" actId="47"/>
        <pc:sldMkLst>
          <pc:docMk/>
          <pc:sldMk cId="821456373" sldId="355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243604080" sldId="355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356605136" sldId="356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528642001" sldId="357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4090467183" sldId="358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4225043602" sldId="359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758336846" sldId="360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1964014419" sldId="361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532744146" sldId="362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3642339193" sldId="363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922012841" sldId="364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2952842660" sldId="365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720361167" sldId="366"/>
        </pc:sldMkLst>
      </pc:sldChg>
      <pc:sldChg chg="addSp modSp add del mod">
        <pc:chgData name="Zonghua Gu" userId="9a7e1853e1951ef5" providerId="LiveId" clId="{CF1FAA12-072C-4ED5-BA76-0FFFAEFDB88A}" dt="2025-10-05T02:28:26.358" v="2494" actId="1076"/>
        <pc:sldMkLst>
          <pc:docMk/>
          <pc:sldMk cId="4257716461" sldId="367"/>
        </pc:sldMkLst>
        <pc:spChg chg="mod">
          <ac:chgData name="Zonghua Gu" userId="9a7e1853e1951ef5" providerId="LiveId" clId="{CF1FAA12-072C-4ED5-BA76-0FFFAEFDB88A}" dt="2025-10-05T02:27:35.787" v="2478" actId="20577"/>
          <ac:spMkLst>
            <pc:docMk/>
            <pc:sldMk cId="4257716461" sldId="367"/>
            <ac:spMk id="2" creationId="{00000000-0000-0000-0000-000000000000}"/>
          </ac:spMkLst>
        </pc:spChg>
        <pc:spChg chg="add mod">
          <ac:chgData name="Zonghua Gu" userId="9a7e1853e1951ef5" providerId="LiveId" clId="{CF1FAA12-072C-4ED5-BA76-0FFFAEFDB88A}" dt="2025-10-05T02:27:40.746" v="2479" actId="14100"/>
          <ac:spMkLst>
            <pc:docMk/>
            <pc:sldMk cId="4257716461" sldId="367"/>
            <ac:spMk id="4" creationId="{42BCDBB7-71A9-FB4A-2F12-ED2860D67D85}"/>
          </ac:spMkLst>
        </pc:spChg>
        <pc:spChg chg="mod">
          <ac:chgData name="Zonghua Gu" userId="9a7e1853e1951ef5" providerId="LiveId" clId="{CF1FAA12-072C-4ED5-BA76-0FFFAEFDB88A}" dt="2025-10-05T02:28:26.358" v="2494" actId="1076"/>
          <ac:spMkLst>
            <pc:docMk/>
            <pc:sldMk cId="4257716461" sldId="367"/>
            <ac:spMk id="10" creationId="{00000000-0000-0000-0000-000000000000}"/>
          </ac:spMkLst>
        </pc:spChg>
        <pc:spChg chg="mod">
          <ac:chgData name="Zonghua Gu" userId="9a7e1853e1951ef5" providerId="LiveId" clId="{CF1FAA12-072C-4ED5-BA76-0FFFAEFDB88A}" dt="2025-10-05T02:28:20.362" v="2492" actId="555"/>
          <ac:spMkLst>
            <pc:docMk/>
            <pc:sldMk cId="4257716461" sldId="367"/>
            <ac:spMk id="12" creationId="{00000000-0000-0000-0000-000000000000}"/>
          </ac:spMkLst>
        </pc:spChg>
        <pc:spChg chg="mod">
          <ac:chgData name="Zonghua Gu" userId="9a7e1853e1951ef5" providerId="LiveId" clId="{CF1FAA12-072C-4ED5-BA76-0FFFAEFDB88A}" dt="2025-10-05T02:28:20.362" v="2492" actId="555"/>
          <ac:spMkLst>
            <pc:docMk/>
            <pc:sldMk cId="4257716461" sldId="367"/>
            <ac:spMk id="13" creationId="{00000000-0000-0000-0000-000000000000}"/>
          </ac:spMkLst>
        </pc:spChg>
        <pc:spChg chg="add mod">
          <ac:chgData name="Zonghua Gu" userId="9a7e1853e1951ef5" providerId="LiveId" clId="{CF1FAA12-072C-4ED5-BA76-0FFFAEFDB88A}" dt="2025-10-05T02:28:20.362" v="2492" actId="555"/>
          <ac:spMkLst>
            <pc:docMk/>
            <pc:sldMk cId="4257716461" sldId="367"/>
            <ac:spMk id="14" creationId="{778CF141-54B6-E918-D23B-B3681FDA3C22}"/>
          </ac:spMkLst>
        </pc:spChg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4063778610" sldId="368"/>
        </pc:sldMkLst>
      </pc:sldChg>
      <pc:sldChg chg="modSp add del mod">
        <pc:chgData name="Zonghua Gu" userId="9a7e1853e1951ef5" providerId="LiveId" clId="{CF1FAA12-072C-4ED5-BA76-0FFFAEFDB88A}" dt="2025-10-05T02:24:06.560" v="2425" actId="20577"/>
        <pc:sldMkLst>
          <pc:docMk/>
          <pc:sldMk cId="2345755417" sldId="369"/>
        </pc:sldMkLst>
        <pc:spChg chg="mod">
          <ac:chgData name="Zonghua Gu" userId="9a7e1853e1951ef5" providerId="LiveId" clId="{CF1FAA12-072C-4ED5-BA76-0FFFAEFDB88A}" dt="2025-10-05T02:24:06.560" v="2425" actId="20577"/>
          <ac:spMkLst>
            <pc:docMk/>
            <pc:sldMk cId="2345755417" sldId="369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0-05T02:21:31.559" v="2351" actId="6549"/>
          <ac:spMkLst>
            <pc:docMk/>
            <pc:sldMk cId="2345755417" sldId="369"/>
            <ac:spMk id="15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682337926" sldId="370"/>
        </pc:sldMkLst>
      </pc:sldChg>
      <pc:sldChg chg="delSp modSp add del mod">
        <pc:chgData name="Zonghua Gu" userId="9a7e1853e1951ef5" providerId="LiveId" clId="{CF1FAA12-072C-4ED5-BA76-0FFFAEFDB88A}" dt="2025-10-05T02:23:05.594" v="2384" actId="47"/>
        <pc:sldMkLst>
          <pc:docMk/>
          <pc:sldMk cId="945339359" sldId="370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1126003200" sldId="371"/>
        </pc:sldMkLst>
      </pc:sldChg>
      <pc:sldChg chg="delSp modSp add mod">
        <pc:chgData name="Zonghua Gu" userId="9a7e1853e1951ef5" providerId="LiveId" clId="{CF1FAA12-072C-4ED5-BA76-0FFFAEFDB88A}" dt="2025-10-05T02:24:01.145" v="2420" actId="313"/>
        <pc:sldMkLst>
          <pc:docMk/>
          <pc:sldMk cId="3970213323" sldId="371"/>
        </pc:sldMkLst>
        <pc:spChg chg="mod">
          <ac:chgData name="Zonghua Gu" userId="9a7e1853e1951ef5" providerId="LiveId" clId="{CF1FAA12-072C-4ED5-BA76-0FFFAEFDB88A}" dt="2025-10-05T02:24:01.145" v="2420" actId="313"/>
          <ac:spMkLst>
            <pc:docMk/>
            <pc:sldMk cId="3970213323" sldId="371"/>
            <ac:spMk id="2" creationId="{B8B35D03-E63B-948E-7B28-FE2BC0D48EA8}"/>
          </ac:spMkLst>
        </pc:spChg>
        <pc:spChg chg="mod">
          <ac:chgData name="Zonghua Gu" userId="9a7e1853e1951ef5" providerId="LiveId" clId="{CF1FAA12-072C-4ED5-BA76-0FFFAEFDB88A}" dt="2025-10-05T02:23:19.033" v="2389" actId="20577"/>
          <ac:spMkLst>
            <pc:docMk/>
            <pc:sldMk cId="3970213323" sldId="371"/>
            <ac:spMk id="15" creationId="{D4F04556-2048-4F19-A763-9BBFFFCAD277}"/>
          </ac:spMkLst>
        </pc:spChg>
        <pc:spChg chg="mod">
          <ac:chgData name="Zonghua Gu" userId="9a7e1853e1951ef5" providerId="LiveId" clId="{CF1FAA12-072C-4ED5-BA76-0FFFAEFDB88A}" dt="2025-10-05T02:23:28.502" v="2392" actId="20577"/>
          <ac:spMkLst>
            <pc:docMk/>
            <pc:sldMk cId="3970213323" sldId="371"/>
            <ac:spMk id="28" creationId="{5A07EE5F-FDFB-4DFD-A418-4743BE043075}"/>
          </ac:spMkLst>
        </pc:spChg>
      </pc:sldChg>
      <pc:sldChg chg="new del">
        <pc:chgData name="Zonghua Gu" userId="9a7e1853e1951ef5" providerId="LiveId" clId="{CF1FAA12-072C-4ED5-BA76-0FFFAEFDB88A}" dt="2025-10-05T02:27:32.390" v="2474" actId="47"/>
        <pc:sldMkLst>
          <pc:docMk/>
          <pc:sldMk cId="2436608324" sldId="372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3349032829" sldId="372"/>
        </pc:sldMkLst>
      </pc:sldChg>
      <pc:sldChg chg="del">
        <pc:chgData name="Zonghua Gu" userId="9a7e1853e1951ef5" providerId="LiveId" clId="{CF1FAA12-072C-4ED5-BA76-0FFFAEFDB88A}" dt="2025-09-22T00:19:08.642" v="112" actId="47"/>
        <pc:sldMkLst>
          <pc:docMk/>
          <pc:sldMk cId="1055677735" sldId="373"/>
        </pc:sldMkLst>
      </pc:sldChg>
      <pc:sldChg chg="modSp new del mod">
        <pc:chgData name="Zonghua Gu" userId="9a7e1853e1951ef5" providerId="LiveId" clId="{CF1FAA12-072C-4ED5-BA76-0FFFAEFDB88A}" dt="2025-10-05T02:37:30.012" v="2515" actId="47"/>
        <pc:sldMkLst>
          <pc:docMk/>
          <pc:sldMk cId="1233805222" sldId="373"/>
        </pc:sldMkLst>
      </pc:sldChg>
      <pc:sldChg chg="addSp delSp modSp new del mod">
        <pc:chgData name="Zonghua Gu" userId="9a7e1853e1951ef5" providerId="LiveId" clId="{CF1FAA12-072C-4ED5-BA76-0FFFAEFDB88A}" dt="2025-09-22T00:19:08.642" v="112" actId="47"/>
        <pc:sldMkLst>
          <pc:docMk/>
          <pc:sldMk cId="75619375" sldId="374"/>
        </pc:sldMkLst>
      </pc:sldChg>
      <pc:sldChg chg="modSp add mod">
        <pc:chgData name="Zonghua Gu" userId="9a7e1853e1951ef5" providerId="LiveId" clId="{CF1FAA12-072C-4ED5-BA76-0FFFAEFDB88A}" dt="2025-10-05T02:28:53.216" v="2506" actId="20577"/>
        <pc:sldMkLst>
          <pc:docMk/>
          <pc:sldMk cId="2574940037" sldId="374"/>
        </pc:sldMkLst>
        <pc:spChg chg="mod">
          <ac:chgData name="Zonghua Gu" userId="9a7e1853e1951ef5" providerId="LiveId" clId="{CF1FAA12-072C-4ED5-BA76-0FFFAEFDB88A}" dt="2025-10-05T02:28:42.006" v="2496" actId="14100"/>
          <ac:spMkLst>
            <pc:docMk/>
            <pc:sldMk cId="2574940037" sldId="374"/>
            <ac:spMk id="4" creationId="{72717BE0-5FBD-4A0E-563C-52EA77FE0BE1}"/>
          </ac:spMkLst>
        </pc:spChg>
        <pc:spChg chg="mod">
          <ac:chgData name="Zonghua Gu" userId="9a7e1853e1951ef5" providerId="LiveId" clId="{CF1FAA12-072C-4ED5-BA76-0FFFAEFDB88A}" dt="2025-10-05T02:28:46.147" v="2498" actId="20577"/>
          <ac:spMkLst>
            <pc:docMk/>
            <pc:sldMk cId="2574940037" sldId="374"/>
            <ac:spMk id="10" creationId="{0CE50D12-7EEF-2322-4458-9E6BB251A31B}"/>
          </ac:spMkLst>
        </pc:spChg>
        <pc:spChg chg="mod">
          <ac:chgData name="Zonghua Gu" userId="9a7e1853e1951ef5" providerId="LiveId" clId="{CF1FAA12-072C-4ED5-BA76-0FFFAEFDB88A}" dt="2025-10-05T02:28:48.069" v="2500" actId="20577"/>
          <ac:spMkLst>
            <pc:docMk/>
            <pc:sldMk cId="2574940037" sldId="374"/>
            <ac:spMk id="12" creationId="{1BF6FCE4-B778-D891-A539-32C9F31C665C}"/>
          </ac:spMkLst>
        </pc:spChg>
        <pc:spChg chg="mod">
          <ac:chgData name="Zonghua Gu" userId="9a7e1853e1951ef5" providerId="LiveId" clId="{CF1FAA12-072C-4ED5-BA76-0FFFAEFDB88A}" dt="2025-10-05T02:28:53.216" v="2506" actId="20577"/>
          <ac:spMkLst>
            <pc:docMk/>
            <pc:sldMk cId="2574940037" sldId="374"/>
            <ac:spMk id="13" creationId="{92808386-3B22-1A70-1D2E-E9457F9ACA75}"/>
          </ac:spMkLst>
        </pc:spChg>
      </pc:sldChg>
      <pc:sldChg chg="modSp add del mod">
        <pc:chgData name="Zonghua Gu" userId="9a7e1853e1951ef5" providerId="LiveId" clId="{CF1FAA12-072C-4ED5-BA76-0FFFAEFDB88A}" dt="2025-09-22T00:19:08.642" v="112" actId="47"/>
        <pc:sldMkLst>
          <pc:docMk/>
          <pc:sldMk cId="831910973" sldId="375"/>
        </pc:sldMkLst>
      </pc:sldChg>
      <pc:sldChg chg="modSp new del mod">
        <pc:chgData name="Zonghua Gu" userId="9a7e1853e1951ef5" providerId="LiveId" clId="{CF1FAA12-072C-4ED5-BA76-0FFFAEFDB88A}" dt="2025-09-22T00:19:08.642" v="112" actId="47"/>
        <pc:sldMkLst>
          <pc:docMk/>
          <pc:sldMk cId="3663400516" sldId="376"/>
        </pc:sldMkLst>
      </pc:sldChg>
      <pc:sldChg chg="modSp add mod">
        <pc:chgData name="Zonghua Gu" userId="9a7e1853e1951ef5" providerId="LiveId" clId="{CF1FAA12-072C-4ED5-BA76-0FFFAEFDB88A}" dt="2025-10-05T02:35:31.975" v="2511" actId="20577"/>
        <pc:sldMkLst>
          <pc:docMk/>
          <pc:sldMk cId="2017314449" sldId="751"/>
        </pc:sldMkLst>
        <pc:spChg chg="mod">
          <ac:chgData name="Zonghua Gu" userId="9a7e1853e1951ef5" providerId="LiveId" clId="{CF1FAA12-072C-4ED5-BA76-0FFFAEFDB88A}" dt="2025-10-05T02:35:31.975" v="2511" actId="20577"/>
          <ac:spMkLst>
            <pc:docMk/>
            <pc:sldMk cId="2017314449" sldId="751"/>
            <ac:spMk id="2" creationId="{27B41483-7081-C44C-81EF-D92F00104765}"/>
          </ac:spMkLst>
        </pc:spChg>
      </pc:sldChg>
      <pc:sldChg chg="modSp add mod">
        <pc:chgData name="Zonghua Gu" userId="9a7e1853e1951ef5" providerId="LiveId" clId="{CF1FAA12-072C-4ED5-BA76-0FFFAEFDB88A}" dt="2025-10-05T02:35:44.949" v="2514" actId="20577"/>
        <pc:sldMkLst>
          <pc:docMk/>
          <pc:sldMk cId="658532706" sldId="752"/>
        </pc:sldMkLst>
        <pc:spChg chg="mod">
          <ac:chgData name="Zonghua Gu" userId="9a7e1853e1951ef5" providerId="LiveId" clId="{CF1FAA12-072C-4ED5-BA76-0FFFAEFDB88A}" dt="2025-10-05T02:35:44.949" v="2514" actId="20577"/>
          <ac:spMkLst>
            <pc:docMk/>
            <pc:sldMk cId="658532706" sldId="752"/>
            <ac:spMk id="2" creationId="{27B41483-7081-C44C-81EF-D92F00104765}"/>
          </ac:spMkLst>
        </pc:spChg>
      </pc:sldChg>
      <pc:sldChg chg="add">
        <pc:chgData name="Zonghua Gu" userId="9a7e1853e1951ef5" providerId="LiveId" clId="{CF1FAA12-072C-4ED5-BA76-0FFFAEFDB88A}" dt="2025-10-05T02:35:22.466" v="2507"/>
        <pc:sldMkLst>
          <pc:docMk/>
          <pc:sldMk cId="1757812227" sldId="756"/>
        </pc:sldMkLst>
      </pc:sldChg>
      <pc:sldChg chg="addSp modSp add mod">
        <pc:chgData name="Zonghua Gu" userId="9a7e1853e1951ef5" providerId="LiveId" clId="{CF1FAA12-072C-4ED5-BA76-0FFFAEFDB88A}" dt="2025-10-05T03:07:25.511" v="2862" actId="1076"/>
        <pc:sldMkLst>
          <pc:docMk/>
          <pc:sldMk cId="3049968880" sldId="757"/>
        </pc:sldMkLst>
        <pc:spChg chg="mod">
          <ac:chgData name="Zonghua Gu" userId="9a7e1853e1951ef5" providerId="LiveId" clId="{CF1FAA12-072C-4ED5-BA76-0FFFAEFDB88A}" dt="2025-10-05T02:53:16.848" v="2848" actId="6549"/>
          <ac:spMkLst>
            <pc:docMk/>
            <pc:sldMk cId="3049968880" sldId="757"/>
            <ac:spMk id="2" creationId="{C37345B3-FBD4-2D39-F1EB-5F9D94C74C8C}"/>
          </ac:spMkLst>
        </pc:spChg>
        <pc:spChg chg="mod">
          <ac:chgData name="Zonghua Gu" userId="9a7e1853e1951ef5" providerId="LiveId" clId="{CF1FAA12-072C-4ED5-BA76-0FFFAEFDB88A}" dt="2025-10-05T02:51:57.547" v="2804" actId="313"/>
          <ac:spMkLst>
            <pc:docMk/>
            <pc:sldMk cId="3049968880" sldId="757"/>
            <ac:spMk id="4" creationId="{3149164B-AC7F-262E-85D3-203B21C2369A}"/>
          </ac:spMkLst>
        </pc:spChg>
        <pc:spChg chg="mod">
          <ac:chgData name="Zonghua Gu" userId="9a7e1853e1951ef5" providerId="LiveId" clId="{CF1FAA12-072C-4ED5-BA76-0FFFAEFDB88A}" dt="2025-10-05T02:52:01.291" v="2819" actId="313"/>
          <ac:spMkLst>
            <pc:docMk/>
            <pc:sldMk cId="3049968880" sldId="757"/>
            <ac:spMk id="5" creationId="{B0B60CED-9D05-2D49-66A9-FB9AB6E901FB}"/>
          </ac:spMkLst>
        </pc:spChg>
        <pc:spChg chg="add mod">
          <ac:chgData name="Zonghua Gu" userId="9a7e1853e1951ef5" providerId="LiveId" clId="{CF1FAA12-072C-4ED5-BA76-0FFFAEFDB88A}" dt="2025-10-05T03:07:25.511" v="2862" actId="1076"/>
          <ac:spMkLst>
            <pc:docMk/>
            <pc:sldMk cId="3049968880" sldId="757"/>
            <ac:spMk id="6" creationId="{FA97F22B-CBD2-A76E-66A6-7632B8BDAF8F}"/>
          </ac:spMkLst>
        </pc:spChg>
      </pc:sldChg>
      <pc:sldChg chg="new del modNotesTx">
        <pc:chgData name="Zonghua Gu" userId="9a7e1853e1951ef5" providerId="LiveId" clId="{CF1FAA12-072C-4ED5-BA76-0FFFAEFDB88A}" dt="2025-10-14T21:08:41.639" v="2872" actId="47"/>
        <pc:sldMkLst>
          <pc:docMk/>
          <pc:sldMk cId="3281418012" sldId="758"/>
        </pc:sldMkLst>
      </pc:sldChg>
      <pc:sldChg chg="modSp add mod">
        <pc:chgData name="Zonghua Gu" userId="9a7e1853e1951ef5" providerId="LiveId" clId="{CF1FAA12-072C-4ED5-BA76-0FFFAEFDB88A}" dt="2025-10-14T21:08:29.941" v="2870" actId="20577"/>
        <pc:sldMkLst>
          <pc:docMk/>
          <pc:sldMk cId="414796749" sldId="759"/>
        </pc:sldMkLst>
        <pc:spChg chg="mod">
          <ac:chgData name="Zonghua Gu" userId="9a7e1853e1951ef5" providerId="LiveId" clId="{CF1FAA12-072C-4ED5-BA76-0FFFAEFDB88A}" dt="2025-10-14T21:08:29.941" v="2870" actId="20577"/>
          <ac:spMkLst>
            <pc:docMk/>
            <pc:sldMk cId="414796749" sldId="759"/>
            <ac:spMk id="2" creationId="{00000000-0000-0000-0000-000000000000}"/>
          </ac:spMkLst>
        </pc:spChg>
      </pc:sldChg>
      <pc:sldChg chg="modSp add mod">
        <pc:chgData name="Zonghua Gu" userId="9a7e1853e1951ef5" providerId="LiveId" clId="{CF1FAA12-072C-4ED5-BA76-0FFFAEFDB88A}" dt="2025-10-14T21:08:46.973" v="2877" actId="20577"/>
        <pc:sldMkLst>
          <pc:docMk/>
          <pc:sldMk cId="3252337491" sldId="760"/>
        </pc:sldMkLst>
        <pc:spChg chg="mod">
          <ac:chgData name="Zonghua Gu" userId="9a7e1853e1951ef5" providerId="LiveId" clId="{CF1FAA12-072C-4ED5-BA76-0FFFAEFDB88A}" dt="2025-10-14T21:08:46.973" v="2877" actId="20577"/>
          <ac:spMkLst>
            <pc:docMk/>
            <pc:sldMk cId="3252337491" sldId="760"/>
            <ac:spMk id="2" creationId="{00000000-0000-0000-0000-000000000000}"/>
          </ac:spMkLst>
        </pc:spChg>
      </pc:sldChg>
      <pc:sldChg chg="new">
        <pc:chgData name="Zonghua Gu" userId="9a7e1853e1951ef5" providerId="LiveId" clId="{CF1FAA12-072C-4ED5-BA76-0FFFAEFDB88A}" dt="2025-10-14T21:10:10.888" v="2878" actId="680"/>
        <pc:sldMkLst>
          <pc:docMk/>
          <pc:sldMk cId="1273994328" sldId="761"/>
        </pc:sldMkLst>
      </pc:sldChg>
      <pc:sldChg chg="add">
        <pc:chgData name="Zonghua Gu" userId="9a7e1853e1951ef5" providerId="LiveId" clId="{CF1FAA12-072C-4ED5-BA76-0FFFAEFDB88A}" dt="2025-10-14T21:11:06.050" v="2879"/>
        <pc:sldMkLst>
          <pc:docMk/>
          <pc:sldMk cId="734650997" sldId="7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531B6B-01ED-4B91-B944-2A70B0C5B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73369-F6FC-499D-A990-3E9060F016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61579-C726-4AFD-89FC-66D961EAF8E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68850-16A6-41CF-85AD-8061DE066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78DEA-CE56-47ED-9B81-B4AC370305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42652-CBF3-40A7-8FE7-9A3810BFF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5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0C5DCA7A-C3FD-4606-A3AD-864BD96433D4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46F4F04-2BB1-473A-9274-1B455085D2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1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stackoverflow.com/questions/70008529/i-cannot-understand-how-the-arm-stack-operations-work" TargetMode="External"/><Relationship Id="rId13" Type="http://schemas.openxmlformats.org/officeDocument/2006/relationships/hyperlink" Target="https://www.embeddedrelated.com/showthread/comp.arch.embedded/200819-1.php" TargetMode="External"/><Relationship Id="rId18" Type="http://schemas.openxmlformats.org/officeDocument/2006/relationships/hyperlink" Target="http://www-mdp.eng.cam.ac.uk/web/library/enginfo/mdp_micro/lecture5/lecture5-4-2.html" TargetMode="External"/><Relationship Id="rId3" Type="http://schemas.openxmlformats.org/officeDocument/2006/relationships/hyperlink" Target="https://duetorun.com/blog/20230614/arm-stack-modes/" TargetMode="External"/><Relationship Id="rId21" Type="http://schemas.openxmlformats.org/officeDocument/2006/relationships/hyperlink" Target="http://homepage.cs.uiowa.edu/~jones/compiler/notes/27.shtml" TargetMode="External"/><Relationship Id="rId7" Type="http://schemas.openxmlformats.org/officeDocument/2006/relationships/hyperlink" Target="https://developer.arm.com/documentation/dui0801/a/Cacbgchh" TargetMode="External"/><Relationship Id="rId12" Type="http://schemas.openxmlformats.org/officeDocument/2006/relationships/hyperlink" Target="https://developer.arm.com/documentation/dui0489/e/arm-and-thumb-instructions/memory-access-instructions/push-and-pop" TargetMode="External"/><Relationship Id="rId17" Type="http://schemas.openxmlformats.org/officeDocument/2006/relationships/hyperlink" Target="https://azeria-labs.com/functions-and-the-stack-part-7/" TargetMode="External"/><Relationship Id="rId2" Type="http://schemas.openxmlformats.org/officeDocument/2006/relationships/slide" Target="../slides/slide2.xml"/><Relationship Id="rId16" Type="http://schemas.openxmlformats.org/officeDocument/2006/relationships/hyperlink" Target="https://stackoverflow.com/questions/57031401/why-push-first-decreases-the-stack-pointer" TargetMode="External"/><Relationship Id="rId20" Type="http://schemas.openxmlformats.org/officeDocument/2006/relationships/hyperlink" Target="https://users.ece.utexas.edu/~valvano/mspm0/Arm_Architecture_v6m_Reference_Manual.pdf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eveloper.arm.com/documentation/107656/latest/Registers/Registers-in-the-register-bank/R13--Stack-Pointer--SP-/Stack-memory" TargetMode="External"/><Relationship Id="rId11" Type="http://schemas.openxmlformats.org/officeDocument/2006/relationships/hyperlink" Target="https://shankarrajagopal.github.io/theory/Module_5_good_one.pdf" TargetMode="External"/><Relationship Id="rId5" Type="http://schemas.openxmlformats.org/officeDocument/2006/relationships/hyperlink" Target="https://developer.arm.com/documentation/dui0231/latest/thumb-instruction-reference/thumb-memory-access-instructions/push-and-pop" TargetMode="External"/><Relationship Id="rId15" Type="http://schemas.openxmlformats.org/officeDocument/2006/relationships/hyperlink" Target="https://bob.cs.sonoma.edu/testing/sec-stack.html" TargetMode="External"/><Relationship Id="rId10" Type="http://schemas.openxmlformats.org/officeDocument/2006/relationships/hyperlink" Target="https://stackoverflow.com/questions/47109767/push-and-pop-order-in-arm/47109995" TargetMode="External"/><Relationship Id="rId19" Type="http://schemas.openxmlformats.org/officeDocument/2006/relationships/hyperlink" Target="https://web.eecs.umich.edu/~prabal/teaching/eecs373-f10/readings/ARMv7-M_ARM.pdf" TargetMode="External"/><Relationship Id="rId4" Type="http://schemas.openxmlformats.org/officeDocument/2006/relationships/hyperlink" Target="https://documentation-service.arm.com/static/65798111b52744113be5cda1?token=" TargetMode="External"/><Relationship Id="rId9" Type="http://schemas.openxmlformats.org/officeDocument/2006/relationships/hyperlink" Target="https://www.scs.stanford.edu/~zyedidia/docs/arm/extras/annot/subroutines.hohl-arm-asm.pdf" TargetMode="External"/><Relationship Id="rId14" Type="http://schemas.openxmlformats.org/officeDocument/2006/relationships/hyperlink" Target="http://www.cs.emory.edu/~cheung/Courses/255/Syllabus/7-ARM/SLIDES/s53.html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Yes. For a standard full-descending ARM/Thumb-2 stack, SP is decremented before each store during PUSH (pre-decrement), and incremented after each load during POP (post-increment); slides should reflect SP moving down before writing and up after reading.</a:t>
            </a:r>
            <a:r>
              <a:rPr lang="en-US" dirty="0">
                <a:hlinkClick r:id="rId3"/>
              </a:rPr>
              <a:t>duetorun+1</a:t>
            </a:r>
            <a:endParaRPr lang="en-US" dirty="0"/>
          </a:p>
          <a:p>
            <a:r>
              <a:rPr lang="en-US" b="1" dirty="0"/>
              <a:t>Correct rule to apply</a:t>
            </a:r>
          </a:p>
          <a:p>
            <a:r>
              <a:rPr lang="en-US" dirty="0"/>
              <a:t>PUSH: STMDB/STMFD </a:t>
            </a:r>
            <a:r>
              <a:rPr lang="en-US" dirty="0" err="1"/>
              <a:t>sp</a:t>
            </a:r>
            <a:r>
              <a:rPr lang="en-US" dirty="0"/>
              <a:t>!, {...} semantics — SP moves down first, then values are stored starting at the new SP; lowest-numbered register goes to the lowest address.</a:t>
            </a:r>
            <a:r>
              <a:rPr lang="en-US" dirty="0">
                <a:effectLst/>
                <a:hlinkClick r:id="rId4"/>
              </a:rPr>
              <a:t>documentation-service.arm</a:t>
            </a:r>
            <a:r>
              <a:rPr lang="en-US" dirty="0">
                <a:hlinkClick r:id="rId4"/>
              </a:rPr>
              <a:t>+1</a:t>
            </a:r>
            <a:endParaRPr lang="en-US" dirty="0"/>
          </a:p>
          <a:p>
            <a:r>
              <a:rPr lang="en-US" dirty="0"/>
              <a:t>POP: LDMIA/LDMFD </a:t>
            </a:r>
            <a:r>
              <a:rPr lang="en-US" dirty="0" err="1"/>
              <a:t>sp</a:t>
            </a:r>
            <a:r>
              <a:rPr lang="en-US" dirty="0"/>
              <a:t>!, {...} semantics — values are read starting at SP, then SP moves up after the block; lowest-numbered register is loaded from the lowest address.</a:t>
            </a:r>
            <a:r>
              <a:rPr lang="en-US" dirty="0">
                <a:hlinkClick r:id="rId5"/>
              </a:rPr>
              <a:t>developer.arm+1</a:t>
            </a:r>
            <a:endParaRPr lang="en-US" dirty="0"/>
          </a:p>
          <a:p>
            <a:r>
              <a:rPr lang="en-US" dirty="0">
                <a:hlinkClick r:id="rId3"/>
              </a:rPr>
              <a:t>https://duetorun.com/blog/20230614/arm-stack-modes/</a:t>
            </a:r>
            <a:endParaRPr lang="en-US" dirty="0"/>
          </a:p>
          <a:p>
            <a:r>
              <a:rPr lang="en-US" dirty="0">
                <a:hlinkClick r:id="rId6"/>
              </a:rPr>
              <a:t>https://developer.arm.com/documentation/107656/latest/Registers/Registers-in-the-register-bank/R13--Stack-Pointer--SP-/Stack-memory</a:t>
            </a:r>
            <a:endParaRPr lang="en-US" dirty="0"/>
          </a:p>
          <a:p>
            <a:r>
              <a:rPr lang="en-US" dirty="0">
                <a:hlinkClick r:id="rId4"/>
              </a:rPr>
              <a:t>https://documentation-service.arm.com/static/65798111b52744113be5cda1?token=</a:t>
            </a:r>
            <a:endParaRPr lang="en-US" dirty="0"/>
          </a:p>
          <a:p>
            <a:r>
              <a:rPr lang="en-US" dirty="0">
                <a:hlinkClick r:id="rId5"/>
              </a:rPr>
              <a:t>https://developer.arm.com/documentation/dui0231/latest/thumb-instruction-reference/thumb-memory-access-instructions/push-and-pop</a:t>
            </a:r>
            <a:endParaRPr lang="en-US" dirty="0"/>
          </a:p>
          <a:p>
            <a:r>
              <a:rPr lang="en-US" dirty="0">
                <a:hlinkClick r:id="rId7"/>
              </a:rPr>
              <a:t>https://developer.arm.com/documentation/dui0801/a/Cacbgchh</a:t>
            </a:r>
            <a:endParaRPr lang="en-US" dirty="0"/>
          </a:p>
          <a:p>
            <a:r>
              <a:rPr lang="en-US" dirty="0">
                <a:hlinkClick r:id="rId8"/>
              </a:rPr>
              <a:t>https://stackoverflow.com/questions/70008529/i-cannot-understand-how-the-arm-stack-operations-work</a:t>
            </a:r>
            <a:endParaRPr lang="en-US" dirty="0"/>
          </a:p>
          <a:p>
            <a:r>
              <a:rPr lang="en-US" dirty="0">
                <a:hlinkClick r:id="rId9"/>
              </a:rPr>
              <a:t>https://www.scs.stanford.edu/~zyedidia/docs/arm/extras/annot/subroutines.hohl-arm-asm.pdf</a:t>
            </a:r>
            <a:endParaRPr lang="en-US" dirty="0"/>
          </a:p>
          <a:p>
            <a:r>
              <a:rPr lang="en-US" dirty="0">
                <a:hlinkClick r:id="rId10"/>
              </a:rPr>
              <a:t>https://stackoverflow.com/questions/47109767/push-and-pop-order-in-arm/47109995</a:t>
            </a:r>
            <a:endParaRPr lang="en-US" dirty="0"/>
          </a:p>
          <a:p>
            <a:r>
              <a:rPr lang="en-US" dirty="0">
                <a:hlinkClick r:id="rId11"/>
              </a:rPr>
              <a:t>https://shankarrajagopal.github.io/theory/Module_5_good_one.pdf</a:t>
            </a:r>
            <a:endParaRPr lang="en-US" dirty="0"/>
          </a:p>
          <a:p>
            <a:r>
              <a:rPr lang="en-US" dirty="0">
                <a:hlinkClick r:id="rId12"/>
              </a:rPr>
              <a:t>https://developer.arm.com/documentation/dui0489/e/arm-and-thumb-instructions/memory-access-instructions/push-and-pop</a:t>
            </a:r>
            <a:endParaRPr lang="en-US" dirty="0"/>
          </a:p>
          <a:p>
            <a:r>
              <a:rPr lang="en-US" dirty="0">
                <a:hlinkClick r:id="rId13"/>
              </a:rPr>
              <a:t>https://www.embeddedrelated.com/showthread/comp.arch.embedded/200819-1.php</a:t>
            </a:r>
            <a:endParaRPr lang="en-US" dirty="0"/>
          </a:p>
          <a:p>
            <a:r>
              <a:rPr lang="en-US" dirty="0">
                <a:hlinkClick r:id="rId14"/>
              </a:rPr>
              <a:t>http://www.cs.emory.edu/~cheung/Courses/255/Syllabus/7-ARM/SLIDES/s53.html</a:t>
            </a:r>
            <a:endParaRPr lang="en-US" dirty="0"/>
          </a:p>
          <a:p>
            <a:r>
              <a:rPr lang="en-US" dirty="0">
                <a:hlinkClick r:id="rId15"/>
              </a:rPr>
              <a:t>https://bob.cs.sonoma.edu/testing/sec-stack.html</a:t>
            </a:r>
            <a:endParaRPr lang="en-US" dirty="0"/>
          </a:p>
          <a:p>
            <a:r>
              <a:rPr lang="en-US" dirty="0">
                <a:hlinkClick r:id="rId16"/>
              </a:rPr>
              <a:t>https://stackoverflow.com/questions/57031401/why-push-first-decreases-the-stack-pointer</a:t>
            </a:r>
            <a:endParaRPr lang="en-US" dirty="0"/>
          </a:p>
          <a:p>
            <a:r>
              <a:rPr lang="en-US" dirty="0">
                <a:hlinkClick r:id="rId17"/>
              </a:rPr>
              <a:t>https://azeria-labs.com/functions-and-the-stack-part-7/</a:t>
            </a:r>
            <a:endParaRPr lang="en-US" dirty="0"/>
          </a:p>
          <a:p>
            <a:r>
              <a:rPr lang="en-US" dirty="0">
                <a:hlinkClick r:id="rId18"/>
              </a:rPr>
              <a:t>http://www-mdp.eng.cam.ac.uk/web/library/enginfo/mdp_micro/lecture5/lecture5-4-2.html</a:t>
            </a:r>
            <a:endParaRPr lang="en-US" dirty="0"/>
          </a:p>
          <a:p>
            <a:r>
              <a:rPr lang="en-US" dirty="0">
                <a:hlinkClick r:id="rId19"/>
              </a:rPr>
              <a:t>https://web.eecs.umich.edu/~prabal/teaching/eecs373-f10/readings/ARMv7-M_ARM.pdf</a:t>
            </a:r>
            <a:endParaRPr lang="en-US" dirty="0"/>
          </a:p>
          <a:p>
            <a:r>
              <a:rPr lang="en-US" dirty="0">
                <a:hlinkClick r:id="rId20"/>
              </a:rPr>
              <a:t>https://users.ece.utexas.edu/~valvano/mspm0/Arm_Architecture_v6m_Reference_Manual.pdf</a:t>
            </a:r>
            <a:endParaRPr lang="en-US" dirty="0"/>
          </a:p>
          <a:p>
            <a:r>
              <a:rPr lang="en-US" dirty="0">
                <a:hlinkClick r:id="rId21"/>
              </a:rPr>
              <a:t>http://homepage.cs.uiowa.edu/~jones/compiler/notes/27.shtml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2AF1D-1787-4F45-8D94-E7435950448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5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542877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@ int mystery2(int c)</a:t>
            </a:r>
          </a:p>
          <a:p>
            <a:r>
              <a:rPr lang="en-US" dirty="0"/>
              <a:t>    @ r0: c  -&gt; returns r0</a:t>
            </a:r>
          </a:p>
          <a:p>
            <a:endParaRPr lang="en-US" dirty="0"/>
          </a:p>
          <a:p>
            <a:r>
              <a:rPr lang="en-US" dirty="0"/>
              <a:t>    .text</a:t>
            </a:r>
          </a:p>
          <a:p>
            <a:r>
              <a:rPr lang="en-US" dirty="0"/>
              <a:t>    .align 2</a:t>
            </a:r>
          </a:p>
          <a:p>
            <a:r>
              <a:rPr lang="en-US" dirty="0"/>
              <a:t>    .global mystery2</a:t>
            </a:r>
          </a:p>
          <a:p>
            <a:r>
              <a:rPr lang="en-US" dirty="0"/>
              <a:t>mystery2:</a:t>
            </a:r>
          </a:p>
          <a:p>
            <a:r>
              <a:rPr lang="en-US" dirty="0"/>
              <a:t>    </a:t>
            </a:r>
            <a:r>
              <a:rPr lang="en-US" dirty="0" err="1"/>
              <a:t>cmp</a:t>
            </a:r>
            <a:r>
              <a:rPr lang="en-US" dirty="0"/>
              <a:t>     r0, #'A'                @ c ? 'A'</a:t>
            </a:r>
          </a:p>
          <a:p>
            <a:r>
              <a:rPr lang="en-US" dirty="0"/>
              <a:t>    </a:t>
            </a:r>
            <a:r>
              <a:rPr lang="en-US" dirty="0" err="1"/>
              <a:t>blt</a:t>
            </a:r>
            <a:r>
              <a:rPr lang="en-US" dirty="0"/>
              <a:t>     1f                      @ if c &lt; 'A' -&gt; skip add</a:t>
            </a:r>
          </a:p>
          <a:p>
            <a:r>
              <a:rPr lang="en-US" dirty="0"/>
              <a:t>    </a:t>
            </a:r>
            <a:r>
              <a:rPr lang="en-US" dirty="0" err="1"/>
              <a:t>cmp</a:t>
            </a:r>
            <a:r>
              <a:rPr lang="en-US" dirty="0"/>
              <a:t>     r0, #'Z'                @ c ? 'Z'</a:t>
            </a:r>
          </a:p>
          <a:p>
            <a:r>
              <a:rPr lang="en-US" dirty="0"/>
              <a:t>    </a:t>
            </a:r>
            <a:r>
              <a:rPr lang="en-US" dirty="0" err="1"/>
              <a:t>bgt</a:t>
            </a:r>
            <a:r>
              <a:rPr lang="en-US" dirty="0"/>
              <a:t>     1f                      @ if c &gt; 'Z' -&gt; skip add</a:t>
            </a:r>
          </a:p>
          <a:p>
            <a:r>
              <a:rPr lang="en-US" dirty="0"/>
              <a:t>    add     r0, r0, #('a' - 'A')    @ c += 32 (ASCII delta)</a:t>
            </a:r>
          </a:p>
          <a:p>
            <a:r>
              <a:rPr lang="en-US" dirty="0"/>
              <a:t>1:</a:t>
            </a:r>
          </a:p>
          <a:p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      @ return c (possibly adjusted)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0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50F2D-B710-7C2B-F932-9CA73BD1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2C7E1-AE8A-FAD0-696A-6424492F1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8D7F5-51E1-6057-8428-AB4BEC5BD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@ int mystery2(int c)</a:t>
            </a:r>
          </a:p>
          <a:p>
            <a:r>
              <a:rPr lang="en-US" dirty="0"/>
              <a:t>    @ r0: c  -&gt; returns r0</a:t>
            </a:r>
          </a:p>
          <a:p>
            <a:endParaRPr lang="en-US" dirty="0"/>
          </a:p>
          <a:p>
            <a:r>
              <a:rPr lang="en-US" dirty="0"/>
              <a:t>    .text</a:t>
            </a:r>
          </a:p>
          <a:p>
            <a:r>
              <a:rPr lang="en-US" dirty="0"/>
              <a:t>    .align 2</a:t>
            </a:r>
          </a:p>
          <a:p>
            <a:r>
              <a:rPr lang="en-US" dirty="0"/>
              <a:t>    .global mystery2</a:t>
            </a:r>
          </a:p>
          <a:p>
            <a:r>
              <a:rPr lang="en-US" dirty="0"/>
              <a:t>mystery2:</a:t>
            </a:r>
          </a:p>
          <a:p>
            <a:r>
              <a:rPr lang="en-US" dirty="0"/>
              <a:t>    </a:t>
            </a:r>
            <a:r>
              <a:rPr lang="en-US" dirty="0" err="1"/>
              <a:t>cmp</a:t>
            </a:r>
            <a:r>
              <a:rPr lang="en-US" dirty="0"/>
              <a:t>     r0, #'A'                @ c ? 'A'</a:t>
            </a:r>
          </a:p>
          <a:p>
            <a:r>
              <a:rPr lang="en-US" dirty="0"/>
              <a:t>    </a:t>
            </a:r>
            <a:r>
              <a:rPr lang="en-US" dirty="0" err="1"/>
              <a:t>blt</a:t>
            </a:r>
            <a:r>
              <a:rPr lang="en-US" dirty="0"/>
              <a:t>     1f                      @ if c &lt; 'A' -&gt; skip add</a:t>
            </a:r>
          </a:p>
          <a:p>
            <a:r>
              <a:rPr lang="en-US" dirty="0"/>
              <a:t>    </a:t>
            </a:r>
            <a:r>
              <a:rPr lang="en-US" dirty="0" err="1"/>
              <a:t>cmp</a:t>
            </a:r>
            <a:r>
              <a:rPr lang="en-US" dirty="0"/>
              <a:t>     r0, #'Z'                @ c ? 'Z'</a:t>
            </a:r>
          </a:p>
          <a:p>
            <a:r>
              <a:rPr lang="en-US" dirty="0"/>
              <a:t>    </a:t>
            </a:r>
            <a:r>
              <a:rPr lang="en-US" dirty="0" err="1"/>
              <a:t>bgt</a:t>
            </a:r>
            <a:r>
              <a:rPr lang="en-US" dirty="0"/>
              <a:t>     1f                      @ if c &gt; 'Z' -&gt; skip add</a:t>
            </a:r>
          </a:p>
          <a:p>
            <a:r>
              <a:rPr lang="en-US" dirty="0"/>
              <a:t>    add     r0, r0, #('a' - 'A')    @ c += 32 (ASCII delta)</a:t>
            </a:r>
          </a:p>
          <a:p>
            <a:r>
              <a:rPr lang="en-US" dirty="0"/>
              <a:t>1:</a:t>
            </a:r>
          </a:p>
          <a:p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      @ return c (possibly adjusted)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88E4B-BC69-55C9-4689-173165A5E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80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Straight-line with conditional execution</a:t>
            </a:r>
          </a:p>
          <a:p>
            <a:r>
              <a:rPr lang="en-US" sz="1200" dirty="0"/>
              <a:t>foo:</a:t>
            </a:r>
            <a:br>
              <a:rPr lang="en-US" sz="1200" dirty="0"/>
            </a:br>
            <a:r>
              <a:rPr lang="en-US" sz="1200" dirty="0"/>
              <a:t>    ADD     r2, r0, r1      ; r2 = x + y</a:t>
            </a:r>
            <a:br>
              <a:rPr lang="en-US" sz="1200" dirty="0"/>
            </a:br>
            <a:r>
              <a:rPr lang="en-US" sz="1200" dirty="0"/>
              <a:t>    CMP     r2, #0          ; sets N,Z,V,C for signed compare to 0</a:t>
            </a:r>
            <a:br>
              <a:rPr lang="en-US" sz="1200" dirty="0"/>
            </a:br>
            <a:r>
              <a:rPr lang="en-US" sz="1200" dirty="0"/>
              <a:t>    MOVLT   r0, #0        ; if (</a:t>
            </a:r>
            <a:r>
              <a:rPr lang="en-US" sz="1200" dirty="0" err="1"/>
              <a:t>x+y</a:t>
            </a:r>
            <a:r>
              <a:rPr lang="en-US" sz="1200" dirty="0"/>
              <a:t>) &lt; 0 -&gt; r0 = 0</a:t>
            </a:r>
            <a:br>
              <a:rPr lang="en-US" sz="1200" dirty="0"/>
            </a:br>
            <a:r>
              <a:rPr lang="en-US" sz="1200" dirty="0"/>
              <a:t>    MOVGE   r0, #1       ; else r0 = 1</a:t>
            </a:r>
            <a:br>
              <a:rPr lang="en-US" sz="1200" dirty="0"/>
            </a:br>
            <a:r>
              <a:rPr lang="en-US" sz="1200" dirty="0"/>
              <a:t>    BX      </a:t>
            </a:r>
            <a:r>
              <a:rPr lang="en-US" sz="1200" dirty="0" err="1"/>
              <a:t>lr</a:t>
            </a:r>
            <a:endParaRPr lang="en-US" sz="1200" dirty="0"/>
          </a:p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dirty="0"/>
              <a:t>Conditional branch to label</a:t>
            </a:r>
          </a:p>
          <a:p>
            <a:r>
              <a:rPr lang="en-US" sz="1200" dirty="0"/>
              <a:t>foo:</a:t>
            </a:r>
            <a:br>
              <a:rPr lang="en-US" sz="1200" dirty="0"/>
            </a:br>
            <a:r>
              <a:rPr lang="en-US" sz="1200" dirty="0"/>
              <a:t>    ADD     r2, r0, r1</a:t>
            </a:r>
            <a:br>
              <a:rPr lang="en-US" sz="1200" dirty="0"/>
            </a:br>
            <a:r>
              <a:rPr lang="en-US" sz="1200" dirty="0"/>
              <a:t>    CMP     r2, #0</a:t>
            </a:r>
            <a:br>
              <a:rPr lang="en-US" sz="1200" dirty="0"/>
            </a:br>
            <a:r>
              <a:rPr lang="en-US" sz="1200" dirty="0"/>
              <a:t>    BLT     .</a:t>
            </a:r>
            <a:r>
              <a:rPr lang="en-US" sz="1200" dirty="0" err="1"/>
              <a:t>Lneg</a:t>
            </a:r>
            <a:br>
              <a:rPr lang="en-US" sz="1200" dirty="0"/>
            </a:br>
            <a:r>
              <a:rPr lang="en-US" sz="1200" dirty="0"/>
              <a:t>    MOV     r0, #1</a:t>
            </a:r>
            <a:br>
              <a:rPr lang="en-US" sz="1200" dirty="0"/>
            </a:br>
            <a:r>
              <a:rPr lang="en-US" sz="1200" dirty="0"/>
              <a:t>    BX      </a:t>
            </a:r>
            <a:r>
              <a:rPr lang="en-US" sz="1200" dirty="0" err="1"/>
              <a:t>lr</a:t>
            </a:r>
            <a:br>
              <a:rPr lang="en-US" sz="1200" dirty="0"/>
            </a:br>
            <a:r>
              <a:rPr lang="en-US" sz="1200" dirty="0"/>
              <a:t>.</a:t>
            </a:r>
            <a:r>
              <a:rPr lang="en-US" sz="1200" dirty="0" err="1"/>
              <a:t>Lneg</a:t>
            </a:r>
            <a:r>
              <a:rPr lang="en-US" sz="1200" dirty="0"/>
              <a:t>:</a:t>
            </a:r>
            <a:br>
              <a:rPr lang="en-US" sz="1200" dirty="0"/>
            </a:br>
            <a:r>
              <a:rPr lang="en-US" sz="1200" dirty="0"/>
              <a:t>    MOV     r0, #0</a:t>
            </a:r>
            <a:br>
              <a:rPr lang="en-US" sz="1200" dirty="0"/>
            </a:br>
            <a:r>
              <a:rPr lang="en-US" sz="1200" dirty="0"/>
              <a:t>    BX      </a:t>
            </a:r>
            <a:r>
              <a:rPr lang="en-US" sz="1200" dirty="0" err="1"/>
              <a:t>lr</a:t>
            </a:r>
            <a:endParaRPr lang="pt-BR" sz="1200" dirty="0"/>
          </a:p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 convention: inputs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r0,r1; result in r0;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holds return address; no callee-saved registers are clobbered.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Choose MI/PL (based on N) or LT/GE (signed) consistently; both are correct when flags come from the sum or a compare to zero.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Thumb-2, prefer conditional branches or the IT block variant if permitted by assembler; for classic ARM state, full conditional MOVs avoid branches.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6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(In the exams, I may provide most of the code and let you fill in the blanks.)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29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7966D375-7FE4-4861-9EA3-8493E3E81506}" type="datetime1">
              <a:rPr lang="en-US" smtClean="0"/>
              <a:t>10/14/2025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0065D69-4622-413E-9E09-6A2509001B66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26D84756-85D3-4017-90AB-B482945A0CB0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359E9A9-3822-4D57-8A64-831B26641011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96C45A0-00E6-4B4B-A1A7-CF1486D67AF4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88C3861-EF45-4815-A76E-294671FAB405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F0B8080-ED7A-45A9-A704-76D750342F9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503A19-0780-4B28-9CCB-B5B1820188BD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142A9E5-AE71-46A9-A65E-9BA279401128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C54BE0-D5FE-4C7B-88A7-8835FDA599B1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132153C-039A-48A4-AC9F-CEC24D5C2B7A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4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087DD3F-948A-46ED-B3EC-5D68A963D0B7}" type="datetime1">
              <a:rPr lang="en-US" smtClean="0"/>
              <a:t>10/14/2025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18008" y="1828800"/>
            <a:ext cx="22513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8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Subroutines</a:t>
            </a:r>
          </a:p>
          <a:p>
            <a:pPr algn="r"/>
            <a:r>
              <a:rPr lang="en-US" altLang="zh-CN" sz="2400" b="1" dirty="0">
                <a:solidFill>
                  <a:srgbClr val="C00000"/>
                </a:solidFill>
              </a:rPr>
              <a:t>Exercises ANS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3200400"/>
          </a:xfrm>
        </p:spPr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GB" sz="2800" i="1" dirty="0">
                <a:latin typeface="Consolas" panose="020B0609020204030204" pitchFamily="49" charset="0"/>
                <a:cs typeface="Consolas" panose="020B0609020204030204" pitchFamily="49" charset="0"/>
              </a:rPr>
              <a:t>Rd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 lvl="1"/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-4   </a:t>
            </a:r>
            <a:r>
              <a:rPr lang="en-GB" sz="2400" dirty="0">
                <a:latin typeface="Cambria Math"/>
                <a:ea typeface="Cambria Math"/>
                <a:cs typeface="Consolas" panose="020B0609020204030204" pitchFamily="49" charset="0"/>
              </a:rPr>
              <a:t>⟶    descending stack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(*SP) = </a:t>
            </a:r>
            <a:r>
              <a:rPr lang="en-GB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Rd</a:t>
            </a:r>
            <a:r>
              <a:rPr lang="en-GB" sz="2400" dirty="0">
                <a:latin typeface="Cambria Math"/>
                <a:ea typeface="Cambria Math"/>
                <a:cs typeface="Consolas" panose="020B0609020204030204" pitchFamily="49" charset="0"/>
              </a:rPr>
              <a:t>     ⟶    full stack</a:t>
            </a:r>
          </a:p>
          <a:p>
            <a:pPr marL="0" indent="0">
              <a:buNone/>
            </a:pPr>
            <a:endParaRPr lang="en-GB" sz="270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700" dirty="0">
                <a:cs typeface="Consolas" panose="020B0609020204030204" pitchFamily="49" charset="0"/>
              </a:rPr>
              <a:t>Push multiple registers</a:t>
            </a:r>
          </a:p>
          <a:p>
            <a:pPr marL="0" indent="0">
              <a:buNone/>
            </a:pPr>
            <a:endParaRPr lang="en-GB" sz="2800" dirty="0"/>
          </a:p>
          <a:p>
            <a:endParaRPr lang="en-GB" sz="2400" dirty="0"/>
          </a:p>
          <a:p>
            <a:pPr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10688" y="3848146"/>
            <a:ext cx="2488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{r6, r7,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088" y="3465945"/>
            <a:ext cx="1969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They are equivalent. 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088" y="3568140"/>
            <a:ext cx="13244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{r8}</a:t>
            </a:r>
          </a:p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{r7}</a:t>
            </a:r>
          </a:p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{r6}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088" y="3848146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{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r7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001488" y="3976346"/>
            <a:ext cx="482950" cy="19788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-Right Arrow 11"/>
          <p:cNvSpPr/>
          <p:nvPr/>
        </p:nvSpPr>
        <p:spPr>
          <a:xfrm>
            <a:off x="6278088" y="3930864"/>
            <a:ext cx="482950" cy="19788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58953" y="4504339"/>
            <a:ext cx="77723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 is decremented before PUSH (pre-decrement), and incremented after POP (post-increment).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order in which registers listed in the register list does not matter.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When pushing multiple registers, these registers are automatically </a:t>
            </a:r>
            <a:r>
              <a:rPr lang="en-US" sz="2000" dirty="0">
                <a:solidFill>
                  <a:srgbClr val="3333FF"/>
                </a:solidFill>
              </a:rPr>
              <a:t>sorted by name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3333FF"/>
                </a:solidFill>
              </a:rPr>
              <a:t>the lowest-numbered register </a:t>
            </a:r>
            <a:r>
              <a:rPr lang="en-US" sz="2000" dirty="0"/>
              <a:t>is stored to the lowest memory address, </a:t>
            </a:r>
            <a:r>
              <a:rPr lang="en-US" sz="2000" i="1" dirty="0"/>
              <a:t>i.e. </a:t>
            </a:r>
            <a:r>
              <a:rPr lang="en-US" sz="2000" dirty="0">
                <a:solidFill>
                  <a:srgbClr val="3333FF"/>
                </a:solidFill>
              </a:rPr>
              <a:t>is stored last</a:t>
            </a:r>
            <a:r>
              <a:rPr lang="en-US" sz="2000" dirty="0"/>
              <a:t>. </a:t>
            </a:r>
          </a:p>
        </p:txBody>
      </p:sp>
      <p:sp>
        <p:nvSpPr>
          <p:cNvPr id="7" name="Horizontal Scroll 15">
            <a:extLst>
              <a:ext uri="{FF2B5EF4-FFF2-40B4-BE49-F238E27FC236}">
                <a16:creationId xmlns:a16="http://schemas.microsoft.com/office/drawing/2014/main" id="{CA1DAB37-747D-183E-CAAD-AD690621F135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12063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GB" sz="2800" i="1" dirty="0">
                <a:latin typeface="Consolas" panose="020B0609020204030204" pitchFamily="49" charset="0"/>
                <a:cs typeface="Consolas" panose="020B0609020204030204" pitchFamily="49" charset="0"/>
              </a:rPr>
              <a:t>Rd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 lvl="1"/>
            <a:r>
              <a:rPr lang="en-GB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Rd 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= (*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)    </a:t>
            </a:r>
            <a:r>
              <a:rPr lang="en-GB" sz="2400" dirty="0">
                <a:latin typeface="Cambria Math"/>
                <a:ea typeface="Cambria Math"/>
                <a:cs typeface="Consolas" panose="020B0609020204030204" pitchFamily="49" charset="0"/>
              </a:rPr>
              <a:t>⟶    full stack</a:t>
            </a:r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+ 4   </a:t>
            </a:r>
            <a:r>
              <a:rPr lang="en-GB" sz="2400" dirty="0">
                <a:latin typeface="Cambria Math"/>
                <a:ea typeface="Cambria Math"/>
                <a:cs typeface="Consolas" panose="020B0609020204030204" pitchFamily="49" charset="0"/>
              </a:rPr>
              <a:t>⟶    Stack shrinks</a:t>
            </a:r>
          </a:p>
          <a:p>
            <a:pPr lvl="1"/>
            <a:endParaRPr lang="en-GB" sz="2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700" dirty="0">
                <a:cs typeface="Consolas" panose="020B0609020204030204" pitchFamily="49" charset="0"/>
              </a:rPr>
              <a:t>Pop multiple registers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733800" y="3909536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{r8, r7, r6}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0557" y="3475672"/>
            <a:ext cx="1969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They are equivalent. </a:t>
            </a:r>
          </a:p>
        </p:txBody>
      </p:sp>
      <p:sp>
        <p:nvSpPr>
          <p:cNvPr id="9" name="Rectangle 8"/>
          <p:cNvSpPr/>
          <p:nvPr/>
        </p:nvSpPr>
        <p:spPr>
          <a:xfrm>
            <a:off x="6955636" y="3660338"/>
            <a:ext cx="11977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{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{r7}</a:t>
            </a:r>
          </a:p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{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538" y="39095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{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r7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2971800" y="4026068"/>
            <a:ext cx="482950" cy="19788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-Right Arrow 11"/>
          <p:cNvSpPr/>
          <p:nvPr/>
        </p:nvSpPr>
        <p:spPr>
          <a:xfrm>
            <a:off x="6248400" y="3980586"/>
            <a:ext cx="482950" cy="19788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58953" y="4538568"/>
            <a:ext cx="77723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 is decremented before PUSH (pre-decrement), and incremented after POP (post-increment).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order in which registers listed in the register list does not matter.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When popping multiple registers, these registers are automatically </a:t>
            </a:r>
            <a:r>
              <a:rPr lang="en-US" sz="2000" dirty="0">
                <a:solidFill>
                  <a:srgbClr val="3333FF"/>
                </a:solidFill>
              </a:rPr>
              <a:t>sorted by name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3333FF"/>
                </a:solidFill>
              </a:rPr>
              <a:t>the lowest-numbered register</a:t>
            </a:r>
            <a:r>
              <a:rPr lang="en-US" sz="2000" dirty="0"/>
              <a:t> is loaded from the lowest memory address, </a:t>
            </a:r>
            <a:r>
              <a:rPr lang="en-US" sz="2000" i="1" dirty="0"/>
              <a:t>i.e. </a:t>
            </a:r>
            <a:r>
              <a:rPr lang="en-US" sz="2000" dirty="0">
                <a:solidFill>
                  <a:srgbClr val="3333FF"/>
                </a:solidFill>
              </a:rPr>
              <a:t>is loaded first</a:t>
            </a:r>
            <a:r>
              <a:rPr lang="en-US" sz="2000" dirty="0"/>
              <a:t>. </a:t>
            </a:r>
          </a:p>
        </p:txBody>
      </p:sp>
      <p:sp>
        <p:nvSpPr>
          <p:cNvPr id="8" name="Horizontal Scroll 15">
            <a:extLst>
              <a:ext uri="{FF2B5EF4-FFF2-40B4-BE49-F238E27FC236}">
                <a16:creationId xmlns:a16="http://schemas.microsoft.com/office/drawing/2014/main" id="{81298358-2851-DD72-AD97-76AEE8B1D766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2497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390649" y="152400"/>
            <a:ext cx="7296151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15">
            <a:extLst>
              <a:ext uri="{FF2B5EF4-FFF2-40B4-BE49-F238E27FC236}">
                <a16:creationId xmlns:a16="http://schemas.microsoft.com/office/drawing/2014/main" id="{4ACAA33B-8833-6998-194D-3EC418B6F321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0834942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350A-DE76-846E-5AB2-1DE2EDB0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8CD0F-F59A-17FD-A8C5-A5B8C7F7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814FC-F419-027A-EA4D-935437EEAA0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512689"/>
          </a:xfrm>
        </p:spPr>
        <p:txBody>
          <a:bodyPr/>
          <a:lstStyle/>
          <a:p>
            <a:r>
              <a:rPr lang="en-US" dirty="0"/>
              <a:t>Initially, let </a:t>
            </a:r>
            <a:r>
              <a:rPr lang="en-US" sz="2400" dirty="0"/>
              <a:t>r0=0, r1=1, r2=2.</a:t>
            </a:r>
            <a:endParaRPr lang="en-US" dirty="0"/>
          </a:p>
          <a:p>
            <a:r>
              <a:rPr lang="en-US" dirty="0"/>
              <a:t>a) Execute PUSH {r1,r2}. Draw stack.</a:t>
            </a:r>
          </a:p>
          <a:p>
            <a:r>
              <a:rPr lang="en-US" dirty="0"/>
              <a:t>b) Execute POP {r0,r1}. Draw stack.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A273F4-CE16-CD49-EA0C-05FC3BE81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155278"/>
              </p:ext>
            </p:extLst>
          </p:nvPr>
        </p:nvGraphicFramePr>
        <p:xfrm>
          <a:off x="1535923" y="3188273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1C00B18-AB39-00EF-930D-94A66B3DBEEE}"/>
              </a:ext>
            </a:extLst>
          </p:cNvPr>
          <p:cNvSpPr/>
          <p:nvPr/>
        </p:nvSpPr>
        <p:spPr>
          <a:xfrm>
            <a:off x="999475" y="3302859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71397-E6F5-FBB8-542D-C5B13309CE80}"/>
              </a:ext>
            </a:extLst>
          </p:cNvPr>
          <p:cNvSpPr txBox="1"/>
          <p:nvPr/>
        </p:nvSpPr>
        <p:spPr>
          <a:xfrm>
            <a:off x="496902" y="3204332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69E05C3-D653-26B3-A1FA-DB8D01C19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38150"/>
              </p:ext>
            </p:extLst>
          </p:nvPr>
        </p:nvGraphicFramePr>
        <p:xfrm>
          <a:off x="3798326" y="3199012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2800F77-7DAB-31B4-1921-A01DE4EBD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09410"/>
              </p:ext>
            </p:extLst>
          </p:nvPr>
        </p:nvGraphicFramePr>
        <p:xfrm>
          <a:off x="6465320" y="3188273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8C9E426-19B3-C381-5E30-7C2FF94F96E8}"/>
              </a:ext>
            </a:extLst>
          </p:cNvPr>
          <p:cNvSpPr txBox="1"/>
          <p:nvPr/>
        </p:nvSpPr>
        <p:spPr>
          <a:xfrm>
            <a:off x="3186926" y="5137542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{r1,r2}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3A0F5D-E35F-6473-85B4-E60E6B15F6BA}"/>
              </a:ext>
            </a:extLst>
          </p:cNvPr>
          <p:cNvSpPr txBox="1"/>
          <p:nvPr/>
        </p:nvSpPr>
        <p:spPr>
          <a:xfrm>
            <a:off x="5859431" y="5137542"/>
            <a:ext cx="20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POP {r0,r1},</a:t>
            </a:r>
          </a:p>
          <a:p>
            <a:r>
              <a:rPr lang="en-US" sz="2000" dirty="0"/>
              <a:t>r0=?, r1=?</a:t>
            </a:r>
          </a:p>
        </p:txBody>
      </p:sp>
    </p:spTree>
    <p:extLst>
      <p:ext uri="{BB962C8B-B14F-4D97-AF65-F5344CB8AC3E}">
        <p14:creationId xmlns:p14="http://schemas.microsoft.com/office/powerpoint/2010/main" val="43788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3F5E7-78DF-6AED-6EFE-A47B82A4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1D1B-105E-E184-ADBC-2B07B3BB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3C2332-DD8B-2EC1-C288-C9CD991A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0932D-B624-F476-2B57-930187D851D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512689"/>
          </a:xfrm>
        </p:spPr>
        <p:txBody>
          <a:bodyPr/>
          <a:lstStyle/>
          <a:p>
            <a:r>
              <a:rPr lang="en-US" dirty="0"/>
              <a:t>Initially, let </a:t>
            </a:r>
            <a:r>
              <a:rPr lang="en-US" sz="2400" dirty="0"/>
              <a:t>r0=0, r1=1, r2=2.</a:t>
            </a:r>
            <a:endParaRPr lang="en-US" dirty="0"/>
          </a:p>
          <a:p>
            <a:r>
              <a:rPr lang="en-US" dirty="0"/>
              <a:t>a) Execute PUSH {r1,r2}. Draw stack.</a:t>
            </a:r>
          </a:p>
          <a:p>
            <a:r>
              <a:rPr lang="en-US" dirty="0"/>
              <a:t>b) Execute POP {r0,r1}. Draw stack.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09732D-EF89-C5A4-C000-5018FA595EFC}"/>
              </a:ext>
            </a:extLst>
          </p:cNvPr>
          <p:cNvGraphicFramePr>
            <a:graphicFrameLocks noGrp="1"/>
          </p:cNvGraphicFramePr>
          <p:nvPr/>
        </p:nvGraphicFramePr>
        <p:xfrm>
          <a:off x="1535923" y="3188273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569AE367-163D-297F-3DD6-599C9645483F}"/>
              </a:ext>
            </a:extLst>
          </p:cNvPr>
          <p:cNvSpPr/>
          <p:nvPr/>
        </p:nvSpPr>
        <p:spPr>
          <a:xfrm>
            <a:off x="999475" y="3302859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10B87-EDD6-141E-74DF-591C75B3ADDB}"/>
              </a:ext>
            </a:extLst>
          </p:cNvPr>
          <p:cNvSpPr txBox="1"/>
          <p:nvPr/>
        </p:nvSpPr>
        <p:spPr>
          <a:xfrm>
            <a:off x="496902" y="3204332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0BB1A3A-DB33-B7A9-4626-5505E2FDAF8D}"/>
              </a:ext>
            </a:extLst>
          </p:cNvPr>
          <p:cNvGraphicFramePr>
            <a:graphicFrameLocks noGrp="1"/>
          </p:cNvGraphicFramePr>
          <p:nvPr/>
        </p:nvGraphicFramePr>
        <p:xfrm>
          <a:off x="3798326" y="3199012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r1=1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50186B45-C036-8963-F983-F18A363F0E41}"/>
              </a:ext>
            </a:extLst>
          </p:cNvPr>
          <p:cNvSpPr/>
          <p:nvPr/>
        </p:nvSpPr>
        <p:spPr>
          <a:xfrm>
            <a:off x="3265932" y="4038635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93EEC-57A9-1968-DC28-8040B4B19D5D}"/>
              </a:ext>
            </a:extLst>
          </p:cNvPr>
          <p:cNvSpPr txBox="1"/>
          <p:nvPr/>
        </p:nvSpPr>
        <p:spPr>
          <a:xfrm>
            <a:off x="2763359" y="3940108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F90E149-86FB-1EB7-A72E-7589073CE919}"/>
              </a:ext>
            </a:extLst>
          </p:cNvPr>
          <p:cNvGraphicFramePr>
            <a:graphicFrameLocks noGrp="1"/>
          </p:cNvGraphicFramePr>
          <p:nvPr/>
        </p:nvGraphicFramePr>
        <p:xfrm>
          <a:off x="6465320" y="3188273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4" name="Arrow: Right 13">
            <a:extLst>
              <a:ext uri="{FF2B5EF4-FFF2-40B4-BE49-F238E27FC236}">
                <a16:creationId xmlns:a16="http://schemas.microsoft.com/office/drawing/2014/main" id="{CB24527C-F1F4-33BA-B5D6-819E30373882}"/>
              </a:ext>
            </a:extLst>
          </p:cNvPr>
          <p:cNvSpPr/>
          <p:nvPr/>
        </p:nvSpPr>
        <p:spPr>
          <a:xfrm>
            <a:off x="5928872" y="3302859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061F2C-A317-8DD0-2E26-07A9FB2F6E12}"/>
              </a:ext>
            </a:extLst>
          </p:cNvPr>
          <p:cNvSpPr txBox="1"/>
          <p:nvPr/>
        </p:nvSpPr>
        <p:spPr>
          <a:xfrm>
            <a:off x="5426299" y="3204332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9D0B57-E431-F7A3-1BED-79D0F8F79AA1}"/>
              </a:ext>
            </a:extLst>
          </p:cNvPr>
          <p:cNvSpPr txBox="1"/>
          <p:nvPr/>
        </p:nvSpPr>
        <p:spPr>
          <a:xfrm>
            <a:off x="3186926" y="5137542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{r1,r2}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1D60ED-C6F0-ACD1-8F1A-B034A7D8F690}"/>
              </a:ext>
            </a:extLst>
          </p:cNvPr>
          <p:cNvSpPr txBox="1"/>
          <p:nvPr/>
        </p:nvSpPr>
        <p:spPr>
          <a:xfrm>
            <a:off x="5859431" y="5137542"/>
            <a:ext cx="20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POP {r0,r1},</a:t>
            </a:r>
          </a:p>
          <a:p>
            <a:r>
              <a:rPr lang="en-US" sz="2000" dirty="0"/>
              <a:t>r0=1, r1=2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4273F-86D4-4FCA-7A42-387A88B6F17F}"/>
              </a:ext>
            </a:extLst>
          </p:cNvPr>
          <p:cNvSpPr txBox="1"/>
          <p:nvPr/>
        </p:nvSpPr>
        <p:spPr>
          <a:xfrm>
            <a:off x="999474" y="5908432"/>
            <a:ext cx="768732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Stack contains only the values like 2, 1… </a:t>
            </a:r>
            <a:r>
              <a:rPr lang="en-US"/>
              <a:t>I write </a:t>
            </a:r>
            <a:r>
              <a:rPr lang="en-US" dirty="0"/>
              <a:t>r2=2, r1=1 in the figures for illustration purposes only. </a:t>
            </a:r>
          </a:p>
        </p:txBody>
      </p:sp>
    </p:spTree>
    <p:extLst>
      <p:ext uri="{BB962C8B-B14F-4D97-AF65-F5344CB8AC3E}">
        <p14:creationId xmlns:p14="http://schemas.microsoft.com/office/powerpoint/2010/main" val="200729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1381-7AB9-FDA4-7FF9-72D96B8A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305BA-4383-D05A-A09F-E8888E97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241A1B-240A-D65E-9382-43BCA168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6B1B3-16B9-7552-E252-1625434D03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6670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0"/>
              </a:spcBef>
            </a:pPr>
            <a:r>
              <a:rPr lang="en-US" dirty="0"/>
              <a:t>Initially, let r0=0, r1=1, r2=2, r3=3</a:t>
            </a:r>
          </a:p>
          <a:p>
            <a:pPr marL="342900" indent="-342900"/>
            <a:r>
              <a:rPr lang="en-US" dirty="0"/>
              <a:t>Execute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PUSH {r1,r2}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PUSH {r3,r0}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POP {r0-r3}  (same as </a:t>
            </a:r>
            <a:r>
              <a:rPr lang="pt-BR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POP {r0, r1, r2, r3}</a:t>
            </a: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)</a:t>
            </a:r>
          </a:p>
          <a:p>
            <a:pPr marL="342900" indent="-342900"/>
            <a:r>
              <a:rPr lang="en-US" dirty="0"/>
              <a:t>Draw stack after each instruction. What is in registers after execution?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DAA85D-661A-99AB-3D20-19E0FF250C15}"/>
              </a:ext>
            </a:extLst>
          </p:cNvPr>
          <p:cNvGraphicFramePr>
            <a:graphicFrameLocks noGrp="1"/>
          </p:cNvGraphicFramePr>
          <p:nvPr/>
        </p:nvGraphicFramePr>
        <p:xfrm>
          <a:off x="955684" y="3799348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E94243C7-593D-0C96-F723-8D4C183BBC42}"/>
              </a:ext>
            </a:extLst>
          </p:cNvPr>
          <p:cNvSpPr/>
          <p:nvPr/>
        </p:nvSpPr>
        <p:spPr>
          <a:xfrm>
            <a:off x="479216" y="3913934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D1BED-766C-F58C-91B9-24985E60BCCB}"/>
              </a:ext>
            </a:extLst>
          </p:cNvPr>
          <p:cNvSpPr txBox="1"/>
          <p:nvPr/>
        </p:nvSpPr>
        <p:spPr>
          <a:xfrm>
            <a:off x="-23357" y="3815407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8D6398-3761-E3BF-934F-679B11655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70302"/>
              </p:ext>
            </p:extLst>
          </p:nvPr>
        </p:nvGraphicFramePr>
        <p:xfrm>
          <a:off x="2876940" y="3799348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C6440A4-115E-9454-B8B0-2DAC5F2E8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42638"/>
              </p:ext>
            </p:extLst>
          </p:nvPr>
        </p:nvGraphicFramePr>
        <p:xfrm>
          <a:off x="5181600" y="3784600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2562272-51E0-2489-4A34-7B222B899CB7}"/>
              </a:ext>
            </a:extLst>
          </p:cNvPr>
          <p:cNvSpPr txBox="1"/>
          <p:nvPr/>
        </p:nvSpPr>
        <p:spPr>
          <a:xfrm>
            <a:off x="2265540" y="5737878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{r1,r2}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4D86A8-AA90-1492-FAB2-5B31D09C28BB}"/>
              </a:ext>
            </a:extLst>
          </p:cNvPr>
          <p:cNvSpPr txBox="1"/>
          <p:nvPr/>
        </p:nvSpPr>
        <p:spPr>
          <a:xfrm>
            <a:off x="4575711" y="5733869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{r3,r0}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F2FBF41-08B2-16FD-577F-65544DBE3A6E}"/>
              </a:ext>
            </a:extLst>
          </p:cNvPr>
          <p:cNvGraphicFramePr>
            <a:graphicFrameLocks noGrp="1"/>
          </p:cNvGraphicFramePr>
          <p:nvPr/>
        </p:nvGraphicFramePr>
        <p:xfrm>
          <a:off x="7417937" y="3784600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8B69D91-DFE6-88E9-7060-DADED4F5332B}"/>
              </a:ext>
            </a:extLst>
          </p:cNvPr>
          <p:cNvSpPr txBox="1"/>
          <p:nvPr/>
        </p:nvSpPr>
        <p:spPr>
          <a:xfrm>
            <a:off x="6721062" y="5743714"/>
            <a:ext cx="2383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POP {r0-r3}</a:t>
            </a:r>
          </a:p>
          <a:p>
            <a:r>
              <a:rPr lang="en-US" sz="2000" dirty="0"/>
              <a:t>r0=?, r1=?, r2=?, r3=?</a:t>
            </a:r>
          </a:p>
        </p:txBody>
      </p:sp>
    </p:spTree>
    <p:extLst>
      <p:ext uri="{BB962C8B-B14F-4D97-AF65-F5344CB8AC3E}">
        <p14:creationId xmlns:p14="http://schemas.microsoft.com/office/powerpoint/2010/main" val="465749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492E-E870-6486-2824-677B21BA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2505-1263-8867-CBD4-3845DB77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7FB908-97AA-B669-AB86-CBD8339F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43E04-780F-8745-F7A3-B8C73E674D4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6670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0"/>
              </a:spcBef>
            </a:pPr>
            <a:r>
              <a:rPr lang="en-US" dirty="0"/>
              <a:t>Initially, let r0=0, r1=1, r2=2, r3=3</a:t>
            </a:r>
          </a:p>
          <a:p>
            <a:pPr marL="342900" indent="-342900"/>
            <a:r>
              <a:rPr lang="en-US" dirty="0"/>
              <a:t>Execute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PUSH {r1,r2}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PUSH {r3,r0}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POP {r0-r3}</a:t>
            </a:r>
          </a:p>
          <a:p>
            <a:pPr marL="342900" indent="-342900"/>
            <a:r>
              <a:rPr lang="en-US" dirty="0"/>
              <a:t>Draw stack after each instruction. What is in registers after execution?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308E94-A0F6-359D-717D-891E2E630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686839"/>
              </p:ext>
            </p:extLst>
          </p:nvPr>
        </p:nvGraphicFramePr>
        <p:xfrm>
          <a:off x="955684" y="3799348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FBE0A9DC-0F13-5E17-C834-D68F85D8A1B9}"/>
              </a:ext>
            </a:extLst>
          </p:cNvPr>
          <p:cNvSpPr/>
          <p:nvPr/>
        </p:nvSpPr>
        <p:spPr>
          <a:xfrm>
            <a:off x="479216" y="3913934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7FC87-43CF-4901-CF7A-C5C93E8F3712}"/>
              </a:ext>
            </a:extLst>
          </p:cNvPr>
          <p:cNvSpPr txBox="1"/>
          <p:nvPr/>
        </p:nvSpPr>
        <p:spPr>
          <a:xfrm>
            <a:off x="-23357" y="3815407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1DF45E-6835-8E25-656C-8E8DC4631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162447"/>
              </p:ext>
            </p:extLst>
          </p:nvPr>
        </p:nvGraphicFramePr>
        <p:xfrm>
          <a:off x="2876940" y="3799348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r1=1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B243B488-2D7A-A8C2-598C-7289DABA24B7}"/>
              </a:ext>
            </a:extLst>
          </p:cNvPr>
          <p:cNvSpPr/>
          <p:nvPr/>
        </p:nvSpPr>
        <p:spPr>
          <a:xfrm>
            <a:off x="2420559" y="4638971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F7C4A-B9A7-2468-84A3-CDFC9A75A5CB}"/>
              </a:ext>
            </a:extLst>
          </p:cNvPr>
          <p:cNvSpPr txBox="1"/>
          <p:nvPr/>
        </p:nvSpPr>
        <p:spPr>
          <a:xfrm>
            <a:off x="1917986" y="4540444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15B79B-0559-150B-208E-D718B7EC5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631816"/>
              </p:ext>
            </p:extLst>
          </p:nvPr>
        </p:nvGraphicFramePr>
        <p:xfrm>
          <a:off x="5181600" y="3784600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r1=1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r3=3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r0=0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5" name="Arrow: Right 14">
            <a:extLst>
              <a:ext uri="{FF2B5EF4-FFF2-40B4-BE49-F238E27FC236}">
                <a16:creationId xmlns:a16="http://schemas.microsoft.com/office/drawing/2014/main" id="{89C82B0B-D220-355C-C11A-2B105F6B47A5}"/>
              </a:ext>
            </a:extLst>
          </p:cNvPr>
          <p:cNvSpPr/>
          <p:nvPr/>
        </p:nvSpPr>
        <p:spPr>
          <a:xfrm>
            <a:off x="4715716" y="5360854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622E9D-674E-4337-516D-F1611B40B59F}"/>
              </a:ext>
            </a:extLst>
          </p:cNvPr>
          <p:cNvSpPr txBox="1"/>
          <p:nvPr/>
        </p:nvSpPr>
        <p:spPr>
          <a:xfrm>
            <a:off x="4213143" y="5262327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ABA7E-D88F-B22C-2671-4103A5520001}"/>
              </a:ext>
            </a:extLst>
          </p:cNvPr>
          <p:cNvSpPr txBox="1"/>
          <p:nvPr/>
        </p:nvSpPr>
        <p:spPr>
          <a:xfrm>
            <a:off x="2265540" y="5737878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{r1,r2}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5A4558-8CD1-5604-11F5-98FCE4191B47}"/>
              </a:ext>
            </a:extLst>
          </p:cNvPr>
          <p:cNvSpPr txBox="1"/>
          <p:nvPr/>
        </p:nvSpPr>
        <p:spPr>
          <a:xfrm>
            <a:off x="4575711" y="5733869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{r3,r0}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38764CE-BAA4-9C81-9732-4DD4B5509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44457"/>
              </p:ext>
            </p:extLst>
          </p:nvPr>
        </p:nvGraphicFramePr>
        <p:xfrm>
          <a:off x="7417937" y="3784600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20" name="Arrow: Right 19">
            <a:extLst>
              <a:ext uri="{FF2B5EF4-FFF2-40B4-BE49-F238E27FC236}">
                <a16:creationId xmlns:a16="http://schemas.microsoft.com/office/drawing/2014/main" id="{2F85393E-30E2-EDCD-D332-A91D6B997220}"/>
              </a:ext>
            </a:extLst>
          </p:cNvPr>
          <p:cNvSpPr/>
          <p:nvPr/>
        </p:nvSpPr>
        <p:spPr>
          <a:xfrm>
            <a:off x="6944156" y="3895740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24FD91-BDC9-DC17-142A-13AD5F27DA31}"/>
              </a:ext>
            </a:extLst>
          </p:cNvPr>
          <p:cNvSpPr txBox="1"/>
          <p:nvPr/>
        </p:nvSpPr>
        <p:spPr>
          <a:xfrm>
            <a:off x="6441583" y="3797213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5DABEC-3EAE-282B-99E0-5AD8630AFE37}"/>
              </a:ext>
            </a:extLst>
          </p:cNvPr>
          <p:cNvSpPr txBox="1"/>
          <p:nvPr/>
        </p:nvSpPr>
        <p:spPr>
          <a:xfrm>
            <a:off x="6721062" y="5743714"/>
            <a:ext cx="25138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POP {r0-r3}</a:t>
            </a:r>
          </a:p>
          <a:p>
            <a:r>
              <a:rPr lang="en-US" sz="2000" dirty="0"/>
              <a:t>r0=0, r1=3, r2=1, r3=2</a:t>
            </a:r>
          </a:p>
        </p:txBody>
      </p:sp>
    </p:spTree>
    <p:extLst>
      <p:ext uri="{BB962C8B-B14F-4D97-AF65-F5344CB8AC3E}">
        <p14:creationId xmlns:p14="http://schemas.microsoft.com/office/powerpoint/2010/main" val="388489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4127376" y="23488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30164" y="29846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0164" y="4423395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27376" y="16288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1312" y="1628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7376" y="19888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51312" y="198884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7376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71800" y="2708920"/>
            <a:ext cx="1155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R13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0164" y="334327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26308" y="334327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0164" y="370331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30164" y="406335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26308" y="370331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0x200001FC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6308" y="406335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0x200001F8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7376" y="2708920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7376" y="1988840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0x22222222</a:t>
            </a:r>
            <a:endParaRPr lang="en-GB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27376" y="1628800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0x11111111</a:t>
            </a:r>
            <a:endParaRPr lang="en-GB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429517" y="2891802"/>
            <a:ext cx="819965" cy="63027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23" name="TextBox 22"/>
          <p:cNvSpPr txBox="1"/>
          <p:nvPr/>
        </p:nvSpPr>
        <p:spPr>
          <a:xfrm>
            <a:off x="6230165" y="3352800"/>
            <a:ext cx="129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xxxxxxxx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81000" y="2528900"/>
            <a:ext cx="2438400" cy="20783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</a:t>
            </a:r>
            <a:r>
              <a:rPr lang="en-GB"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{R1,R2}</a:t>
            </a:r>
            <a:endParaRPr lang="en-GB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 {R1}</a:t>
            </a:r>
          </a:p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 {</a:t>
            </a:r>
            <a:r>
              <a:rPr lang="en-GB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0164" y="4736068"/>
            <a:ext cx="1298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8363" y="2615348"/>
            <a:ext cx="94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2145" y="3724801"/>
            <a:ext cx="129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xxxxxxxx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32145" y="4063355"/>
            <a:ext cx="129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xxxxxxxx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3880" y="1675288"/>
            <a:ext cx="2819400" cy="6852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R1==0x11111111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R2==0x22222222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7570" y="1237054"/>
            <a:ext cx="2441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Before execution</a:t>
            </a:r>
            <a:endParaRPr lang="en-US" sz="2000" dirty="0"/>
          </a:p>
        </p:txBody>
      </p:sp>
      <p:sp>
        <p:nvSpPr>
          <p:cNvPr id="32" name="Content Placeholder 3"/>
          <p:cNvSpPr>
            <a:spLocks noGrp="1"/>
          </p:cNvSpPr>
          <p:nvPr>
            <p:ph sz="quarter" idx="1"/>
          </p:nvPr>
        </p:nvSpPr>
        <p:spPr>
          <a:xfrm>
            <a:off x="443880" y="5044440"/>
            <a:ext cx="8229600" cy="1404500"/>
          </a:xfrm>
        </p:spPr>
        <p:txBody>
          <a:bodyPr/>
          <a:lstStyle/>
          <a:p>
            <a:r>
              <a:rPr lang="en-US" dirty="0"/>
              <a:t>What is content of stack, and position of SP, after PUSH {R2,R1}?</a:t>
            </a:r>
          </a:p>
          <a:p>
            <a:r>
              <a:rPr lang="en-US" dirty="0"/>
              <a:t>What are the values of R1/R2 after POP {R2}?</a:t>
            </a:r>
          </a:p>
        </p:txBody>
      </p:sp>
    </p:spTree>
    <p:extLst>
      <p:ext uri="{BB962C8B-B14F-4D97-AF65-F5344CB8AC3E}">
        <p14:creationId xmlns:p14="http://schemas.microsoft.com/office/powerpoint/2010/main" val="245926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4127376" y="23488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30164" y="29846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0164" y="4423395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 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27376" y="16288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1312" y="1628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7376" y="19888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51312" y="198884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7376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71800" y="2708920"/>
            <a:ext cx="1155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R13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0164" y="334327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26308" y="334327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0164" y="370331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30164" y="406335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26308" y="370331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0x200001FC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6308" y="406335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0x200001F8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7376" y="2708920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7376" y="1988840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0x22222222</a:t>
            </a:r>
            <a:endParaRPr lang="en-GB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27376" y="1628800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0x11111111</a:t>
            </a:r>
            <a:endParaRPr lang="en-GB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4" name="Straight Arrow Connector 23"/>
          <p:cNvCxnSpPr>
            <a:endCxn id="35" idx="1"/>
          </p:cNvCxnSpPr>
          <p:nvPr/>
        </p:nvCxnSpPr>
        <p:spPr>
          <a:xfrm>
            <a:off x="5429517" y="2891802"/>
            <a:ext cx="802628" cy="134083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23" name="TextBox 22"/>
          <p:cNvSpPr txBox="1"/>
          <p:nvPr/>
        </p:nvSpPr>
        <p:spPr>
          <a:xfrm>
            <a:off x="6230165" y="3352800"/>
            <a:ext cx="129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xxxxxxxx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81000" y="2528900"/>
            <a:ext cx="2438400" cy="20783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{R1,R2}</a:t>
            </a:r>
          </a:p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 {R1}</a:t>
            </a:r>
          </a:p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 {</a:t>
            </a:r>
            <a:r>
              <a:rPr lang="en-GB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0164" y="4736068"/>
            <a:ext cx="1298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8363" y="2615348"/>
            <a:ext cx="94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2145" y="3724801"/>
            <a:ext cx="129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0x22222222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32145" y="4063355"/>
            <a:ext cx="129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0x11111111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3880" y="1675288"/>
            <a:ext cx="2819400" cy="6852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R1==0x11111111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R2==0x22222222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7570" y="1237054"/>
            <a:ext cx="2441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Before execution</a:t>
            </a:r>
            <a:endParaRPr lang="en-US" sz="2000" dirty="0"/>
          </a:p>
        </p:txBody>
      </p:sp>
      <p:sp>
        <p:nvSpPr>
          <p:cNvPr id="32" name="Content Placeholder 3"/>
          <p:cNvSpPr>
            <a:spLocks noGrp="1"/>
          </p:cNvSpPr>
          <p:nvPr>
            <p:ph sz="quarter" idx="1"/>
          </p:nvPr>
        </p:nvSpPr>
        <p:spPr>
          <a:xfrm>
            <a:off x="443880" y="5044440"/>
            <a:ext cx="8229600" cy="1333396"/>
          </a:xfrm>
        </p:spPr>
        <p:txBody>
          <a:bodyPr/>
          <a:lstStyle/>
          <a:p>
            <a:r>
              <a:rPr lang="en-US" dirty="0"/>
              <a:t>Stack content </a:t>
            </a:r>
            <a:r>
              <a:rPr lang="en-US"/>
              <a:t>and SP shown </a:t>
            </a:r>
            <a:r>
              <a:rPr lang="en-US" dirty="0"/>
              <a:t>in figure</a:t>
            </a:r>
          </a:p>
          <a:p>
            <a:r>
              <a:rPr lang="en-US" dirty="0"/>
              <a:t>After POP {R2}, R1==0x11111111, R2==0x22222222</a:t>
            </a:r>
          </a:p>
        </p:txBody>
      </p:sp>
    </p:spTree>
    <p:extLst>
      <p:ext uri="{BB962C8B-B14F-4D97-AF65-F5344CB8AC3E}">
        <p14:creationId xmlns:p14="http://schemas.microsoft.com/office/powerpoint/2010/main" val="209883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4127376" y="23488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30164" y="29846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0164" y="4423395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Swap R1 &amp; R2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27376" y="16288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1312" y="1628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7376" y="19888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51312" y="198884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7376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71800" y="2708920"/>
            <a:ext cx="1155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R13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0164" y="334327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26308" y="334327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0164" y="370331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30164" y="4063355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26308" y="370331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0x200001FC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6308" y="4063355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0x200001F8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7376" y="2708920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0x20000</a:t>
            </a:r>
            <a:r>
              <a:rPr lang="en-GB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1F8</a:t>
            </a:r>
            <a:endParaRPr lang="en-GB" sz="16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27376" y="1988840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0x22222222</a:t>
            </a:r>
            <a:endParaRPr lang="en-GB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27376" y="1628800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0x11111111</a:t>
            </a:r>
            <a:endParaRPr lang="en-GB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4" name="Straight Arrow Connector 23"/>
          <p:cNvCxnSpPr>
            <a:endCxn id="17" idx="1"/>
          </p:cNvCxnSpPr>
          <p:nvPr/>
        </p:nvCxnSpPr>
        <p:spPr>
          <a:xfrm>
            <a:off x="5429517" y="2891802"/>
            <a:ext cx="800647" cy="135157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23" name="TextBox 22"/>
          <p:cNvSpPr txBox="1"/>
          <p:nvPr/>
        </p:nvSpPr>
        <p:spPr>
          <a:xfrm>
            <a:off x="6230165" y="3352800"/>
            <a:ext cx="129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xxxxxxxx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14400" y="2528900"/>
            <a:ext cx="1905000" cy="20783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{</a:t>
            </a:r>
            <a:r>
              <a:rPr lang="en-GB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{</a:t>
            </a:r>
            <a:r>
              <a:rPr lang="en-GB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GB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 {</a:t>
            </a:r>
            <a:r>
              <a:rPr lang="en-GB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 {</a:t>
            </a:r>
            <a:r>
              <a:rPr lang="en-GB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0164" y="4989423"/>
            <a:ext cx="1298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8363" y="2615348"/>
            <a:ext cx="94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320040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PC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533400" y="3378764"/>
            <a:ext cx="525408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32145" y="3724801"/>
            <a:ext cx="129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0x11111111</a:t>
            </a:r>
            <a:endParaRPr lang="en-US" sz="16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32145" y="4063355"/>
            <a:ext cx="1296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0x22222222</a:t>
            </a:r>
            <a:endParaRPr lang="en-GB" sz="16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650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E7FB-D6EA-91FF-145A-7E9C61E5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8C8752-847F-B682-ACE3-F232BF18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B078B-EDB9-9761-61A0-2C9E94C4CEB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9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Passing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W</a:t>
            </a:r>
            <a:r>
              <a:rPr lang="en-US" dirty="0"/>
              <a:t>hich registers are used to pass the arguments and return the result?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2279674"/>
            <a:ext cx="558223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long fun (short a1, char a2, double a3, </a:t>
            </a:r>
            <a:r>
              <a:rPr lang="en-US" dirty="0" err="1">
                <a:solidFill>
                  <a:srgbClr val="333333"/>
                </a:solidFill>
                <a:latin typeface="Segoe UI" panose="020B0502040204020203" pitchFamily="34" charset="0"/>
              </a:rPr>
              <a:t>int</a:t>
            </a: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 a4, char a5)</a:t>
            </a:r>
          </a:p>
        </p:txBody>
      </p:sp>
      <p:graphicFrame>
        <p:nvGraphicFramePr>
          <p:cNvPr id="6" name="Content Placeholder 12"/>
          <p:cNvGraphicFramePr>
            <a:graphicFrameLocks/>
          </p:cNvGraphicFramePr>
          <p:nvPr/>
        </p:nvGraphicFramePr>
        <p:xfrm>
          <a:off x="685800" y="2981960"/>
          <a:ext cx="2971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42172939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18838786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8596706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525421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13521"/>
                  </a:ext>
                </a:extLst>
              </a:tr>
            </a:tbl>
          </a:graphicData>
        </a:graphic>
      </p:graphicFrame>
      <p:graphicFrame>
        <p:nvGraphicFramePr>
          <p:cNvPr id="7" name="Content Placeholder 12"/>
          <p:cNvGraphicFramePr>
            <a:graphicFrameLocks/>
          </p:cNvGraphicFramePr>
          <p:nvPr/>
        </p:nvGraphicFramePr>
        <p:xfrm>
          <a:off x="3962397" y="2981960"/>
          <a:ext cx="464820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029">
                  <a:extLst>
                    <a:ext uri="{9D8B030D-6E8A-4147-A177-3AD203B41FA5}">
                      <a16:colId xmlns:a16="http://schemas.microsoft.com/office/drawing/2014/main" val="242172939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2188387863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85967061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2525421763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620484926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1648192157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500636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1352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05000" y="26269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2626900"/>
            <a:ext cx="1765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</a:t>
            </a:r>
            <a:r>
              <a:rPr lang="en-US" altLang="zh-CN" dirty="0"/>
              <a:t>in Memory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337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Passing ANS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W</a:t>
            </a:r>
            <a:r>
              <a:rPr lang="en-US" dirty="0"/>
              <a:t>hich registers are used to pass the arguments and return the result?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argument of 8-bit char, or 16-bit short, is passed in 1 32-bit register; cannot use 1 register to pass more than 1 arguments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2279674"/>
            <a:ext cx="558223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long fun (short a1, char a2, double a3, </a:t>
            </a:r>
            <a:r>
              <a:rPr lang="en-US" dirty="0" err="1">
                <a:solidFill>
                  <a:srgbClr val="333333"/>
                </a:solidFill>
                <a:latin typeface="Segoe UI" panose="020B0502040204020203" pitchFamily="34" charset="0"/>
              </a:rPr>
              <a:t>int</a:t>
            </a: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 a4, char a5)</a:t>
            </a:r>
          </a:p>
        </p:txBody>
      </p:sp>
      <p:graphicFrame>
        <p:nvGraphicFramePr>
          <p:cNvPr id="6" name="Content Placeholder 12"/>
          <p:cNvGraphicFramePr>
            <a:graphicFrameLocks/>
          </p:cNvGraphicFramePr>
          <p:nvPr/>
        </p:nvGraphicFramePr>
        <p:xfrm>
          <a:off x="685800" y="2981960"/>
          <a:ext cx="2971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42172939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18838786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85967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13521"/>
                  </a:ext>
                </a:extLst>
              </a:tr>
            </a:tbl>
          </a:graphicData>
        </a:graphic>
      </p:graphicFrame>
      <p:graphicFrame>
        <p:nvGraphicFramePr>
          <p:cNvPr id="7" name="Content Placeholder 12"/>
          <p:cNvGraphicFramePr>
            <a:graphicFrameLocks/>
          </p:cNvGraphicFramePr>
          <p:nvPr/>
        </p:nvGraphicFramePr>
        <p:xfrm>
          <a:off x="3962397" y="2981960"/>
          <a:ext cx="464820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029">
                  <a:extLst>
                    <a:ext uri="{9D8B030D-6E8A-4147-A177-3AD203B41FA5}">
                      <a16:colId xmlns:a16="http://schemas.microsoft.com/office/drawing/2014/main" val="242172939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2188387863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85967061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2525421763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620484926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1648192157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500636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1352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05000" y="26269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2626900"/>
            <a:ext cx="1765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</a:t>
            </a:r>
            <a:r>
              <a:rPr lang="en-US" altLang="zh-CN" dirty="0"/>
              <a:t>in Memory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96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CAEB-CD92-F6E6-96EC-622670592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5D03-E63B-948E-7B28-FE2BC0D4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wrong? Passing arguments and Returning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24FAD-DC69-0014-9A87-E1D9B0AF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B1B8CA-B3E7-1ACE-322F-D0B4A4D4E57D}"/>
              </a:ext>
            </a:extLst>
          </p:cNvPr>
          <p:cNvSpPr/>
          <p:nvPr/>
        </p:nvSpPr>
        <p:spPr>
          <a:xfrm>
            <a:off x="76200" y="1593468"/>
            <a:ext cx="9163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sum(uint8_t a8, uint8_t b8, uint16_t c16, uint16_t d16,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 e32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5669A-1FE1-C6BC-0617-481BE80F1863}"/>
              </a:ext>
            </a:extLst>
          </p:cNvPr>
          <p:cNvSpPr txBox="1"/>
          <p:nvPr/>
        </p:nvSpPr>
        <p:spPr>
          <a:xfrm>
            <a:off x="304800" y="275403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6639-51AC-D259-C3DB-1521D258BD49}"/>
              </a:ext>
            </a:extLst>
          </p:cNvPr>
          <p:cNvSpPr/>
          <p:nvPr/>
        </p:nvSpPr>
        <p:spPr>
          <a:xfrm>
            <a:off x="33528" y="225194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F04556-2048-4F19-A763-9BBFFFCAD277}"/>
              </a:ext>
            </a:extLst>
          </p:cNvPr>
          <p:cNvSpPr txBox="1"/>
          <p:nvPr/>
        </p:nvSpPr>
        <p:spPr>
          <a:xfrm>
            <a:off x="449580" y="3256122"/>
            <a:ext cx="2464136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 MOV r0, #5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e32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MOV r0, #1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</a:t>
            </a:r>
          </a:p>
          <a:p>
            <a:r>
              <a:rPr lang="en-US" dirty="0">
                <a:latin typeface="Consolas" panose="020B0609020204030204" pitchFamily="49" charset="0"/>
              </a:rPr>
              <a:t>  MOV r1, #2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b8</a:t>
            </a:r>
          </a:p>
          <a:p>
            <a:r>
              <a:rPr lang="en-US" dirty="0">
                <a:latin typeface="Consolas" panose="020B0609020204030204" pitchFamily="49" charset="0"/>
              </a:rPr>
              <a:t>  MOV r2, #3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c16</a:t>
            </a:r>
          </a:p>
          <a:p>
            <a:r>
              <a:rPr lang="en-US" dirty="0">
                <a:latin typeface="Consolas" panose="020B0609020204030204" pitchFamily="49" charset="0"/>
              </a:rPr>
              <a:t>  MOV r3, #4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d16</a:t>
            </a:r>
          </a:p>
          <a:p>
            <a:r>
              <a:rPr lang="en-US" dirty="0">
                <a:latin typeface="Consolas" panose="020B0609020204030204" pitchFamily="49" charset="0"/>
              </a:rPr>
              <a:t>  BL  sum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C2BFAF-703A-1607-3F8B-C3C6EAC24548}"/>
              </a:ext>
            </a:extLst>
          </p:cNvPr>
          <p:cNvSpPr txBox="1"/>
          <p:nvPr/>
        </p:nvSpPr>
        <p:spPr>
          <a:xfrm>
            <a:off x="3581400" y="28409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Callee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07EE5F-FDFB-4DFD-A418-4743BE043075}"/>
              </a:ext>
            </a:extLst>
          </p:cNvPr>
          <p:cNvSpPr txBox="1"/>
          <p:nvPr/>
        </p:nvSpPr>
        <p:spPr>
          <a:xfrm>
            <a:off x="3607914" y="3305718"/>
            <a:ext cx="3730508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latin typeface="Consolas" panose="020B0609020204030204" pitchFamily="49" charset="0"/>
              </a:rPr>
              <a:t> PROC    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 + b8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r2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c16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r3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d16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e32</a:t>
            </a:r>
          </a:p>
          <a:p>
            <a:r>
              <a:rPr lang="en-US" dirty="0">
                <a:latin typeface="Consolas" panose="020B0609020204030204" pitchFamily="49" charset="0"/>
              </a:rPr>
              <a:t>  BX  LR</a:t>
            </a:r>
          </a:p>
          <a:p>
            <a:r>
              <a:rPr lang="en-US" dirty="0">
                <a:latin typeface="Consolas" panose="020B0609020204030204" pitchFamily="49" charset="0"/>
              </a:rPr>
              <a:t>  ENDP</a:t>
            </a:r>
          </a:p>
        </p:txBody>
      </p:sp>
    </p:spTree>
    <p:extLst>
      <p:ext uri="{BB962C8B-B14F-4D97-AF65-F5344CB8AC3E}">
        <p14:creationId xmlns:p14="http://schemas.microsoft.com/office/powerpoint/2010/main" val="397021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wrong? Passing arguments and Returning Value ANS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6200" y="1593468"/>
            <a:ext cx="9163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sum(uint8_t a8, uint8_t b8, uint16_t c16, uint16_t d16,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 e32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275403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28" y="225194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" y="3256122"/>
            <a:ext cx="2464136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 MOV r0, #5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e32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PUSH {r0}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MOV r0, #1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</a:t>
            </a:r>
          </a:p>
          <a:p>
            <a:r>
              <a:rPr lang="en-US" dirty="0">
                <a:latin typeface="Consolas" panose="020B0609020204030204" pitchFamily="49" charset="0"/>
              </a:rPr>
              <a:t>  MOV r1, #2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b8</a:t>
            </a:r>
          </a:p>
          <a:p>
            <a:r>
              <a:rPr lang="en-US" dirty="0">
                <a:latin typeface="Consolas" panose="020B0609020204030204" pitchFamily="49" charset="0"/>
              </a:rPr>
              <a:t>  MOV r2, #3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c16</a:t>
            </a:r>
          </a:p>
          <a:p>
            <a:r>
              <a:rPr lang="en-US" dirty="0">
                <a:latin typeface="Consolas" panose="020B0609020204030204" pitchFamily="49" charset="0"/>
              </a:rPr>
              <a:t>  MOV r3, #4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d16</a:t>
            </a:r>
          </a:p>
          <a:p>
            <a:r>
              <a:rPr lang="en-US" dirty="0">
                <a:latin typeface="Consolas" panose="020B0609020204030204" pitchFamily="49" charset="0"/>
              </a:rPr>
              <a:t>  BL  sum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POP {r0}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400" y="28409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Callee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607914" y="3305718"/>
            <a:ext cx="4996881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latin typeface="Consolas" panose="020B0609020204030204" pitchFamily="49" charset="0"/>
              </a:rPr>
              <a:t> PROC    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 + b8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r2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c16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r3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d16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LDR r1, [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, #0]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argument e32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e32</a:t>
            </a:r>
          </a:p>
          <a:p>
            <a:r>
              <a:rPr lang="en-US" dirty="0">
                <a:latin typeface="Consolas" panose="020B0609020204030204" pitchFamily="49" charset="0"/>
              </a:rPr>
              <a:t>  BX  LR</a:t>
            </a:r>
          </a:p>
          <a:p>
            <a:r>
              <a:rPr lang="en-US" dirty="0">
                <a:latin typeface="Consolas" panose="020B0609020204030204" pitchFamily="49" charset="0"/>
              </a:rPr>
              <a:t>  ENDP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854799"/>
            <a:ext cx="4861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caller is responsible to pop extra arguments out of the stack after the subroutine returns.</a:t>
            </a:r>
          </a:p>
        </p:txBody>
      </p:sp>
    </p:spTree>
    <p:extLst>
      <p:ext uri="{BB962C8B-B14F-4D97-AF65-F5344CB8AC3E}">
        <p14:creationId xmlns:p14="http://schemas.microsoft.com/office/powerpoint/2010/main" val="234575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a64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89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d16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8438" y="4053483"/>
            <a:ext cx="4495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6316" y="2971800"/>
            <a:ext cx="1011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0750" y="2971800"/>
            <a:ext cx="1013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Register;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14152" y="2971800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 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940328" y="3285966"/>
            <a:ext cx="1038809" cy="64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705159" y="334113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055068" y="332704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848100" y="5489615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Value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56338" y="5000090"/>
            <a:ext cx="15661" cy="457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37050" y="58500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" y="159346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uint64_t sum(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uint64_t</a:t>
            </a:r>
            <a:r>
              <a:rPr lang="en-US" b="1" dirty="0">
                <a:latin typeface="Consolas" panose="020B0609020204030204" pitchFamily="49" charset="0"/>
              </a:rPr>
              <a:t> a64, uint8_t b8, uint16_t c16, uint16_t d16);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8297" y="3233683"/>
            <a:ext cx="3254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Caller pushes d16 onto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Callee reads d16 from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CDBB7-71A9-FB4A-2F12-ED2860D67D8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62800"/>
            <a:ext cx="8229600" cy="594761"/>
          </a:xfrm>
        </p:spPr>
        <p:txBody>
          <a:bodyPr/>
          <a:lstStyle/>
          <a:p>
            <a:r>
              <a:rPr lang="en-US" dirty="0"/>
              <a:t>Fill in register names.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CF141-54B6-E918-D23B-B3681FDA3C22}"/>
              </a:ext>
            </a:extLst>
          </p:cNvPr>
          <p:cNvSpPr txBox="1"/>
          <p:nvPr/>
        </p:nvSpPr>
        <p:spPr>
          <a:xfrm>
            <a:off x="6438900" y="2971800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 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1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F123-61BE-0A54-6048-312CB4AF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5184-5A3F-8285-0FB9-846B988E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C2F61-7664-A486-BB3B-2D444E9E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21C88C-3034-FB0D-28E9-3DEB10FE7D0E}"/>
              </a:ext>
            </a:extLst>
          </p:cNvPr>
          <p:cNvSpPr/>
          <p:nvPr/>
        </p:nvSpPr>
        <p:spPr>
          <a:xfrm>
            <a:off x="12192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C6E59-0FDE-A291-0344-D331F27C560E}"/>
              </a:ext>
            </a:extLst>
          </p:cNvPr>
          <p:cNvSpPr/>
          <p:nvPr/>
        </p:nvSpPr>
        <p:spPr>
          <a:xfrm>
            <a:off x="29718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04E98-9DCB-BE7E-0343-C88E43AA13BE}"/>
              </a:ext>
            </a:extLst>
          </p:cNvPr>
          <p:cNvSpPr/>
          <p:nvPr/>
        </p:nvSpPr>
        <p:spPr>
          <a:xfrm>
            <a:off x="47244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2CD9AA-6268-F0F7-4215-97D8AE8E32BD}"/>
              </a:ext>
            </a:extLst>
          </p:cNvPr>
          <p:cNvSpPr/>
          <p:nvPr/>
        </p:nvSpPr>
        <p:spPr>
          <a:xfrm>
            <a:off x="64389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BDAD45-29FF-62DB-0790-4129EF0FFE0E}"/>
              </a:ext>
            </a:extLst>
          </p:cNvPr>
          <p:cNvSpPr/>
          <p:nvPr/>
        </p:nvSpPr>
        <p:spPr>
          <a:xfrm>
            <a:off x="2308438" y="4053483"/>
            <a:ext cx="4495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E50D12-7EEF-2322-4458-9E6BB251A31B}"/>
              </a:ext>
            </a:extLst>
          </p:cNvPr>
          <p:cNvSpPr txBox="1"/>
          <p:nvPr/>
        </p:nvSpPr>
        <p:spPr>
          <a:xfrm>
            <a:off x="1126316" y="2971800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r1:r0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6FCE4-B778-D891-A539-32C9F31C665C}"/>
              </a:ext>
            </a:extLst>
          </p:cNvPr>
          <p:cNvSpPr txBox="1"/>
          <p:nvPr/>
        </p:nvSpPr>
        <p:spPr>
          <a:xfrm>
            <a:off x="3060750" y="297180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808386-3B22-1A70-1D2E-E9457F9ACA75}"/>
              </a:ext>
            </a:extLst>
          </p:cNvPr>
          <p:cNvSpPr txBox="1"/>
          <p:nvPr/>
        </p:nvSpPr>
        <p:spPr>
          <a:xfrm>
            <a:off x="4814152" y="297180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A48D20-9467-A211-65EB-9B7D3330D92D}"/>
              </a:ext>
            </a:extLst>
          </p:cNvPr>
          <p:cNvCxnSpPr/>
          <p:nvPr/>
        </p:nvCxnSpPr>
        <p:spPr>
          <a:xfrm>
            <a:off x="1940328" y="3285966"/>
            <a:ext cx="1038809" cy="64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805BED-252D-C0B1-BCD5-C98E0E7BC7E0}"/>
              </a:ext>
            </a:extLst>
          </p:cNvPr>
          <p:cNvCxnSpPr/>
          <p:nvPr/>
        </p:nvCxnSpPr>
        <p:spPr>
          <a:xfrm>
            <a:off x="3705159" y="334113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39C0E9-CC64-D6E3-CE9D-3442B3E00ED2}"/>
              </a:ext>
            </a:extLst>
          </p:cNvPr>
          <p:cNvCxnSpPr/>
          <p:nvPr/>
        </p:nvCxnSpPr>
        <p:spPr>
          <a:xfrm flipH="1">
            <a:off x="5055068" y="332704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E738B46-A3CD-B7DE-13FF-CB07BD7708E0}"/>
              </a:ext>
            </a:extLst>
          </p:cNvPr>
          <p:cNvSpPr/>
          <p:nvPr/>
        </p:nvSpPr>
        <p:spPr>
          <a:xfrm>
            <a:off x="3848100" y="5489615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Value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D2F895-770F-85D2-1B67-C58EE3AC98FF}"/>
              </a:ext>
            </a:extLst>
          </p:cNvPr>
          <p:cNvCxnSpPr/>
          <p:nvPr/>
        </p:nvCxnSpPr>
        <p:spPr>
          <a:xfrm>
            <a:off x="4556338" y="5000090"/>
            <a:ext cx="15661" cy="457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0AE8DF0-7A95-F76D-8ABB-A1480862A3A8}"/>
              </a:ext>
            </a:extLst>
          </p:cNvPr>
          <p:cNvSpPr txBox="1"/>
          <p:nvPr/>
        </p:nvSpPr>
        <p:spPr>
          <a:xfrm>
            <a:off x="3937050" y="58500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E03112-E023-013F-1E04-3E5790D7A556}"/>
              </a:ext>
            </a:extLst>
          </p:cNvPr>
          <p:cNvSpPr/>
          <p:nvPr/>
        </p:nvSpPr>
        <p:spPr>
          <a:xfrm>
            <a:off x="76200" y="159346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uint64_t sum(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uint64_t</a:t>
            </a:r>
            <a:r>
              <a:rPr lang="en-US" b="1" dirty="0">
                <a:latin typeface="Consolas" panose="020B0609020204030204" pitchFamily="49" charset="0"/>
              </a:rPr>
              <a:t> a64, uint8_t b8, uint16_t c16, uint16_t d16);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09A543-6103-44EB-8B1D-8744EF784763}"/>
              </a:ext>
            </a:extLst>
          </p:cNvPr>
          <p:cNvSpPr txBox="1"/>
          <p:nvPr/>
        </p:nvSpPr>
        <p:spPr>
          <a:xfrm>
            <a:off x="5688297" y="3233683"/>
            <a:ext cx="3254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Caller pushes d16 onto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Callee reads d16 from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17BE0-5FBD-4A0E-563C-52EA77FE0BE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62800"/>
            <a:ext cx="8229600" cy="595719"/>
          </a:xfrm>
        </p:spPr>
        <p:txBody>
          <a:bodyPr/>
          <a:lstStyle/>
          <a:p>
            <a:r>
              <a:rPr lang="en-US" dirty="0"/>
              <a:t>Fill in register names.</a:t>
            </a:r>
          </a:p>
        </p:txBody>
      </p:sp>
    </p:spTree>
    <p:extLst>
      <p:ext uri="{BB962C8B-B14F-4D97-AF65-F5344CB8AC3E}">
        <p14:creationId xmlns:p14="http://schemas.microsoft.com/office/powerpoint/2010/main" val="257494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9777-22BA-A4F2-A717-CA88FA78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</a:t>
            </a:r>
            <a:r>
              <a:rPr lang="en-US" altLang="zh-CN"/>
              <a:t>is Wrong?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26B7A-A91C-8739-59F7-FED523EC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8200F-E2E0-2FC9-A24B-3D85B65165B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54D579-850A-433C-2F4C-D7CBDE33F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25091"/>
              </p:ext>
            </p:extLst>
          </p:nvPr>
        </p:nvGraphicFramePr>
        <p:xfrm>
          <a:off x="2696497" y="1731779"/>
          <a:ext cx="5791200" cy="201894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9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int32_t sum3(int32_t a1, int32_t a2, int32_t a3);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main(</a:t>
                      </a: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){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int32_t s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 = sum3(-1, -2, -3) + sum3(4, 5, 6);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3EEF33-13EC-BB93-CE67-9DD4DBFC2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712184"/>
              </p:ext>
            </p:extLst>
          </p:nvPr>
        </p:nvGraphicFramePr>
        <p:xfrm>
          <a:off x="4847303" y="3856560"/>
          <a:ext cx="3657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sum3 PROC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EXPORT sum3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r3 = sum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r3, r0, r1 ; sum = a1 + a2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r3, r0, r2 ; sum += a3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BX pc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051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3AA5-7512-22DD-1951-CBA6BFFC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2E9D-CA3F-A924-BCF5-E675F73B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Wrong? ANS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9BD184-7857-E916-5337-0E4E92B3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CA4B8-E23A-61B6-D388-BD1EFFC38D5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2400" y="1270963"/>
            <a:ext cx="2667000" cy="4937760"/>
          </a:xfrm>
        </p:spPr>
        <p:txBody>
          <a:bodyPr/>
          <a:lstStyle/>
          <a:p>
            <a:r>
              <a:rPr lang="en-US" dirty="0"/>
              <a:t>Return result should be put into r0, not r1</a:t>
            </a:r>
          </a:p>
          <a:p>
            <a:r>
              <a:rPr lang="en-US" dirty="0"/>
              <a:t>BX </a:t>
            </a:r>
            <a:r>
              <a:rPr lang="en-US" dirty="0" err="1"/>
              <a:t>lr</a:t>
            </a:r>
            <a:r>
              <a:rPr lang="en-US" dirty="0"/>
              <a:t> returns to caller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ABCD11-A9ED-D44F-DB84-BC8E920599B7}"/>
              </a:ext>
            </a:extLst>
          </p:cNvPr>
          <p:cNvGraphicFramePr>
            <a:graphicFrameLocks noGrp="1"/>
          </p:cNvGraphicFramePr>
          <p:nvPr/>
        </p:nvGraphicFramePr>
        <p:xfrm>
          <a:off x="2696497" y="1731779"/>
          <a:ext cx="5791200" cy="201894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9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int32_t sum3(int32_t a1, int32_t a2, int32_t a3);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main(</a:t>
                      </a: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){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int32_t s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 = sum3(-1, -2, -3) + sum3(4, 5, 6);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F81107-A59E-5244-C57F-4AFF69A7D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965596"/>
              </p:ext>
            </p:extLst>
          </p:nvPr>
        </p:nvGraphicFramePr>
        <p:xfrm>
          <a:off x="4847303" y="3856560"/>
          <a:ext cx="3657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sum3 PROC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EXPORT sum3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r3 = sum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r3, r0, r1 ; sum = a1 + a2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r3, r0, r2 ; sum += a3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r3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BX </a:t>
                      </a:r>
                      <a:r>
                        <a:rPr lang="en-US" altLang="zh-CN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pt-BR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278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FAD6-E4B6-9B88-FA7A-9F38A7C5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toLower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6B6A81-95A1-E1AF-809E-6F8C58EA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EBE5EF-493B-E11A-1B1D-CCABF51AA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79025"/>
              </p:ext>
            </p:extLst>
          </p:nvPr>
        </p:nvGraphicFramePr>
        <p:xfrm>
          <a:off x="228600" y="1385857"/>
          <a:ext cx="4800600" cy="4693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#include &lt;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stdio.h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extern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mystery(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 </a:t>
                      </a:r>
                      <a:r>
                        <a:rPr kumimoji="0" lang="en-US" sz="14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/* mystery assembler routine */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main(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void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static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char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str[]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"Hello, World!";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sizeof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(str)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sizeof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(str[0]);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char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for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0;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&lt;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(str[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]);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("%s\n",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return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0;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1ADC90-ADB8-D7DD-0AC3-9F57EB29B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58298"/>
              </p:ext>
            </p:extLst>
          </p:nvPr>
        </p:nvGraphicFramePr>
        <p:xfrm>
          <a:off x="5139813" y="2133601"/>
          <a:ext cx="3657600" cy="17879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5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4076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(int c)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if (c &gt;= 'A' &amp;&amp; c &lt;= 'Z')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c += 'a' - 'A';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return c;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8877E1E-4738-45CE-9CC3-2C75B88FD7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29200" y="1125794"/>
            <a:ext cx="3581400" cy="1115961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Consider the following C program that converts all ASCII letters to lower case. Write the </a:t>
            </a:r>
            <a:r>
              <a:rPr lang="en-US" sz="2000" dirty="0" err="1"/>
              <a:t>toLower</a:t>
            </a:r>
            <a:r>
              <a:rPr lang="en-US" sz="2000" dirty="0"/>
              <a:t> function in ARMv7 assembly code.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01F272-373C-24EF-CF3E-2DDED1980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362635"/>
              </p:ext>
            </p:extLst>
          </p:nvPr>
        </p:nvGraphicFramePr>
        <p:xfrm>
          <a:off x="5139813" y="4030356"/>
          <a:ext cx="3657600" cy="20494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 Assembly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.text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.global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749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1246-2B88-B4D4-DF6F-83B83879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8B75-95E0-2541-7E04-055CF0C6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toLower</a:t>
            </a:r>
            <a:r>
              <a:rPr lang="en-US" dirty="0"/>
              <a:t>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5FFEA-1824-B30B-B2F0-65F1865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203EDA-BA4D-8B0A-42B8-FE11C464F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914283"/>
              </p:ext>
            </p:extLst>
          </p:nvPr>
        </p:nvGraphicFramePr>
        <p:xfrm>
          <a:off x="457200" y="1219200"/>
          <a:ext cx="3657600" cy="17879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5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4076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(int c)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if (c &gt;= 'A' &amp;&amp; c &lt;= 'Z')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c += 'a' - 'A';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return c;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8C7988-0F62-036F-DDF3-1121F4620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326912"/>
              </p:ext>
            </p:extLst>
          </p:nvPr>
        </p:nvGraphicFramePr>
        <p:xfrm>
          <a:off x="459658" y="3112813"/>
          <a:ext cx="6474542" cy="2590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47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 Assembly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.text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.global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r0, #'A'                @ if c &lt; 'A' -&gt;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skip_adjust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skip_adjust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r0, #'Z'                @ if c &gt; 'Z' -&gt;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skip_adjust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bgt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skip_adjust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add     r0, r0, #('a' - 'A')    @ c += 32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skip_adjust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bx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lr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618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ADDE-B5E4-F571-7D39-10F7E6EF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Then Else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614DF-7D37-017A-6AE1-CB37C3AA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B5709-ADC9-6526-7743-1565742B86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Translate the following program into ARMv7 assembly. 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29E53D-EF51-C81E-B5A8-ACE61F697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02087"/>
              </p:ext>
            </p:extLst>
          </p:nvPr>
        </p:nvGraphicFramePr>
        <p:xfrm>
          <a:off x="1295400" y="2438400"/>
          <a:ext cx="64008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76306438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717490994"/>
                    </a:ext>
                  </a:extLst>
                </a:gridCol>
              </a:tblGrid>
              <a:tr h="19796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Program 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141511"/>
                  </a:ext>
                </a:extLst>
              </a:tr>
              <a:tr h="1385729">
                <a:tc>
                  <a:txBody>
                    <a:bodyPr/>
                    <a:lstStyle/>
                    <a:p>
                      <a:r>
                        <a:rPr lang="en-US" sz="1400" dirty="0"/>
                        <a:t>int foo(int x, int y) {</a:t>
                      </a:r>
                    </a:p>
                    <a:p>
                      <a:r>
                        <a:rPr lang="en-US" sz="1400" dirty="0"/>
                        <a:t>  if (</a:t>
                      </a:r>
                      <a:r>
                        <a:rPr lang="en-US" sz="1400" dirty="0" err="1"/>
                        <a:t>x+y</a:t>
                      </a:r>
                      <a:r>
                        <a:rPr lang="en-US" sz="1400" dirty="0"/>
                        <a:t> &lt; 0) </a:t>
                      </a:r>
                    </a:p>
                    <a:p>
                      <a:r>
                        <a:rPr lang="en-US" sz="1400" dirty="0"/>
                        <a:t>  return 0;</a:t>
                      </a:r>
                    </a:p>
                    <a:p>
                      <a:r>
                        <a:rPr lang="en-US" sz="1400" dirty="0"/>
                        <a:t>else </a:t>
                      </a:r>
                    </a:p>
                    <a:p>
                      <a:r>
                        <a:rPr lang="en-US" sz="1400" dirty="0"/>
                        <a:t>  return 1;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  <a:p>
                      <a:endParaRPr lang="en-US" sz="14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@ int foo(int x, int y) - returns 0 if (</a:t>
                      </a:r>
                      <a:r>
                        <a:rPr lang="en-US" sz="1400" dirty="0" err="1"/>
                        <a:t>x+y</a:t>
                      </a:r>
                      <a:r>
                        <a:rPr lang="en-US" sz="1400" dirty="0"/>
                        <a:t>) &lt; 0, else 1</a:t>
                      </a:r>
                    </a:p>
                    <a:p>
                      <a:r>
                        <a:rPr lang="en-US" sz="1400" dirty="0"/>
                        <a:t>@ x in r0, y in r1, return in r0</a:t>
                      </a:r>
                    </a:p>
                    <a:p>
                      <a:r>
                        <a:rPr lang="en-US" sz="1400" dirty="0"/>
                        <a:t>foo:</a:t>
                      </a:r>
                    </a:p>
                    <a:p>
                      <a:r>
                        <a:rPr lang="en-US" sz="1400" dirty="0"/>
                        <a:t>  …</a:t>
                      </a:r>
                    </a:p>
                    <a:p>
                      <a:r>
                        <a:rPr lang="en-US" sz="1400" dirty="0"/>
                        <a:t>  BX </a:t>
                      </a:r>
                      <a:r>
                        <a:rPr lang="en-US" sz="1400" dirty="0" err="1"/>
                        <a:t>lr</a:t>
                      </a:r>
                      <a:endParaRPr 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8403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069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D12DC-0F10-83D1-ABB7-CBAA3C86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5890"/>
            <a:ext cx="8229600" cy="924027"/>
          </a:xfrm>
        </p:spPr>
        <p:txBody>
          <a:bodyPr>
            <a:normAutofit/>
          </a:bodyPr>
          <a:lstStyle/>
          <a:p>
            <a:r>
              <a:rPr lang="en-US" dirty="0"/>
              <a:t>If Then Else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21901-5D89-CA2E-1399-0FE05B68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A61E9E-B8DB-6D7F-89B8-C01FADC19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717032"/>
              </p:ext>
            </p:extLst>
          </p:nvPr>
        </p:nvGraphicFramePr>
        <p:xfrm>
          <a:off x="381000" y="1231490"/>
          <a:ext cx="41148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8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Straight-line with conditional execution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501">
                <a:tc>
                  <a:txBody>
                    <a:bodyPr/>
                    <a:lstStyle/>
                    <a:p>
                      <a:r>
                        <a:rPr lang="en-US" sz="1400" dirty="0"/>
                        <a:t>foo: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ADD     r2, r0, r1      ; r2 = x + y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CMP     r2, #0          ; sets N,Z,V,C for signed compare to 0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MOVLT   r0, #0        ; if (</a:t>
                      </a:r>
                      <a:r>
                        <a:rPr lang="en-US" sz="1400" dirty="0" err="1"/>
                        <a:t>x+y</a:t>
                      </a:r>
                      <a:r>
                        <a:rPr lang="en-US" sz="1400" dirty="0"/>
                        <a:t>) &lt; 0 -&gt; r0 = 0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MOVGE   r0, #1       ; else r0 = 1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BX      </a:t>
                      </a:r>
                      <a:r>
                        <a:rPr lang="en-US" sz="1400" dirty="0" err="1"/>
                        <a:t>lr</a:t>
                      </a:r>
                      <a:endParaRPr 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860993-5A4A-FDF2-164A-269A21C14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121529"/>
              </p:ext>
            </p:extLst>
          </p:nvPr>
        </p:nvGraphicFramePr>
        <p:xfrm>
          <a:off x="381000" y="3203842"/>
          <a:ext cx="411480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8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Conditional branch to label w/ CMP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501">
                <a:tc>
                  <a:txBody>
                    <a:bodyPr/>
                    <a:lstStyle/>
                    <a:p>
                      <a:r>
                        <a:rPr lang="en-US" sz="1400" dirty="0"/>
                        <a:t>foo: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ADD     r2, r0, r1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CMP     r2, #0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BLT     .</a:t>
                      </a:r>
                      <a:r>
                        <a:rPr lang="en-US" sz="1400" dirty="0" err="1"/>
                        <a:t>Lneg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     r0, #1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BX      </a:t>
                      </a:r>
                      <a:r>
                        <a:rPr lang="en-US" sz="1400" dirty="0" err="1"/>
                        <a:t>lr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.</a:t>
                      </a:r>
                      <a:r>
                        <a:rPr lang="en-US" sz="1400" dirty="0" err="1"/>
                        <a:t>Lneg</a:t>
                      </a:r>
                      <a:r>
                        <a:rPr lang="en-US" sz="1400" dirty="0"/>
                        <a:t>: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     r0, #0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BX      </a:t>
                      </a:r>
                      <a:r>
                        <a:rPr lang="en-US" sz="1400" dirty="0" err="1"/>
                        <a:t>lr</a:t>
                      </a:r>
                      <a:endParaRPr lang="pt-BR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A0E8AC-8701-8160-EFCF-45E03B551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38974"/>
              </p:ext>
            </p:extLst>
          </p:nvPr>
        </p:nvGraphicFramePr>
        <p:xfrm>
          <a:off x="4724400" y="1219200"/>
          <a:ext cx="41148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8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Combine add and compare with ADDS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5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foo: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ADDS    r2, r0, r1         ; r2 = x + y, sets flags from the sum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MOVMI   r0, #0             ; MI means N==1 (negative)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MOVPL   r0, #1             ; PL means N==0 (non-negative)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BX      </a:t>
                      </a:r>
                      <a:r>
                        <a:rPr lang="en-US" sz="1400" dirty="0" err="1"/>
                        <a:t>lr</a:t>
                      </a:r>
                      <a:endParaRPr 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4A4DBD-405A-5BB5-8DFC-2B3CDF03B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74655"/>
              </p:ext>
            </p:extLst>
          </p:nvPr>
        </p:nvGraphicFramePr>
        <p:xfrm>
          <a:off x="4724400" y="2971800"/>
          <a:ext cx="4114800" cy="13903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4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No temp register r2, reuse r0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944">
                <a:tc>
                  <a:txBody>
                    <a:bodyPr/>
                    <a:lstStyle/>
                    <a:p>
                      <a:r>
                        <a:rPr lang="en-US" sz="1400" dirty="0"/>
                        <a:t>foo: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ADDS    r0, r0, r1          ; r0 = x + y, flags set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MOVMI   r0, #0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MOVPL   r0, #1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BX      </a:t>
                      </a:r>
                      <a:r>
                        <a:rPr lang="en-US" sz="1400" dirty="0" err="1"/>
                        <a:t>lr</a:t>
                      </a:r>
                      <a:endParaRPr 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6CF4D69-C211-B553-B73A-1E1C0BCFC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381829"/>
              </p:ext>
            </p:extLst>
          </p:nvPr>
        </p:nvGraphicFramePr>
        <p:xfrm>
          <a:off x="4724400" y="4411873"/>
          <a:ext cx="4114800" cy="1920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8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Conditional branch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to label w/ ADDS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501">
                <a:tc>
                  <a:txBody>
                    <a:bodyPr/>
                    <a:lstStyle/>
                    <a:p>
                      <a:r>
                        <a:rPr lang="en-US" sz="1400" dirty="0"/>
                        <a:t>foo: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ADDS    r2, r0, r1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BMI       .</a:t>
                      </a:r>
                      <a:r>
                        <a:rPr lang="en-US" sz="1400" dirty="0" err="1"/>
                        <a:t>Lneg</a:t>
                      </a:r>
                      <a:r>
                        <a:rPr lang="en-US" sz="1400" dirty="0"/>
                        <a:t>            ; if negative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MOV    r0, #1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BX      </a:t>
                      </a:r>
                      <a:r>
                        <a:rPr lang="en-US" sz="1400" dirty="0" err="1"/>
                        <a:t>lr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.</a:t>
                      </a:r>
                      <a:r>
                        <a:rPr lang="en-US" sz="1400" dirty="0" err="1"/>
                        <a:t>Lneg</a:t>
                      </a:r>
                      <a:r>
                        <a:rPr lang="en-US" sz="1400" dirty="0"/>
                        <a:t>: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/>
                        <a:t>          MOV    r0, #0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BX      </a:t>
                      </a:r>
                      <a:r>
                        <a:rPr lang="en-US" sz="1400" dirty="0" err="1"/>
                        <a:t>lr</a:t>
                      </a:r>
                      <a:endParaRPr 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447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F89D-8DCD-F432-1E58-FAB096FB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177E67-749A-4929-DF9E-A6F535A2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F8C61-3E91-895F-2C57-5743F12F47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94361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Fill in the blanks (TODO) for the assembly programs for calculating the factorial of a number, corresponding to the following C programs. One recursive version, one iterative version.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A76ECE7-0B5A-383E-0091-ADC927BEEC87}"/>
              </a:ext>
            </a:extLst>
          </p:cNvPr>
          <p:cNvSpPr txBox="1">
            <a:spLocks/>
          </p:cNvSpPr>
          <p:nvPr/>
        </p:nvSpPr>
        <p:spPr>
          <a:xfrm>
            <a:off x="4800600" y="2162810"/>
            <a:ext cx="3886200" cy="37947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//Recursive algorithms for Factorial</a:t>
            </a:r>
          </a:p>
          <a:p>
            <a:pPr marL="0" indent="0"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stdint.h</a:t>
            </a:r>
            <a:r>
              <a:rPr lang="en-US" sz="1800" dirty="0"/>
              <a:t>&gt;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uint32_t </a:t>
            </a:r>
            <a:r>
              <a:rPr lang="en-US" sz="1800" dirty="0" err="1"/>
              <a:t>fact_rec</a:t>
            </a:r>
            <a:r>
              <a:rPr lang="en-US" sz="1800" dirty="0"/>
              <a:t>(uint32_t n) {</a:t>
            </a:r>
          </a:p>
          <a:p>
            <a:pPr marL="0" indent="0">
              <a:buNone/>
            </a:pPr>
            <a:r>
              <a:rPr lang="en-US" sz="1800" dirty="0"/>
              <a:t>    if (n &lt;= 1) {</a:t>
            </a:r>
          </a:p>
          <a:p>
            <a:pPr marL="0" indent="0">
              <a:buNone/>
            </a:pPr>
            <a:r>
              <a:rPr lang="en-US" sz="1800" dirty="0"/>
              <a:t>        return 1;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    return n * </a:t>
            </a:r>
            <a:r>
              <a:rPr lang="en-US" sz="1800" dirty="0" err="1"/>
              <a:t>fact_rec</a:t>
            </a:r>
            <a:r>
              <a:rPr lang="en-US" sz="1800" dirty="0"/>
              <a:t>(n - 1);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5D15B45-A356-638A-35FB-768B7AA8995D}"/>
              </a:ext>
            </a:extLst>
          </p:cNvPr>
          <p:cNvSpPr txBox="1">
            <a:spLocks/>
          </p:cNvSpPr>
          <p:nvPr/>
        </p:nvSpPr>
        <p:spPr>
          <a:xfrm>
            <a:off x="685800" y="2162810"/>
            <a:ext cx="3886200" cy="42519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 fontScale="70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//Iterative algorithms for Factorial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stdint.h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uint32_t </a:t>
            </a:r>
            <a:r>
              <a:rPr lang="en-US" dirty="0" err="1"/>
              <a:t>fact_iter</a:t>
            </a:r>
            <a:r>
              <a:rPr lang="en-US" dirty="0"/>
              <a:t>(uint32_t n) {</a:t>
            </a:r>
          </a:p>
          <a:p>
            <a:pPr marL="0" indent="0">
              <a:buNone/>
            </a:pPr>
            <a:r>
              <a:rPr lang="en-US" dirty="0"/>
              <a:t>    uint32_t acc = 1;</a:t>
            </a:r>
          </a:p>
          <a:p>
            <a:pPr marL="0" indent="0">
              <a:buNone/>
            </a:pPr>
            <a:r>
              <a:rPr lang="en-US" dirty="0"/>
              <a:t>    if (n &lt;= 1) {</a:t>
            </a:r>
          </a:p>
          <a:p>
            <a:pPr marL="0" indent="0">
              <a:buNone/>
            </a:pPr>
            <a:r>
              <a:rPr lang="en-US" dirty="0"/>
              <a:t>        return 1;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while (n &gt; 1) {</a:t>
            </a:r>
          </a:p>
          <a:p>
            <a:pPr marL="0" indent="0">
              <a:buNone/>
            </a:pPr>
            <a:r>
              <a:rPr lang="en-US" dirty="0"/>
              <a:t>        acc *= n;</a:t>
            </a:r>
          </a:p>
          <a:p>
            <a:pPr marL="0" indent="0">
              <a:buNone/>
            </a:pPr>
            <a:r>
              <a:rPr lang="en-US" dirty="0"/>
              <a:t>        n -= 1;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acc;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7139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6404-63EE-CB5A-481A-AD6B0B09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3D6100-04EF-AD50-41F7-0624A60B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FFC15-913C-F5C8-F67E-5B2B529599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657600" cy="457200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% uint32_t </a:t>
            </a:r>
            <a:r>
              <a:rPr lang="en-US" dirty="0" err="1"/>
              <a:t>fact_iter</a:t>
            </a:r>
            <a:r>
              <a:rPr lang="en-US" dirty="0"/>
              <a:t>(uint32_t n);</a:t>
            </a:r>
          </a:p>
          <a:p>
            <a:pPr marL="0" indent="0">
              <a:buNone/>
            </a:pPr>
            <a:r>
              <a:rPr lang="en-US" dirty="0"/>
              <a:t>% r0 = n, returns r0 = n!</a:t>
            </a:r>
          </a:p>
          <a:p>
            <a:pPr marL="0" indent="0">
              <a:buNone/>
            </a:pPr>
            <a:r>
              <a:rPr lang="en-US" dirty="0"/>
              <a:t>    .global </a:t>
            </a:r>
            <a:r>
              <a:rPr lang="en-US" dirty="0" err="1"/>
              <a:t>fact_iter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fact_iter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PUSH    {r4, </a:t>
            </a:r>
            <a:r>
              <a:rPr lang="en-US" dirty="0" err="1"/>
              <a:t>lr</a:t>
            </a:r>
            <a:r>
              <a:rPr lang="en-US" dirty="0"/>
              <a:t>}        % save callee-saved we’ll use and return </a:t>
            </a:r>
            <a:r>
              <a:rPr lang="en-US" dirty="0" err="1"/>
              <a:t>addr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MOV    r1, r0          % r1 = n (loop counter)</a:t>
            </a:r>
          </a:p>
          <a:p>
            <a:pPr marL="0" indent="0">
              <a:buNone/>
            </a:pPr>
            <a:r>
              <a:rPr lang="en-US" dirty="0"/>
              <a:t>    MOV    r0, #1         % r0 = acc = 1</a:t>
            </a:r>
          </a:p>
          <a:p>
            <a:pPr marL="0" indent="0">
              <a:buNone/>
            </a:pPr>
            <a:r>
              <a:rPr lang="en-US" dirty="0"/>
              <a:t>    CMP     r1, #1</a:t>
            </a:r>
          </a:p>
          <a:p>
            <a:pPr marL="0" indent="0">
              <a:buNone/>
            </a:pPr>
            <a:r>
              <a:rPr lang="en-US" dirty="0"/>
              <a:t>    BLS     .</a:t>
            </a:r>
            <a:r>
              <a:rPr lang="en-US" dirty="0" err="1"/>
              <a:t>Ldone_iter</a:t>
            </a:r>
            <a:r>
              <a:rPr lang="en-US" dirty="0"/>
              <a:t>  % if n &lt;= 1, 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Lloop_iter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% TODO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Ldone_iter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POP     {r4, </a:t>
            </a:r>
            <a:r>
              <a:rPr lang="en-US" dirty="0" err="1"/>
              <a:t>lr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60DE175-89CF-1980-2FF5-09D118299DF7}"/>
              </a:ext>
            </a:extLst>
          </p:cNvPr>
          <p:cNvSpPr txBox="1">
            <a:spLocks/>
          </p:cNvSpPr>
          <p:nvPr/>
        </p:nvSpPr>
        <p:spPr>
          <a:xfrm>
            <a:off x="4267200" y="1219200"/>
            <a:ext cx="4800600" cy="5334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 fontScale="4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% uint32_t factorial(uint32_t n);</a:t>
            </a:r>
          </a:p>
          <a:p>
            <a:pPr marL="0" indent="0">
              <a:buNone/>
            </a:pPr>
            <a:r>
              <a:rPr lang="en-US" dirty="0"/>
              <a:t>% r0: n</a:t>
            </a:r>
          </a:p>
          <a:p>
            <a:pPr marL="0" indent="0">
              <a:buNone/>
            </a:pPr>
            <a:r>
              <a:rPr lang="en-US" dirty="0"/>
              <a:t>% returns r0: n!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factorial:</a:t>
            </a:r>
          </a:p>
          <a:p>
            <a:pPr marL="0" indent="0">
              <a:buNone/>
            </a:pPr>
            <a:r>
              <a:rPr lang="en-US" dirty="0"/>
              <a:t>    CMP     r0, #1            % if (n &lt;= 1) ...</a:t>
            </a:r>
          </a:p>
          <a:p>
            <a:pPr marL="0" indent="0">
              <a:buNone/>
            </a:pPr>
            <a:r>
              <a:rPr lang="en-US" dirty="0"/>
              <a:t>    BLE     </a:t>
            </a:r>
            <a:r>
              <a:rPr lang="en-US" dirty="0" err="1"/>
              <a:t>base_case</a:t>
            </a:r>
            <a:r>
              <a:rPr lang="en-US" dirty="0"/>
              <a:t>         %    ... 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PUSH    {</a:t>
            </a:r>
            <a:r>
              <a:rPr lang="en-US" dirty="0" err="1"/>
              <a:t>lr</a:t>
            </a:r>
            <a:r>
              <a:rPr lang="en-US" dirty="0"/>
              <a:t>}              % save return address for this frame</a:t>
            </a:r>
          </a:p>
          <a:p>
            <a:pPr marL="0" indent="0">
              <a:buNone/>
            </a:pPr>
            <a:r>
              <a:rPr lang="en-US" dirty="0"/>
              <a:t>    PUSH    {r0}              % save current n on stack (we'll need it after the recursive call)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SUB     r0, r0, #1        % r0 = n - 1 (argument for recursive call)</a:t>
            </a:r>
          </a:p>
          <a:p>
            <a:pPr marL="0" indent="0">
              <a:buNone/>
            </a:pPr>
            <a:r>
              <a:rPr lang="en-US" dirty="0"/>
              <a:t>    BL      factorial         % r0 = factorial(n - 1)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POP     {r1}              % r1 = saved n (restore caller's n)</a:t>
            </a:r>
          </a:p>
          <a:p>
            <a:pPr marL="0" indent="0">
              <a:buNone/>
            </a:pPr>
            <a:r>
              <a:rPr lang="en-US" dirty="0"/>
              <a:t>    MUL     r0, r0, r1        % r0 = factorial(n - 1) *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POP     {</a:t>
            </a:r>
            <a:r>
              <a:rPr lang="en-US" dirty="0" err="1"/>
              <a:t>lr</a:t>
            </a:r>
            <a:r>
              <a:rPr lang="en-US" dirty="0"/>
              <a:t>}              % restore return address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% return with result in r0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base_case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% TODO</a:t>
            </a:r>
          </a:p>
        </p:txBody>
      </p:sp>
    </p:spTree>
    <p:extLst>
      <p:ext uri="{BB962C8B-B14F-4D97-AF65-F5344CB8AC3E}">
        <p14:creationId xmlns:p14="http://schemas.microsoft.com/office/powerpoint/2010/main" val="4056115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5D616-A64C-1463-B27C-39D6A32E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345B3-FBD4-2D39-F1EB-5F9D94C7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12DDF-3C1F-06F9-1E69-7636875A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9164B-AC7F-262E-85D3-203B21C236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657600" cy="457200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% uint32_t </a:t>
            </a:r>
            <a:r>
              <a:rPr lang="en-US" dirty="0" err="1"/>
              <a:t>fact_iter</a:t>
            </a:r>
            <a:r>
              <a:rPr lang="en-US" dirty="0"/>
              <a:t>(uint32_t n);</a:t>
            </a:r>
          </a:p>
          <a:p>
            <a:pPr marL="0" indent="0">
              <a:buNone/>
            </a:pPr>
            <a:r>
              <a:rPr lang="en-US" dirty="0"/>
              <a:t> % r0 = n, returns r0 = n!</a:t>
            </a:r>
          </a:p>
          <a:p>
            <a:pPr marL="0" indent="0">
              <a:buNone/>
            </a:pPr>
            <a:r>
              <a:rPr lang="en-US" dirty="0"/>
              <a:t>    .global </a:t>
            </a:r>
            <a:r>
              <a:rPr lang="en-US" dirty="0" err="1"/>
              <a:t>fact_iter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fact_iter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PUSH    {r4, </a:t>
            </a:r>
            <a:r>
              <a:rPr lang="en-US" dirty="0" err="1"/>
              <a:t>lr</a:t>
            </a:r>
            <a:r>
              <a:rPr lang="en-US" dirty="0"/>
              <a:t>}          % save callee-saved we’ll use and return </a:t>
            </a:r>
            <a:r>
              <a:rPr lang="en-US" dirty="0" err="1"/>
              <a:t>addr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MOV    r1, r0          % r1 = n (loop counter)</a:t>
            </a:r>
          </a:p>
          <a:p>
            <a:pPr marL="0" indent="0">
              <a:buNone/>
            </a:pPr>
            <a:r>
              <a:rPr lang="en-US" dirty="0"/>
              <a:t>    MOV    r0, #1         % r0 = acc = 1</a:t>
            </a:r>
          </a:p>
          <a:p>
            <a:pPr marL="0" indent="0">
              <a:buNone/>
            </a:pPr>
            <a:r>
              <a:rPr lang="en-US" dirty="0"/>
              <a:t>    CMP     r1, #1</a:t>
            </a:r>
          </a:p>
          <a:p>
            <a:pPr marL="0" indent="0">
              <a:buNone/>
            </a:pPr>
            <a:r>
              <a:rPr lang="en-US" dirty="0"/>
              <a:t>    BLS     .</a:t>
            </a:r>
            <a:r>
              <a:rPr lang="en-US" dirty="0" err="1"/>
              <a:t>Ldone_iter</a:t>
            </a:r>
            <a:r>
              <a:rPr lang="en-US" dirty="0"/>
              <a:t>       % if n &lt;= 1, 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Lloop_iter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MUL     r0, r0, r1        % acc *= 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SUBS    r1, r1, #1        % </a:t>
            </a:r>
            <a:r>
              <a:rPr lang="en-US" dirty="0" err="1"/>
              <a:t>i</a:t>
            </a: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    BHI     .</a:t>
            </a:r>
            <a:r>
              <a:rPr lang="en-US" dirty="0" err="1"/>
              <a:t>Lloop_iter</a:t>
            </a:r>
            <a:r>
              <a:rPr lang="en-US" dirty="0"/>
              <a:t>       % continue while </a:t>
            </a:r>
            <a:r>
              <a:rPr lang="en-US" dirty="0" err="1"/>
              <a:t>i</a:t>
            </a:r>
            <a:r>
              <a:rPr lang="en-US" dirty="0"/>
              <a:t> &gt; 1 (unsigned)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Ldone_iter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POP     {r4, </a:t>
            </a:r>
            <a:r>
              <a:rPr lang="en-US" dirty="0" err="1"/>
              <a:t>lr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0B60CED-9D05-2D49-66A9-FB9AB6E901FB}"/>
              </a:ext>
            </a:extLst>
          </p:cNvPr>
          <p:cNvSpPr txBox="1">
            <a:spLocks/>
          </p:cNvSpPr>
          <p:nvPr/>
        </p:nvSpPr>
        <p:spPr>
          <a:xfrm>
            <a:off x="4267200" y="1219200"/>
            <a:ext cx="4800600" cy="5334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 fontScale="4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% uint32_t factorial(uint32_t n);</a:t>
            </a:r>
          </a:p>
          <a:p>
            <a:pPr marL="0" indent="0">
              <a:buNone/>
            </a:pPr>
            <a:r>
              <a:rPr lang="en-US" dirty="0"/>
              <a:t>    % r0: n</a:t>
            </a:r>
          </a:p>
          <a:p>
            <a:pPr marL="0" indent="0">
              <a:buNone/>
            </a:pPr>
            <a:r>
              <a:rPr lang="en-US" dirty="0"/>
              <a:t>    % returns r0: n!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factorial:</a:t>
            </a:r>
          </a:p>
          <a:p>
            <a:pPr marL="0" indent="0">
              <a:buNone/>
            </a:pPr>
            <a:r>
              <a:rPr lang="en-US" dirty="0"/>
              <a:t>    CMP     r0, #1            % if (n &lt;= 1) ...</a:t>
            </a:r>
          </a:p>
          <a:p>
            <a:pPr marL="0" indent="0">
              <a:buNone/>
            </a:pPr>
            <a:r>
              <a:rPr lang="en-US" dirty="0"/>
              <a:t>    BLE     </a:t>
            </a:r>
            <a:r>
              <a:rPr lang="en-US" dirty="0" err="1"/>
              <a:t>base_case</a:t>
            </a:r>
            <a:r>
              <a:rPr lang="en-US" dirty="0"/>
              <a:t>         %    ... 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PUSH    {</a:t>
            </a:r>
            <a:r>
              <a:rPr lang="en-US" dirty="0" err="1"/>
              <a:t>lr</a:t>
            </a:r>
            <a:r>
              <a:rPr lang="en-US" dirty="0"/>
              <a:t>}              % save return address for this frame</a:t>
            </a:r>
          </a:p>
          <a:p>
            <a:pPr marL="0" indent="0">
              <a:buNone/>
            </a:pPr>
            <a:r>
              <a:rPr lang="en-US" dirty="0"/>
              <a:t>    PUSH    {r0}              % save current n on stack (we'll need it after the recursive call)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SUB     r0, r0, #1        % r0 = n - 1 (argument for recursive call)</a:t>
            </a:r>
          </a:p>
          <a:p>
            <a:pPr marL="0" indent="0">
              <a:buNone/>
            </a:pPr>
            <a:r>
              <a:rPr lang="en-US" dirty="0"/>
              <a:t>    BL      factorial         % r0 = factorial(n - 1)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POP     {r1}              % r1 = saved n (restore caller's n)</a:t>
            </a:r>
          </a:p>
          <a:p>
            <a:pPr marL="0" indent="0">
              <a:buNone/>
            </a:pPr>
            <a:r>
              <a:rPr lang="en-US" dirty="0"/>
              <a:t>    MUL     r0, r0, r1        % r0 = factorial(n - 1) *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POP     {</a:t>
            </a:r>
            <a:r>
              <a:rPr lang="en-US" dirty="0" err="1"/>
              <a:t>lr</a:t>
            </a:r>
            <a:r>
              <a:rPr lang="en-US" dirty="0"/>
              <a:t>}              % restore return address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% return with result in r0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base_case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MOV     r0, #1            % factorial(n) = 1 for n &lt;= 1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% return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7F22B-CBD2-A76E-66A6-7632B8BDAF8F}"/>
              </a:ext>
            </a:extLst>
          </p:cNvPr>
          <p:cNvSpPr txBox="1"/>
          <p:nvPr/>
        </p:nvSpPr>
        <p:spPr>
          <a:xfrm>
            <a:off x="98323" y="5845277"/>
            <a:ext cx="4124632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POP is used here because the function previously </a:t>
            </a:r>
            <a:r>
              <a:rPr lang="en-US" sz="1400" dirty="0" err="1"/>
              <a:t>PUSHed</a:t>
            </a:r>
            <a:r>
              <a:rPr lang="en-US" sz="1400" dirty="0"/>
              <a:t> registers that must be </a:t>
            </a:r>
            <a:r>
              <a:rPr lang="en-US" sz="1400" b="1" dirty="0"/>
              <a:t>restored</a:t>
            </a:r>
            <a:r>
              <a:rPr lang="en-US" sz="1400" dirty="0"/>
              <a:t> before returning; POP both restores those registers and fixes the stack pointer in one instruction.</a:t>
            </a:r>
          </a:p>
        </p:txBody>
      </p:sp>
    </p:spTree>
    <p:extLst>
      <p:ext uri="{BB962C8B-B14F-4D97-AF65-F5344CB8AC3E}">
        <p14:creationId xmlns:p14="http://schemas.microsoft.com/office/powerpoint/2010/main" val="3049968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1483-7081-C44C-81EF-D92F0010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15817A-DD66-D447-B2D9-56464404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09315-49B9-8548-BA54-379B42B31ADB}"/>
              </a:ext>
            </a:extLst>
          </p:cNvPr>
          <p:cNvSpPr txBox="1"/>
          <p:nvPr/>
        </p:nvSpPr>
        <p:spPr>
          <a:xfrm>
            <a:off x="457200" y="2006188"/>
            <a:ext cx="375295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int16_t </a:t>
            </a:r>
            <a:r>
              <a:rPr lang="en-US" sz="1200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(int16_t *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uint32_t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int32_t sum = 0;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&lt;64;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++)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array size = 64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sum +=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return (int16_t) sum;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D23A4E-8569-6941-84A9-89F1C41E64AF}"/>
              </a:ext>
            </a:extLst>
          </p:cNvPr>
          <p:cNvSpPr txBox="1"/>
          <p:nvPr/>
        </p:nvSpPr>
        <p:spPr>
          <a:xfrm>
            <a:off x="4340418" y="2006187"/>
            <a:ext cx="4432624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sum_of_array</a:t>
            </a:r>
            <a:r>
              <a:rPr lang="en-US" sz="1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r2, #0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loop index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r3, #0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sum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     check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loop  LDRSH r1, [r0], #2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ADD   r3, r3, r1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sum +=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ADD   r2, r2, #1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check CMP   r2, #64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BLO   loop    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branch if unsigned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r0, r3  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return result in r0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BX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ENDP</a:t>
            </a:r>
          </a:p>
        </p:txBody>
      </p:sp>
    </p:spTree>
    <p:extLst>
      <p:ext uri="{BB962C8B-B14F-4D97-AF65-F5344CB8AC3E}">
        <p14:creationId xmlns:p14="http://schemas.microsoft.com/office/powerpoint/2010/main" val="2017314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1483-7081-C44C-81EF-D92F0010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wrong?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15817A-DD66-D447-B2D9-56464404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09315-49B9-8548-BA54-379B42B31ADB}"/>
              </a:ext>
            </a:extLst>
          </p:cNvPr>
          <p:cNvSpPr txBox="1"/>
          <p:nvPr/>
        </p:nvSpPr>
        <p:spPr>
          <a:xfrm>
            <a:off x="457200" y="2006188"/>
            <a:ext cx="375295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int16_t </a:t>
            </a:r>
            <a:r>
              <a:rPr lang="en-US" sz="1200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(int16_t *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uint32_t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int32_t sum = 0;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&lt;64;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++)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array size = 64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sum +=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return (int16_t) sum;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F6D7F-4E8E-4748-B8BF-4AEBF2493640}"/>
              </a:ext>
            </a:extLst>
          </p:cNvPr>
          <p:cNvSpPr txBox="1"/>
          <p:nvPr/>
        </p:nvSpPr>
        <p:spPr>
          <a:xfrm>
            <a:off x="4340418" y="2006187"/>
            <a:ext cx="4432624" cy="2492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sum_of_array</a:t>
            </a:r>
            <a:r>
              <a:rPr lang="en-US" sz="1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r2, #0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loop index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r3, #0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sum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     check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loop  LDRSH r1, [r0], #2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ADD   r3, r3, r1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sum +=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ADD   r2, r2, #1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check CMP   r2, #64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BLO   loop    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branch if unsigned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  r0, r3, LSL #16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  r0, r0, ASR #16 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(short) r3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BX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ENDP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30E48-4625-B845-9B62-549F2F03DD9E}"/>
              </a:ext>
            </a:extLst>
          </p:cNvPr>
          <p:cNvSpPr txBox="1"/>
          <p:nvPr/>
        </p:nvSpPr>
        <p:spPr>
          <a:xfrm>
            <a:off x="5543551" y="4851813"/>
            <a:ext cx="2241319" cy="300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350" dirty="0"/>
              <a:t>The sum is limited to 16 bits!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75029-A370-C947-92AB-86784A3F88C0}"/>
              </a:ext>
            </a:extLst>
          </p:cNvPr>
          <p:cNvSpPr txBox="1"/>
          <p:nvPr/>
        </p:nvSpPr>
        <p:spPr>
          <a:xfrm>
            <a:off x="285750" y="4574814"/>
            <a:ext cx="11304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C06581-F221-454A-B957-F8258EBDE837}"/>
              </a:ext>
            </a:extLst>
          </p:cNvPr>
          <p:cNvCxnSpPr/>
          <p:nvPr/>
        </p:nvCxnSpPr>
        <p:spPr>
          <a:xfrm>
            <a:off x="1485900" y="4713314"/>
            <a:ext cx="285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580A862-E780-3041-A52F-CEC03FE2AA6F}"/>
              </a:ext>
            </a:extLst>
          </p:cNvPr>
          <p:cNvSpPr txBox="1"/>
          <p:nvPr/>
        </p:nvSpPr>
        <p:spPr>
          <a:xfrm>
            <a:off x="1882879" y="4574814"/>
            <a:ext cx="11304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nsolas" panose="020B0609020204030204" pitchFamily="49" charset="0"/>
                <a:cs typeface="Consolas" panose="020B0609020204030204" pitchFamily="49" charset="0"/>
              </a:rPr>
              <a:t>0x00005678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3CED4B-2CEE-5847-B651-71C8F701F73C}"/>
              </a:ext>
            </a:extLst>
          </p:cNvPr>
          <p:cNvSpPr txBox="1"/>
          <p:nvPr/>
        </p:nvSpPr>
        <p:spPr>
          <a:xfrm>
            <a:off x="290245" y="4961164"/>
            <a:ext cx="11304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nsolas" panose="020B0609020204030204" pitchFamily="49" charset="0"/>
                <a:cs typeface="Consolas" panose="020B0609020204030204" pitchFamily="49" charset="0"/>
              </a:rPr>
              <a:t>0x1234ABCD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215319-D751-D24D-83E5-80D4E6FB9D69}"/>
              </a:ext>
            </a:extLst>
          </p:cNvPr>
          <p:cNvCxnSpPr/>
          <p:nvPr/>
        </p:nvCxnSpPr>
        <p:spPr>
          <a:xfrm>
            <a:off x="1490395" y="5099663"/>
            <a:ext cx="285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396BB7-6492-2C46-A6BE-EF731ECF740B}"/>
              </a:ext>
            </a:extLst>
          </p:cNvPr>
          <p:cNvSpPr txBox="1"/>
          <p:nvPr/>
        </p:nvSpPr>
        <p:spPr>
          <a:xfrm>
            <a:off x="1887374" y="4961164"/>
            <a:ext cx="11304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nsolas" panose="020B0609020204030204" pitchFamily="49" charset="0"/>
                <a:cs typeface="Consolas" panose="020B0609020204030204" pitchFamily="49" charset="0"/>
              </a:rPr>
              <a:t>0xFFFFABCD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C389A-52DF-BA4B-B78C-31E43AB8F715}"/>
              </a:ext>
            </a:extLst>
          </p:cNvPr>
          <p:cNvSpPr txBox="1"/>
          <p:nvPr/>
        </p:nvSpPr>
        <p:spPr>
          <a:xfrm>
            <a:off x="285750" y="3986192"/>
            <a:ext cx="24545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int32_t x = 0x12345678;</a:t>
            </a:r>
          </a:p>
          <a:p>
            <a:r>
              <a:rPr lang="en-US" sz="13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int16_t y = (int16_t) x;</a:t>
            </a:r>
          </a:p>
        </p:txBody>
      </p:sp>
    </p:spTree>
    <p:extLst>
      <p:ext uri="{BB962C8B-B14F-4D97-AF65-F5344CB8AC3E}">
        <p14:creationId xmlns:p14="http://schemas.microsoft.com/office/powerpoint/2010/main" val="658532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0E2F-C62E-EF54-5DBD-340196E1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F1D85-43EB-71B3-363D-9FF339EE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57FE1-A328-6D2A-AFB7-A6C1600FE2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These two lines sign-extend the lower 16 bits of r3 into a full 32-bit value in r0.</a:t>
            </a:r>
          </a:p>
          <a:p>
            <a:r>
              <a:rPr lang="en-US" dirty="0"/>
              <a:t>MOV r0, r3, LSL #16</a:t>
            </a:r>
          </a:p>
          <a:p>
            <a:pPr lvl="1"/>
            <a:r>
              <a:rPr lang="en-US" dirty="0"/>
              <a:t>Shifts the value in r3 left by 16 bits.</a:t>
            </a:r>
          </a:p>
          <a:p>
            <a:pPr lvl="1"/>
            <a:r>
              <a:rPr lang="en-US" dirty="0"/>
              <a:t>The lower 16 bits of r3 (the part we care about) move up into the upper 16 bits of r0.</a:t>
            </a:r>
          </a:p>
          <a:p>
            <a:pPr lvl="1"/>
            <a:r>
              <a:rPr lang="en-US" dirty="0"/>
              <a:t>The bottom 16 bits of r0 become 0.</a:t>
            </a:r>
          </a:p>
          <a:p>
            <a:r>
              <a:rPr lang="en-US" dirty="0"/>
              <a:t>MOV r0, r0, ASR #16</a:t>
            </a:r>
          </a:p>
          <a:p>
            <a:pPr lvl="1"/>
            <a:r>
              <a:rPr lang="en-US" dirty="0"/>
              <a:t>Shifts the value right by 16 bits, but preserves the sign (arithmetic shift).</a:t>
            </a:r>
          </a:p>
          <a:p>
            <a:pPr lvl="1"/>
            <a:r>
              <a:rPr lang="en-US" dirty="0"/>
              <a:t>That means if bit 31 (the sign bit after the first shift) is 1, it fills with 1s; if 0, it fills with 0s.</a:t>
            </a:r>
          </a:p>
          <a:p>
            <a:pPr lvl="1"/>
            <a:r>
              <a:rPr lang="en-US" dirty="0"/>
              <a:t>The result is a sign-extended 16-bit value from the original lower half of r3.</a:t>
            </a:r>
          </a:p>
          <a:p>
            <a:r>
              <a:rPr lang="en-US" dirty="0"/>
              <a:t>Examples: </a:t>
            </a:r>
          </a:p>
          <a:p>
            <a:r>
              <a:rPr lang="en-US" dirty="0"/>
              <a:t>r3 = 0x00001234</a:t>
            </a:r>
          </a:p>
          <a:p>
            <a:pPr lvl="1"/>
            <a:r>
              <a:rPr lang="en-US" dirty="0"/>
              <a:t>LSL #16 → 0x12340000</a:t>
            </a:r>
          </a:p>
          <a:p>
            <a:pPr lvl="1"/>
            <a:r>
              <a:rPr lang="en-US" dirty="0"/>
              <a:t>ASR #16 → 0x00001234</a:t>
            </a:r>
          </a:p>
          <a:p>
            <a:r>
              <a:rPr lang="en-US" dirty="0"/>
              <a:t>r3 = 0x0000ABCD</a:t>
            </a:r>
          </a:p>
          <a:p>
            <a:pPr lvl="1"/>
            <a:r>
              <a:rPr lang="en-US" dirty="0"/>
              <a:t>LSL #16 → 0xABCD0000</a:t>
            </a:r>
          </a:p>
          <a:p>
            <a:pPr lvl="1"/>
            <a:r>
              <a:rPr lang="en-US" dirty="0"/>
              <a:t>ASR #16 → 0xFFFFABCD</a:t>
            </a:r>
          </a:p>
          <a:p>
            <a:r>
              <a:rPr lang="pt-BR" dirty="0"/>
              <a:t>Can be replaced with a single instruction:</a:t>
            </a:r>
          </a:p>
          <a:p>
            <a:pPr lvl="1"/>
            <a:r>
              <a:rPr lang="pt-BR" dirty="0"/>
              <a:t>SXTH  r0, r3   ; r0 = (int16_t) r3, sign-extend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122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2214</TotalTime>
  <Words>4670</Words>
  <Application>Microsoft Office PowerPoint</Application>
  <PresentationFormat>On-screen Show (4:3)</PresentationFormat>
  <Paragraphs>691</Paragraphs>
  <Slides>30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Bookman Old Style (Headings)</vt:lpstr>
      <vt:lpstr>Arial</vt:lpstr>
      <vt:lpstr>Bookman Old Style</vt:lpstr>
      <vt:lpstr>Calibri</vt:lpstr>
      <vt:lpstr>Cambria Math</vt:lpstr>
      <vt:lpstr>Consolas</vt:lpstr>
      <vt:lpstr>Courier New</vt:lpstr>
      <vt:lpstr>Gill Sans MT</vt:lpstr>
      <vt:lpstr>Segoe UI</vt:lpstr>
      <vt:lpstr>Wingdings</vt:lpstr>
      <vt:lpstr>Wingdings 3</vt:lpstr>
      <vt:lpstr>Origin</vt:lpstr>
      <vt:lpstr>Z. Gu</vt:lpstr>
      <vt:lpstr>Stack</vt:lpstr>
      <vt:lpstr>Stack</vt:lpstr>
      <vt:lpstr>Summary: Condition Codes </vt:lpstr>
      <vt:lpstr>Stack</vt:lpstr>
      <vt:lpstr>Stack ANS</vt:lpstr>
      <vt:lpstr>Stack</vt:lpstr>
      <vt:lpstr>Stack ANS</vt:lpstr>
      <vt:lpstr>Stack</vt:lpstr>
      <vt:lpstr>Stack ANS</vt:lpstr>
      <vt:lpstr>Example: Swap R1 &amp; R2</vt:lpstr>
      <vt:lpstr>PowerPoint Presentation</vt:lpstr>
      <vt:lpstr>Argument Passing</vt:lpstr>
      <vt:lpstr>Argument Passing ANS</vt:lpstr>
      <vt:lpstr>What’s wrong? Passing arguments and Returning Value</vt:lpstr>
      <vt:lpstr>What’s wrong? Passing arguments and Returning Value ANS</vt:lpstr>
      <vt:lpstr>Passing arguments and Returning Value</vt:lpstr>
      <vt:lpstr>Passing arguments and Returning Value ANS</vt:lpstr>
      <vt:lpstr>What is Wrong?</vt:lpstr>
      <vt:lpstr>What is Wrong? ANS</vt:lpstr>
      <vt:lpstr>toLower</vt:lpstr>
      <vt:lpstr>toLower ANS</vt:lpstr>
      <vt:lpstr>If Then Else</vt:lpstr>
      <vt:lpstr>If Then Else ANS</vt:lpstr>
      <vt:lpstr>Factorial</vt:lpstr>
      <vt:lpstr>Factorial</vt:lpstr>
      <vt:lpstr>Factorial ANS</vt:lpstr>
      <vt:lpstr>What is wrong?</vt:lpstr>
      <vt:lpstr>What is wrong? ANS</vt:lpstr>
      <vt:lpstr>Explanations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184</cp:revision>
  <cp:lastPrinted>2018-03-21T12:46:41Z</cp:lastPrinted>
  <dcterms:created xsi:type="dcterms:W3CDTF">2012-11-17T20:04:56Z</dcterms:created>
  <dcterms:modified xsi:type="dcterms:W3CDTF">2025-10-14T21:12:17Z</dcterms:modified>
</cp:coreProperties>
</file>