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34"/>
  </p:notesMasterIdLst>
  <p:handoutMasterIdLst>
    <p:handoutMasterId r:id="rId35"/>
  </p:handoutMasterIdLst>
  <p:sldIdLst>
    <p:sldId id="256" r:id="rId2"/>
    <p:sldId id="278" r:id="rId3"/>
    <p:sldId id="279" r:id="rId4"/>
    <p:sldId id="266" r:id="rId5"/>
    <p:sldId id="352" r:id="rId6"/>
    <p:sldId id="261" r:id="rId7"/>
    <p:sldId id="263" r:id="rId8"/>
    <p:sldId id="280" r:id="rId9"/>
    <p:sldId id="260" r:id="rId10"/>
    <p:sldId id="264" r:id="rId11"/>
    <p:sldId id="268" r:id="rId12"/>
    <p:sldId id="762" r:id="rId13"/>
    <p:sldId id="760" r:id="rId14"/>
    <p:sldId id="759" r:id="rId15"/>
    <p:sldId id="371" r:id="rId16"/>
    <p:sldId id="369" r:id="rId17"/>
    <p:sldId id="367" r:id="rId18"/>
    <p:sldId id="374" r:id="rId19"/>
    <p:sldId id="257" r:id="rId20"/>
    <p:sldId id="258" r:id="rId21"/>
    <p:sldId id="281" r:id="rId22"/>
    <p:sldId id="282" r:id="rId23"/>
    <p:sldId id="283" r:id="rId24"/>
    <p:sldId id="286" r:id="rId25"/>
    <p:sldId id="353" r:id="rId26"/>
    <p:sldId id="354" r:id="rId27"/>
    <p:sldId id="757" r:id="rId28"/>
    <p:sldId id="751" r:id="rId29"/>
    <p:sldId id="752" r:id="rId30"/>
    <p:sldId id="756" r:id="rId31"/>
    <p:sldId id="763" r:id="rId32"/>
    <p:sldId id="764" r:id="rId33"/>
  </p:sldIdLst>
  <p:sldSz cx="9144000" cy="6858000" type="screen4x3"/>
  <p:notesSz cx="6950075" cy="9236075"/>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41FF"/>
    <a:srgbClr val="0000FF"/>
    <a:srgbClr val="FF00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6DF0AC7-7898-4CAF-8C74-9051912ABD73}" v="205" dt="2025-10-21T18:53:12.096"/>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9824"/>
    <p:restoredTop sz="70850" autoAdjust="0"/>
  </p:normalViewPr>
  <p:slideViewPr>
    <p:cSldViewPr>
      <p:cViewPr varScale="1">
        <p:scale>
          <a:sx n="58" d="100"/>
          <a:sy n="58" d="100"/>
        </p:scale>
        <p:origin x="1978" y="58"/>
      </p:cViewPr>
      <p:guideLst>
        <p:guide orient="horz" pos="2160"/>
        <p:guide pos="2880"/>
      </p:guideLst>
    </p:cSldViewPr>
  </p:slideViewPr>
  <p:notesTextViewPr>
    <p:cViewPr>
      <p:scale>
        <a:sx n="1" d="1"/>
        <a:sy n="1" d="1"/>
      </p:scale>
      <p:origin x="0" y="0"/>
    </p:cViewPr>
  </p:notesTextViewPr>
  <p:sorterViewPr>
    <p:cViewPr varScale="1">
      <p:scale>
        <a:sx n="1" d="1"/>
        <a:sy n="1" d="1"/>
      </p:scale>
      <p:origin x="0" y="-6197"/>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tableStyles" Target="tableStyles.xml"/><Relationship Id="rId21" Type="http://schemas.openxmlformats.org/officeDocument/2006/relationships/slide" Target="slides/slide20.xml"/><Relationship Id="rId34" Type="http://schemas.openxmlformats.org/officeDocument/2006/relationships/notesMaster" Target="notesMasters/notesMaster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microsoft.com/office/2015/10/relationships/revisionInfo" Target="revisionInfo.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viewProps" Target="viewProps.xml"/><Relationship Id="rId40" Type="http://schemas.microsoft.com/office/2016/11/relationships/changesInfo" Target="changesInfos/changesInfo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handoutMaster" Target="handoutMasters/handoutMaster1.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Zonghua Gu" userId="9a7e1853e1951ef5" providerId="LiveId" clId="{CF1FAA12-072C-4ED5-BA76-0FFFAEFDB88A}"/>
    <pc:docChg chg="undo redo custSel addSld delSld modSld">
      <pc:chgData name="Zonghua Gu" userId="9a7e1853e1951ef5" providerId="LiveId" clId="{CF1FAA12-072C-4ED5-BA76-0FFFAEFDB88A}" dt="2025-10-21T19:03:17.053" v="3283" actId="20577"/>
      <pc:docMkLst>
        <pc:docMk/>
      </pc:docMkLst>
      <pc:sldChg chg="modSp mod">
        <pc:chgData name="Zonghua Gu" userId="9a7e1853e1951ef5" providerId="LiveId" clId="{CF1FAA12-072C-4ED5-BA76-0FFFAEFDB88A}" dt="2025-09-22T00:19:03.232" v="111" actId="20577"/>
        <pc:sldMkLst>
          <pc:docMk/>
          <pc:sldMk cId="1683281344" sldId="256"/>
        </pc:sldMkLst>
        <pc:spChg chg="mod">
          <ac:chgData name="Zonghua Gu" userId="9a7e1853e1951ef5" providerId="LiveId" clId="{CF1FAA12-072C-4ED5-BA76-0FFFAEFDB88A}" dt="2025-09-21T23:15:22.214" v="24" actId="20577"/>
          <ac:spMkLst>
            <pc:docMk/>
            <pc:sldMk cId="1683281344" sldId="256"/>
            <ac:spMk id="2" creationId="{00000000-0000-0000-0000-000000000000}"/>
          </ac:spMkLst>
        </pc:spChg>
        <pc:spChg chg="mod">
          <ac:chgData name="Zonghua Gu" userId="9a7e1853e1951ef5" providerId="LiveId" clId="{CF1FAA12-072C-4ED5-BA76-0FFFAEFDB88A}" dt="2025-09-21T23:15:26.630" v="29" actId="20577"/>
          <ac:spMkLst>
            <pc:docMk/>
            <pc:sldMk cId="1683281344" sldId="256"/>
            <ac:spMk id="3" creationId="{00000000-0000-0000-0000-000000000000}"/>
          </ac:spMkLst>
        </pc:spChg>
        <pc:spChg chg="mod">
          <ac:chgData name="Zonghua Gu" userId="9a7e1853e1951ef5" providerId="LiveId" clId="{CF1FAA12-072C-4ED5-BA76-0FFFAEFDB88A}" dt="2025-09-22T00:19:03.232" v="111" actId="20577"/>
          <ac:spMkLst>
            <pc:docMk/>
            <pc:sldMk cId="1683281344" sldId="256"/>
            <ac:spMk id="6" creationId="{00000000-0000-0000-0000-000000000000}"/>
          </ac:spMkLst>
        </pc:spChg>
      </pc:sldChg>
      <pc:sldChg chg="addSp delSp modSp new mod">
        <pc:chgData name="Zonghua Gu" userId="9a7e1853e1951ef5" providerId="LiveId" clId="{CF1FAA12-072C-4ED5-BA76-0FFFAEFDB88A}" dt="2025-09-22T19:01:29.316" v="303" actId="20577"/>
        <pc:sldMkLst>
          <pc:docMk/>
          <pc:sldMk cId="4120051107" sldId="257"/>
        </pc:sldMkLst>
        <pc:spChg chg="mod">
          <ac:chgData name="Zonghua Gu" userId="9a7e1853e1951ef5" providerId="LiveId" clId="{CF1FAA12-072C-4ED5-BA76-0FFFAEFDB88A}" dt="2025-09-22T00:20:22.744" v="131" actId="20577"/>
          <ac:spMkLst>
            <pc:docMk/>
            <pc:sldMk cId="4120051107" sldId="257"/>
            <ac:spMk id="2" creationId="{53769777-22BA-A4F2-A717-CA88FA78E82B}"/>
          </ac:spMkLst>
        </pc:spChg>
        <pc:spChg chg="mod">
          <ac:chgData name="Zonghua Gu" userId="9a7e1853e1951ef5" providerId="LiveId" clId="{CF1FAA12-072C-4ED5-BA76-0FFFAEFDB88A}" dt="2025-09-22T19:01:29.316" v="303" actId="20577"/>
          <ac:spMkLst>
            <pc:docMk/>
            <pc:sldMk cId="4120051107" sldId="257"/>
            <ac:spMk id="4" creationId="{5998200F-E2E0-2FC9-A24B-3D85B65165B0}"/>
          </ac:spMkLst>
        </pc:spChg>
        <pc:graphicFrameChg chg="add mod modGraphic">
          <ac:chgData name="Zonghua Gu" userId="9a7e1853e1951ef5" providerId="LiveId" clId="{CF1FAA12-072C-4ED5-BA76-0FFFAEFDB88A}" dt="2025-09-22T00:24:02.177" v="170" actId="1076"/>
          <ac:graphicFrameMkLst>
            <pc:docMk/>
            <pc:sldMk cId="4120051107" sldId="257"/>
            <ac:graphicFrameMk id="5" creationId="{A554D579-850A-433C-2F4C-D7CBDE33F5FD}"/>
          </ac:graphicFrameMkLst>
        </pc:graphicFrameChg>
        <pc:graphicFrameChg chg="add mod modGraphic">
          <ac:chgData name="Zonghua Gu" userId="9a7e1853e1951ef5" providerId="LiveId" clId="{CF1FAA12-072C-4ED5-BA76-0FFFAEFDB88A}" dt="2025-09-22T00:25:52.962" v="266" actId="20577"/>
          <ac:graphicFrameMkLst>
            <pc:docMk/>
            <pc:sldMk cId="4120051107" sldId="257"/>
            <ac:graphicFrameMk id="7" creationId="{7F3EEF33-13EC-BB93-CE67-9DD4DBFC221D}"/>
          </ac:graphicFrameMkLst>
        </pc:graphicFrameChg>
      </pc:sldChg>
      <pc:sldChg chg="modSp add mod">
        <pc:chgData name="Zonghua Gu" userId="9a7e1853e1951ef5" providerId="LiveId" clId="{CF1FAA12-072C-4ED5-BA76-0FFFAEFDB88A}" dt="2025-09-22T00:26:13.917" v="268" actId="207"/>
        <pc:sldMkLst>
          <pc:docMk/>
          <pc:sldMk cId="1814278120" sldId="258"/>
        </pc:sldMkLst>
        <pc:spChg chg="mod">
          <ac:chgData name="Zonghua Gu" userId="9a7e1853e1951ef5" providerId="LiveId" clId="{CF1FAA12-072C-4ED5-BA76-0FFFAEFDB88A}" dt="2025-09-22T00:24:43.848" v="185" actId="20577"/>
          <ac:spMkLst>
            <pc:docMk/>
            <pc:sldMk cId="1814278120" sldId="258"/>
            <ac:spMk id="2" creationId="{26AB2E9D-CA3F-A924-BCF5-E675F73BE73B}"/>
          </ac:spMkLst>
        </pc:spChg>
        <pc:spChg chg="mod">
          <ac:chgData name="Zonghua Gu" userId="9a7e1853e1951ef5" providerId="LiveId" clId="{CF1FAA12-072C-4ED5-BA76-0FFFAEFDB88A}" dt="2025-09-22T00:26:11.430" v="267" actId="14100"/>
          <ac:spMkLst>
            <pc:docMk/>
            <pc:sldMk cId="1814278120" sldId="258"/>
            <ac:spMk id="4" creationId="{888CA4B8-E23A-61B6-D388-BD1EFFC38D5F}"/>
          </ac:spMkLst>
        </pc:spChg>
        <pc:graphicFrameChg chg="mod modGraphic">
          <ac:chgData name="Zonghua Gu" userId="9a7e1853e1951ef5" providerId="LiveId" clId="{CF1FAA12-072C-4ED5-BA76-0FFFAEFDB88A}" dt="2025-09-22T00:26:13.917" v="268" actId="207"/>
          <ac:graphicFrameMkLst>
            <pc:docMk/>
            <pc:sldMk cId="1814278120" sldId="258"/>
            <ac:graphicFrameMk id="7" creationId="{63F81107-A59E-5244-C57F-4AFF69A7D613}"/>
          </ac:graphicFrameMkLst>
        </pc:graphicFrameChg>
      </pc:sldChg>
      <pc:sldChg chg="addSp delSp modSp add mod">
        <pc:chgData name="Zonghua Gu" userId="9a7e1853e1951ef5" providerId="LiveId" clId="{CF1FAA12-072C-4ED5-BA76-0FFFAEFDB88A}" dt="2025-09-22T19:33:58.510" v="660" actId="478"/>
        <pc:sldMkLst>
          <pc:docMk/>
          <pc:sldMk cId="3884894996" sldId="260"/>
        </pc:sldMkLst>
        <pc:spChg chg="mod">
          <ac:chgData name="Zonghua Gu" userId="9a7e1853e1951ef5" providerId="LiveId" clId="{CF1FAA12-072C-4ED5-BA76-0FFFAEFDB88A}" dt="2025-09-22T19:04:35.554" v="335" actId="20577"/>
          <ac:spMkLst>
            <pc:docMk/>
            <pc:sldMk cId="3884894996" sldId="260"/>
            <ac:spMk id="2" creationId="{24322505-1263-8867-CBD4-3845DB776BF0}"/>
          </ac:spMkLst>
        </pc:spChg>
        <pc:spChg chg="mod">
          <ac:chgData name="Zonghua Gu" userId="9a7e1853e1951ef5" providerId="LiveId" clId="{CF1FAA12-072C-4ED5-BA76-0FFFAEFDB88A}" dt="2025-09-22T19:28:22.455" v="595" actId="27636"/>
          <ac:spMkLst>
            <pc:docMk/>
            <pc:sldMk cId="3884894996" sldId="260"/>
            <ac:spMk id="4" creationId="{36843E04-780F-8745-F7A3-B8C73E674D4A}"/>
          </ac:spMkLst>
        </pc:spChg>
        <pc:spChg chg="add mod">
          <ac:chgData name="Zonghua Gu" userId="9a7e1853e1951ef5" providerId="LiveId" clId="{CF1FAA12-072C-4ED5-BA76-0FFFAEFDB88A}" dt="2025-09-22T19:29:15.294" v="609" actId="1038"/>
          <ac:spMkLst>
            <pc:docMk/>
            <pc:sldMk cId="3884894996" sldId="260"/>
            <ac:spMk id="9" creationId="{FBE0A9DC-0F13-5E17-C834-D68F85D8A1B9}"/>
          </ac:spMkLst>
        </pc:spChg>
        <pc:spChg chg="add mod">
          <ac:chgData name="Zonghua Gu" userId="9a7e1853e1951ef5" providerId="LiveId" clId="{CF1FAA12-072C-4ED5-BA76-0FFFAEFDB88A}" dt="2025-09-22T19:30:14.892" v="628" actId="1076"/>
          <ac:spMkLst>
            <pc:docMk/>
            <pc:sldMk cId="3884894996" sldId="260"/>
            <ac:spMk id="10" creationId="{DE97FC87-43CF-4901-CF7A-C5C93E8F3712}"/>
          </ac:spMkLst>
        </pc:spChg>
        <pc:spChg chg="add mod">
          <ac:chgData name="Zonghua Gu" userId="9a7e1853e1951ef5" providerId="LiveId" clId="{CF1FAA12-072C-4ED5-BA76-0FFFAEFDB88A}" dt="2025-09-22T19:30:14.892" v="628" actId="1076"/>
          <ac:spMkLst>
            <pc:docMk/>
            <pc:sldMk cId="3884894996" sldId="260"/>
            <ac:spMk id="12" creationId="{B243B488-2D7A-A8C2-598C-7289DABA24B7}"/>
          </ac:spMkLst>
        </pc:spChg>
        <pc:spChg chg="add mod">
          <ac:chgData name="Zonghua Gu" userId="9a7e1853e1951ef5" providerId="LiveId" clId="{CF1FAA12-072C-4ED5-BA76-0FFFAEFDB88A}" dt="2025-09-22T19:30:14.892" v="628" actId="1076"/>
          <ac:spMkLst>
            <pc:docMk/>
            <pc:sldMk cId="3884894996" sldId="260"/>
            <ac:spMk id="13" creationId="{EA6F7C4A-B9A7-2468-84A3-CDFC9A75A5CB}"/>
          </ac:spMkLst>
        </pc:spChg>
        <pc:spChg chg="add mod">
          <ac:chgData name="Zonghua Gu" userId="9a7e1853e1951ef5" providerId="LiveId" clId="{CF1FAA12-072C-4ED5-BA76-0FFFAEFDB88A}" dt="2025-09-22T19:30:14.892" v="628" actId="1076"/>
          <ac:spMkLst>
            <pc:docMk/>
            <pc:sldMk cId="3884894996" sldId="260"/>
            <ac:spMk id="15" creationId="{89C82B0B-D220-355C-C11A-2B105F6B47A5}"/>
          </ac:spMkLst>
        </pc:spChg>
        <pc:spChg chg="add mod">
          <ac:chgData name="Zonghua Gu" userId="9a7e1853e1951ef5" providerId="LiveId" clId="{CF1FAA12-072C-4ED5-BA76-0FFFAEFDB88A}" dt="2025-09-22T19:30:14.892" v="628" actId="1076"/>
          <ac:spMkLst>
            <pc:docMk/>
            <pc:sldMk cId="3884894996" sldId="260"/>
            <ac:spMk id="16" creationId="{AB622E9D-674E-4337-516D-F1611B40B59F}"/>
          </ac:spMkLst>
        </pc:spChg>
        <pc:spChg chg="add mod">
          <ac:chgData name="Zonghua Gu" userId="9a7e1853e1951ef5" providerId="LiveId" clId="{CF1FAA12-072C-4ED5-BA76-0FFFAEFDB88A}" dt="2025-09-22T19:30:14.892" v="628" actId="1076"/>
          <ac:spMkLst>
            <pc:docMk/>
            <pc:sldMk cId="3884894996" sldId="260"/>
            <ac:spMk id="17" creationId="{89FABA7E-D88F-B22C-2671-4103A5520001}"/>
          </ac:spMkLst>
        </pc:spChg>
        <pc:spChg chg="add mod">
          <ac:chgData name="Zonghua Gu" userId="9a7e1853e1951ef5" providerId="LiveId" clId="{CF1FAA12-072C-4ED5-BA76-0FFFAEFDB88A}" dt="2025-09-22T19:30:14.892" v="628" actId="1076"/>
          <ac:spMkLst>
            <pc:docMk/>
            <pc:sldMk cId="3884894996" sldId="260"/>
            <ac:spMk id="18" creationId="{575A4558-8CD1-5604-11F5-98FCE4191B47}"/>
          </ac:spMkLst>
        </pc:spChg>
        <pc:spChg chg="add mod">
          <ac:chgData name="Zonghua Gu" userId="9a7e1853e1951ef5" providerId="LiveId" clId="{CF1FAA12-072C-4ED5-BA76-0FFFAEFDB88A}" dt="2025-09-22T19:30:33.802" v="632" actId="1076"/>
          <ac:spMkLst>
            <pc:docMk/>
            <pc:sldMk cId="3884894996" sldId="260"/>
            <ac:spMk id="20" creationId="{2F85393E-30E2-EDCD-D332-A91D6B997220}"/>
          </ac:spMkLst>
        </pc:spChg>
        <pc:spChg chg="add mod">
          <ac:chgData name="Zonghua Gu" userId="9a7e1853e1951ef5" providerId="LiveId" clId="{CF1FAA12-072C-4ED5-BA76-0FFFAEFDB88A}" dt="2025-09-22T19:30:33.802" v="632" actId="1076"/>
          <ac:spMkLst>
            <pc:docMk/>
            <pc:sldMk cId="3884894996" sldId="260"/>
            <ac:spMk id="21" creationId="{4524FD91-BDC9-DC17-142A-13AD5F27DA31}"/>
          </ac:spMkLst>
        </pc:spChg>
        <pc:spChg chg="add mod">
          <ac:chgData name="Zonghua Gu" userId="9a7e1853e1951ef5" providerId="LiveId" clId="{CF1FAA12-072C-4ED5-BA76-0FFFAEFDB88A}" dt="2025-09-22T19:31:17.989" v="655" actId="1076"/>
          <ac:spMkLst>
            <pc:docMk/>
            <pc:sldMk cId="3884894996" sldId="260"/>
            <ac:spMk id="22" creationId="{875DABEC-3EAE-282B-99E0-5AD8630AFE37}"/>
          </ac:spMkLst>
        </pc:spChg>
        <pc:graphicFrameChg chg="add mod">
          <ac:chgData name="Zonghua Gu" userId="9a7e1853e1951ef5" providerId="LiveId" clId="{CF1FAA12-072C-4ED5-BA76-0FFFAEFDB88A}" dt="2025-09-22T19:28:38.019" v="598" actId="1076"/>
          <ac:graphicFrameMkLst>
            <pc:docMk/>
            <pc:sldMk cId="3884894996" sldId="260"/>
            <ac:graphicFrameMk id="8" creationId="{03308E94-A0F6-359D-717D-891E2E630EAB}"/>
          </ac:graphicFrameMkLst>
        </pc:graphicFrameChg>
        <pc:graphicFrameChg chg="mod">
          <ac:chgData name="Zonghua Gu" userId="9a7e1853e1951ef5" providerId="LiveId" clId="{CF1FAA12-072C-4ED5-BA76-0FFFAEFDB88A}" dt="2025-09-22T19:30:02.517" v="626" actId="1076"/>
          <ac:graphicFrameMkLst>
            <pc:docMk/>
            <pc:sldMk cId="3884894996" sldId="260"/>
            <ac:graphicFrameMk id="11" creationId="{F41DF45E-6835-8E25-656C-8E8DC4631F0E}"/>
          </ac:graphicFrameMkLst>
        </pc:graphicFrameChg>
        <pc:graphicFrameChg chg="add mod">
          <ac:chgData name="Zonghua Gu" userId="9a7e1853e1951ef5" providerId="LiveId" clId="{CF1FAA12-072C-4ED5-BA76-0FFFAEFDB88A}" dt="2025-09-22T19:29:58.746" v="625" actId="1076"/>
          <ac:graphicFrameMkLst>
            <pc:docMk/>
            <pc:sldMk cId="3884894996" sldId="260"/>
            <ac:graphicFrameMk id="14" creationId="{D915B79B-0559-150B-208E-D718B7EC52C1}"/>
          </ac:graphicFrameMkLst>
        </pc:graphicFrameChg>
        <pc:graphicFrameChg chg="add mod modGraphic">
          <ac:chgData name="Zonghua Gu" userId="9a7e1853e1951ef5" providerId="LiveId" clId="{CF1FAA12-072C-4ED5-BA76-0FFFAEFDB88A}" dt="2025-09-22T19:30:37.736" v="633" actId="6549"/>
          <ac:graphicFrameMkLst>
            <pc:docMk/>
            <pc:sldMk cId="3884894996" sldId="260"/>
            <ac:graphicFrameMk id="19" creationId="{138764CE-BAA4-9C81-9732-4DD4B550914C}"/>
          </ac:graphicFrameMkLst>
        </pc:graphicFrameChg>
      </pc:sldChg>
      <pc:sldChg chg="addSp delSp modSp new mod">
        <pc:chgData name="Zonghua Gu" userId="9a7e1853e1951ef5" providerId="LiveId" clId="{CF1FAA12-072C-4ED5-BA76-0FFFAEFDB88A}" dt="2025-09-22T19:27:41.816" v="549"/>
        <pc:sldMkLst>
          <pc:docMk/>
          <pc:sldMk cId="437885179" sldId="261"/>
        </pc:sldMkLst>
        <pc:spChg chg="mod">
          <ac:chgData name="Zonghua Gu" userId="9a7e1853e1951ef5" providerId="LiveId" clId="{CF1FAA12-072C-4ED5-BA76-0FFFAEFDB88A}" dt="2025-09-22T19:27:14.223" v="541" actId="20577"/>
          <ac:spMkLst>
            <pc:docMk/>
            <pc:sldMk cId="437885179" sldId="261"/>
            <ac:spMk id="2" creationId="{A840350A-DE76-846E-5AB2-1DE2EDB0E9E9}"/>
          </ac:spMkLst>
        </pc:spChg>
        <pc:spChg chg="add del mod">
          <ac:chgData name="Zonghua Gu" userId="9a7e1853e1951ef5" providerId="LiveId" clId="{CF1FAA12-072C-4ED5-BA76-0FFFAEFDB88A}" dt="2025-09-22T19:22:58.977" v="495" actId="14100"/>
          <ac:spMkLst>
            <pc:docMk/>
            <pc:sldMk cId="437885179" sldId="261"/>
            <ac:spMk id="4" creationId="{F8B814FC-F419-027A-EA4D-935437EEAA0E}"/>
          </ac:spMkLst>
        </pc:spChg>
        <pc:spChg chg="add mod">
          <ac:chgData name="Zonghua Gu" userId="9a7e1853e1951ef5" providerId="LiveId" clId="{CF1FAA12-072C-4ED5-BA76-0FFFAEFDB88A}" dt="2025-09-22T19:23:54.528" v="512" actId="1076"/>
          <ac:spMkLst>
            <pc:docMk/>
            <pc:sldMk cId="437885179" sldId="261"/>
            <ac:spMk id="8" creationId="{21C00B18-AB39-00EF-930D-94A66B3DBEEE}"/>
          </ac:spMkLst>
        </pc:spChg>
        <pc:spChg chg="add mod">
          <ac:chgData name="Zonghua Gu" userId="9a7e1853e1951ef5" providerId="LiveId" clId="{CF1FAA12-072C-4ED5-BA76-0FFFAEFDB88A}" dt="2025-09-22T19:23:54.528" v="512" actId="1076"/>
          <ac:spMkLst>
            <pc:docMk/>
            <pc:sldMk cId="437885179" sldId="261"/>
            <ac:spMk id="9" creationId="{2D771397-E6F5-FBB8-542D-C5B13309CE80}"/>
          </ac:spMkLst>
        </pc:spChg>
        <pc:spChg chg="add mod">
          <ac:chgData name="Zonghua Gu" userId="9a7e1853e1951ef5" providerId="LiveId" clId="{CF1FAA12-072C-4ED5-BA76-0FFFAEFDB88A}" dt="2025-09-22T19:23:58.413" v="513" actId="1076"/>
          <ac:spMkLst>
            <pc:docMk/>
            <pc:sldMk cId="437885179" sldId="261"/>
            <ac:spMk id="16" creationId="{F8C9E426-19B3-C381-5E30-7C2FF94F96E8}"/>
          </ac:spMkLst>
        </pc:spChg>
        <pc:spChg chg="add mod">
          <ac:chgData name="Zonghua Gu" userId="9a7e1853e1951ef5" providerId="LiveId" clId="{CF1FAA12-072C-4ED5-BA76-0FFFAEFDB88A}" dt="2025-09-22T19:27:41.816" v="549"/>
          <ac:spMkLst>
            <pc:docMk/>
            <pc:sldMk cId="437885179" sldId="261"/>
            <ac:spMk id="22" creationId="{8C3A0F5D-E35F-6473-85B4-E60E6B15F6BA}"/>
          </ac:spMkLst>
        </pc:spChg>
        <pc:graphicFrameChg chg="add mod modGraphic">
          <ac:chgData name="Zonghua Gu" userId="9a7e1853e1951ef5" providerId="LiveId" clId="{CF1FAA12-072C-4ED5-BA76-0FFFAEFDB88A}" dt="2025-09-22T19:23:54.528" v="512" actId="1076"/>
          <ac:graphicFrameMkLst>
            <pc:docMk/>
            <pc:sldMk cId="437885179" sldId="261"/>
            <ac:graphicFrameMk id="7" creationId="{9CA273F4-CE16-CD49-EA0C-05FC3BE81836}"/>
          </ac:graphicFrameMkLst>
        </pc:graphicFrameChg>
        <pc:graphicFrameChg chg="add mod modGraphic">
          <ac:chgData name="Zonghua Gu" userId="9a7e1853e1951ef5" providerId="LiveId" clId="{CF1FAA12-072C-4ED5-BA76-0FFFAEFDB88A}" dt="2025-09-22T19:27:24.138" v="543" actId="6549"/>
          <ac:graphicFrameMkLst>
            <pc:docMk/>
            <pc:sldMk cId="437885179" sldId="261"/>
            <ac:graphicFrameMk id="10" creationId="{769E05C3-D653-26B3-A1FA-DB8D01C197A6}"/>
          </ac:graphicFrameMkLst>
        </pc:graphicFrameChg>
        <pc:graphicFrameChg chg="add mod">
          <ac:chgData name="Zonghua Gu" userId="9a7e1853e1951ef5" providerId="LiveId" clId="{CF1FAA12-072C-4ED5-BA76-0FFFAEFDB88A}" dt="2025-09-22T19:24:02.176" v="514" actId="1076"/>
          <ac:graphicFrameMkLst>
            <pc:docMk/>
            <pc:sldMk cId="437885179" sldId="261"/>
            <ac:graphicFrameMk id="13" creationId="{E2800F77-7DAB-31B4-1921-A01DE4EBD781}"/>
          </ac:graphicFrameMkLst>
        </pc:graphicFrameChg>
      </pc:sldChg>
      <pc:sldChg chg="addSp modSp add mod">
        <pc:chgData name="Zonghua Gu" userId="9a7e1853e1951ef5" providerId="LiveId" clId="{CF1FAA12-072C-4ED5-BA76-0FFFAEFDB88A}" dt="2025-09-22T19:38:04.649" v="819" actId="20577"/>
        <pc:sldMkLst>
          <pc:docMk/>
          <pc:sldMk cId="2007294765" sldId="263"/>
        </pc:sldMkLst>
        <pc:spChg chg="add mod">
          <ac:chgData name="Zonghua Gu" userId="9a7e1853e1951ef5" providerId="LiveId" clId="{CF1FAA12-072C-4ED5-BA76-0FFFAEFDB88A}" dt="2025-09-22T19:38:04.649" v="819" actId="20577"/>
          <ac:spMkLst>
            <pc:docMk/>
            <pc:sldMk cId="2007294765" sldId="263"/>
            <ac:spMk id="5" creationId="{E934273F-86D4-4FCA-7A42-387A88B6F17F}"/>
          </ac:spMkLst>
        </pc:spChg>
      </pc:sldChg>
      <pc:sldChg chg="modSp add mod">
        <pc:chgData name="Zonghua Gu" userId="9a7e1853e1951ef5" providerId="LiveId" clId="{CF1FAA12-072C-4ED5-BA76-0FFFAEFDB88A}" dt="2025-10-14T21:11:45.950" v="2885" actId="20577"/>
        <pc:sldMkLst>
          <pc:docMk/>
          <pc:sldMk cId="245926897" sldId="264"/>
        </pc:sldMkLst>
        <pc:spChg chg="mod">
          <ac:chgData name="Zonghua Gu" userId="9a7e1853e1951ef5" providerId="LiveId" clId="{CF1FAA12-072C-4ED5-BA76-0FFFAEFDB88A}" dt="2025-10-14T21:11:45.950" v="2885" actId="20577"/>
          <ac:spMkLst>
            <pc:docMk/>
            <pc:sldMk cId="245926897" sldId="264"/>
            <ac:spMk id="2" creationId="{00000000-0000-0000-0000-000000000000}"/>
          </ac:spMkLst>
        </pc:spChg>
        <pc:spChg chg="mod">
          <ac:chgData name="Zonghua Gu" userId="9a7e1853e1951ef5" providerId="LiveId" clId="{CF1FAA12-072C-4ED5-BA76-0FFFAEFDB88A}" dt="2025-10-14T21:11:39.917" v="2884" actId="14100"/>
          <ac:spMkLst>
            <pc:docMk/>
            <pc:sldMk cId="245926897" sldId="264"/>
            <ac:spMk id="32" creationId="{00000000-0000-0000-0000-000000000000}"/>
          </ac:spMkLst>
        </pc:spChg>
      </pc:sldChg>
      <pc:sldChg chg="add">
        <pc:chgData name="Zonghua Gu" userId="9a7e1853e1951ef5" providerId="LiveId" clId="{CF1FAA12-072C-4ED5-BA76-0FFFAEFDB88A}" dt="2025-10-14T21:25:49.851" v="2921"/>
        <pc:sldMkLst>
          <pc:docMk/>
          <pc:sldMk cId="850150354" sldId="266"/>
        </pc:sldMkLst>
      </pc:sldChg>
      <pc:sldChg chg="modSp add mod">
        <pc:chgData name="Zonghua Gu" userId="9a7e1853e1951ef5" providerId="LiveId" clId="{CF1FAA12-072C-4ED5-BA76-0FFFAEFDB88A}" dt="2025-10-14T21:12:16.519" v="2919" actId="20577"/>
        <pc:sldMkLst>
          <pc:docMk/>
          <pc:sldMk cId="2098831747" sldId="268"/>
        </pc:sldMkLst>
        <pc:spChg chg="mod">
          <ac:chgData name="Zonghua Gu" userId="9a7e1853e1951ef5" providerId="LiveId" clId="{CF1FAA12-072C-4ED5-BA76-0FFFAEFDB88A}" dt="2025-10-14T21:11:51.484" v="2892" actId="20577"/>
          <ac:spMkLst>
            <pc:docMk/>
            <pc:sldMk cId="2098831747" sldId="268"/>
            <ac:spMk id="2" creationId="{00000000-0000-0000-0000-000000000000}"/>
          </ac:spMkLst>
        </pc:spChg>
        <pc:spChg chg="mod">
          <ac:chgData name="Zonghua Gu" userId="9a7e1853e1951ef5" providerId="LiveId" clId="{CF1FAA12-072C-4ED5-BA76-0FFFAEFDB88A}" dt="2025-10-14T21:12:16.519" v="2919" actId="20577"/>
          <ac:spMkLst>
            <pc:docMk/>
            <pc:sldMk cId="2098831747" sldId="268"/>
            <ac:spMk id="32" creationId="{00000000-0000-0000-0000-000000000000}"/>
          </ac:spMkLst>
        </pc:spChg>
      </pc:sldChg>
      <pc:sldChg chg="addSp modSp add">
        <pc:chgData name="Zonghua Gu" userId="9a7e1853e1951ef5" providerId="LiveId" clId="{CF1FAA12-072C-4ED5-BA76-0FFFAEFDB88A}" dt="2025-09-22T19:33:26.215" v="657"/>
        <pc:sldMkLst>
          <pc:docMk/>
          <pc:sldMk cId="1120632604" sldId="278"/>
        </pc:sldMkLst>
        <pc:spChg chg="add mod">
          <ac:chgData name="Zonghua Gu" userId="9a7e1853e1951ef5" providerId="LiveId" clId="{CF1FAA12-072C-4ED5-BA76-0FFFAEFDB88A}" dt="2025-09-22T19:33:26.215" v="657"/>
          <ac:spMkLst>
            <pc:docMk/>
            <pc:sldMk cId="1120632604" sldId="278"/>
            <ac:spMk id="7" creationId="{CA1DAB37-747D-183E-CAAD-AD690621F135}"/>
          </ac:spMkLst>
        </pc:spChg>
      </pc:sldChg>
      <pc:sldChg chg="addSp modSp add">
        <pc:chgData name="Zonghua Gu" userId="9a7e1853e1951ef5" providerId="LiveId" clId="{CF1FAA12-072C-4ED5-BA76-0FFFAEFDB88A}" dt="2025-09-22T19:33:28.753" v="658"/>
        <pc:sldMkLst>
          <pc:docMk/>
          <pc:sldMk cId="424972285" sldId="279"/>
        </pc:sldMkLst>
        <pc:spChg chg="add mod">
          <ac:chgData name="Zonghua Gu" userId="9a7e1853e1951ef5" providerId="LiveId" clId="{CF1FAA12-072C-4ED5-BA76-0FFFAEFDB88A}" dt="2025-09-22T19:33:28.753" v="658"/>
          <ac:spMkLst>
            <pc:docMk/>
            <pc:sldMk cId="424972285" sldId="279"/>
            <ac:spMk id="8" creationId="{81298358-2851-DD72-AD97-76AEE8B1D766}"/>
          </ac:spMkLst>
        </pc:spChg>
      </pc:sldChg>
      <pc:sldChg chg="delSp modSp add mod">
        <pc:chgData name="Zonghua Gu" userId="9a7e1853e1951ef5" providerId="LiveId" clId="{CF1FAA12-072C-4ED5-BA76-0FFFAEFDB88A}" dt="2025-09-25T15:30:53.953" v="2335" actId="27636"/>
        <pc:sldMkLst>
          <pc:docMk/>
          <pc:sldMk cId="465749855" sldId="280"/>
        </pc:sldMkLst>
        <pc:spChg chg="mod">
          <ac:chgData name="Zonghua Gu" userId="9a7e1853e1951ef5" providerId="LiveId" clId="{CF1FAA12-072C-4ED5-BA76-0FFFAEFDB88A}" dt="2025-09-22T19:35:22.290" v="662" actId="20577"/>
          <ac:spMkLst>
            <pc:docMk/>
            <pc:sldMk cId="465749855" sldId="280"/>
            <ac:spMk id="2" creationId="{8CE305BA-4383-D05A-A09F-E8888E979ED1}"/>
          </ac:spMkLst>
        </pc:spChg>
        <pc:spChg chg="mod">
          <ac:chgData name="Zonghua Gu" userId="9a7e1853e1951ef5" providerId="LiveId" clId="{CF1FAA12-072C-4ED5-BA76-0FFFAEFDB88A}" dt="2025-09-25T15:30:53.953" v="2335" actId="27636"/>
          <ac:spMkLst>
            <pc:docMk/>
            <pc:sldMk cId="465749855" sldId="280"/>
            <ac:spMk id="4" creationId="{D196B1B3-16B9-7552-E252-1625434D0362}"/>
          </ac:spMkLst>
        </pc:spChg>
        <pc:spChg chg="mod">
          <ac:chgData name="Zonghua Gu" userId="9a7e1853e1951ef5" providerId="LiveId" clId="{CF1FAA12-072C-4ED5-BA76-0FFFAEFDB88A}" dt="2025-09-22T19:35:54.081" v="674"/>
          <ac:spMkLst>
            <pc:docMk/>
            <pc:sldMk cId="465749855" sldId="280"/>
            <ac:spMk id="22" creationId="{48B69D91-DFE6-88E9-7060-DADED4F5332B}"/>
          </ac:spMkLst>
        </pc:spChg>
        <pc:graphicFrameChg chg="modGraphic">
          <ac:chgData name="Zonghua Gu" userId="9a7e1853e1951ef5" providerId="LiveId" clId="{CF1FAA12-072C-4ED5-BA76-0FFFAEFDB88A}" dt="2025-09-22T19:35:40.019" v="666" actId="6549"/>
          <ac:graphicFrameMkLst>
            <pc:docMk/>
            <pc:sldMk cId="465749855" sldId="280"/>
            <ac:graphicFrameMk id="11" creationId="{048D6398-3761-E3BF-934F-679B116555DD}"/>
          </ac:graphicFrameMkLst>
        </pc:graphicFrameChg>
        <pc:graphicFrameChg chg="modGraphic">
          <ac:chgData name="Zonghua Gu" userId="9a7e1853e1951ef5" providerId="LiveId" clId="{CF1FAA12-072C-4ED5-BA76-0FFFAEFDB88A}" dt="2025-09-22T19:35:44.420" v="670" actId="6549"/>
          <ac:graphicFrameMkLst>
            <pc:docMk/>
            <pc:sldMk cId="465749855" sldId="280"/>
            <ac:graphicFrameMk id="14" creationId="{CC6440A4-115E-9454-B8B0-2DAC5F2E8E85}"/>
          </ac:graphicFrameMkLst>
        </pc:graphicFrameChg>
      </pc:sldChg>
      <pc:sldChg chg="addSp delSp modSp new mod modNotes">
        <pc:chgData name="Zonghua Gu" userId="9a7e1853e1951ef5" providerId="LiveId" clId="{CF1FAA12-072C-4ED5-BA76-0FFFAEFDB88A}" dt="2025-09-23T02:41:07.197" v="1176" actId="1076"/>
        <pc:sldMkLst>
          <pc:docMk/>
          <pc:sldMk cId="4018749421" sldId="281"/>
        </pc:sldMkLst>
        <pc:spChg chg="mod">
          <ac:chgData name="Zonghua Gu" userId="9a7e1853e1951ef5" providerId="LiveId" clId="{CF1FAA12-072C-4ED5-BA76-0FFFAEFDB88A}" dt="2025-09-23T02:35:25.491" v="1075"/>
          <ac:spMkLst>
            <pc:docMk/>
            <pc:sldMk cId="4018749421" sldId="281"/>
            <ac:spMk id="2" creationId="{9F91FAD6-E4B6-9B88-FA7A-9F38A7C51248}"/>
          </ac:spMkLst>
        </pc:spChg>
        <pc:spChg chg="add mod">
          <ac:chgData name="Zonghua Gu" userId="9a7e1853e1951ef5" providerId="LiveId" clId="{CF1FAA12-072C-4ED5-BA76-0FFFAEFDB88A}" dt="2025-09-23T02:41:07.197" v="1176" actId="1076"/>
          <ac:spMkLst>
            <pc:docMk/>
            <pc:sldMk cId="4018749421" sldId="281"/>
            <ac:spMk id="7" creationId="{A8877E1E-4738-45CE-9CC3-2C75B88FD72F}"/>
          </ac:spMkLst>
        </pc:spChg>
        <pc:graphicFrameChg chg="add mod modGraphic">
          <ac:chgData name="Zonghua Gu" userId="9a7e1853e1951ef5" providerId="LiveId" clId="{CF1FAA12-072C-4ED5-BA76-0FFFAEFDB88A}" dt="2025-09-23T02:23:22.820" v="911" actId="14100"/>
          <ac:graphicFrameMkLst>
            <pc:docMk/>
            <pc:sldMk cId="4018749421" sldId="281"/>
            <ac:graphicFrameMk id="5" creationId="{B1EBE5EF-493B-E11A-1B1D-CCABF51AA9D7}"/>
          </ac:graphicFrameMkLst>
        </pc:graphicFrameChg>
        <pc:graphicFrameChg chg="add mod modGraphic">
          <ac:chgData name="Zonghua Gu" userId="9a7e1853e1951ef5" providerId="LiveId" clId="{CF1FAA12-072C-4ED5-BA76-0FFFAEFDB88A}" dt="2025-09-23T02:34:06.941" v="1054" actId="14100"/>
          <ac:graphicFrameMkLst>
            <pc:docMk/>
            <pc:sldMk cId="4018749421" sldId="281"/>
            <ac:graphicFrameMk id="6" creationId="{441ADC90-ADB8-D7DD-0AC3-9F57EB29BD9E}"/>
          </ac:graphicFrameMkLst>
        </pc:graphicFrameChg>
        <pc:graphicFrameChg chg="add mod modGraphic">
          <ac:chgData name="Zonghua Gu" userId="9a7e1853e1951ef5" providerId="LiveId" clId="{CF1FAA12-072C-4ED5-BA76-0FFFAEFDB88A}" dt="2025-09-23T02:35:57.472" v="1095" actId="20577"/>
          <ac:graphicFrameMkLst>
            <pc:docMk/>
            <pc:sldMk cId="4018749421" sldId="281"/>
            <ac:graphicFrameMk id="8" creationId="{AA01F272-373C-24EF-CF3E-2DDED1980174}"/>
          </ac:graphicFrameMkLst>
        </pc:graphicFrameChg>
      </pc:sldChg>
      <pc:sldChg chg="addSp delSp modSp add mod modNotes">
        <pc:chgData name="Zonghua Gu" userId="9a7e1853e1951ef5" providerId="LiveId" clId="{CF1FAA12-072C-4ED5-BA76-0FFFAEFDB88A}" dt="2025-09-23T02:41:47.791" v="1178" actId="478"/>
        <pc:sldMkLst>
          <pc:docMk/>
          <pc:sldMk cId="623618619" sldId="282"/>
        </pc:sldMkLst>
        <pc:spChg chg="mod">
          <ac:chgData name="Zonghua Gu" userId="9a7e1853e1951ef5" providerId="LiveId" clId="{CF1FAA12-072C-4ED5-BA76-0FFFAEFDB88A}" dt="2025-09-23T02:35:36.581" v="1081" actId="20577"/>
          <ac:spMkLst>
            <pc:docMk/>
            <pc:sldMk cId="623618619" sldId="282"/>
            <ac:spMk id="2" creationId="{25E58B75-95E0-2541-7E04-055CF0C60C5B}"/>
          </ac:spMkLst>
        </pc:spChg>
        <pc:graphicFrameChg chg="add mod modGraphic">
          <ac:chgData name="Zonghua Gu" userId="9a7e1853e1951ef5" providerId="LiveId" clId="{CF1FAA12-072C-4ED5-BA76-0FFFAEFDB88A}" dt="2025-09-23T02:40:41.243" v="1175" actId="6549"/>
          <ac:graphicFrameMkLst>
            <pc:docMk/>
            <pc:sldMk cId="623618619" sldId="282"/>
            <ac:graphicFrameMk id="4" creationId="{058C7988-0F62-036F-DDF3-1121F4620528}"/>
          </ac:graphicFrameMkLst>
        </pc:graphicFrameChg>
        <pc:graphicFrameChg chg="mod">
          <ac:chgData name="Zonghua Gu" userId="9a7e1853e1951ef5" providerId="LiveId" clId="{CF1FAA12-072C-4ED5-BA76-0FFFAEFDB88A}" dt="2025-09-23T02:35:50.482" v="1083" actId="1076"/>
          <ac:graphicFrameMkLst>
            <pc:docMk/>
            <pc:sldMk cId="623618619" sldId="282"/>
            <ac:graphicFrameMk id="6" creationId="{CC203EDA-BA4D-8B0A-42B8-FE11C464F19D}"/>
          </ac:graphicFrameMkLst>
        </pc:graphicFrameChg>
      </pc:sldChg>
      <pc:sldChg chg="addSp modSp new mod">
        <pc:chgData name="Zonghua Gu" userId="9a7e1853e1951ef5" providerId="LiveId" clId="{CF1FAA12-072C-4ED5-BA76-0FFFAEFDB88A}" dt="2025-10-05T02:43:53.863" v="2639" actId="20577"/>
        <pc:sldMkLst>
          <pc:docMk/>
          <pc:sldMk cId="1767069891" sldId="283"/>
        </pc:sldMkLst>
        <pc:spChg chg="mod">
          <ac:chgData name="Zonghua Gu" userId="9a7e1853e1951ef5" providerId="LiveId" clId="{CF1FAA12-072C-4ED5-BA76-0FFFAEFDB88A}" dt="2025-09-24T22:40:29.276" v="1778" actId="20577"/>
          <ac:spMkLst>
            <pc:docMk/>
            <pc:sldMk cId="1767069891" sldId="283"/>
            <ac:spMk id="2" creationId="{440EADDE-B5E4-F571-7D39-10F7E6EFD50E}"/>
          </ac:spMkLst>
        </pc:spChg>
        <pc:spChg chg="mod">
          <ac:chgData name="Zonghua Gu" userId="9a7e1853e1951ef5" providerId="LiveId" clId="{CF1FAA12-072C-4ED5-BA76-0FFFAEFDB88A}" dt="2025-10-05T02:43:39.091" v="2634" actId="20577"/>
          <ac:spMkLst>
            <pc:docMk/>
            <pc:sldMk cId="1767069891" sldId="283"/>
            <ac:spMk id="4" creationId="{86CB5709-ADC9-6526-7743-1565742B86E0}"/>
          </ac:spMkLst>
        </pc:spChg>
        <pc:graphicFrameChg chg="add mod modGraphic">
          <ac:chgData name="Zonghua Gu" userId="9a7e1853e1951ef5" providerId="LiveId" clId="{CF1FAA12-072C-4ED5-BA76-0FFFAEFDB88A}" dt="2025-10-05T02:43:53.863" v="2639" actId="20577"/>
          <ac:graphicFrameMkLst>
            <pc:docMk/>
            <pc:sldMk cId="1767069891" sldId="283"/>
            <ac:graphicFrameMk id="5" creationId="{D029E53D-EF51-C81E-B5A8-ACE61F697AF7}"/>
          </ac:graphicFrameMkLst>
        </pc:graphicFrameChg>
      </pc:sldChg>
      <pc:sldChg chg="addSp delSp modSp new mod modNotesTx">
        <pc:chgData name="Zonghua Gu" userId="9a7e1853e1951ef5" providerId="LiveId" clId="{CF1FAA12-072C-4ED5-BA76-0FFFAEFDB88A}" dt="2025-10-05T02:46:32.991" v="2673" actId="20577"/>
        <pc:sldMkLst>
          <pc:docMk/>
          <pc:sldMk cId="3387447015" sldId="286"/>
        </pc:sldMkLst>
        <pc:spChg chg="mod">
          <ac:chgData name="Zonghua Gu" userId="9a7e1853e1951ef5" providerId="LiveId" clId="{CF1FAA12-072C-4ED5-BA76-0FFFAEFDB88A}" dt="2025-09-24T22:40:26.731" v="1777"/>
          <ac:spMkLst>
            <pc:docMk/>
            <pc:sldMk cId="3387447015" sldId="286"/>
            <ac:spMk id="2" creationId="{B94D12DC-0F10-83D1-ABB7-CBAA3C868C79}"/>
          </ac:spMkLst>
        </pc:spChg>
        <pc:graphicFrameChg chg="add mod modGraphic">
          <ac:chgData name="Zonghua Gu" userId="9a7e1853e1951ef5" providerId="LiveId" clId="{CF1FAA12-072C-4ED5-BA76-0FFFAEFDB88A}" dt="2025-10-05T02:45:19.878" v="2656" actId="1076"/>
          <ac:graphicFrameMkLst>
            <pc:docMk/>
            <pc:sldMk cId="3387447015" sldId="286"/>
            <ac:graphicFrameMk id="5" creationId="{93A61E9E-B8DB-6D7F-89B8-C01FADC19FE2}"/>
          </ac:graphicFrameMkLst>
        </pc:graphicFrameChg>
        <pc:graphicFrameChg chg="add mod modGraphic">
          <ac:chgData name="Zonghua Gu" userId="9a7e1853e1951ef5" providerId="LiveId" clId="{CF1FAA12-072C-4ED5-BA76-0FFFAEFDB88A}" dt="2025-10-05T02:46:27.958" v="2665" actId="20577"/>
          <ac:graphicFrameMkLst>
            <pc:docMk/>
            <pc:sldMk cId="3387447015" sldId="286"/>
            <ac:graphicFrameMk id="6" creationId="{08860993-5A4A-FDF2-164A-269A21C1476C}"/>
          </ac:graphicFrameMkLst>
        </pc:graphicFrameChg>
        <pc:graphicFrameChg chg="add mod modGraphic">
          <ac:chgData name="Zonghua Gu" userId="9a7e1853e1951ef5" providerId="LiveId" clId="{CF1FAA12-072C-4ED5-BA76-0FFFAEFDB88A}" dt="2025-10-05T02:44:40" v="2647" actId="1076"/>
          <ac:graphicFrameMkLst>
            <pc:docMk/>
            <pc:sldMk cId="3387447015" sldId="286"/>
            <ac:graphicFrameMk id="8" creationId="{4FA0E8AC-8701-8160-EFCF-45E03B551C1C}"/>
          </ac:graphicFrameMkLst>
        </pc:graphicFrameChg>
        <pc:graphicFrameChg chg="add mod modGraphic">
          <ac:chgData name="Zonghua Gu" userId="9a7e1853e1951ef5" providerId="LiveId" clId="{CF1FAA12-072C-4ED5-BA76-0FFFAEFDB88A}" dt="2025-10-05T02:45:11.673" v="2655" actId="1035"/>
          <ac:graphicFrameMkLst>
            <pc:docMk/>
            <pc:sldMk cId="3387447015" sldId="286"/>
            <ac:graphicFrameMk id="9" creationId="{744A4DBD-405A-5BB5-8DFC-2B3CDF03BE0C}"/>
          </ac:graphicFrameMkLst>
        </pc:graphicFrameChg>
        <pc:graphicFrameChg chg="add mod modGraphic">
          <ac:chgData name="Zonghua Gu" userId="9a7e1853e1951ef5" providerId="LiveId" clId="{CF1FAA12-072C-4ED5-BA76-0FFFAEFDB88A}" dt="2025-10-05T02:46:32.991" v="2673" actId="20577"/>
          <ac:graphicFrameMkLst>
            <pc:docMk/>
            <pc:sldMk cId="3387447015" sldId="286"/>
            <ac:graphicFrameMk id="10" creationId="{26CF4D69-C211-B553-B73A-1E1C0BCFC6C4}"/>
          </ac:graphicFrameMkLst>
        </pc:graphicFrameChg>
      </pc:sldChg>
      <pc:sldChg chg="addSp modSp add mod">
        <pc:chgData name="Zonghua Gu" userId="9a7e1853e1951ef5" providerId="LiveId" clId="{CF1FAA12-072C-4ED5-BA76-0FFFAEFDB88A}" dt="2025-09-24T22:59:39.527" v="1859" actId="14100"/>
        <pc:sldMkLst>
          <pc:docMk/>
          <pc:sldMk cId="2083494270" sldId="352"/>
        </pc:sldMkLst>
        <pc:spChg chg="add mod">
          <ac:chgData name="Zonghua Gu" userId="9a7e1853e1951ef5" providerId="LiveId" clId="{CF1FAA12-072C-4ED5-BA76-0FFFAEFDB88A}" dt="2025-09-24T22:59:33.992" v="1857"/>
          <ac:spMkLst>
            <pc:docMk/>
            <pc:sldMk cId="2083494270" sldId="352"/>
            <ac:spMk id="3" creationId="{4ACAA33B-8833-6998-194D-3EC418B6F321}"/>
          </ac:spMkLst>
        </pc:spChg>
        <pc:spChg chg="mod">
          <ac:chgData name="Zonghua Gu" userId="9a7e1853e1951ef5" providerId="LiveId" clId="{CF1FAA12-072C-4ED5-BA76-0FFFAEFDB88A}" dt="2025-09-24T22:59:39.527" v="1859" actId="14100"/>
          <ac:spMkLst>
            <pc:docMk/>
            <pc:sldMk cId="2083494270" sldId="352"/>
            <ac:spMk id="14339" creationId="{00000000-0000-0000-0000-000000000000}"/>
          </ac:spMkLst>
        </pc:spChg>
      </pc:sldChg>
      <pc:sldChg chg="addSp modSp new mod">
        <pc:chgData name="Zonghua Gu" userId="9a7e1853e1951ef5" providerId="LiveId" clId="{CF1FAA12-072C-4ED5-BA76-0FFFAEFDB88A}" dt="2025-10-05T02:52:41.917" v="2822" actId="20577"/>
        <pc:sldMkLst>
          <pc:docMk/>
          <pc:sldMk cId="2707139683" sldId="353"/>
        </pc:sldMkLst>
        <pc:spChg chg="mod">
          <ac:chgData name="Zonghua Gu" userId="9a7e1853e1951ef5" providerId="LiveId" clId="{CF1FAA12-072C-4ED5-BA76-0FFFAEFDB88A}" dt="2025-10-05T02:52:41.917" v="2822" actId="20577"/>
          <ac:spMkLst>
            <pc:docMk/>
            <pc:sldMk cId="2707139683" sldId="353"/>
            <ac:spMk id="2" creationId="{C56DF89D-8DCD-F432-1E58-FAB096FB80C5}"/>
          </ac:spMkLst>
        </pc:spChg>
        <pc:spChg chg="mod">
          <ac:chgData name="Zonghua Gu" userId="9a7e1853e1951ef5" providerId="LiveId" clId="{CF1FAA12-072C-4ED5-BA76-0FFFAEFDB88A}" dt="2025-10-05T02:51:03.914" v="2761" actId="20577"/>
          <ac:spMkLst>
            <pc:docMk/>
            <pc:sldMk cId="2707139683" sldId="353"/>
            <ac:spMk id="4" creationId="{591F8C61-3E91-895F-2C57-5743F12F4706}"/>
          </ac:spMkLst>
        </pc:spChg>
        <pc:spChg chg="add mod">
          <ac:chgData name="Zonghua Gu" userId="9a7e1853e1951ef5" providerId="LiveId" clId="{CF1FAA12-072C-4ED5-BA76-0FFFAEFDB88A}" dt="2025-09-25T00:43:55.145" v="2202" actId="1076"/>
          <ac:spMkLst>
            <pc:docMk/>
            <pc:sldMk cId="2707139683" sldId="353"/>
            <ac:spMk id="5" creationId="{8A76ECE7-0B5A-383E-0091-ADC927BEEC87}"/>
          </ac:spMkLst>
        </pc:spChg>
        <pc:spChg chg="add mod">
          <ac:chgData name="Zonghua Gu" userId="9a7e1853e1951ef5" providerId="LiveId" clId="{CF1FAA12-072C-4ED5-BA76-0FFFAEFDB88A}" dt="2025-09-25T00:44:02.939" v="2205" actId="1076"/>
          <ac:spMkLst>
            <pc:docMk/>
            <pc:sldMk cId="2707139683" sldId="353"/>
            <ac:spMk id="6" creationId="{45D15B45-A356-638A-35FB-768B7AA8995D}"/>
          </ac:spMkLst>
        </pc:spChg>
      </pc:sldChg>
      <pc:sldChg chg="addSp delSp modSp new mod">
        <pc:chgData name="Zonghua Gu" userId="9a7e1853e1951ef5" providerId="LiveId" clId="{CF1FAA12-072C-4ED5-BA76-0FFFAEFDB88A}" dt="2025-10-05T02:53:11.715" v="2838" actId="20577"/>
        <pc:sldMkLst>
          <pc:docMk/>
          <pc:sldMk cId="4056115254" sldId="354"/>
        </pc:sldMkLst>
        <pc:spChg chg="mod">
          <ac:chgData name="Zonghua Gu" userId="9a7e1853e1951ef5" providerId="LiveId" clId="{CF1FAA12-072C-4ED5-BA76-0FFFAEFDB88A}" dt="2025-10-05T02:53:11.715" v="2838" actId="20577"/>
          <ac:spMkLst>
            <pc:docMk/>
            <pc:sldMk cId="4056115254" sldId="354"/>
            <ac:spMk id="2" creationId="{CAB26404-63EE-CB5A-481A-AD6B0B09C23D}"/>
          </ac:spMkLst>
        </pc:spChg>
        <pc:spChg chg="mod">
          <ac:chgData name="Zonghua Gu" userId="9a7e1853e1951ef5" providerId="LiveId" clId="{CF1FAA12-072C-4ED5-BA76-0FFFAEFDB88A}" dt="2025-10-05T02:52:53.663" v="2828" actId="20577"/>
          <ac:spMkLst>
            <pc:docMk/>
            <pc:sldMk cId="4056115254" sldId="354"/>
            <ac:spMk id="4" creationId="{C2EFFC15-913C-F5C8-F67E-5B2B5295992D}"/>
          </ac:spMkLst>
        </pc:spChg>
        <pc:spChg chg="add mod">
          <ac:chgData name="Zonghua Gu" userId="9a7e1853e1951ef5" providerId="LiveId" clId="{CF1FAA12-072C-4ED5-BA76-0FFFAEFDB88A}" dt="2025-10-05T02:53:01.198" v="2834" actId="20577"/>
          <ac:spMkLst>
            <pc:docMk/>
            <pc:sldMk cId="4056115254" sldId="354"/>
            <ac:spMk id="5" creationId="{B60DE175-89CF-1980-2FF5-09D118299DF7}"/>
          </ac:spMkLst>
        </pc:spChg>
      </pc:sldChg>
      <pc:sldChg chg="addSp modSp add del mod">
        <pc:chgData name="Zonghua Gu" userId="9a7e1853e1951ef5" providerId="LiveId" clId="{CF1FAA12-072C-4ED5-BA76-0FFFAEFDB88A}" dt="2025-10-05T02:28:26.358" v="2494" actId="1076"/>
        <pc:sldMkLst>
          <pc:docMk/>
          <pc:sldMk cId="4257716461" sldId="367"/>
        </pc:sldMkLst>
        <pc:spChg chg="mod">
          <ac:chgData name="Zonghua Gu" userId="9a7e1853e1951ef5" providerId="LiveId" clId="{CF1FAA12-072C-4ED5-BA76-0FFFAEFDB88A}" dt="2025-10-05T02:27:35.787" v="2478" actId="20577"/>
          <ac:spMkLst>
            <pc:docMk/>
            <pc:sldMk cId="4257716461" sldId="367"/>
            <ac:spMk id="2" creationId="{00000000-0000-0000-0000-000000000000}"/>
          </ac:spMkLst>
        </pc:spChg>
        <pc:spChg chg="add mod">
          <ac:chgData name="Zonghua Gu" userId="9a7e1853e1951ef5" providerId="LiveId" clId="{CF1FAA12-072C-4ED5-BA76-0FFFAEFDB88A}" dt="2025-10-05T02:27:40.746" v="2479" actId="14100"/>
          <ac:spMkLst>
            <pc:docMk/>
            <pc:sldMk cId="4257716461" sldId="367"/>
            <ac:spMk id="4" creationId="{42BCDBB7-71A9-FB4A-2F12-ED2860D67D85}"/>
          </ac:spMkLst>
        </pc:spChg>
        <pc:spChg chg="mod">
          <ac:chgData name="Zonghua Gu" userId="9a7e1853e1951ef5" providerId="LiveId" clId="{CF1FAA12-072C-4ED5-BA76-0FFFAEFDB88A}" dt="2025-10-05T02:28:26.358" v="2494" actId="1076"/>
          <ac:spMkLst>
            <pc:docMk/>
            <pc:sldMk cId="4257716461" sldId="367"/>
            <ac:spMk id="10" creationId="{00000000-0000-0000-0000-000000000000}"/>
          </ac:spMkLst>
        </pc:spChg>
        <pc:spChg chg="mod">
          <ac:chgData name="Zonghua Gu" userId="9a7e1853e1951ef5" providerId="LiveId" clId="{CF1FAA12-072C-4ED5-BA76-0FFFAEFDB88A}" dt="2025-10-05T02:28:20.362" v="2492" actId="555"/>
          <ac:spMkLst>
            <pc:docMk/>
            <pc:sldMk cId="4257716461" sldId="367"/>
            <ac:spMk id="12" creationId="{00000000-0000-0000-0000-000000000000}"/>
          </ac:spMkLst>
        </pc:spChg>
        <pc:spChg chg="mod">
          <ac:chgData name="Zonghua Gu" userId="9a7e1853e1951ef5" providerId="LiveId" clId="{CF1FAA12-072C-4ED5-BA76-0FFFAEFDB88A}" dt="2025-10-05T02:28:20.362" v="2492" actId="555"/>
          <ac:spMkLst>
            <pc:docMk/>
            <pc:sldMk cId="4257716461" sldId="367"/>
            <ac:spMk id="13" creationId="{00000000-0000-0000-0000-000000000000}"/>
          </ac:spMkLst>
        </pc:spChg>
        <pc:spChg chg="add mod">
          <ac:chgData name="Zonghua Gu" userId="9a7e1853e1951ef5" providerId="LiveId" clId="{CF1FAA12-072C-4ED5-BA76-0FFFAEFDB88A}" dt="2025-10-05T02:28:20.362" v="2492" actId="555"/>
          <ac:spMkLst>
            <pc:docMk/>
            <pc:sldMk cId="4257716461" sldId="367"/>
            <ac:spMk id="14" creationId="{778CF141-54B6-E918-D23B-B3681FDA3C22}"/>
          </ac:spMkLst>
        </pc:spChg>
      </pc:sldChg>
      <pc:sldChg chg="modSp add del mod">
        <pc:chgData name="Zonghua Gu" userId="9a7e1853e1951ef5" providerId="LiveId" clId="{CF1FAA12-072C-4ED5-BA76-0FFFAEFDB88A}" dt="2025-10-05T02:24:06.560" v="2425" actId="20577"/>
        <pc:sldMkLst>
          <pc:docMk/>
          <pc:sldMk cId="2345755417" sldId="369"/>
        </pc:sldMkLst>
        <pc:spChg chg="mod">
          <ac:chgData name="Zonghua Gu" userId="9a7e1853e1951ef5" providerId="LiveId" clId="{CF1FAA12-072C-4ED5-BA76-0FFFAEFDB88A}" dt="2025-10-05T02:24:06.560" v="2425" actId="20577"/>
          <ac:spMkLst>
            <pc:docMk/>
            <pc:sldMk cId="2345755417" sldId="369"/>
            <ac:spMk id="2" creationId="{00000000-0000-0000-0000-000000000000}"/>
          </ac:spMkLst>
        </pc:spChg>
        <pc:spChg chg="mod">
          <ac:chgData name="Zonghua Gu" userId="9a7e1853e1951ef5" providerId="LiveId" clId="{CF1FAA12-072C-4ED5-BA76-0FFFAEFDB88A}" dt="2025-10-05T02:21:31.559" v="2351" actId="6549"/>
          <ac:spMkLst>
            <pc:docMk/>
            <pc:sldMk cId="2345755417" sldId="369"/>
            <ac:spMk id="15" creationId="{00000000-0000-0000-0000-000000000000}"/>
          </ac:spMkLst>
        </pc:spChg>
      </pc:sldChg>
      <pc:sldChg chg="delSp modSp add mod">
        <pc:chgData name="Zonghua Gu" userId="9a7e1853e1951ef5" providerId="LiveId" clId="{CF1FAA12-072C-4ED5-BA76-0FFFAEFDB88A}" dt="2025-10-05T02:24:01.145" v="2420" actId="313"/>
        <pc:sldMkLst>
          <pc:docMk/>
          <pc:sldMk cId="3970213323" sldId="371"/>
        </pc:sldMkLst>
        <pc:spChg chg="mod">
          <ac:chgData name="Zonghua Gu" userId="9a7e1853e1951ef5" providerId="LiveId" clId="{CF1FAA12-072C-4ED5-BA76-0FFFAEFDB88A}" dt="2025-10-05T02:24:01.145" v="2420" actId="313"/>
          <ac:spMkLst>
            <pc:docMk/>
            <pc:sldMk cId="3970213323" sldId="371"/>
            <ac:spMk id="2" creationId="{B8B35D03-E63B-948E-7B28-FE2BC0D48EA8}"/>
          </ac:spMkLst>
        </pc:spChg>
        <pc:spChg chg="mod">
          <ac:chgData name="Zonghua Gu" userId="9a7e1853e1951ef5" providerId="LiveId" clId="{CF1FAA12-072C-4ED5-BA76-0FFFAEFDB88A}" dt="2025-10-05T02:23:19.033" v="2389" actId="20577"/>
          <ac:spMkLst>
            <pc:docMk/>
            <pc:sldMk cId="3970213323" sldId="371"/>
            <ac:spMk id="15" creationId="{D4F04556-2048-4F19-A763-9BBFFFCAD277}"/>
          </ac:spMkLst>
        </pc:spChg>
        <pc:spChg chg="mod">
          <ac:chgData name="Zonghua Gu" userId="9a7e1853e1951ef5" providerId="LiveId" clId="{CF1FAA12-072C-4ED5-BA76-0FFFAEFDB88A}" dt="2025-10-05T02:23:28.502" v="2392" actId="20577"/>
          <ac:spMkLst>
            <pc:docMk/>
            <pc:sldMk cId="3970213323" sldId="371"/>
            <ac:spMk id="28" creationId="{5A07EE5F-FDFB-4DFD-A418-4743BE043075}"/>
          </ac:spMkLst>
        </pc:spChg>
      </pc:sldChg>
      <pc:sldChg chg="modSp add mod">
        <pc:chgData name="Zonghua Gu" userId="9a7e1853e1951ef5" providerId="LiveId" clId="{CF1FAA12-072C-4ED5-BA76-0FFFAEFDB88A}" dt="2025-10-05T02:28:53.216" v="2506" actId="20577"/>
        <pc:sldMkLst>
          <pc:docMk/>
          <pc:sldMk cId="2574940037" sldId="374"/>
        </pc:sldMkLst>
        <pc:spChg chg="mod">
          <ac:chgData name="Zonghua Gu" userId="9a7e1853e1951ef5" providerId="LiveId" clId="{CF1FAA12-072C-4ED5-BA76-0FFFAEFDB88A}" dt="2025-10-05T02:28:42.006" v="2496" actId="14100"/>
          <ac:spMkLst>
            <pc:docMk/>
            <pc:sldMk cId="2574940037" sldId="374"/>
            <ac:spMk id="4" creationId="{72717BE0-5FBD-4A0E-563C-52EA77FE0BE1}"/>
          </ac:spMkLst>
        </pc:spChg>
        <pc:spChg chg="mod">
          <ac:chgData name="Zonghua Gu" userId="9a7e1853e1951ef5" providerId="LiveId" clId="{CF1FAA12-072C-4ED5-BA76-0FFFAEFDB88A}" dt="2025-10-05T02:28:46.147" v="2498" actId="20577"/>
          <ac:spMkLst>
            <pc:docMk/>
            <pc:sldMk cId="2574940037" sldId="374"/>
            <ac:spMk id="10" creationId="{0CE50D12-7EEF-2322-4458-9E6BB251A31B}"/>
          </ac:spMkLst>
        </pc:spChg>
        <pc:spChg chg="mod">
          <ac:chgData name="Zonghua Gu" userId="9a7e1853e1951ef5" providerId="LiveId" clId="{CF1FAA12-072C-4ED5-BA76-0FFFAEFDB88A}" dt="2025-10-05T02:28:48.069" v="2500" actId="20577"/>
          <ac:spMkLst>
            <pc:docMk/>
            <pc:sldMk cId="2574940037" sldId="374"/>
            <ac:spMk id="12" creationId="{1BF6FCE4-B778-D891-A539-32C9F31C665C}"/>
          </ac:spMkLst>
        </pc:spChg>
        <pc:spChg chg="mod">
          <ac:chgData name="Zonghua Gu" userId="9a7e1853e1951ef5" providerId="LiveId" clId="{CF1FAA12-072C-4ED5-BA76-0FFFAEFDB88A}" dt="2025-10-05T02:28:53.216" v="2506" actId="20577"/>
          <ac:spMkLst>
            <pc:docMk/>
            <pc:sldMk cId="2574940037" sldId="374"/>
            <ac:spMk id="13" creationId="{92808386-3B22-1A70-1D2E-E9457F9ACA75}"/>
          </ac:spMkLst>
        </pc:spChg>
      </pc:sldChg>
      <pc:sldChg chg="modSp add mod">
        <pc:chgData name="Zonghua Gu" userId="9a7e1853e1951ef5" providerId="LiveId" clId="{CF1FAA12-072C-4ED5-BA76-0FFFAEFDB88A}" dt="2025-10-05T02:35:31.975" v="2511" actId="20577"/>
        <pc:sldMkLst>
          <pc:docMk/>
          <pc:sldMk cId="2017314449" sldId="751"/>
        </pc:sldMkLst>
        <pc:spChg chg="mod">
          <ac:chgData name="Zonghua Gu" userId="9a7e1853e1951ef5" providerId="LiveId" clId="{CF1FAA12-072C-4ED5-BA76-0FFFAEFDB88A}" dt="2025-10-05T02:35:31.975" v="2511" actId="20577"/>
          <ac:spMkLst>
            <pc:docMk/>
            <pc:sldMk cId="2017314449" sldId="751"/>
            <ac:spMk id="2" creationId="{27B41483-7081-C44C-81EF-D92F00104765}"/>
          </ac:spMkLst>
        </pc:spChg>
      </pc:sldChg>
      <pc:sldChg chg="modSp add mod">
        <pc:chgData name="Zonghua Gu" userId="9a7e1853e1951ef5" providerId="LiveId" clId="{CF1FAA12-072C-4ED5-BA76-0FFFAEFDB88A}" dt="2025-10-05T02:35:44.949" v="2514" actId="20577"/>
        <pc:sldMkLst>
          <pc:docMk/>
          <pc:sldMk cId="658532706" sldId="752"/>
        </pc:sldMkLst>
        <pc:spChg chg="mod">
          <ac:chgData name="Zonghua Gu" userId="9a7e1853e1951ef5" providerId="LiveId" clId="{CF1FAA12-072C-4ED5-BA76-0FFFAEFDB88A}" dt="2025-10-05T02:35:44.949" v="2514" actId="20577"/>
          <ac:spMkLst>
            <pc:docMk/>
            <pc:sldMk cId="658532706" sldId="752"/>
            <ac:spMk id="2" creationId="{27B41483-7081-C44C-81EF-D92F00104765}"/>
          </ac:spMkLst>
        </pc:spChg>
      </pc:sldChg>
      <pc:sldChg chg="add">
        <pc:chgData name="Zonghua Gu" userId="9a7e1853e1951ef5" providerId="LiveId" clId="{CF1FAA12-072C-4ED5-BA76-0FFFAEFDB88A}" dt="2025-10-05T02:35:22.466" v="2507"/>
        <pc:sldMkLst>
          <pc:docMk/>
          <pc:sldMk cId="1757812227" sldId="756"/>
        </pc:sldMkLst>
      </pc:sldChg>
      <pc:sldChg chg="addSp modSp add mod">
        <pc:chgData name="Zonghua Gu" userId="9a7e1853e1951ef5" providerId="LiveId" clId="{CF1FAA12-072C-4ED5-BA76-0FFFAEFDB88A}" dt="2025-10-05T03:07:25.511" v="2862" actId="1076"/>
        <pc:sldMkLst>
          <pc:docMk/>
          <pc:sldMk cId="3049968880" sldId="757"/>
        </pc:sldMkLst>
        <pc:spChg chg="mod">
          <ac:chgData name="Zonghua Gu" userId="9a7e1853e1951ef5" providerId="LiveId" clId="{CF1FAA12-072C-4ED5-BA76-0FFFAEFDB88A}" dt="2025-10-05T02:53:16.848" v="2848" actId="6549"/>
          <ac:spMkLst>
            <pc:docMk/>
            <pc:sldMk cId="3049968880" sldId="757"/>
            <ac:spMk id="2" creationId="{C37345B3-FBD4-2D39-F1EB-5F9D94C74C8C}"/>
          </ac:spMkLst>
        </pc:spChg>
        <pc:spChg chg="mod">
          <ac:chgData name="Zonghua Gu" userId="9a7e1853e1951ef5" providerId="LiveId" clId="{CF1FAA12-072C-4ED5-BA76-0FFFAEFDB88A}" dt="2025-10-05T02:51:57.547" v="2804" actId="313"/>
          <ac:spMkLst>
            <pc:docMk/>
            <pc:sldMk cId="3049968880" sldId="757"/>
            <ac:spMk id="4" creationId="{3149164B-AC7F-262E-85D3-203B21C2369A}"/>
          </ac:spMkLst>
        </pc:spChg>
        <pc:spChg chg="mod">
          <ac:chgData name="Zonghua Gu" userId="9a7e1853e1951ef5" providerId="LiveId" clId="{CF1FAA12-072C-4ED5-BA76-0FFFAEFDB88A}" dt="2025-10-05T02:52:01.291" v="2819" actId="313"/>
          <ac:spMkLst>
            <pc:docMk/>
            <pc:sldMk cId="3049968880" sldId="757"/>
            <ac:spMk id="5" creationId="{B0B60CED-9D05-2D49-66A9-FB9AB6E901FB}"/>
          </ac:spMkLst>
        </pc:spChg>
        <pc:spChg chg="add mod">
          <ac:chgData name="Zonghua Gu" userId="9a7e1853e1951ef5" providerId="LiveId" clId="{CF1FAA12-072C-4ED5-BA76-0FFFAEFDB88A}" dt="2025-10-05T03:07:25.511" v="2862" actId="1076"/>
          <ac:spMkLst>
            <pc:docMk/>
            <pc:sldMk cId="3049968880" sldId="757"/>
            <ac:spMk id="6" creationId="{FA97F22B-CBD2-A76E-66A6-7632B8BDAF8F}"/>
          </ac:spMkLst>
        </pc:spChg>
      </pc:sldChg>
      <pc:sldChg chg="modSp add mod">
        <pc:chgData name="Zonghua Gu" userId="9a7e1853e1951ef5" providerId="LiveId" clId="{CF1FAA12-072C-4ED5-BA76-0FFFAEFDB88A}" dt="2025-10-14T21:08:29.941" v="2870" actId="20577"/>
        <pc:sldMkLst>
          <pc:docMk/>
          <pc:sldMk cId="414796749" sldId="759"/>
        </pc:sldMkLst>
        <pc:spChg chg="mod">
          <ac:chgData name="Zonghua Gu" userId="9a7e1853e1951ef5" providerId="LiveId" clId="{CF1FAA12-072C-4ED5-BA76-0FFFAEFDB88A}" dt="2025-10-14T21:08:29.941" v="2870" actId="20577"/>
          <ac:spMkLst>
            <pc:docMk/>
            <pc:sldMk cId="414796749" sldId="759"/>
            <ac:spMk id="2" creationId="{00000000-0000-0000-0000-000000000000}"/>
          </ac:spMkLst>
        </pc:spChg>
      </pc:sldChg>
      <pc:sldChg chg="modSp add mod">
        <pc:chgData name="Zonghua Gu" userId="9a7e1853e1951ef5" providerId="LiveId" clId="{CF1FAA12-072C-4ED5-BA76-0FFFAEFDB88A}" dt="2025-10-14T21:08:46.973" v="2877" actId="20577"/>
        <pc:sldMkLst>
          <pc:docMk/>
          <pc:sldMk cId="3252337491" sldId="760"/>
        </pc:sldMkLst>
        <pc:spChg chg="mod">
          <ac:chgData name="Zonghua Gu" userId="9a7e1853e1951ef5" providerId="LiveId" clId="{CF1FAA12-072C-4ED5-BA76-0FFFAEFDB88A}" dt="2025-10-14T21:08:46.973" v="2877" actId="20577"/>
          <ac:spMkLst>
            <pc:docMk/>
            <pc:sldMk cId="3252337491" sldId="760"/>
            <ac:spMk id="2" creationId="{00000000-0000-0000-0000-000000000000}"/>
          </ac:spMkLst>
        </pc:spChg>
      </pc:sldChg>
      <pc:sldChg chg="new del">
        <pc:chgData name="Zonghua Gu" userId="9a7e1853e1951ef5" providerId="LiveId" clId="{CF1FAA12-072C-4ED5-BA76-0FFFAEFDB88A}" dt="2025-10-21T18:46:30.892" v="2923" actId="47"/>
        <pc:sldMkLst>
          <pc:docMk/>
          <pc:sldMk cId="1273994328" sldId="761"/>
        </pc:sldMkLst>
      </pc:sldChg>
      <pc:sldChg chg="add">
        <pc:chgData name="Zonghua Gu" userId="9a7e1853e1951ef5" providerId="LiveId" clId="{CF1FAA12-072C-4ED5-BA76-0FFFAEFDB88A}" dt="2025-10-14T21:11:06.050" v="2879"/>
        <pc:sldMkLst>
          <pc:docMk/>
          <pc:sldMk cId="734650997" sldId="762"/>
        </pc:sldMkLst>
      </pc:sldChg>
      <pc:sldChg chg="addSp modSp new mod">
        <pc:chgData name="Zonghua Gu" userId="9a7e1853e1951ef5" providerId="LiveId" clId="{CF1FAA12-072C-4ED5-BA76-0FFFAEFDB88A}" dt="2025-10-21T19:03:17.053" v="3283" actId="20577"/>
        <pc:sldMkLst>
          <pc:docMk/>
          <pc:sldMk cId="4214831448" sldId="763"/>
        </pc:sldMkLst>
        <pc:spChg chg="mod">
          <ac:chgData name="Zonghua Gu" userId="9a7e1853e1951ef5" providerId="LiveId" clId="{CF1FAA12-072C-4ED5-BA76-0FFFAEFDB88A}" dt="2025-10-21T18:47:00.528" v="2962" actId="20577"/>
          <ac:spMkLst>
            <pc:docMk/>
            <pc:sldMk cId="4214831448" sldId="763"/>
            <ac:spMk id="2" creationId="{0CCDC4F0-89D8-54C1-7B5F-442BB66DAAA7}"/>
          </ac:spMkLst>
        </pc:spChg>
        <pc:spChg chg="mod">
          <ac:chgData name="Zonghua Gu" userId="9a7e1853e1951ef5" providerId="LiveId" clId="{CF1FAA12-072C-4ED5-BA76-0FFFAEFDB88A}" dt="2025-10-21T19:03:17.053" v="3283" actId="20577"/>
          <ac:spMkLst>
            <pc:docMk/>
            <pc:sldMk cId="4214831448" sldId="763"/>
            <ac:spMk id="4" creationId="{4C97CD4C-D1B7-839F-818C-C650C0AA8892}"/>
          </ac:spMkLst>
        </pc:spChg>
        <pc:spChg chg="add mod">
          <ac:chgData name="Zonghua Gu" userId="9a7e1853e1951ef5" providerId="LiveId" clId="{CF1FAA12-072C-4ED5-BA76-0FFFAEFDB88A}" dt="2025-10-21T19:03:02.485" v="3252" actId="1076"/>
          <ac:spMkLst>
            <pc:docMk/>
            <pc:sldMk cId="4214831448" sldId="763"/>
            <ac:spMk id="5" creationId="{E5333230-46BA-8663-0449-A907C073A049}"/>
          </ac:spMkLst>
        </pc:spChg>
      </pc:sldChg>
      <pc:sldChg chg="modSp add mod">
        <pc:chgData name="Zonghua Gu" userId="9a7e1853e1951ef5" providerId="LiveId" clId="{CF1FAA12-072C-4ED5-BA76-0FFFAEFDB88A}" dt="2025-10-21T18:54:07.097" v="3250" actId="1036"/>
        <pc:sldMkLst>
          <pc:docMk/>
          <pc:sldMk cId="3848203700" sldId="764"/>
        </pc:sldMkLst>
        <pc:spChg chg="mod">
          <ac:chgData name="Zonghua Gu" userId="9a7e1853e1951ef5" providerId="LiveId" clId="{CF1FAA12-072C-4ED5-BA76-0FFFAEFDB88A}" dt="2025-10-21T18:51:30.416" v="3128" actId="20577"/>
          <ac:spMkLst>
            <pc:docMk/>
            <pc:sldMk cId="3848203700" sldId="764"/>
            <ac:spMk id="2" creationId="{5BB67A95-DEC2-DAE0-E275-60B265AA044E}"/>
          </ac:spMkLst>
        </pc:spChg>
        <pc:spChg chg="mod">
          <ac:chgData name="Zonghua Gu" userId="9a7e1853e1951ef5" providerId="LiveId" clId="{CF1FAA12-072C-4ED5-BA76-0FFFAEFDB88A}" dt="2025-10-21T18:54:07.097" v="3250" actId="1036"/>
          <ac:spMkLst>
            <pc:docMk/>
            <pc:sldMk cId="3848203700" sldId="764"/>
            <ac:spMk id="4" creationId="{0707AC2E-44F3-B02C-EC23-E5EB61FA94EB}"/>
          </ac:spMkLst>
        </pc:spChg>
        <pc:spChg chg="mod">
          <ac:chgData name="Zonghua Gu" userId="9a7e1853e1951ef5" providerId="LiveId" clId="{CF1FAA12-072C-4ED5-BA76-0FFFAEFDB88A}" dt="2025-10-21T18:53:55.482" v="3247" actId="1076"/>
          <ac:spMkLst>
            <pc:docMk/>
            <pc:sldMk cId="3848203700" sldId="764"/>
            <ac:spMk id="5" creationId="{A84A8A79-412F-4394-2139-FF1AAAAEDB7A}"/>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5E531B6B-01ED-4B91-B944-2A70B0C5B2D4}"/>
              </a:ext>
            </a:extLst>
          </p:cNvPr>
          <p:cNvSpPr>
            <a:spLocks noGrp="1"/>
          </p:cNvSpPr>
          <p:nvPr>
            <p:ph type="hdr" sz="quarter"/>
          </p:nvPr>
        </p:nvSpPr>
        <p:spPr>
          <a:xfrm>
            <a:off x="0" y="0"/>
            <a:ext cx="3011488" cy="463550"/>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45973369-F6FC-499D-A990-3E9060F01655}"/>
              </a:ext>
            </a:extLst>
          </p:cNvPr>
          <p:cNvSpPr>
            <a:spLocks noGrp="1"/>
          </p:cNvSpPr>
          <p:nvPr>
            <p:ph type="dt" sz="quarter" idx="1"/>
          </p:nvPr>
        </p:nvSpPr>
        <p:spPr>
          <a:xfrm>
            <a:off x="3937000" y="0"/>
            <a:ext cx="3011488" cy="463550"/>
          </a:xfrm>
          <a:prstGeom prst="rect">
            <a:avLst/>
          </a:prstGeom>
        </p:spPr>
        <p:txBody>
          <a:bodyPr vert="horz" lIns="91440" tIns="45720" rIns="91440" bIns="45720" rtlCol="0"/>
          <a:lstStyle>
            <a:lvl1pPr algn="r">
              <a:defRPr sz="1200"/>
            </a:lvl1pPr>
          </a:lstStyle>
          <a:p>
            <a:fld id="{3B161579-C726-4AFD-89FC-66D961EAF8EA}" type="datetimeFigureOut">
              <a:rPr lang="en-US" smtClean="0"/>
              <a:t>10/21/2025</a:t>
            </a:fld>
            <a:endParaRPr lang="en-US"/>
          </a:p>
        </p:txBody>
      </p:sp>
      <p:sp>
        <p:nvSpPr>
          <p:cNvPr id="4" name="Footer Placeholder 3">
            <a:extLst>
              <a:ext uri="{FF2B5EF4-FFF2-40B4-BE49-F238E27FC236}">
                <a16:creationId xmlns:a16="http://schemas.microsoft.com/office/drawing/2014/main" id="{2CF68850-16A6-41CF-85AD-8061DE0667EE}"/>
              </a:ext>
            </a:extLst>
          </p:cNvPr>
          <p:cNvSpPr>
            <a:spLocks noGrp="1"/>
          </p:cNvSpPr>
          <p:nvPr>
            <p:ph type="ftr" sz="quarter" idx="2"/>
          </p:nvPr>
        </p:nvSpPr>
        <p:spPr>
          <a:xfrm>
            <a:off x="0" y="8772525"/>
            <a:ext cx="3011488" cy="463550"/>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F6A78DEA-CE56-47ED-9B81-B4AC37030575}"/>
              </a:ext>
            </a:extLst>
          </p:cNvPr>
          <p:cNvSpPr>
            <a:spLocks noGrp="1"/>
          </p:cNvSpPr>
          <p:nvPr>
            <p:ph type="sldNum" sz="quarter" idx="3"/>
          </p:nvPr>
        </p:nvSpPr>
        <p:spPr>
          <a:xfrm>
            <a:off x="3937000" y="8772525"/>
            <a:ext cx="3011488" cy="463550"/>
          </a:xfrm>
          <a:prstGeom prst="rect">
            <a:avLst/>
          </a:prstGeom>
        </p:spPr>
        <p:txBody>
          <a:bodyPr vert="horz" lIns="91440" tIns="45720" rIns="91440" bIns="45720" rtlCol="0" anchor="b"/>
          <a:lstStyle>
            <a:lvl1pPr algn="r">
              <a:defRPr sz="1200"/>
            </a:lvl1pPr>
          </a:lstStyle>
          <a:p>
            <a:fld id="{36842652-CBF3-40A7-8FE7-9A3810BFF4A2}" type="slidenum">
              <a:rPr lang="en-US" smtClean="0"/>
              <a:t>‹#›</a:t>
            </a:fld>
            <a:endParaRPr lang="en-US"/>
          </a:p>
        </p:txBody>
      </p:sp>
    </p:spTree>
    <p:extLst>
      <p:ext uri="{BB962C8B-B14F-4D97-AF65-F5344CB8AC3E}">
        <p14:creationId xmlns:p14="http://schemas.microsoft.com/office/powerpoint/2010/main" val="1294059016"/>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11699" cy="461804"/>
          </a:xfrm>
          <a:prstGeom prst="rect">
            <a:avLst/>
          </a:prstGeom>
        </p:spPr>
        <p:txBody>
          <a:bodyPr vert="horz" lIns="92492" tIns="46246" rIns="92492" bIns="46246" rtlCol="0"/>
          <a:lstStyle>
            <a:lvl1pPr algn="l">
              <a:defRPr sz="1200"/>
            </a:lvl1pPr>
          </a:lstStyle>
          <a:p>
            <a:endParaRPr lang="en-US"/>
          </a:p>
        </p:txBody>
      </p:sp>
      <p:sp>
        <p:nvSpPr>
          <p:cNvPr id="3" name="Date Placeholder 2"/>
          <p:cNvSpPr>
            <a:spLocks noGrp="1"/>
          </p:cNvSpPr>
          <p:nvPr>
            <p:ph type="dt" idx="1"/>
          </p:nvPr>
        </p:nvSpPr>
        <p:spPr>
          <a:xfrm>
            <a:off x="3936768" y="0"/>
            <a:ext cx="3011699" cy="461804"/>
          </a:xfrm>
          <a:prstGeom prst="rect">
            <a:avLst/>
          </a:prstGeom>
        </p:spPr>
        <p:txBody>
          <a:bodyPr vert="horz" lIns="92492" tIns="46246" rIns="92492" bIns="46246" rtlCol="0"/>
          <a:lstStyle>
            <a:lvl1pPr algn="r">
              <a:defRPr sz="1200"/>
            </a:lvl1pPr>
          </a:lstStyle>
          <a:p>
            <a:fld id="{0C5DCA7A-C3FD-4606-A3AD-864BD96433D4}" type="datetimeFigureOut">
              <a:rPr lang="en-US" smtClean="0"/>
              <a:pPr/>
              <a:t>10/21/2025</a:t>
            </a:fld>
            <a:endParaRPr lang="en-US"/>
          </a:p>
        </p:txBody>
      </p:sp>
      <p:sp>
        <p:nvSpPr>
          <p:cNvPr id="4" name="Slide Image Placeholder 3"/>
          <p:cNvSpPr>
            <a:spLocks noGrp="1" noRot="1" noChangeAspect="1"/>
          </p:cNvSpPr>
          <p:nvPr>
            <p:ph type="sldImg" idx="2"/>
          </p:nvPr>
        </p:nvSpPr>
        <p:spPr>
          <a:xfrm>
            <a:off x="1165225" y="692150"/>
            <a:ext cx="4619625" cy="3463925"/>
          </a:xfrm>
          <a:prstGeom prst="rect">
            <a:avLst/>
          </a:prstGeom>
          <a:noFill/>
          <a:ln w="12700">
            <a:solidFill>
              <a:prstClr val="black"/>
            </a:solidFill>
          </a:ln>
        </p:spPr>
        <p:txBody>
          <a:bodyPr vert="horz" lIns="92492" tIns="46246" rIns="92492" bIns="46246" rtlCol="0" anchor="ctr"/>
          <a:lstStyle/>
          <a:p>
            <a:endParaRPr lang="en-US"/>
          </a:p>
        </p:txBody>
      </p:sp>
      <p:sp>
        <p:nvSpPr>
          <p:cNvPr id="5" name="Notes Placeholder 4"/>
          <p:cNvSpPr>
            <a:spLocks noGrp="1"/>
          </p:cNvSpPr>
          <p:nvPr>
            <p:ph type="body" sz="quarter" idx="3"/>
          </p:nvPr>
        </p:nvSpPr>
        <p:spPr>
          <a:xfrm>
            <a:off x="695008" y="4387136"/>
            <a:ext cx="5560060" cy="4156234"/>
          </a:xfrm>
          <a:prstGeom prst="rect">
            <a:avLst/>
          </a:prstGeom>
        </p:spPr>
        <p:txBody>
          <a:bodyPr vert="horz" lIns="92492" tIns="46246" rIns="92492" bIns="46246"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772668"/>
            <a:ext cx="3011699" cy="461804"/>
          </a:xfrm>
          <a:prstGeom prst="rect">
            <a:avLst/>
          </a:prstGeom>
        </p:spPr>
        <p:txBody>
          <a:bodyPr vert="horz" lIns="92492" tIns="46246" rIns="92492" bIns="46246" rtlCol="0" anchor="b"/>
          <a:lstStyle>
            <a:lvl1pPr algn="l">
              <a:defRPr sz="1200"/>
            </a:lvl1pPr>
          </a:lstStyle>
          <a:p>
            <a:endParaRPr lang="en-US"/>
          </a:p>
        </p:txBody>
      </p:sp>
      <p:sp>
        <p:nvSpPr>
          <p:cNvPr id="7" name="Slide Number Placeholder 6"/>
          <p:cNvSpPr>
            <a:spLocks noGrp="1"/>
          </p:cNvSpPr>
          <p:nvPr>
            <p:ph type="sldNum" sz="quarter" idx="5"/>
          </p:nvPr>
        </p:nvSpPr>
        <p:spPr>
          <a:xfrm>
            <a:off x="3936768" y="8772668"/>
            <a:ext cx="3011699" cy="461804"/>
          </a:xfrm>
          <a:prstGeom prst="rect">
            <a:avLst/>
          </a:prstGeom>
        </p:spPr>
        <p:txBody>
          <a:bodyPr vert="horz" lIns="92492" tIns="46246" rIns="92492" bIns="46246" rtlCol="0" anchor="b"/>
          <a:lstStyle>
            <a:lvl1pPr algn="r">
              <a:defRPr sz="1200"/>
            </a:lvl1pPr>
          </a:lstStyle>
          <a:p>
            <a:fld id="{D46F4F04-2BB1-473A-9274-1B455085D21A}" type="slidenum">
              <a:rPr lang="en-US" smtClean="0"/>
              <a:pPr/>
              <a:t>‹#›</a:t>
            </a:fld>
            <a:endParaRPr lang="en-US"/>
          </a:p>
        </p:txBody>
      </p:sp>
    </p:spTree>
    <p:extLst>
      <p:ext uri="{BB962C8B-B14F-4D97-AF65-F5344CB8AC3E}">
        <p14:creationId xmlns:p14="http://schemas.microsoft.com/office/powerpoint/2010/main" val="241861645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8" Type="http://schemas.openxmlformats.org/officeDocument/2006/relationships/hyperlink" Target="https://stackoverflow.com/questions/70008529/i-cannot-understand-how-the-arm-stack-operations-work" TargetMode="External"/><Relationship Id="rId13" Type="http://schemas.openxmlformats.org/officeDocument/2006/relationships/hyperlink" Target="https://www.embeddedrelated.com/showthread/comp.arch.embedded/200819-1.php" TargetMode="External"/><Relationship Id="rId18" Type="http://schemas.openxmlformats.org/officeDocument/2006/relationships/hyperlink" Target="http://www-mdp.eng.cam.ac.uk/web/library/enginfo/mdp_micro/lecture5/lecture5-4-2.html" TargetMode="External"/><Relationship Id="rId3" Type="http://schemas.openxmlformats.org/officeDocument/2006/relationships/hyperlink" Target="https://duetorun.com/blog/20230614/arm-stack-modes/" TargetMode="External"/><Relationship Id="rId21" Type="http://schemas.openxmlformats.org/officeDocument/2006/relationships/hyperlink" Target="http://homepage.cs.uiowa.edu/~jones/compiler/notes/27.shtml" TargetMode="External"/><Relationship Id="rId7" Type="http://schemas.openxmlformats.org/officeDocument/2006/relationships/hyperlink" Target="https://developer.arm.com/documentation/dui0801/a/Cacbgchh" TargetMode="External"/><Relationship Id="rId12" Type="http://schemas.openxmlformats.org/officeDocument/2006/relationships/hyperlink" Target="https://developer.arm.com/documentation/dui0489/e/arm-and-thumb-instructions/memory-access-instructions/push-and-pop" TargetMode="External"/><Relationship Id="rId17" Type="http://schemas.openxmlformats.org/officeDocument/2006/relationships/hyperlink" Target="https://azeria-labs.com/functions-and-the-stack-part-7/" TargetMode="External"/><Relationship Id="rId2" Type="http://schemas.openxmlformats.org/officeDocument/2006/relationships/slide" Target="../slides/slide2.xml"/><Relationship Id="rId16" Type="http://schemas.openxmlformats.org/officeDocument/2006/relationships/hyperlink" Target="https://stackoverflow.com/questions/57031401/why-push-first-decreases-the-stack-pointer" TargetMode="External"/><Relationship Id="rId20" Type="http://schemas.openxmlformats.org/officeDocument/2006/relationships/hyperlink" Target="https://users.ece.utexas.edu/~valvano/mspm0/Arm_Architecture_v6m_Reference_Manual.pdf" TargetMode="External"/><Relationship Id="rId1" Type="http://schemas.openxmlformats.org/officeDocument/2006/relationships/notesMaster" Target="../notesMasters/notesMaster1.xml"/><Relationship Id="rId6" Type="http://schemas.openxmlformats.org/officeDocument/2006/relationships/hyperlink" Target="https://developer.arm.com/documentation/107656/latest/Registers/Registers-in-the-register-bank/R13--Stack-Pointer--SP-/Stack-memory" TargetMode="External"/><Relationship Id="rId11" Type="http://schemas.openxmlformats.org/officeDocument/2006/relationships/hyperlink" Target="https://shankarrajagopal.github.io/theory/Module_5_good_one.pdf" TargetMode="External"/><Relationship Id="rId5" Type="http://schemas.openxmlformats.org/officeDocument/2006/relationships/hyperlink" Target="https://developer.arm.com/documentation/dui0231/latest/thumb-instruction-reference/thumb-memory-access-instructions/push-and-pop" TargetMode="External"/><Relationship Id="rId15" Type="http://schemas.openxmlformats.org/officeDocument/2006/relationships/hyperlink" Target="https://bob.cs.sonoma.edu/testing/sec-stack.html" TargetMode="External"/><Relationship Id="rId10" Type="http://schemas.openxmlformats.org/officeDocument/2006/relationships/hyperlink" Target="https://stackoverflow.com/questions/47109767/push-and-pop-order-in-arm/47109995" TargetMode="External"/><Relationship Id="rId19" Type="http://schemas.openxmlformats.org/officeDocument/2006/relationships/hyperlink" Target="https://web.eecs.umich.edu/~prabal/teaching/eecs373-f10/readings/ARMv7-M_ARM.pdf" TargetMode="External"/><Relationship Id="rId4" Type="http://schemas.openxmlformats.org/officeDocument/2006/relationships/hyperlink" Target="https://documentation-service.arm.com/static/65798111b52744113be5cda1?token=" TargetMode="External"/><Relationship Id="rId9" Type="http://schemas.openxmlformats.org/officeDocument/2006/relationships/hyperlink" Target="https://www.scs.stanford.edu/~zyedidia/docs/arm/extras/annot/subroutines.hohl-arm-asm.pdf" TargetMode="External"/><Relationship Id="rId14" Type="http://schemas.openxmlformats.org/officeDocument/2006/relationships/hyperlink" Target="http://www.cs.emory.edu/~cheung/Courses/255/Syllabus/7-ARM/SLIDES/s53.html" TargetMode="Externa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Yes. For a standard full-descending ARM/Thumb-2 stack, SP is decremented before each store during PUSH (pre-decrement), and incremented after each load during POP (post-increment); slides should reflect SP moving down before writing and up after reading.</a:t>
            </a:r>
            <a:r>
              <a:rPr lang="en-US" dirty="0">
                <a:hlinkClick r:id="rId3"/>
              </a:rPr>
              <a:t>duetorun+1</a:t>
            </a:r>
            <a:endParaRPr lang="en-US" dirty="0"/>
          </a:p>
          <a:p>
            <a:r>
              <a:rPr lang="en-US" b="1" dirty="0"/>
              <a:t>Correct rule to apply</a:t>
            </a:r>
          </a:p>
          <a:p>
            <a:r>
              <a:rPr lang="en-US" dirty="0"/>
              <a:t>PUSH: STMDB/STMFD </a:t>
            </a:r>
            <a:r>
              <a:rPr lang="en-US" dirty="0" err="1"/>
              <a:t>sp</a:t>
            </a:r>
            <a:r>
              <a:rPr lang="en-US" dirty="0"/>
              <a:t>!, {...} semantics — SP moves down first, then values are stored starting at the new SP; lowest-numbered register goes to the lowest address.</a:t>
            </a:r>
            <a:r>
              <a:rPr lang="en-US" dirty="0">
                <a:effectLst/>
                <a:hlinkClick r:id="rId4"/>
              </a:rPr>
              <a:t>documentation-service.arm</a:t>
            </a:r>
            <a:r>
              <a:rPr lang="en-US" dirty="0">
                <a:hlinkClick r:id="rId4"/>
              </a:rPr>
              <a:t>+1</a:t>
            </a:r>
            <a:endParaRPr lang="en-US" dirty="0"/>
          </a:p>
          <a:p>
            <a:r>
              <a:rPr lang="en-US" dirty="0"/>
              <a:t>POP: LDMIA/LDMFD </a:t>
            </a:r>
            <a:r>
              <a:rPr lang="en-US" dirty="0" err="1"/>
              <a:t>sp</a:t>
            </a:r>
            <a:r>
              <a:rPr lang="en-US" dirty="0"/>
              <a:t>!, {...} semantics — values are read starting at SP, then SP moves up after the block; lowest-numbered register is loaded from the lowest address.</a:t>
            </a:r>
            <a:r>
              <a:rPr lang="en-US" dirty="0">
                <a:hlinkClick r:id="rId5"/>
              </a:rPr>
              <a:t>developer.arm+1</a:t>
            </a:r>
            <a:endParaRPr lang="en-US" dirty="0"/>
          </a:p>
          <a:p>
            <a:r>
              <a:rPr lang="en-US" dirty="0">
                <a:hlinkClick r:id="rId3"/>
              </a:rPr>
              <a:t>https://duetorun.com/blog/20230614/arm-stack-modes/</a:t>
            </a:r>
            <a:endParaRPr lang="en-US" dirty="0"/>
          </a:p>
          <a:p>
            <a:r>
              <a:rPr lang="en-US" dirty="0">
                <a:hlinkClick r:id="rId6"/>
              </a:rPr>
              <a:t>https://developer.arm.com/documentation/107656/latest/Registers/Registers-in-the-register-bank/R13--Stack-Pointer--SP-/Stack-memory</a:t>
            </a:r>
            <a:endParaRPr lang="en-US" dirty="0"/>
          </a:p>
          <a:p>
            <a:r>
              <a:rPr lang="en-US" dirty="0">
                <a:hlinkClick r:id="rId4"/>
              </a:rPr>
              <a:t>https://documentation-service.arm.com/static/65798111b52744113be5cda1?token=</a:t>
            </a:r>
            <a:endParaRPr lang="en-US" dirty="0"/>
          </a:p>
          <a:p>
            <a:r>
              <a:rPr lang="en-US" dirty="0">
                <a:hlinkClick r:id="rId5"/>
              </a:rPr>
              <a:t>https://developer.arm.com/documentation/dui0231/latest/thumb-instruction-reference/thumb-memory-access-instructions/push-and-pop</a:t>
            </a:r>
            <a:endParaRPr lang="en-US" dirty="0"/>
          </a:p>
          <a:p>
            <a:r>
              <a:rPr lang="en-US" dirty="0">
                <a:hlinkClick r:id="rId7"/>
              </a:rPr>
              <a:t>https://developer.arm.com/documentation/dui0801/a/Cacbgchh</a:t>
            </a:r>
            <a:endParaRPr lang="en-US" dirty="0"/>
          </a:p>
          <a:p>
            <a:r>
              <a:rPr lang="en-US" dirty="0">
                <a:hlinkClick r:id="rId8"/>
              </a:rPr>
              <a:t>https://stackoverflow.com/questions/70008529/i-cannot-understand-how-the-arm-stack-operations-work</a:t>
            </a:r>
            <a:endParaRPr lang="en-US" dirty="0"/>
          </a:p>
          <a:p>
            <a:r>
              <a:rPr lang="en-US" dirty="0">
                <a:hlinkClick r:id="rId9"/>
              </a:rPr>
              <a:t>https://www.scs.stanford.edu/~zyedidia/docs/arm/extras/annot/subroutines.hohl-arm-asm.pdf</a:t>
            </a:r>
            <a:endParaRPr lang="en-US" dirty="0"/>
          </a:p>
          <a:p>
            <a:r>
              <a:rPr lang="en-US" dirty="0">
                <a:hlinkClick r:id="rId10"/>
              </a:rPr>
              <a:t>https://stackoverflow.com/questions/47109767/push-and-pop-order-in-arm/47109995</a:t>
            </a:r>
            <a:endParaRPr lang="en-US" dirty="0"/>
          </a:p>
          <a:p>
            <a:r>
              <a:rPr lang="en-US" dirty="0">
                <a:hlinkClick r:id="rId11"/>
              </a:rPr>
              <a:t>https://shankarrajagopal.github.io/theory/Module_5_good_one.pdf</a:t>
            </a:r>
            <a:endParaRPr lang="en-US" dirty="0"/>
          </a:p>
          <a:p>
            <a:r>
              <a:rPr lang="en-US" dirty="0">
                <a:hlinkClick r:id="rId12"/>
              </a:rPr>
              <a:t>https://developer.arm.com/documentation/dui0489/e/arm-and-thumb-instructions/memory-access-instructions/push-and-pop</a:t>
            </a:r>
            <a:endParaRPr lang="en-US" dirty="0"/>
          </a:p>
          <a:p>
            <a:r>
              <a:rPr lang="en-US" dirty="0">
                <a:hlinkClick r:id="rId13"/>
              </a:rPr>
              <a:t>https://www.embeddedrelated.com/showthread/comp.arch.embedded/200819-1.php</a:t>
            </a:r>
            <a:endParaRPr lang="en-US" dirty="0"/>
          </a:p>
          <a:p>
            <a:r>
              <a:rPr lang="en-US" dirty="0">
                <a:hlinkClick r:id="rId14"/>
              </a:rPr>
              <a:t>http://www.cs.emory.edu/~cheung/Courses/255/Syllabus/7-ARM/SLIDES/s53.html</a:t>
            </a:r>
            <a:endParaRPr lang="en-US" dirty="0"/>
          </a:p>
          <a:p>
            <a:r>
              <a:rPr lang="en-US" dirty="0">
                <a:hlinkClick r:id="rId15"/>
              </a:rPr>
              <a:t>https://bob.cs.sonoma.edu/testing/sec-stack.html</a:t>
            </a:r>
            <a:endParaRPr lang="en-US" dirty="0"/>
          </a:p>
          <a:p>
            <a:r>
              <a:rPr lang="en-US" dirty="0">
                <a:hlinkClick r:id="rId16"/>
              </a:rPr>
              <a:t>https://stackoverflow.com/questions/57031401/why-push-first-decreases-the-stack-pointer</a:t>
            </a:r>
            <a:endParaRPr lang="en-US" dirty="0"/>
          </a:p>
          <a:p>
            <a:r>
              <a:rPr lang="en-US" dirty="0">
                <a:hlinkClick r:id="rId17"/>
              </a:rPr>
              <a:t>https://azeria-labs.com/functions-and-the-stack-part-7/</a:t>
            </a:r>
            <a:endParaRPr lang="en-US" dirty="0"/>
          </a:p>
          <a:p>
            <a:r>
              <a:rPr lang="en-US" dirty="0">
                <a:hlinkClick r:id="rId18"/>
              </a:rPr>
              <a:t>http://www-mdp.eng.cam.ac.uk/web/library/enginfo/mdp_micro/lecture5/lecture5-4-2.html</a:t>
            </a:r>
            <a:endParaRPr lang="en-US" dirty="0"/>
          </a:p>
          <a:p>
            <a:r>
              <a:rPr lang="en-US" dirty="0">
                <a:hlinkClick r:id="rId19"/>
              </a:rPr>
              <a:t>https://web.eecs.umich.edu/~prabal/teaching/eecs373-f10/readings/ARMv7-M_ARM.pdf</a:t>
            </a:r>
            <a:endParaRPr lang="en-US" dirty="0"/>
          </a:p>
          <a:p>
            <a:r>
              <a:rPr lang="en-US" dirty="0">
                <a:hlinkClick r:id="rId20"/>
              </a:rPr>
              <a:t>https://users.ece.utexas.edu/~valvano/mspm0/Arm_Architecture_v6m_Reference_Manual.pdf</a:t>
            </a:r>
            <a:endParaRPr lang="en-US" dirty="0"/>
          </a:p>
          <a:p>
            <a:r>
              <a:rPr lang="en-US" dirty="0">
                <a:hlinkClick r:id="rId21"/>
              </a:rPr>
              <a:t>http://homepage.cs.uiowa.edu/~jones/compiler/notes/27.shtml</a:t>
            </a:r>
            <a:endParaRPr lang="en-US" dirty="0"/>
          </a:p>
          <a:p>
            <a:endParaRPr lang="en-US" dirty="0"/>
          </a:p>
        </p:txBody>
      </p:sp>
      <p:sp>
        <p:nvSpPr>
          <p:cNvPr id="4" name="Slide Number Placeholder 3"/>
          <p:cNvSpPr>
            <a:spLocks noGrp="1"/>
          </p:cNvSpPr>
          <p:nvPr>
            <p:ph type="sldNum" sz="quarter" idx="5"/>
          </p:nvPr>
        </p:nvSpPr>
        <p:spPr/>
        <p:txBody>
          <a:bodyPr/>
          <a:lstStyle/>
          <a:p>
            <a:fld id="{61B2AF1D-1787-4F45-8D94-E7435950448C}" type="slidenum">
              <a:rPr lang="en-US" smtClean="0"/>
              <a:pPr/>
              <a:t>2</a:t>
            </a:fld>
            <a:endParaRPr lang="en-US"/>
          </a:p>
        </p:txBody>
      </p:sp>
    </p:spTree>
    <p:extLst>
      <p:ext uri="{BB962C8B-B14F-4D97-AF65-F5344CB8AC3E}">
        <p14:creationId xmlns:p14="http://schemas.microsoft.com/office/powerpoint/2010/main" val="110455804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058" name="Rectangle 2"/>
          <p:cNvSpPr>
            <a:spLocks noGrp="1" noChangeArrowheads="1"/>
          </p:cNvSpPr>
          <p:nvPr>
            <p:ph type="body" idx="1"/>
          </p:nvPr>
        </p:nvSpPr>
        <p:spPr>
          <a:xfrm>
            <a:off x="924810" y="4404346"/>
            <a:ext cx="5100458" cy="4170576"/>
          </a:xfrm>
          <a:solidFill>
            <a:srgbClr val="FFFFFF"/>
          </a:solidFill>
          <a:ln>
            <a:solidFill>
              <a:srgbClr val="000000"/>
            </a:solidFill>
          </a:ln>
        </p:spPr>
        <p:txBody>
          <a:bodyPr lIns="95780" tIns="47890" rIns="95780" bIns="47890"/>
          <a:lstStyle/>
          <a:p>
            <a:pPr marL="0" lvl="2" defTabSz="924879">
              <a:defRPr/>
            </a:pPr>
            <a:r>
              <a:rPr lang="en-US" dirty="0"/>
              <a:t>Condition codes are simply a way of testing the ALU status flags. </a:t>
            </a:r>
          </a:p>
          <a:p>
            <a:pPr marL="0" lvl="2" defTabSz="924879">
              <a:defRPr/>
            </a:pPr>
            <a:r>
              <a:rPr lang="en-US" dirty="0"/>
              <a:t>Note AL is the default and does not need to be specified </a:t>
            </a:r>
            <a:endParaRPr lang="en-GB" dirty="0"/>
          </a:p>
          <a:p>
            <a:endParaRPr lang="en-US" dirty="0"/>
          </a:p>
        </p:txBody>
      </p:sp>
      <p:sp>
        <p:nvSpPr>
          <p:cNvPr id="45059" name="Rectangle 3"/>
          <p:cNvSpPr>
            <a:spLocks noGrp="1" noRot="1" noChangeAspect="1" noChangeArrowheads="1" noTextEdit="1"/>
          </p:cNvSpPr>
          <p:nvPr>
            <p:ph type="sldImg"/>
          </p:nvPr>
        </p:nvSpPr>
        <p:spPr>
          <a:xfrm>
            <a:off x="1279525" y="863600"/>
            <a:ext cx="4403725" cy="3303588"/>
          </a:xfrm>
          <a:ln/>
        </p:spPr>
      </p:sp>
    </p:spTree>
    <p:extLst>
      <p:ext uri="{BB962C8B-B14F-4D97-AF65-F5344CB8AC3E}">
        <p14:creationId xmlns:p14="http://schemas.microsoft.com/office/powerpoint/2010/main" val="54287708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 int mystery2(int c)</a:t>
            </a:r>
          </a:p>
          <a:p>
            <a:r>
              <a:rPr lang="en-US" dirty="0"/>
              <a:t>    @ r0: c  -&gt; returns r0</a:t>
            </a:r>
          </a:p>
          <a:p>
            <a:endParaRPr lang="en-US" dirty="0"/>
          </a:p>
          <a:p>
            <a:r>
              <a:rPr lang="en-US" dirty="0"/>
              <a:t>    .text</a:t>
            </a:r>
          </a:p>
          <a:p>
            <a:r>
              <a:rPr lang="en-US" dirty="0"/>
              <a:t>    .align 2</a:t>
            </a:r>
          </a:p>
          <a:p>
            <a:r>
              <a:rPr lang="en-US" dirty="0"/>
              <a:t>    .global mystery2</a:t>
            </a:r>
          </a:p>
          <a:p>
            <a:r>
              <a:rPr lang="en-US" dirty="0"/>
              <a:t>mystery2:</a:t>
            </a:r>
          </a:p>
          <a:p>
            <a:r>
              <a:rPr lang="en-US" dirty="0"/>
              <a:t>    </a:t>
            </a:r>
            <a:r>
              <a:rPr lang="en-US" dirty="0" err="1"/>
              <a:t>cmp</a:t>
            </a:r>
            <a:r>
              <a:rPr lang="en-US" dirty="0"/>
              <a:t>     r0, #'A'                @ c ? 'A'</a:t>
            </a:r>
          </a:p>
          <a:p>
            <a:r>
              <a:rPr lang="en-US" dirty="0"/>
              <a:t>    </a:t>
            </a:r>
            <a:r>
              <a:rPr lang="en-US" dirty="0" err="1"/>
              <a:t>blt</a:t>
            </a:r>
            <a:r>
              <a:rPr lang="en-US" dirty="0"/>
              <a:t>     1f                      @ if c &lt; 'A' -&gt; skip add</a:t>
            </a:r>
          </a:p>
          <a:p>
            <a:r>
              <a:rPr lang="en-US" dirty="0"/>
              <a:t>    </a:t>
            </a:r>
            <a:r>
              <a:rPr lang="en-US" dirty="0" err="1"/>
              <a:t>cmp</a:t>
            </a:r>
            <a:r>
              <a:rPr lang="en-US" dirty="0"/>
              <a:t>     r0, #'Z'                @ c ? 'Z'</a:t>
            </a:r>
          </a:p>
          <a:p>
            <a:r>
              <a:rPr lang="en-US" dirty="0"/>
              <a:t>    </a:t>
            </a:r>
            <a:r>
              <a:rPr lang="en-US" dirty="0" err="1"/>
              <a:t>bgt</a:t>
            </a:r>
            <a:r>
              <a:rPr lang="en-US" dirty="0"/>
              <a:t>     1f                      @ if c &gt; 'Z' -&gt; skip add</a:t>
            </a:r>
          </a:p>
          <a:p>
            <a:r>
              <a:rPr lang="en-US" dirty="0"/>
              <a:t>    add     r0, r0, #('a' - 'A')    @ c += 32 (ASCII delta)</a:t>
            </a:r>
          </a:p>
          <a:p>
            <a:r>
              <a:rPr lang="en-US" dirty="0"/>
              <a:t>1:</a:t>
            </a:r>
          </a:p>
          <a:p>
            <a:r>
              <a:rPr lang="en-US" dirty="0"/>
              <a:t>    bx      </a:t>
            </a:r>
            <a:r>
              <a:rPr lang="en-US" dirty="0" err="1"/>
              <a:t>lr</a:t>
            </a:r>
            <a:r>
              <a:rPr lang="en-US" dirty="0"/>
              <a:t>                      @ return c (possibly adjusted)</a:t>
            </a:r>
          </a:p>
        </p:txBody>
      </p:sp>
      <p:sp>
        <p:nvSpPr>
          <p:cNvPr id="4" name="Slide Number Placeholder 3"/>
          <p:cNvSpPr>
            <a:spLocks noGrp="1"/>
          </p:cNvSpPr>
          <p:nvPr>
            <p:ph type="sldNum" sz="quarter" idx="5"/>
          </p:nvPr>
        </p:nvSpPr>
        <p:spPr/>
        <p:txBody>
          <a:bodyPr/>
          <a:lstStyle/>
          <a:p>
            <a:fld id="{D46F4F04-2BB1-473A-9274-1B455085D21A}" type="slidenum">
              <a:rPr lang="en-US" smtClean="0"/>
              <a:pPr/>
              <a:t>21</a:t>
            </a:fld>
            <a:endParaRPr lang="en-US"/>
          </a:p>
        </p:txBody>
      </p:sp>
    </p:spTree>
    <p:extLst>
      <p:ext uri="{BB962C8B-B14F-4D97-AF65-F5344CB8AC3E}">
        <p14:creationId xmlns:p14="http://schemas.microsoft.com/office/powerpoint/2010/main" val="38883064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150F2D-B710-7C2B-F932-9CA73BD177B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E32C7E1-AE8A-FAD0-696A-6424492F1A9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3F8D7F5-51E1-6057-8428-AB4BEC5BD9BA}"/>
              </a:ext>
            </a:extLst>
          </p:cNvPr>
          <p:cNvSpPr>
            <a:spLocks noGrp="1"/>
          </p:cNvSpPr>
          <p:nvPr>
            <p:ph type="body" idx="1"/>
          </p:nvPr>
        </p:nvSpPr>
        <p:spPr/>
        <p:txBody>
          <a:bodyPr/>
          <a:lstStyle/>
          <a:p>
            <a:r>
              <a:rPr lang="en-US" dirty="0"/>
              <a:t> @ int mystery2(int c)</a:t>
            </a:r>
          </a:p>
          <a:p>
            <a:r>
              <a:rPr lang="en-US" dirty="0"/>
              <a:t>    @ r0: c  -&gt; returns r0</a:t>
            </a:r>
          </a:p>
          <a:p>
            <a:endParaRPr lang="en-US" dirty="0"/>
          </a:p>
          <a:p>
            <a:r>
              <a:rPr lang="en-US" dirty="0"/>
              <a:t>    .text</a:t>
            </a:r>
          </a:p>
          <a:p>
            <a:r>
              <a:rPr lang="en-US" dirty="0"/>
              <a:t>    .align 2</a:t>
            </a:r>
          </a:p>
          <a:p>
            <a:r>
              <a:rPr lang="en-US" dirty="0"/>
              <a:t>    .global mystery2</a:t>
            </a:r>
          </a:p>
          <a:p>
            <a:r>
              <a:rPr lang="en-US" dirty="0"/>
              <a:t>mystery2:</a:t>
            </a:r>
          </a:p>
          <a:p>
            <a:r>
              <a:rPr lang="en-US" dirty="0"/>
              <a:t>    </a:t>
            </a:r>
            <a:r>
              <a:rPr lang="en-US" dirty="0" err="1"/>
              <a:t>cmp</a:t>
            </a:r>
            <a:r>
              <a:rPr lang="en-US" dirty="0"/>
              <a:t>     r0, #'A'                @ c ? 'A'</a:t>
            </a:r>
          </a:p>
          <a:p>
            <a:r>
              <a:rPr lang="en-US" dirty="0"/>
              <a:t>    </a:t>
            </a:r>
            <a:r>
              <a:rPr lang="en-US" dirty="0" err="1"/>
              <a:t>blt</a:t>
            </a:r>
            <a:r>
              <a:rPr lang="en-US" dirty="0"/>
              <a:t>     1f                      @ if c &lt; 'A' -&gt; skip add</a:t>
            </a:r>
          </a:p>
          <a:p>
            <a:r>
              <a:rPr lang="en-US" dirty="0"/>
              <a:t>    </a:t>
            </a:r>
            <a:r>
              <a:rPr lang="en-US" dirty="0" err="1"/>
              <a:t>cmp</a:t>
            </a:r>
            <a:r>
              <a:rPr lang="en-US" dirty="0"/>
              <a:t>     r0, #'Z'                @ c ? 'Z'</a:t>
            </a:r>
          </a:p>
          <a:p>
            <a:r>
              <a:rPr lang="en-US" dirty="0"/>
              <a:t>    </a:t>
            </a:r>
            <a:r>
              <a:rPr lang="en-US" dirty="0" err="1"/>
              <a:t>bgt</a:t>
            </a:r>
            <a:r>
              <a:rPr lang="en-US" dirty="0"/>
              <a:t>     1f                      @ if c &gt; 'Z' -&gt; skip add</a:t>
            </a:r>
          </a:p>
          <a:p>
            <a:r>
              <a:rPr lang="en-US" dirty="0"/>
              <a:t>    add     r0, r0, #('a' - 'A')    @ c += 32 (ASCII delta)</a:t>
            </a:r>
          </a:p>
          <a:p>
            <a:r>
              <a:rPr lang="en-US" dirty="0"/>
              <a:t>1:</a:t>
            </a:r>
          </a:p>
          <a:p>
            <a:r>
              <a:rPr lang="en-US" dirty="0"/>
              <a:t>    bx      </a:t>
            </a:r>
            <a:r>
              <a:rPr lang="en-US" dirty="0" err="1"/>
              <a:t>lr</a:t>
            </a:r>
            <a:r>
              <a:rPr lang="en-US" dirty="0"/>
              <a:t>                      @ return c (possibly adjusted)</a:t>
            </a:r>
          </a:p>
        </p:txBody>
      </p:sp>
      <p:sp>
        <p:nvSpPr>
          <p:cNvPr id="4" name="Slide Number Placeholder 3">
            <a:extLst>
              <a:ext uri="{FF2B5EF4-FFF2-40B4-BE49-F238E27FC236}">
                <a16:creationId xmlns:a16="http://schemas.microsoft.com/office/drawing/2014/main" id="{AA788E4B-BC69-55C9-4689-173165A5E7DA}"/>
              </a:ext>
            </a:extLst>
          </p:cNvPr>
          <p:cNvSpPr>
            <a:spLocks noGrp="1"/>
          </p:cNvSpPr>
          <p:nvPr>
            <p:ph type="sldNum" sz="quarter" idx="5"/>
          </p:nvPr>
        </p:nvSpPr>
        <p:spPr/>
        <p:txBody>
          <a:bodyPr/>
          <a:lstStyle/>
          <a:p>
            <a:fld id="{D46F4F04-2BB1-473A-9274-1B455085D21A}" type="slidenum">
              <a:rPr lang="en-US" smtClean="0"/>
              <a:pPr/>
              <a:t>22</a:t>
            </a:fld>
            <a:endParaRPr lang="en-US"/>
          </a:p>
        </p:txBody>
      </p:sp>
    </p:spTree>
    <p:extLst>
      <p:ext uri="{BB962C8B-B14F-4D97-AF65-F5344CB8AC3E}">
        <p14:creationId xmlns:p14="http://schemas.microsoft.com/office/powerpoint/2010/main" val="197238079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dirty="0"/>
              <a:t>Straight-line with conditional execution</a:t>
            </a:r>
          </a:p>
          <a:p>
            <a:r>
              <a:rPr lang="en-US" sz="1200" dirty="0"/>
              <a:t>foo:</a:t>
            </a:r>
            <a:br>
              <a:rPr lang="en-US" sz="1200" dirty="0"/>
            </a:br>
            <a:r>
              <a:rPr lang="en-US" sz="1200" dirty="0"/>
              <a:t>    ADD     r2, r0, r1      ; r2 = x + y</a:t>
            </a:r>
            <a:br>
              <a:rPr lang="en-US" sz="1200" dirty="0"/>
            </a:br>
            <a:r>
              <a:rPr lang="en-US" sz="1200" dirty="0"/>
              <a:t>    CMP     r2, #0          ; sets N,Z,V,C for signed compare to 0</a:t>
            </a:r>
            <a:br>
              <a:rPr lang="en-US" sz="1200" dirty="0"/>
            </a:br>
            <a:r>
              <a:rPr lang="en-US" sz="1200" dirty="0"/>
              <a:t>    MOVLT   r0, #0        ; if (</a:t>
            </a:r>
            <a:r>
              <a:rPr lang="en-US" sz="1200" dirty="0" err="1"/>
              <a:t>x+y</a:t>
            </a:r>
            <a:r>
              <a:rPr lang="en-US" sz="1200" dirty="0"/>
              <a:t>) &lt; 0 -&gt; r0 = 0</a:t>
            </a:r>
            <a:br>
              <a:rPr lang="en-US" sz="1200" dirty="0"/>
            </a:br>
            <a:r>
              <a:rPr lang="en-US" sz="1200" dirty="0"/>
              <a:t>    MOVGE   r0, #1       ; else r0 = 1</a:t>
            </a:r>
            <a:br>
              <a:rPr lang="en-US" sz="1200" dirty="0"/>
            </a:br>
            <a:r>
              <a:rPr lang="en-US" sz="1200" dirty="0"/>
              <a:t>    BX      </a:t>
            </a:r>
            <a:r>
              <a:rPr lang="en-US" sz="1200" dirty="0" err="1"/>
              <a:t>lr</a:t>
            </a:r>
            <a:endParaRPr lang="en-US" sz="1200" dirty="0"/>
          </a:p>
          <a:p>
            <a:pPr lvl="0"/>
            <a:endParaRPr lang="en-US" sz="1200" kern="1200" dirty="0">
              <a:solidFill>
                <a:schemeClr val="tx1"/>
              </a:solidFill>
              <a:effectLst/>
              <a:latin typeface="+mn-lt"/>
              <a:ea typeface="+mn-ea"/>
              <a:cs typeface="+mn-cs"/>
            </a:endParaRPr>
          </a:p>
          <a:p>
            <a:r>
              <a:rPr lang="en-US" sz="1200" dirty="0"/>
              <a:t>Conditional branch to label</a:t>
            </a:r>
          </a:p>
          <a:p>
            <a:r>
              <a:rPr lang="en-US" sz="1200" dirty="0"/>
              <a:t>foo:</a:t>
            </a:r>
            <a:br>
              <a:rPr lang="en-US" sz="1200" dirty="0"/>
            </a:br>
            <a:r>
              <a:rPr lang="en-US" sz="1200" dirty="0"/>
              <a:t>    ADD     r2, r0, r1</a:t>
            </a:r>
            <a:br>
              <a:rPr lang="en-US" sz="1200" dirty="0"/>
            </a:br>
            <a:r>
              <a:rPr lang="en-US" sz="1200" dirty="0"/>
              <a:t>    CMP     r2, #0</a:t>
            </a:r>
            <a:br>
              <a:rPr lang="en-US" sz="1200" dirty="0"/>
            </a:br>
            <a:r>
              <a:rPr lang="en-US" sz="1200" dirty="0"/>
              <a:t>    BLT     .</a:t>
            </a:r>
            <a:r>
              <a:rPr lang="en-US" sz="1200" dirty="0" err="1"/>
              <a:t>Lneg</a:t>
            </a:r>
            <a:br>
              <a:rPr lang="en-US" sz="1200" dirty="0"/>
            </a:br>
            <a:r>
              <a:rPr lang="en-US" sz="1200" dirty="0"/>
              <a:t>    MOV     r0, #1</a:t>
            </a:r>
            <a:br>
              <a:rPr lang="en-US" sz="1200" dirty="0"/>
            </a:br>
            <a:r>
              <a:rPr lang="en-US" sz="1200" dirty="0"/>
              <a:t>    BX      </a:t>
            </a:r>
            <a:r>
              <a:rPr lang="en-US" sz="1200" dirty="0" err="1"/>
              <a:t>lr</a:t>
            </a:r>
            <a:br>
              <a:rPr lang="en-US" sz="1200" dirty="0"/>
            </a:br>
            <a:r>
              <a:rPr lang="en-US" sz="1200" dirty="0"/>
              <a:t>.</a:t>
            </a:r>
            <a:r>
              <a:rPr lang="en-US" sz="1200" dirty="0" err="1"/>
              <a:t>Lneg</a:t>
            </a:r>
            <a:r>
              <a:rPr lang="en-US" sz="1200" dirty="0"/>
              <a:t>:</a:t>
            </a:r>
            <a:br>
              <a:rPr lang="en-US" sz="1200" dirty="0"/>
            </a:br>
            <a:r>
              <a:rPr lang="en-US" sz="1200" dirty="0"/>
              <a:t>    MOV     r0, #0</a:t>
            </a:r>
            <a:br>
              <a:rPr lang="en-US" sz="1200" dirty="0"/>
            </a:br>
            <a:r>
              <a:rPr lang="en-US" sz="1200" dirty="0"/>
              <a:t>    BX      </a:t>
            </a:r>
            <a:r>
              <a:rPr lang="en-US" sz="1200" dirty="0" err="1"/>
              <a:t>lr</a:t>
            </a:r>
            <a:endParaRPr lang="pt-BR" sz="1200" dirty="0"/>
          </a:p>
          <a:p>
            <a:pPr lvl="0"/>
            <a:endParaRPr lang="en-US" sz="1200" kern="1200" dirty="0">
              <a:solidFill>
                <a:schemeClr val="tx1"/>
              </a:solidFill>
              <a:effectLst/>
              <a:latin typeface="+mn-lt"/>
              <a:ea typeface="+mn-ea"/>
              <a:cs typeface="+mn-cs"/>
            </a:endParaRPr>
          </a:p>
          <a:p>
            <a:pPr lvl="0"/>
            <a:r>
              <a:rPr lang="en-US" sz="1200" kern="1200" dirty="0">
                <a:solidFill>
                  <a:schemeClr val="tx1"/>
                </a:solidFill>
                <a:effectLst/>
                <a:latin typeface="+mn-lt"/>
                <a:ea typeface="+mn-ea"/>
                <a:cs typeface="+mn-cs"/>
              </a:rPr>
              <a:t>Calling convention: inputs </a:t>
            </a:r>
            <a:r>
              <a:rPr lang="en-US" sz="1200" kern="1200" dirty="0" err="1">
                <a:solidFill>
                  <a:schemeClr val="tx1"/>
                </a:solidFill>
                <a:effectLst/>
                <a:latin typeface="+mn-lt"/>
                <a:ea typeface="+mn-ea"/>
                <a:cs typeface="+mn-cs"/>
              </a:rPr>
              <a:t>x,y</a:t>
            </a:r>
            <a:r>
              <a:rPr lang="en-US" sz="1200" kern="1200" dirty="0">
                <a:solidFill>
                  <a:schemeClr val="tx1"/>
                </a:solidFill>
                <a:effectLst/>
                <a:latin typeface="+mn-lt"/>
                <a:ea typeface="+mn-ea"/>
                <a:cs typeface="+mn-cs"/>
              </a:rPr>
              <a:t> in r0,r1; result in r0; </a:t>
            </a:r>
            <a:r>
              <a:rPr lang="en-US" sz="1200" kern="1200" dirty="0" err="1">
                <a:solidFill>
                  <a:schemeClr val="tx1"/>
                </a:solidFill>
                <a:effectLst/>
                <a:latin typeface="+mn-lt"/>
                <a:ea typeface="+mn-ea"/>
                <a:cs typeface="+mn-cs"/>
              </a:rPr>
              <a:t>lr</a:t>
            </a:r>
            <a:r>
              <a:rPr lang="en-US" sz="1200" kern="1200" dirty="0">
                <a:solidFill>
                  <a:schemeClr val="tx1"/>
                </a:solidFill>
                <a:effectLst/>
                <a:latin typeface="+mn-lt"/>
                <a:ea typeface="+mn-ea"/>
                <a:cs typeface="+mn-cs"/>
              </a:rPr>
              <a:t> holds return address; no callee-saved registers are clobbered.</a:t>
            </a:r>
          </a:p>
          <a:p>
            <a:pPr lvl="0"/>
            <a:r>
              <a:rPr lang="en-US" sz="1200" kern="1200" dirty="0">
                <a:solidFill>
                  <a:schemeClr val="tx1"/>
                </a:solidFill>
                <a:effectLst/>
                <a:latin typeface="+mn-lt"/>
                <a:ea typeface="+mn-ea"/>
                <a:cs typeface="+mn-cs"/>
              </a:rPr>
              <a:t>Choose MI/PL (based on N) or LT/GE (signed) consistently; both are correct when flags come from the sum or a compare to zero.</a:t>
            </a:r>
          </a:p>
          <a:p>
            <a:pPr lvl="0"/>
            <a:r>
              <a:rPr lang="en-US" sz="1200" kern="1200" dirty="0">
                <a:solidFill>
                  <a:schemeClr val="tx1"/>
                </a:solidFill>
                <a:effectLst/>
                <a:latin typeface="+mn-lt"/>
                <a:ea typeface="+mn-ea"/>
                <a:cs typeface="+mn-cs"/>
              </a:rPr>
              <a:t>For Thumb-2, prefer conditional branches or the IT block variant if permitted by assembler; for classic ARM state, full conditional MOVs avoid branches.</a:t>
            </a:r>
          </a:p>
          <a:p>
            <a:endParaRPr lang="en-US" dirty="0"/>
          </a:p>
        </p:txBody>
      </p:sp>
      <p:sp>
        <p:nvSpPr>
          <p:cNvPr id="4" name="Slide Number Placeholder 3"/>
          <p:cNvSpPr>
            <a:spLocks noGrp="1"/>
          </p:cNvSpPr>
          <p:nvPr>
            <p:ph type="sldNum" sz="quarter" idx="5"/>
          </p:nvPr>
        </p:nvSpPr>
        <p:spPr/>
        <p:txBody>
          <a:bodyPr/>
          <a:lstStyle/>
          <a:p>
            <a:fld id="{D46F4F04-2BB1-473A-9274-1B455085D21A}" type="slidenum">
              <a:rPr lang="en-US" smtClean="0"/>
              <a:pPr/>
              <a:t>24</a:t>
            </a:fld>
            <a:endParaRPr lang="en-US"/>
          </a:p>
        </p:txBody>
      </p:sp>
    </p:spTree>
    <p:extLst>
      <p:ext uri="{BB962C8B-B14F-4D97-AF65-F5344CB8AC3E}">
        <p14:creationId xmlns:p14="http://schemas.microsoft.com/office/powerpoint/2010/main" val="29710654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(In the exams, I may provide most of the code and let you fill in the blanks.)</a:t>
            </a:r>
          </a:p>
          <a:p>
            <a:endParaRPr lang="en-US" dirty="0"/>
          </a:p>
        </p:txBody>
      </p:sp>
      <p:sp>
        <p:nvSpPr>
          <p:cNvPr id="4" name="Slide Number Placeholder 3"/>
          <p:cNvSpPr>
            <a:spLocks noGrp="1"/>
          </p:cNvSpPr>
          <p:nvPr>
            <p:ph type="sldNum" sz="quarter" idx="5"/>
          </p:nvPr>
        </p:nvSpPr>
        <p:spPr/>
        <p:txBody>
          <a:bodyPr/>
          <a:lstStyle/>
          <a:p>
            <a:fld id="{D46F4F04-2BB1-473A-9274-1B455085D21A}" type="slidenum">
              <a:rPr lang="en-US" smtClean="0"/>
              <a:pPr/>
              <a:t>25</a:t>
            </a:fld>
            <a:endParaRPr lang="en-US"/>
          </a:p>
        </p:txBody>
      </p:sp>
    </p:spTree>
    <p:extLst>
      <p:ext uri="{BB962C8B-B14F-4D97-AF65-F5344CB8AC3E}">
        <p14:creationId xmlns:p14="http://schemas.microsoft.com/office/powerpoint/2010/main" val="281632920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what the program </a:t>
            </a:r>
            <a:r>
              <a:rPr lang="en-US" i="1" dirty="0"/>
              <a:t>does in practice</a:t>
            </a:r>
            <a:r>
              <a:rPr lang="en-US" dirty="0"/>
              <a:t>:</a:t>
            </a:r>
          </a:p>
          <a:p>
            <a:r>
              <a:rPr lang="en-US" dirty="0"/>
              <a:t>It starts with </a:t>
            </a:r>
            <a:r>
              <a:rPr lang="en-US" sz="1200" kern="1200" dirty="0">
                <a:solidFill>
                  <a:schemeClr val="tx1"/>
                </a:solidFill>
                <a:latin typeface="+mn-lt"/>
                <a:ea typeface="+mn-ea"/>
                <a:cs typeface="+mn-cs"/>
              </a:rPr>
              <a:t>x0 = 1</a:t>
            </a:r>
            <a:r>
              <a:rPr lang="en-US" dirty="0"/>
              <a:t>.</a:t>
            </a:r>
          </a:p>
          <a:p>
            <a:r>
              <a:rPr lang="en-US" dirty="0"/>
              <a:t>It loops, incrementing </a:t>
            </a:r>
            <a:r>
              <a:rPr lang="en-US" sz="1200" kern="1200" dirty="0">
                <a:solidFill>
                  <a:schemeClr val="tx1"/>
                </a:solidFill>
                <a:latin typeface="+mn-lt"/>
                <a:ea typeface="+mn-ea"/>
                <a:cs typeface="+mn-cs"/>
              </a:rPr>
              <a:t>x0</a:t>
            </a:r>
            <a:r>
              <a:rPr lang="en-US" dirty="0"/>
              <a:t> each time.</a:t>
            </a:r>
          </a:p>
          <a:p>
            <a:r>
              <a:rPr lang="en-US" dirty="0"/>
              <a:t>When </a:t>
            </a:r>
            <a:r>
              <a:rPr lang="en-US" sz="1200" kern="1200" dirty="0">
                <a:solidFill>
                  <a:schemeClr val="tx1"/>
                </a:solidFill>
                <a:latin typeface="+mn-lt"/>
                <a:ea typeface="+mn-ea"/>
                <a:cs typeface="+mn-cs"/>
              </a:rPr>
              <a:t>x0</a:t>
            </a:r>
            <a:r>
              <a:rPr lang="en-US" dirty="0"/>
              <a:t> reaches </a:t>
            </a:r>
            <a:r>
              <a:rPr lang="en-US" sz="1200" kern="1200" dirty="0">
                <a:solidFill>
                  <a:schemeClr val="tx1"/>
                </a:solidFill>
                <a:latin typeface="+mn-lt"/>
                <a:ea typeface="+mn-ea"/>
                <a:cs typeface="+mn-cs"/>
              </a:rPr>
              <a:t>5</a:t>
            </a:r>
            <a:r>
              <a:rPr lang="en-US" dirty="0"/>
              <a:t>, it calls </a:t>
            </a:r>
            <a:r>
              <a:rPr lang="en-US" sz="1200" kern="1200" dirty="0">
                <a:solidFill>
                  <a:schemeClr val="tx1"/>
                </a:solidFill>
                <a:latin typeface="+mn-lt"/>
                <a:ea typeface="+mn-ea"/>
                <a:cs typeface="+mn-cs"/>
              </a:rPr>
              <a:t>call</a:t>
            </a:r>
            <a:r>
              <a:rPr lang="en-US" dirty="0"/>
              <a:t>.</a:t>
            </a:r>
          </a:p>
          <a:p>
            <a:r>
              <a:rPr lang="en-US" sz="1200" kern="1200" dirty="0">
                <a:solidFill>
                  <a:schemeClr val="tx1"/>
                </a:solidFill>
                <a:latin typeface="+mn-lt"/>
                <a:ea typeface="+mn-ea"/>
                <a:cs typeface="+mn-cs"/>
              </a:rPr>
              <a:t>call</a:t>
            </a:r>
            <a:r>
              <a:rPr lang="en-US" dirty="0"/>
              <a:t> adds </a:t>
            </a:r>
            <a:r>
              <a:rPr lang="en-US" sz="1200" kern="1200" dirty="0">
                <a:solidFill>
                  <a:schemeClr val="tx1"/>
                </a:solidFill>
                <a:latin typeface="+mn-lt"/>
                <a:ea typeface="+mn-ea"/>
                <a:cs typeface="+mn-cs"/>
              </a:rPr>
              <a:t>255</a:t>
            </a:r>
            <a:r>
              <a:rPr lang="en-US" dirty="0"/>
              <a:t> to </a:t>
            </a:r>
            <a:r>
              <a:rPr lang="en-US" sz="1200" kern="1200" dirty="0">
                <a:solidFill>
                  <a:schemeClr val="tx1"/>
                </a:solidFill>
                <a:latin typeface="+mn-lt"/>
                <a:ea typeface="+mn-ea"/>
                <a:cs typeface="+mn-cs"/>
              </a:rPr>
              <a:t>x7</a:t>
            </a:r>
            <a:r>
              <a:rPr lang="en-US" dirty="0"/>
              <a:t> and resets </a:t>
            </a:r>
            <a:r>
              <a:rPr lang="en-US" sz="1200" kern="1200" dirty="0">
                <a:solidFill>
                  <a:schemeClr val="tx1"/>
                </a:solidFill>
                <a:latin typeface="+mn-lt"/>
                <a:ea typeface="+mn-ea"/>
                <a:cs typeface="+mn-cs"/>
              </a:rPr>
              <a:t>x0</a:t>
            </a:r>
            <a:r>
              <a:rPr lang="en-US" dirty="0"/>
              <a:t> to </a:t>
            </a:r>
            <a:r>
              <a:rPr lang="en-US" sz="1200" kern="1200" dirty="0">
                <a:solidFill>
                  <a:schemeClr val="tx1"/>
                </a:solidFill>
                <a:latin typeface="+mn-lt"/>
                <a:ea typeface="+mn-ea"/>
                <a:cs typeface="+mn-cs"/>
              </a:rPr>
              <a:t>1</a:t>
            </a:r>
            <a:r>
              <a:rPr lang="en-US" dirty="0"/>
              <a:t>.</a:t>
            </a:r>
          </a:p>
          <a:p>
            <a:r>
              <a:rPr lang="en-US" dirty="0"/>
              <a:t>Control returns to </a:t>
            </a:r>
            <a:r>
              <a:rPr lang="en-US" sz="1200" kern="1200" dirty="0">
                <a:solidFill>
                  <a:schemeClr val="tx1"/>
                </a:solidFill>
                <a:latin typeface="+mn-lt"/>
                <a:ea typeface="+mn-ea"/>
                <a:cs typeface="+mn-cs"/>
              </a:rPr>
              <a:t>main</a:t>
            </a:r>
            <a:r>
              <a:rPr lang="en-US" dirty="0"/>
              <a:t>, and the cycle repeats.</a:t>
            </a:r>
          </a:p>
          <a:p>
            <a:r>
              <a:rPr lang="en-US" dirty="0"/>
              <a:t>So the pattern goes like this:</a:t>
            </a:r>
          </a:p>
          <a:p>
            <a:pPr rtl="0"/>
            <a:r>
              <a:rPr lang="en-US" sz="1200" kern="1200" dirty="0">
                <a:solidFill>
                  <a:schemeClr val="tx1"/>
                </a:solidFill>
                <a:latin typeface="+mn-lt"/>
                <a:ea typeface="+mn-ea"/>
                <a:cs typeface="+mn-cs"/>
              </a:rPr>
              <a:t>x0: 1 → 2 → 3 → 4 → 5 → (call resets to 1)</a:t>
            </a:r>
          </a:p>
          <a:p>
            <a:pPr rtl="0"/>
            <a:r>
              <a:rPr lang="en-US" sz="1200" kern="1200" dirty="0">
                <a:solidFill>
                  <a:schemeClr val="tx1"/>
                </a:solidFill>
                <a:latin typeface="+mn-lt"/>
                <a:ea typeface="+mn-ea"/>
                <a:cs typeface="+mn-cs"/>
              </a:rPr>
              <a:t>x7: +255 each time x0 reaches 5</a:t>
            </a:r>
          </a:p>
        </p:txBody>
      </p:sp>
      <p:sp>
        <p:nvSpPr>
          <p:cNvPr id="4" name="Slide Number Placeholder 3"/>
          <p:cNvSpPr>
            <a:spLocks noGrp="1"/>
          </p:cNvSpPr>
          <p:nvPr>
            <p:ph type="sldNum" sz="quarter" idx="5"/>
          </p:nvPr>
        </p:nvSpPr>
        <p:spPr/>
        <p:txBody>
          <a:bodyPr/>
          <a:lstStyle/>
          <a:p>
            <a:fld id="{D46F4F04-2BB1-473A-9274-1B455085D21A}" type="slidenum">
              <a:rPr lang="en-US" smtClean="0"/>
              <a:pPr/>
              <a:t>31</a:t>
            </a:fld>
            <a:endParaRPr lang="en-US"/>
          </a:p>
        </p:txBody>
      </p:sp>
    </p:spTree>
    <p:extLst>
      <p:ext uri="{BB962C8B-B14F-4D97-AF65-F5344CB8AC3E}">
        <p14:creationId xmlns:p14="http://schemas.microsoft.com/office/powerpoint/2010/main" val="26048979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17C537-0F01-0DCA-2284-5B6554C4A3F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FD3AD5C-C850-531A-91F6-BCF6A2A1F1B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5A54735-AC8D-E1A4-D4D6-D561E501E42C}"/>
              </a:ext>
            </a:extLst>
          </p:cNvPr>
          <p:cNvSpPr>
            <a:spLocks noGrp="1"/>
          </p:cNvSpPr>
          <p:nvPr>
            <p:ph type="body" idx="1"/>
          </p:nvPr>
        </p:nvSpPr>
        <p:spPr/>
        <p:txBody>
          <a:bodyPr/>
          <a:lstStyle/>
          <a:p>
            <a:r>
              <a:rPr lang="en-US" dirty="0"/>
              <a:t>Here’s what the program </a:t>
            </a:r>
            <a:r>
              <a:rPr lang="en-US" i="1" dirty="0"/>
              <a:t>does in practice</a:t>
            </a:r>
            <a:r>
              <a:rPr lang="en-US" dirty="0"/>
              <a:t>:</a:t>
            </a:r>
          </a:p>
          <a:p>
            <a:r>
              <a:rPr lang="en-US" dirty="0"/>
              <a:t>It starts with </a:t>
            </a:r>
            <a:r>
              <a:rPr lang="en-US" sz="1200" kern="1200" dirty="0">
                <a:solidFill>
                  <a:schemeClr val="tx1"/>
                </a:solidFill>
                <a:latin typeface="+mn-lt"/>
                <a:ea typeface="+mn-ea"/>
                <a:cs typeface="+mn-cs"/>
              </a:rPr>
              <a:t>x0 = 1</a:t>
            </a:r>
            <a:r>
              <a:rPr lang="en-US" dirty="0"/>
              <a:t>.</a:t>
            </a:r>
          </a:p>
          <a:p>
            <a:r>
              <a:rPr lang="en-US" dirty="0"/>
              <a:t>It loops, incrementing </a:t>
            </a:r>
            <a:r>
              <a:rPr lang="en-US" sz="1200" kern="1200" dirty="0">
                <a:solidFill>
                  <a:schemeClr val="tx1"/>
                </a:solidFill>
                <a:latin typeface="+mn-lt"/>
                <a:ea typeface="+mn-ea"/>
                <a:cs typeface="+mn-cs"/>
              </a:rPr>
              <a:t>x0</a:t>
            </a:r>
            <a:r>
              <a:rPr lang="en-US" dirty="0"/>
              <a:t> each time.</a:t>
            </a:r>
          </a:p>
          <a:p>
            <a:r>
              <a:rPr lang="en-US" dirty="0"/>
              <a:t>When </a:t>
            </a:r>
            <a:r>
              <a:rPr lang="en-US" sz="1200" kern="1200" dirty="0">
                <a:solidFill>
                  <a:schemeClr val="tx1"/>
                </a:solidFill>
                <a:latin typeface="+mn-lt"/>
                <a:ea typeface="+mn-ea"/>
                <a:cs typeface="+mn-cs"/>
              </a:rPr>
              <a:t>x0</a:t>
            </a:r>
            <a:r>
              <a:rPr lang="en-US" dirty="0"/>
              <a:t> reaches </a:t>
            </a:r>
            <a:r>
              <a:rPr lang="en-US" sz="1200" kern="1200" dirty="0">
                <a:solidFill>
                  <a:schemeClr val="tx1"/>
                </a:solidFill>
                <a:latin typeface="+mn-lt"/>
                <a:ea typeface="+mn-ea"/>
                <a:cs typeface="+mn-cs"/>
              </a:rPr>
              <a:t>5</a:t>
            </a:r>
            <a:r>
              <a:rPr lang="en-US" dirty="0"/>
              <a:t>, it calls </a:t>
            </a:r>
            <a:r>
              <a:rPr lang="en-US" sz="1200" kern="1200" dirty="0">
                <a:solidFill>
                  <a:schemeClr val="tx1"/>
                </a:solidFill>
                <a:latin typeface="+mn-lt"/>
                <a:ea typeface="+mn-ea"/>
                <a:cs typeface="+mn-cs"/>
              </a:rPr>
              <a:t>call</a:t>
            </a:r>
            <a:r>
              <a:rPr lang="en-US" dirty="0"/>
              <a:t>.</a:t>
            </a:r>
          </a:p>
          <a:p>
            <a:r>
              <a:rPr lang="en-US" sz="1200" kern="1200" dirty="0">
                <a:solidFill>
                  <a:schemeClr val="tx1"/>
                </a:solidFill>
                <a:latin typeface="+mn-lt"/>
                <a:ea typeface="+mn-ea"/>
                <a:cs typeface="+mn-cs"/>
              </a:rPr>
              <a:t>call</a:t>
            </a:r>
            <a:r>
              <a:rPr lang="en-US" dirty="0"/>
              <a:t> adds </a:t>
            </a:r>
            <a:r>
              <a:rPr lang="en-US" sz="1200" kern="1200" dirty="0">
                <a:solidFill>
                  <a:schemeClr val="tx1"/>
                </a:solidFill>
                <a:latin typeface="+mn-lt"/>
                <a:ea typeface="+mn-ea"/>
                <a:cs typeface="+mn-cs"/>
              </a:rPr>
              <a:t>255</a:t>
            </a:r>
            <a:r>
              <a:rPr lang="en-US" dirty="0"/>
              <a:t> to </a:t>
            </a:r>
            <a:r>
              <a:rPr lang="en-US" sz="1200" kern="1200" dirty="0">
                <a:solidFill>
                  <a:schemeClr val="tx1"/>
                </a:solidFill>
                <a:latin typeface="+mn-lt"/>
                <a:ea typeface="+mn-ea"/>
                <a:cs typeface="+mn-cs"/>
              </a:rPr>
              <a:t>x7</a:t>
            </a:r>
            <a:r>
              <a:rPr lang="en-US" dirty="0"/>
              <a:t> and resets </a:t>
            </a:r>
            <a:r>
              <a:rPr lang="en-US" sz="1200" kern="1200" dirty="0">
                <a:solidFill>
                  <a:schemeClr val="tx1"/>
                </a:solidFill>
                <a:latin typeface="+mn-lt"/>
                <a:ea typeface="+mn-ea"/>
                <a:cs typeface="+mn-cs"/>
              </a:rPr>
              <a:t>x0</a:t>
            </a:r>
            <a:r>
              <a:rPr lang="en-US" dirty="0"/>
              <a:t> to </a:t>
            </a:r>
            <a:r>
              <a:rPr lang="en-US" sz="1200" kern="1200" dirty="0">
                <a:solidFill>
                  <a:schemeClr val="tx1"/>
                </a:solidFill>
                <a:latin typeface="+mn-lt"/>
                <a:ea typeface="+mn-ea"/>
                <a:cs typeface="+mn-cs"/>
              </a:rPr>
              <a:t>1</a:t>
            </a:r>
            <a:r>
              <a:rPr lang="en-US" dirty="0"/>
              <a:t>.</a:t>
            </a:r>
          </a:p>
          <a:p>
            <a:r>
              <a:rPr lang="en-US" dirty="0"/>
              <a:t>Control returns to </a:t>
            </a:r>
            <a:r>
              <a:rPr lang="en-US" sz="1200" kern="1200" dirty="0">
                <a:solidFill>
                  <a:schemeClr val="tx1"/>
                </a:solidFill>
                <a:latin typeface="+mn-lt"/>
                <a:ea typeface="+mn-ea"/>
                <a:cs typeface="+mn-cs"/>
              </a:rPr>
              <a:t>main</a:t>
            </a:r>
            <a:r>
              <a:rPr lang="en-US" dirty="0"/>
              <a:t>, and the cycle repeats.</a:t>
            </a:r>
          </a:p>
          <a:p>
            <a:r>
              <a:rPr lang="en-US" dirty="0"/>
              <a:t>So the pattern goes like this:</a:t>
            </a:r>
          </a:p>
          <a:p>
            <a:pPr rtl="0"/>
            <a:r>
              <a:rPr lang="en-US" sz="1200" kern="1200" dirty="0">
                <a:solidFill>
                  <a:schemeClr val="tx1"/>
                </a:solidFill>
                <a:latin typeface="+mn-lt"/>
                <a:ea typeface="+mn-ea"/>
                <a:cs typeface="+mn-cs"/>
              </a:rPr>
              <a:t>x0: 1 → 2 → 3 → 4 → 5 → (call resets to 1)</a:t>
            </a:r>
          </a:p>
          <a:p>
            <a:pPr rtl="0"/>
            <a:r>
              <a:rPr lang="en-US" sz="1200" kern="1200" dirty="0">
                <a:solidFill>
                  <a:schemeClr val="tx1"/>
                </a:solidFill>
                <a:latin typeface="+mn-lt"/>
                <a:ea typeface="+mn-ea"/>
                <a:cs typeface="+mn-cs"/>
              </a:rPr>
              <a:t>x7: +255 each time x0 reaches 5</a:t>
            </a:r>
          </a:p>
        </p:txBody>
      </p:sp>
      <p:sp>
        <p:nvSpPr>
          <p:cNvPr id="4" name="Slide Number Placeholder 3">
            <a:extLst>
              <a:ext uri="{FF2B5EF4-FFF2-40B4-BE49-F238E27FC236}">
                <a16:creationId xmlns:a16="http://schemas.microsoft.com/office/drawing/2014/main" id="{AFBE590A-94DE-53D9-D55F-DBC7B7287FF3}"/>
              </a:ext>
            </a:extLst>
          </p:cNvPr>
          <p:cNvSpPr>
            <a:spLocks noGrp="1"/>
          </p:cNvSpPr>
          <p:nvPr>
            <p:ph type="sldNum" sz="quarter" idx="5"/>
          </p:nvPr>
        </p:nvSpPr>
        <p:spPr/>
        <p:txBody>
          <a:bodyPr/>
          <a:lstStyle/>
          <a:p>
            <a:fld id="{D46F4F04-2BB1-473A-9274-1B455085D21A}" type="slidenum">
              <a:rPr lang="en-US" smtClean="0"/>
              <a:pPr/>
              <a:t>32</a:t>
            </a:fld>
            <a:endParaRPr lang="en-US"/>
          </a:p>
        </p:txBody>
      </p:sp>
    </p:spTree>
    <p:extLst>
      <p:ext uri="{BB962C8B-B14F-4D97-AF65-F5344CB8AC3E}">
        <p14:creationId xmlns:p14="http://schemas.microsoft.com/office/powerpoint/2010/main" val="196634851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8" name="Title 7"/>
          <p:cNvSpPr>
            <a:spLocks noGrp="1"/>
          </p:cNvSpPr>
          <p:nvPr>
            <p:ph type="ctrTitle"/>
          </p:nvPr>
        </p:nvSpPr>
        <p:spPr>
          <a:xfrm>
            <a:off x="1219200" y="3886200"/>
            <a:ext cx="6858000" cy="990600"/>
          </a:xfrm>
        </p:spPr>
        <p:txBody>
          <a:bodyPr anchor="t" anchorCtr="0"/>
          <a:lstStyle>
            <a:lvl1pPr algn="r">
              <a:defRPr sz="3200">
                <a:solidFill>
                  <a:schemeClr val="tx1"/>
                </a:solidFill>
              </a:defRPr>
            </a:lvl1pPr>
          </a:lstStyle>
          <a:p>
            <a:r>
              <a:rPr kumimoji="0" lang="en-US"/>
              <a:t>Click to edit Master title style</a:t>
            </a:r>
          </a:p>
        </p:txBody>
      </p:sp>
      <p:sp>
        <p:nvSpPr>
          <p:cNvPr id="9" name="Subtitle 8"/>
          <p:cNvSpPr>
            <a:spLocks noGrp="1"/>
          </p:cNvSpPr>
          <p:nvPr>
            <p:ph type="subTitle" idx="1"/>
          </p:nvPr>
        </p:nvSpPr>
        <p:spPr>
          <a:xfrm>
            <a:off x="1219200" y="5124450"/>
            <a:ext cx="6858000" cy="533400"/>
          </a:xfrm>
        </p:spPr>
        <p:txBody>
          <a:bodyPr/>
          <a:lstStyle>
            <a:lvl1pPr marL="0" indent="0" algn="r">
              <a:buNone/>
              <a:defRPr sz="2000">
                <a:solidFill>
                  <a:schemeClr val="tx2"/>
                </a:solidFill>
                <a:latin typeface="+mj-lt"/>
                <a:ea typeface="+mj-ea"/>
                <a:cs typeface="+mj-cs"/>
              </a:defRPr>
            </a:lvl1pPr>
            <a:lvl2pPr marL="457200" indent="0" algn="ctr">
              <a:buNone/>
            </a:lvl2pPr>
            <a:lvl3pPr marL="914400" indent="0" algn="ctr">
              <a:buNone/>
            </a:lvl3pPr>
            <a:lvl4pPr marL="1371600" indent="0" algn="ctr">
              <a:buNone/>
            </a:lvl4pPr>
            <a:lvl5pPr marL="1828800" indent="0" algn="ctr">
              <a:buNone/>
            </a:lvl5pPr>
            <a:lvl6pPr marL="2286000" indent="0" algn="ctr">
              <a:buNone/>
            </a:lvl6pPr>
            <a:lvl7pPr marL="2743200" indent="0" algn="ctr">
              <a:buNone/>
            </a:lvl7pPr>
            <a:lvl8pPr marL="3200400" indent="0" algn="ctr">
              <a:buNone/>
            </a:lvl8pPr>
            <a:lvl9pPr marL="3657600" indent="0" algn="ctr">
              <a:buNone/>
            </a:lvl9pPr>
          </a:lstStyle>
          <a:p>
            <a:r>
              <a:rPr kumimoji="0" lang="en-US"/>
              <a:t>Click to edit Master subtitle style</a:t>
            </a:r>
          </a:p>
        </p:txBody>
      </p:sp>
      <p:sp>
        <p:nvSpPr>
          <p:cNvPr id="28" name="Date Placeholder 27"/>
          <p:cNvSpPr>
            <a:spLocks noGrp="1"/>
          </p:cNvSpPr>
          <p:nvPr>
            <p:ph type="dt" sz="half" idx="10"/>
          </p:nvPr>
        </p:nvSpPr>
        <p:spPr>
          <a:xfrm>
            <a:off x="6400800" y="6355080"/>
            <a:ext cx="2286000" cy="365760"/>
          </a:xfrm>
        </p:spPr>
        <p:txBody>
          <a:bodyPr/>
          <a:lstStyle>
            <a:lvl1pPr>
              <a:defRPr sz="1400"/>
            </a:lvl1pPr>
          </a:lstStyle>
          <a:p>
            <a:pPr eaLnBrk="1" latinLnBrk="0" hangingPunct="1"/>
            <a:fld id="{7966D375-7FE4-4861-9EA3-8493E3E81506}" type="datetime1">
              <a:rPr lang="en-US" smtClean="0"/>
              <a:t>10/21/2025</a:t>
            </a:fld>
            <a:endParaRPr lang="en-US" sz="1600" dirty="0"/>
          </a:p>
        </p:txBody>
      </p:sp>
      <p:sp>
        <p:nvSpPr>
          <p:cNvPr id="17" name="Footer Placeholder 16"/>
          <p:cNvSpPr>
            <a:spLocks noGrp="1"/>
          </p:cNvSpPr>
          <p:nvPr>
            <p:ph type="ftr" sz="quarter" idx="11"/>
          </p:nvPr>
        </p:nvSpPr>
        <p:spPr>
          <a:xfrm>
            <a:off x="2898648" y="6355080"/>
            <a:ext cx="3474720" cy="365760"/>
          </a:xfrm>
        </p:spPr>
        <p:txBody>
          <a:bodyPr/>
          <a:lstStyle/>
          <a:p>
            <a:endParaRPr kumimoji="0" lang="en-US" dirty="0"/>
          </a:p>
        </p:txBody>
      </p:sp>
      <p:sp>
        <p:nvSpPr>
          <p:cNvPr id="29" name="Slide Number Placeholder 28"/>
          <p:cNvSpPr>
            <a:spLocks noGrp="1"/>
          </p:cNvSpPr>
          <p:nvPr>
            <p:ph type="sldNum" sz="quarter" idx="12"/>
          </p:nvPr>
        </p:nvSpPr>
        <p:spPr>
          <a:xfrm>
            <a:off x="1216152" y="6355080"/>
            <a:ext cx="1219200" cy="365760"/>
          </a:xfrm>
        </p:spPr>
        <p:txBody>
          <a:bodyPr/>
          <a:lstStyle/>
          <a:p>
            <a:fld id="{EA7C8D44-3667-46F6-9772-CC52308E2A7F}" type="slidenum">
              <a:rPr kumimoji="0" lang="en-US" smtClean="0"/>
              <a:pPr/>
              <a:t>‹#›</a:t>
            </a:fld>
            <a:endParaRPr kumimoji="0" lang="en-US" dirty="0"/>
          </a:p>
        </p:txBody>
      </p:sp>
      <p:sp>
        <p:nvSpPr>
          <p:cNvPr id="21" name="Rectangle 20"/>
          <p:cNvSpPr/>
          <p:nvPr/>
        </p:nvSpPr>
        <p:spPr>
          <a:xfrm>
            <a:off x="904875" y="3648075"/>
            <a:ext cx="7315200" cy="1280160"/>
          </a:xfrm>
          <a:prstGeom prst="rect">
            <a:avLst/>
          </a:prstGeom>
          <a:noFill/>
          <a:ln w="6350" cap="rnd" cmpd="sng" algn="ctr">
            <a:solidFill>
              <a:schemeClr val="accent1"/>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33" name="Rectangle 32"/>
          <p:cNvSpPr/>
          <p:nvPr/>
        </p:nvSpPr>
        <p:spPr>
          <a:xfrm>
            <a:off x="914400" y="5048250"/>
            <a:ext cx="7315200" cy="685800"/>
          </a:xfrm>
          <a:prstGeom prst="rect">
            <a:avLst/>
          </a:prstGeom>
          <a:noFill/>
          <a:ln w="6350" cap="rnd" cmpd="sng" algn="ctr">
            <a:solidFill>
              <a:schemeClr val="accent2"/>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22" name="Rectangle 21"/>
          <p:cNvSpPr/>
          <p:nvPr/>
        </p:nvSpPr>
        <p:spPr>
          <a:xfrm>
            <a:off x="904875" y="3648075"/>
            <a:ext cx="228600" cy="128016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32" name="Rectangle 31"/>
          <p:cNvSpPr/>
          <p:nvPr/>
        </p:nvSpPr>
        <p:spPr>
          <a:xfrm>
            <a:off x="914400" y="5048250"/>
            <a:ext cx="228600" cy="685800"/>
          </a:xfrm>
          <a:prstGeom prst="rect">
            <a:avLst/>
          </a:prstGeom>
          <a:solidFill>
            <a:schemeClr val="accent2"/>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kumimoji="0" lang="en-US"/>
              <a:t>Click to edit Master title style</a:t>
            </a:r>
          </a:p>
        </p:txBody>
      </p:sp>
      <p:sp>
        <p:nvSpPr>
          <p:cNvPr id="4" name="Date Placeholder 3"/>
          <p:cNvSpPr>
            <a:spLocks noGrp="1"/>
          </p:cNvSpPr>
          <p:nvPr>
            <p:ph type="dt" sz="half" idx="10"/>
          </p:nvPr>
        </p:nvSpPr>
        <p:spPr/>
        <p:txBody>
          <a:bodyPr/>
          <a:lstStyle/>
          <a:p>
            <a:pPr eaLnBrk="1" latinLnBrk="0" hangingPunct="1"/>
            <a:fld id="{00065D69-4622-413E-9E09-6A2509001B66}" type="datetime1">
              <a:rPr lang="en-US" smtClean="0"/>
              <a:t>10/21/2025</a:t>
            </a:fld>
            <a:endParaRPr lang="en-US" dirty="0"/>
          </a:p>
        </p:txBody>
      </p:sp>
      <p:sp>
        <p:nvSpPr>
          <p:cNvPr id="5" name="Footer Placeholder 4"/>
          <p:cNvSpPr>
            <a:spLocks noGrp="1"/>
          </p:cNvSpPr>
          <p:nvPr>
            <p:ph type="ftr" sz="quarter" idx="11"/>
          </p:nvPr>
        </p:nvSpPr>
        <p:spPr/>
        <p:txBody>
          <a:bodyPr/>
          <a:lstStyle/>
          <a:p>
            <a:endParaRPr kumimoji="0" lang="en-US"/>
          </a:p>
        </p:txBody>
      </p:sp>
      <p:sp>
        <p:nvSpPr>
          <p:cNvPr id="6" name="Slide Number Placeholder 5"/>
          <p:cNvSpPr>
            <a:spLocks noGrp="1"/>
          </p:cNvSpPr>
          <p:nvPr>
            <p:ph type="sldNum" sz="quarter" idx="12"/>
          </p:nvPr>
        </p:nvSpPr>
        <p:spPr/>
        <p:txBody>
          <a:bodyPr/>
          <a:lstStyle/>
          <a:p>
            <a:fld id="{EA7C8D44-3667-46F6-9772-CC52308E2A7F}" type="slidenum">
              <a:rPr kumimoji="0" lang="en-US" smtClean="0"/>
              <a:pPr/>
              <a:t>‹#›</a:t>
            </a:fld>
            <a:endParaRPr kumimoji="0" lang="en-US" dirty="0"/>
          </a:p>
        </p:txBody>
      </p:sp>
      <p:sp>
        <p:nvSpPr>
          <p:cNvPr id="8" name="Content Placeholder 7"/>
          <p:cNvSpPr>
            <a:spLocks noGrp="1"/>
          </p:cNvSpPr>
          <p:nvPr>
            <p:ph sz="quarter" idx="1"/>
          </p:nvPr>
        </p:nvSpPr>
        <p:spPr>
          <a:xfrm>
            <a:off x="457200" y="1219200"/>
            <a:ext cx="8229600" cy="493776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bg>
      <p:bgRef idx="1001">
        <a:schemeClr val="bg2"/>
      </p:bgRef>
    </p:bg>
    <p:spTree>
      <p:nvGrpSpPr>
        <p:cNvPr id="1" name=""/>
        <p:cNvGrpSpPr/>
        <p:nvPr/>
      </p:nvGrpSpPr>
      <p:grpSpPr>
        <a:xfrm>
          <a:off x="0" y="0"/>
          <a:ext cx="0" cy="0"/>
          <a:chOff x="0" y="0"/>
          <a:chExt cx="0" cy="0"/>
        </a:xfrm>
      </p:grpSpPr>
      <p:sp>
        <p:nvSpPr>
          <p:cNvPr id="2" name="Title 1"/>
          <p:cNvSpPr>
            <a:spLocks noGrp="1"/>
          </p:cNvSpPr>
          <p:nvPr>
            <p:ph type="title"/>
          </p:nvPr>
        </p:nvSpPr>
        <p:spPr>
          <a:xfrm>
            <a:off x="1219200" y="2971800"/>
            <a:ext cx="6858000" cy="1066800"/>
          </a:xfrm>
        </p:spPr>
        <p:txBody>
          <a:bodyPr anchor="t" anchorCtr="0"/>
          <a:lstStyle>
            <a:lvl1pPr algn="r">
              <a:buNone/>
              <a:defRPr sz="3200" b="0" cap="none" baseline="0"/>
            </a:lvl1pPr>
          </a:lstStyle>
          <a:p>
            <a:r>
              <a:rPr kumimoji="0" lang="en-US"/>
              <a:t>Click to edit Master title style</a:t>
            </a:r>
          </a:p>
        </p:txBody>
      </p:sp>
      <p:sp>
        <p:nvSpPr>
          <p:cNvPr id="3" name="Text Placeholder 2"/>
          <p:cNvSpPr>
            <a:spLocks noGrp="1"/>
          </p:cNvSpPr>
          <p:nvPr>
            <p:ph type="body" idx="1"/>
          </p:nvPr>
        </p:nvSpPr>
        <p:spPr>
          <a:xfrm>
            <a:off x="1295400" y="4267200"/>
            <a:ext cx="6781800" cy="1143000"/>
          </a:xfrm>
        </p:spPr>
        <p:txBody>
          <a:bodyPr anchor="t" anchorCtr="0"/>
          <a:lstStyle>
            <a:lvl1pPr marL="0" indent="0" algn="r">
              <a:buNone/>
              <a:defRPr sz="2000">
                <a:solidFill>
                  <a:schemeClr val="tx1">
                    <a:tint val="75000"/>
                  </a:schemeClr>
                </a:solidFill>
              </a:defRPr>
            </a:lvl1pPr>
            <a:lvl2pPr>
              <a:buNone/>
              <a:defRPr sz="1800">
                <a:solidFill>
                  <a:schemeClr val="tx1">
                    <a:tint val="75000"/>
                  </a:schemeClr>
                </a:solidFill>
              </a:defRPr>
            </a:lvl2pPr>
            <a:lvl3pPr>
              <a:buNone/>
              <a:defRPr sz="1600">
                <a:solidFill>
                  <a:schemeClr val="tx1">
                    <a:tint val="75000"/>
                  </a:schemeClr>
                </a:solidFill>
              </a:defRPr>
            </a:lvl3pPr>
            <a:lvl4pPr>
              <a:buNone/>
              <a:defRPr sz="1400">
                <a:solidFill>
                  <a:schemeClr val="tx1">
                    <a:tint val="75000"/>
                  </a:schemeClr>
                </a:solidFill>
              </a:defRPr>
            </a:lvl4pPr>
            <a:lvl5pPr>
              <a:buNone/>
              <a:defRPr sz="1400">
                <a:solidFill>
                  <a:schemeClr val="tx1">
                    <a:tint val="75000"/>
                  </a:schemeClr>
                </a:solidFill>
              </a:defRPr>
            </a:lvl5pPr>
          </a:lstStyle>
          <a:p>
            <a:pPr lvl="0" eaLnBrk="1" latinLnBrk="0" hangingPunct="1"/>
            <a:r>
              <a:rPr kumimoji="0" lang="en-US"/>
              <a:t>Click to edit Master text styles</a:t>
            </a:r>
          </a:p>
        </p:txBody>
      </p:sp>
      <p:sp>
        <p:nvSpPr>
          <p:cNvPr id="4" name="Date Placeholder 3"/>
          <p:cNvSpPr>
            <a:spLocks noGrp="1"/>
          </p:cNvSpPr>
          <p:nvPr>
            <p:ph type="dt" sz="half" idx="10"/>
          </p:nvPr>
        </p:nvSpPr>
        <p:spPr>
          <a:xfrm>
            <a:off x="6400800" y="6355080"/>
            <a:ext cx="2286000" cy="365760"/>
          </a:xfrm>
        </p:spPr>
        <p:txBody>
          <a:bodyPr/>
          <a:lstStyle/>
          <a:p>
            <a:pPr eaLnBrk="1" latinLnBrk="0" hangingPunct="1"/>
            <a:fld id="{26D84756-85D3-4017-90AB-B482945A0CB0}" type="datetime1">
              <a:rPr lang="en-US" smtClean="0"/>
              <a:t>10/21/2025</a:t>
            </a:fld>
            <a:endParaRPr lang="en-US" dirty="0"/>
          </a:p>
        </p:txBody>
      </p:sp>
      <p:sp>
        <p:nvSpPr>
          <p:cNvPr id="5" name="Footer Placeholder 4"/>
          <p:cNvSpPr>
            <a:spLocks noGrp="1"/>
          </p:cNvSpPr>
          <p:nvPr>
            <p:ph type="ftr" sz="quarter" idx="11"/>
          </p:nvPr>
        </p:nvSpPr>
        <p:spPr>
          <a:xfrm>
            <a:off x="2898648" y="6355080"/>
            <a:ext cx="3474720" cy="365760"/>
          </a:xfrm>
        </p:spPr>
        <p:txBody>
          <a:bodyPr/>
          <a:lstStyle/>
          <a:p>
            <a:endParaRPr kumimoji="0" lang="en-US" dirty="0"/>
          </a:p>
        </p:txBody>
      </p:sp>
      <p:sp>
        <p:nvSpPr>
          <p:cNvPr id="6" name="Slide Number Placeholder 5"/>
          <p:cNvSpPr>
            <a:spLocks noGrp="1"/>
          </p:cNvSpPr>
          <p:nvPr>
            <p:ph type="sldNum" sz="quarter" idx="12"/>
          </p:nvPr>
        </p:nvSpPr>
        <p:spPr>
          <a:xfrm>
            <a:off x="1069848" y="6355080"/>
            <a:ext cx="1520952" cy="365760"/>
          </a:xfrm>
        </p:spPr>
        <p:txBody>
          <a:bodyPr/>
          <a:lstStyle/>
          <a:p>
            <a:fld id="{EA7C8D44-3667-46F6-9772-CC52308E2A7F}" type="slidenum">
              <a:rPr kumimoji="0" lang="en-US" smtClean="0"/>
              <a:pPr/>
              <a:t>‹#›</a:t>
            </a:fld>
            <a:endParaRPr kumimoji="0" lang="en-US" dirty="0"/>
          </a:p>
        </p:txBody>
      </p:sp>
      <p:sp>
        <p:nvSpPr>
          <p:cNvPr id="7" name="Rectangle 6"/>
          <p:cNvSpPr/>
          <p:nvPr/>
        </p:nvSpPr>
        <p:spPr>
          <a:xfrm>
            <a:off x="914400" y="2819400"/>
            <a:ext cx="7315200" cy="1280160"/>
          </a:xfrm>
          <a:prstGeom prst="rect">
            <a:avLst/>
          </a:prstGeom>
          <a:noFill/>
          <a:ln w="6350" cap="rnd" cmpd="sng" algn="ctr">
            <a:solidFill>
              <a:schemeClr val="accent1"/>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8" name="Rectangle 7"/>
          <p:cNvSpPr/>
          <p:nvPr/>
        </p:nvSpPr>
        <p:spPr>
          <a:xfrm>
            <a:off x="914400" y="2819400"/>
            <a:ext cx="228600" cy="128016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Tree>
  </p:cSld>
  <p:clrMapOvr>
    <a:overrideClrMapping bg1="dk1" tx1="lt1" bg2="dk2" tx2="lt2" accent1="accent1" accent2="accent2" accent3="accent3" accent4="accent4" accent5="accent5" accent6="accent6" hlink="hlink" folHlink="folHlink"/>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0" y="228600"/>
            <a:ext cx="8229600" cy="914400"/>
          </a:xfrm>
        </p:spPr>
        <p:txBody>
          <a:bodyPr/>
          <a:lstStyle/>
          <a:p>
            <a:r>
              <a:rPr kumimoji="0" lang="en-US"/>
              <a:t>Click to edit Master title style</a:t>
            </a:r>
          </a:p>
        </p:txBody>
      </p:sp>
      <p:sp>
        <p:nvSpPr>
          <p:cNvPr id="5" name="Date Placeholder 4"/>
          <p:cNvSpPr>
            <a:spLocks noGrp="1"/>
          </p:cNvSpPr>
          <p:nvPr>
            <p:ph type="dt" sz="half" idx="10"/>
          </p:nvPr>
        </p:nvSpPr>
        <p:spPr/>
        <p:txBody>
          <a:bodyPr/>
          <a:lstStyle/>
          <a:p>
            <a:pPr eaLnBrk="1" latinLnBrk="0" hangingPunct="1"/>
            <a:fld id="{1359E9A9-3822-4D57-8A64-831B26641011}" type="datetime1">
              <a:rPr lang="en-US" smtClean="0"/>
              <a:t>10/21/2025</a:t>
            </a:fld>
            <a:endParaRPr lang="en-US"/>
          </a:p>
        </p:txBody>
      </p:sp>
      <p:sp>
        <p:nvSpPr>
          <p:cNvPr id="6" name="Footer Placeholder 5"/>
          <p:cNvSpPr>
            <a:spLocks noGrp="1"/>
          </p:cNvSpPr>
          <p:nvPr>
            <p:ph type="ftr" sz="quarter" idx="11"/>
          </p:nvPr>
        </p:nvSpPr>
        <p:spPr/>
        <p:txBody>
          <a:bodyPr/>
          <a:lstStyle/>
          <a:p>
            <a:endParaRPr kumimoji="0" lang="en-US"/>
          </a:p>
        </p:txBody>
      </p:sp>
      <p:sp>
        <p:nvSpPr>
          <p:cNvPr id="7" name="Slide Number Placeholder 6"/>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9" name="Content Placeholder 8"/>
          <p:cNvSpPr>
            <a:spLocks noGrp="1"/>
          </p:cNvSpPr>
          <p:nvPr>
            <p:ph sz="quarter" idx="1"/>
          </p:nvPr>
        </p:nvSpPr>
        <p:spPr>
          <a:xfrm>
            <a:off x="457200" y="1219200"/>
            <a:ext cx="4041648" cy="493776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11" name="Content Placeholder 10"/>
          <p:cNvSpPr>
            <a:spLocks noGrp="1"/>
          </p:cNvSpPr>
          <p:nvPr>
            <p:ph sz="quarter" idx="2"/>
          </p:nvPr>
        </p:nvSpPr>
        <p:spPr>
          <a:xfrm>
            <a:off x="4632198" y="1216152"/>
            <a:ext cx="4041648" cy="493776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457200" y="228600"/>
            <a:ext cx="8229600" cy="914400"/>
          </a:xfrm>
        </p:spPr>
        <p:txBody>
          <a:bodyPr anchor="ctr"/>
          <a:lstStyle>
            <a:lvl1pPr>
              <a:defRPr/>
            </a:lvl1pPr>
          </a:lstStyle>
          <a:p>
            <a:r>
              <a:rPr kumimoji="0" lang="en-US"/>
              <a:t>Click to edit Master title style</a:t>
            </a:r>
          </a:p>
        </p:txBody>
      </p:sp>
      <p:sp>
        <p:nvSpPr>
          <p:cNvPr id="3" name="Text Placeholder 2"/>
          <p:cNvSpPr>
            <a:spLocks noGrp="1"/>
          </p:cNvSpPr>
          <p:nvPr>
            <p:ph type="body" idx="1"/>
          </p:nvPr>
        </p:nvSpPr>
        <p:spPr>
          <a:xfrm>
            <a:off x="457200" y="1285875"/>
            <a:ext cx="4040188" cy="685800"/>
          </a:xfrm>
          <a:noFill/>
          <a:ln>
            <a:noFill/>
          </a:ln>
        </p:spPr>
        <p:txBody>
          <a:bodyPr lIns="91440" anchor="b" anchorCtr="0">
            <a:noAutofit/>
          </a:bodyPr>
          <a:lstStyle>
            <a:lvl1pPr marL="0" indent="0">
              <a:buNone/>
              <a:defRPr sz="2400" b="1">
                <a:solidFill>
                  <a:schemeClr val="accent2"/>
                </a:solidFill>
              </a:defRPr>
            </a:lvl1pPr>
            <a:lvl2pPr>
              <a:buNone/>
              <a:defRPr sz="2000" b="1"/>
            </a:lvl2pPr>
            <a:lvl3pPr>
              <a:buNone/>
              <a:defRPr sz="1800" b="1"/>
            </a:lvl3pPr>
            <a:lvl4pPr>
              <a:buNone/>
              <a:defRPr sz="1600" b="1"/>
            </a:lvl4pPr>
            <a:lvl5pPr>
              <a:buNone/>
              <a:defRPr sz="1600" b="1"/>
            </a:lvl5pPr>
          </a:lstStyle>
          <a:p>
            <a:pPr lvl="0" eaLnBrk="1" latinLnBrk="0" hangingPunct="1"/>
            <a:r>
              <a:rPr kumimoji="0" lang="en-US"/>
              <a:t>Click to edit Master text styles</a:t>
            </a:r>
          </a:p>
        </p:txBody>
      </p:sp>
      <p:sp>
        <p:nvSpPr>
          <p:cNvPr id="4" name="Text Placeholder 3"/>
          <p:cNvSpPr>
            <a:spLocks noGrp="1"/>
          </p:cNvSpPr>
          <p:nvPr>
            <p:ph type="body" sz="half" idx="3"/>
          </p:nvPr>
        </p:nvSpPr>
        <p:spPr>
          <a:xfrm>
            <a:off x="4648200" y="1295400"/>
            <a:ext cx="4041775" cy="685800"/>
          </a:xfrm>
          <a:noFill/>
          <a:ln>
            <a:noFill/>
          </a:ln>
        </p:spPr>
        <p:txBody>
          <a:bodyPr lIns="91440" anchor="b" anchorCtr="0"/>
          <a:lstStyle>
            <a:lvl1pPr marL="0" indent="0">
              <a:buNone/>
              <a:defRPr sz="2400" b="1">
                <a:solidFill>
                  <a:schemeClr val="accent2"/>
                </a:solidFill>
              </a:defRPr>
            </a:lvl1pPr>
            <a:lvl2pPr>
              <a:buNone/>
              <a:defRPr sz="2000" b="1"/>
            </a:lvl2pPr>
            <a:lvl3pPr>
              <a:buNone/>
              <a:defRPr sz="1800" b="1"/>
            </a:lvl3pPr>
            <a:lvl4pPr>
              <a:buNone/>
              <a:defRPr sz="1600" b="1"/>
            </a:lvl4pPr>
            <a:lvl5pPr>
              <a:buNone/>
              <a:defRPr sz="1600" b="1"/>
            </a:lvl5pPr>
          </a:lstStyle>
          <a:p>
            <a:pPr lvl="0" eaLnBrk="1" latinLnBrk="0" hangingPunct="1"/>
            <a:r>
              <a:rPr kumimoji="0" lang="en-US"/>
              <a:t>Click to edit Master text styles</a:t>
            </a:r>
          </a:p>
        </p:txBody>
      </p:sp>
      <p:sp>
        <p:nvSpPr>
          <p:cNvPr id="7" name="Date Placeholder 6"/>
          <p:cNvSpPr>
            <a:spLocks noGrp="1"/>
          </p:cNvSpPr>
          <p:nvPr>
            <p:ph type="dt" sz="half" idx="10"/>
          </p:nvPr>
        </p:nvSpPr>
        <p:spPr/>
        <p:txBody>
          <a:bodyPr/>
          <a:lstStyle/>
          <a:p>
            <a:pPr eaLnBrk="1" latinLnBrk="0" hangingPunct="1"/>
            <a:fld id="{F96C45A0-00E6-4B4B-A1A7-CF1486D67AF4}" type="datetime1">
              <a:rPr lang="en-US" smtClean="0"/>
              <a:t>10/21/2025</a:t>
            </a:fld>
            <a:endParaRPr lang="en-US"/>
          </a:p>
        </p:txBody>
      </p:sp>
      <p:sp>
        <p:nvSpPr>
          <p:cNvPr id="8" name="Footer Placeholder 7"/>
          <p:cNvSpPr>
            <a:spLocks noGrp="1"/>
          </p:cNvSpPr>
          <p:nvPr>
            <p:ph type="ftr" sz="quarter" idx="11"/>
          </p:nvPr>
        </p:nvSpPr>
        <p:spPr/>
        <p:txBody>
          <a:bodyPr/>
          <a:lstStyle/>
          <a:p>
            <a:endParaRPr kumimoji="0" lang="en-US"/>
          </a:p>
        </p:txBody>
      </p:sp>
      <p:sp>
        <p:nvSpPr>
          <p:cNvPr id="9" name="Slide Number Placeholder 8"/>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11" name="Content Placeholder 10"/>
          <p:cNvSpPr>
            <a:spLocks noGrp="1"/>
          </p:cNvSpPr>
          <p:nvPr>
            <p:ph sz="quarter" idx="2"/>
          </p:nvPr>
        </p:nvSpPr>
        <p:spPr>
          <a:xfrm>
            <a:off x="457200" y="2133600"/>
            <a:ext cx="4038600" cy="40386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13" name="Content Placeholder 12"/>
          <p:cNvSpPr>
            <a:spLocks noGrp="1"/>
          </p:cNvSpPr>
          <p:nvPr>
            <p:ph sz="quarter" idx="4"/>
          </p:nvPr>
        </p:nvSpPr>
        <p:spPr>
          <a:xfrm>
            <a:off x="4648200" y="2133600"/>
            <a:ext cx="4038600" cy="40386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457200" y="228600"/>
            <a:ext cx="8229600" cy="914400"/>
          </a:xfrm>
        </p:spPr>
        <p:txBody>
          <a:bodyPr/>
          <a:lstStyle/>
          <a:p>
            <a:r>
              <a:rPr kumimoji="0" lang="en-US"/>
              <a:t>Click to edit Master title style</a:t>
            </a:r>
          </a:p>
        </p:txBody>
      </p:sp>
      <p:sp>
        <p:nvSpPr>
          <p:cNvPr id="3" name="Date Placeholder 2"/>
          <p:cNvSpPr>
            <a:spLocks noGrp="1"/>
          </p:cNvSpPr>
          <p:nvPr>
            <p:ph type="dt" sz="half" idx="10"/>
          </p:nvPr>
        </p:nvSpPr>
        <p:spPr/>
        <p:txBody>
          <a:bodyPr/>
          <a:lstStyle/>
          <a:p>
            <a:pPr eaLnBrk="1" latinLnBrk="0" hangingPunct="1"/>
            <a:fld id="{B88C3861-EF45-4815-A76E-294671FAB405}" type="datetime1">
              <a:rPr lang="en-US" smtClean="0"/>
              <a:t>10/21/2025</a:t>
            </a:fld>
            <a:endParaRPr lang="en-US"/>
          </a:p>
        </p:txBody>
      </p:sp>
      <p:sp>
        <p:nvSpPr>
          <p:cNvPr id="4" name="Footer Placeholder 3"/>
          <p:cNvSpPr>
            <a:spLocks noGrp="1"/>
          </p:cNvSpPr>
          <p:nvPr>
            <p:ph type="ftr" sz="quarter" idx="11"/>
          </p:nvPr>
        </p:nvSpPr>
        <p:spPr/>
        <p:txBody>
          <a:bodyPr/>
          <a:lstStyle/>
          <a:p>
            <a:endParaRPr kumimoji="0" lang="en-US"/>
          </a:p>
        </p:txBody>
      </p:sp>
      <p:sp>
        <p:nvSpPr>
          <p:cNvPr id="5" name="Slide Number Placeholder 4"/>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6" name="Isosceles Triangle 5"/>
          <p:cNvSpPr>
            <a:spLocks noChangeAspect="1"/>
          </p:cNvSpPr>
          <p:nvPr/>
        </p:nvSpPr>
        <p:spPr>
          <a:xfrm rot="5400000">
            <a:off x="419100" y="6467475"/>
            <a:ext cx="190849" cy="120314"/>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pPr eaLnBrk="1" latinLnBrk="0" hangingPunct="1"/>
            <a:fld id="{0F0B8080-ED7A-45A9-A704-76D750342F93}" type="datetime1">
              <a:rPr lang="en-US" smtClean="0"/>
              <a:t>10/21/2025</a:t>
            </a:fld>
            <a:endParaRPr lang="en-US"/>
          </a:p>
        </p:txBody>
      </p:sp>
      <p:sp>
        <p:nvSpPr>
          <p:cNvPr id="3" name="Footer Placeholder 2"/>
          <p:cNvSpPr>
            <a:spLocks noGrp="1"/>
          </p:cNvSpPr>
          <p:nvPr>
            <p:ph type="ftr" sz="quarter" idx="11"/>
          </p:nvPr>
        </p:nvSpPr>
        <p:spPr/>
        <p:txBody>
          <a:bodyPr/>
          <a:lstStyle/>
          <a:p>
            <a:endParaRPr kumimoji="0" lang="en-US"/>
          </a:p>
        </p:txBody>
      </p:sp>
      <p:sp>
        <p:nvSpPr>
          <p:cNvPr id="4" name="Slide Number Placeholder 3"/>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5" name="Straight Connector 4"/>
          <p:cNvSpPr>
            <a:spLocks noChangeShapeType="1"/>
          </p:cNvSpPr>
          <p:nvPr/>
        </p:nvSpPr>
        <p:spPr bwMode="auto">
          <a:xfrm>
            <a:off x="457200" y="6353175"/>
            <a:ext cx="82296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a:p>
        </p:txBody>
      </p:sp>
      <p:sp>
        <p:nvSpPr>
          <p:cNvPr id="6" name="Isosceles Triangle 5"/>
          <p:cNvSpPr>
            <a:spLocks noChangeAspect="1"/>
          </p:cNvSpPr>
          <p:nvPr/>
        </p:nvSpPr>
        <p:spPr>
          <a:xfrm rot="5400000">
            <a:off x="419100" y="6467475"/>
            <a:ext cx="190849" cy="120314"/>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324600" y="304800"/>
            <a:ext cx="2514600" cy="838200"/>
          </a:xfrm>
        </p:spPr>
        <p:txBody>
          <a:bodyPr anchor="b" anchorCtr="0">
            <a:noAutofit/>
          </a:bodyPr>
          <a:lstStyle>
            <a:lvl1pPr algn="l">
              <a:buNone/>
              <a:defRPr sz="2000" b="1">
                <a:solidFill>
                  <a:schemeClr val="tx2"/>
                </a:solidFill>
                <a:latin typeface="+mn-lt"/>
                <a:ea typeface="+mn-ea"/>
                <a:cs typeface="+mn-cs"/>
              </a:defRPr>
            </a:lvl1pPr>
          </a:lstStyle>
          <a:p>
            <a:r>
              <a:rPr kumimoji="0" lang="en-US"/>
              <a:t>Click to edit Master title style</a:t>
            </a:r>
          </a:p>
        </p:txBody>
      </p:sp>
      <p:sp>
        <p:nvSpPr>
          <p:cNvPr id="3" name="Text Placeholder 2"/>
          <p:cNvSpPr>
            <a:spLocks noGrp="1"/>
          </p:cNvSpPr>
          <p:nvPr>
            <p:ph type="body" idx="2"/>
          </p:nvPr>
        </p:nvSpPr>
        <p:spPr>
          <a:xfrm>
            <a:off x="6324600" y="1219200"/>
            <a:ext cx="2514600" cy="4843463"/>
          </a:xfrm>
        </p:spPr>
        <p:txBody>
          <a:bodyPr/>
          <a:lstStyle>
            <a:lvl1pPr marL="0" indent="0">
              <a:lnSpc>
                <a:spcPts val="2200"/>
              </a:lnSpc>
              <a:spcAft>
                <a:spcPts val="1000"/>
              </a:spcAft>
              <a:buNone/>
              <a:defRPr sz="1600">
                <a:solidFill>
                  <a:schemeClr val="tx2"/>
                </a:solidFill>
              </a:defRPr>
            </a:lvl1pPr>
            <a:lvl2pPr>
              <a:buNone/>
              <a:defRPr sz="1200"/>
            </a:lvl2pPr>
            <a:lvl3pPr>
              <a:buNone/>
              <a:defRPr sz="1000"/>
            </a:lvl3pPr>
            <a:lvl4pPr>
              <a:buNone/>
              <a:defRPr sz="900"/>
            </a:lvl4pPr>
            <a:lvl5pPr>
              <a:buNone/>
              <a:defRPr sz="900"/>
            </a:lvl5pPr>
          </a:lstStyle>
          <a:p>
            <a:pPr lvl="0" eaLnBrk="1" latinLnBrk="0" hangingPunct="1"/>
            <a:r>
              <a:rPr kumimoji="0" lang="en-US"/>
              <a:t>Click to edit Master text styles</a:t>
            </a:r>
          </a:p>
        </p:txBody>
      </p:sp>
      <p:sp>
        <p:nvSpPr>
          <p:cNvPr id="5" name="Date Placeholder 4"/>
          <p:cNvSpPr>
            <a:spLocks noGrp="1"/>
          </p:cNvSpPr>
          <p:nvPr>
            <p:ph type="dt" sz="half" idx="10"/>
          </p:nvPr>
        </p:nvSpPr>
        <p:spPr/>
        <p:txBody>
          <a:bodyPr/>
          <a:lstStyle/>
          <a:p>
            <a:pPr eaLnBrk="1" latinLnBrk="0" hangingPunct="1"/>
            <a:fld id="{D1503A19-0780-4B28-9CCB-B5B1820188BD}" type="datetime1">
              <a:rPr lang="en-US" smtClean="0"/>
              <a:t>10/21/2025</a:t>
            </a:fld>
            <a:endParaRPr lang="en-US"/>
          </a:p>
        </p:txBody>
      </p:sp>
      <p:sp>
        <p:nvSpPr>
          <p:cNvPr id="6" name="Footer Placeholder 5"/>
          <p:cNvSpPr>
            <a:spLocks noGrp="1"/>
          </p:cNvSpPr>
          <p:nvPr>
            <p:ph type="ftr" sz="quarter" idx="11"/>
          </p:nvPr>
        </p:nvSpPr>
        <p:spPr/>
        <p:txBody>
          <a:bodyPr/>
          <a:lstStyle/>
          <a:p>
            <a:endParaRPr kumimoji="0" lang="en-US"/>
          </a:p>
        </p:txBody>
      </p:sp>
      <p:sp>
        <p:nvSpPr>
          <p:cNvPr id="7" name="Slide Number Placeholder 6"/>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8" name="Straight Connector 7"/>
          <p:cNvSpPr>
            <a:spLocks noChangeShapeType="1"/>
          </p:cNvSpPr>
          <p:nvPr/>
        </p:nvSpPr>
        <p:spPr bwMode="auto">
          <a:xfrm>
            <a:off x="457200" y="6353175"/>
            <a:ext cx="82296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a:p>
        </p:txBody>
      </p:sp>
      <p:sp>
        <p:nvSpPr>
          <p:cNvPr id="10" name="Straight Connector 9"/>
          <p:cNvSpPr>
            <a:spLocks noChangeShapeType="1"/>
          </p:cNvSpPr>
          <p:nvPr/>
        </p:nvSpPr>
        <p:spPr bwMode="auto">
          <a:xfrm rot="5400000">
            <a:off x="3160645" y="3324225"/>
            <a:ext cx="603504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dirty="0"/>
          </a:p>
        </p:txBody>
      </p:sp>
      <p:sp>
        <p:nvSpPr>
          <p:cNvPr id="9" name="Isosceles Triangle 8"/>
          <p:cNvSpPr>
            <a:spLocks noChangeAspect="1"/>
          </p:cNvSpPr>
          <p:nvPr/>
        </p:nvSpPr>
        <p:spPr>
          <a:xfrm rot="5400000">
            <a:off x="419100" y="6467475"/>
            <a:ext cx="190849" cy="120314"/>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12" name="Content Placeholder 11"/>
          <p:cNvSpPr>
            <a:spLocks noGrp="1"/>
          </p:cNvSpPr>
          <p:nvPr>
            <p:ph sz="quarter" idx="1"/>
          </p:nvPr>
        </p:nvSpPr>
        <p:spPr>
          <a:xfrm>
            <a:off x="304800" y="304800"/>
            <a:ext cx="5715000" cy="57150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bg>
      <p:bgRef idx="1001">
        <a:schemeClr val="bg2"/>
      </p:bgRef>
    </p:bg>
    <p:spTree>
      <p:nvGrpSpPr>
        <p:cNvPr id="1" name=""/>
        <p:cNvGrpSpPr/>
        <p:nvPr/>
      </p:nvGrpSpPr>
      <p:grpSpPr>
        <a:xfrm>
          <a:off x="0" y="0"/>
          <a:ext cx="0" cy="0"/>
          <a:chOff x="0" y="0"/>
          <a:chExt cx="0" cy="0"/>
        </a:xfrm>
      </p:grpSpPr>
      <p:sp>
        <p:nvSpPr>
          <p:cNvPr id="2" name="Title 1"/>
          <p:cNvSpPr>
            <a:spLocks noGrp="1"/>
          </p:cNvSpPr>
          <p:nvPr>
            <p:ph type="title"/>
          </p:nvPr>
        </p:nvSpPr>
        <p:spPr>
          <a:xfrm>
            <a:off x="457200" y="500856"/>
            <a:ext cx="8229600" cy="674688"/>
          </a:xfrm>
          <a:ln>
            <a:solidFill>
              <a:schemeClr val="accent1"/>
            </a:solidFill>
          </a:ln>
        </p:spPr>
        <p:txBody>
          <a:bodyPr lIns="274320" anchor="ctr"/>
          <a:lstStyle>
            <a:lvl1pPr algn="r">
              <a:buNone/>
              <a:defRPr sz="2000" b="0">
                <a:solidFill>
                  <a:schemeClr val="tx1"/>
                </a:solidFill>
              </a:defRPr>
            </a:lvl1pPr>
          </a:lstStyle>
          <a:p>
            <a:r>
              <a:rPr kumimoji="0" lang="en-US"/>
              <a:t>Click to edit Master title style</a:t>
            </a:r>
          </a:p>
        </p:txBody>
      </p:sp>
      <p:sp>
        <p:nvSpPr>
          <p:cNvPr id="3" name="Picture Placeholder 2"/>
          <p:cNvSpPr>
            <a:spLocks noGrp="1"/>
          </p:cNvSpPr>
          <p:nvPr>
            <p:ph type="pic" idx="1"/>
          </p:nvPr>
        </p:nvSpPr>
        <p:spPr>
          <a:xfrm>
            <a:off x="457200" y="1905000"/>
            <a:ext cx="8229600" cy="4270248"/>
          </a:xfrm>
          <a:solidFill>
            <a:schemeClr val="tx1">
              <a:shade val="50000"/>
            </a:schemeClr>
          </a:solidFill>
          <a:ln>
            <a:noFill/>
          </a:ln>
          <a:effectLst/>
        </p:spPr>
        <p:txBody>
          <a:bodyPr/>
          <a:lstStyle>
            <a:lvl1pPr marL="0" indent="0">
              <a:spcBef>
                <a:spcPts val="600"/>
              </a:spcBef>
              <a:buNone/>
              <a:defRPr sz="3200"/>
            </a:lvl1pPr>
          </a:lstStyle>
          <a:p>
            <a:r>
              <a:rPr kumimoji="0" lang="en-US"/>
              <a:t>Click icon to add picture</a:t>
            </a:r>
            <a:endParaRPr kumimoji="0" lang="en-US" dirty="0"/>
          </a:p>
        </p:txBody>
      </p:sp>
      <p:sp>
        <p:nvSpPr>
          <p:cNvPr id="4" name="Text Placeholder 3"/>
          <p:cNvSpPr>
            <a:spLocks noGrp="1"/>
          </p:cNvSpPr>
          <p:nvPr>
            <p:ph type="body" sz="half" idx="2"/>
          </p:nvPr>
        </p:nvSpPr>
        <p:spPr>
          <a:xfrm>
            <a:off x="457200" y="1219200"/>
            <a:ext cx="8229600" cy="533400"/>
          </a:xfrm>
        </p:spPr>
        <p:txBody>
          <a:bodyPr anchor="ctr" anchorCtr="0"/>
          <a:lstStyle>
            <a:lvl1pPr marL="0" indent="0" algn="l">
              <a:buFontTx/>
              <a:buNone/>
              <a:defRPr sz="1400"/>
            </a:lvl1pPr>
            <a:lvl2pPr>
              <a:defRPr sz="1200"/>
            </a:lvl2pPr>
            <a:lvl3pPr>
              <a:defRPr sz="1000"/>
            </a:lvl3pPr>
            <a:lvl4pPr>
              <a:defRPr sz="900"/>
            </a:lvl4pPr>
            <a:lvl5pPr>
              <a:defRPr sz="900"/>
            </a:lvl5pPr>
          </a:lstStyle>
          <a:p>
            <a:pPr lvl="0" eaLnBrk="1" latinLnBrk="0" hangingPunct="1"/>
            <a:r>
              <a:rPr kumimoji="0" lang="en-US"/>
              <a:t>Click to edit Master text styles</a:t>
            </a:r>
          </a:p>
        </p:txBody>
      </p:sp>
      <p:sp>
        <p:nvSpPr>
          <p:cNvPr id="5" name="Date Placeholder 4"/>
          <p:cNvSpPr>
            <a:spLocks noGrp="1"/>
          </p:cNvSpPr>
          <p:nvPr>
            <p:ph type="dt" sz="half" idx="10"/>
          </p:nvPr>
        </p:nvSpPr>
        <p:spPr/>
        <p:txBody>
          <a:bodyPr/>
          <a:lstStyle/>
          <a:p>
            <a:pPr eaLnBrk="1" latinLnBrk="0" hangingPunct="1"/>
            <a:fld id="{2142A9E5-AE71-46A9-A65E-9BA279401128}" type="datetime1">
              <a:rPr lang="en-US" smtClean="0"/>
              <a:t>10/21/2025</a:t>
            </a:fld>
            <a:endParaRPr lang="en-US"/>
          </a:p>
        </p:txBody>
      </p:sp>
      <p:sp>
        <p:nvSpPr>
          <p:cNvPr id="6" name="Footer Placeholder 5"/>
          <p:cNvSpPr>
            <a:spLocks noGrp="1"/>
          </p:cNvSpPr>
          <p:nvPr>
            <p:ph type="ftr" sz="quarter" idx="11"/>
          </p:nvPr>
        </p:nvSpPr>
        <p:spPr/>
        <p:txBody>
          <a:bodyPr/>
          <a:lstStyle/>
          <a:p>
            <a:endParaRPr kumimoji="0" lang="en-US"/>
          </a:p>
        </p:txBody>
      </p:sp>
      <p:sp>
        <p:nvSpPr>
          <p:cNvPr id="7" name="Slide Number Placeholder 6"/>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8" name="Straight Connector 7"/>
          <p:cNvSpPr>
            <a:spLocks noChangeShapeType="1"/>
          </p:cNvSpPr>
          <p:nvPr/>
        </p:nvSpPr>
        <p:spPr bwMode="auto">
          <a:xfrm>
            <a:off x="457200" y="6353175"/>
            <a:ext cx="82296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a:p>
        </p:txBody>
      </p:sp>
      <p:sp>
        <p:nvSpPr>
          <p:cNvPr id="9" name="Isosceles Triangle 8"/>
          <p:cNvSpPr>
            <a:spLocks noChangeAspect="1"/>
          </p:cNvSpPr>
          <p:nvPr/>
        </p:nvSpPr>
        <p:spPr>
          <a:xfrm rot="5400000">
            <a:off x="419100" y="6467475"/>
            <a:ext cx="190849" cy="120314"/>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10" name="Rectangle 9"/>
          <p:cNvSpPr/>
          <p:nvPr/>
        </p:nvSpPr>
        <p:spPr>
          <a:xfrm>
            <a:off x="457200" y="500856"/>
            <a:ext cx="182880" cy="68580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Tree>
  </p:cSld>
  <p:clrMapOvr>
    <a:overrideClrMapping bg1="dk1" tx1="lt1" bg2="dk2" tx2="lt2" accent1="accent1" accent2="accent2" accent3="accent3" accent4="accent4" accent5="accent5" accent6="accent6" hlink="hlink" folHlink="folHlink"/>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kumimoji="0" lang="en-US"/>
              <a:t>Click to edit Master title style</a:t>
            </a:r>
          </a:p>
        </p:txBody>
      </p:sp>
      <p:sp>
        <p:nvSpPr>
          <p:cNvPr id="3" name="Vertical Text Placeholder 2"/>
          <p:cNvSpPr>
            <a:spLocks noGrp="1"/>
          </p:cNvSpPr>
          <p:nvPr>
            <p:ph type="body" orient="vert" idx="1"/>
          </p:nvPr>
        </p:nvSpPr>
        <p:spPr/>
        <p:txBody>
          <a:bodyPr vert="eaVert"/>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4" name="Date Placeholder 3"/>
          <p:cNvSpPr>
            <a:spLocks noGrp="1"/>
          </p:cNvSpPr>
          <p:nvPr>
            <p:ph type="dt" sz="half" idx="10"/>
          </p:nvPr>
        </p:nvSpPr>
        <p:spPr/>
        <p:txBody>
          <a:bodyPr/>
          <a:lstStyle/>
          <a:p>
            <a:pPr eaLnBrk="1" latinLnBrk="0" hangingPunct="1"/>
            <a:fld id="{A9C54BE0-D5FE-4C7B-88A7-8835FDA599B1}" type="datetime1">
              <a:rPr lang="en-US" smtClean="0"/>
              <a:t>10/21/2025</a:t>
            </a:fld>
            <a:endParaRPr lang="en-US"/>
          </a:p>
        </p:txBody>
      </p:sp>
      <p:sp>
        <p:nvSpPr>
          <p:cNvPr id="5" name="Footer Placeholder 4"/>
          <p:cNvSpPr>
            <a:spLocks noGrp="1"/>
          </p:cNvSpPr>
          <p:nvPr>
            <p:ph type="ftr" sz="quarter" idx="11"/>
          </p:nvPr>
        </p:nvSpPr>
        <p:spPr/>
        <p:txBody>
          <a:bodyPr/>
          <a:lstStyle/>
          <a:p>
            <a:endParaRPr kumimoji="0" lang="en-US"/>
          </a:p>
        </p:txBody>
      </p:sp>
      <p:sp>
        <p:nvSpPr>
          <p:cNvPr id="6" name="Slide Number Placeholder 5"/>
          <p:cNvSpPr>
            <a:spLocks noGrp="1"/>
          </p:cNvSpPr>
          <p:nvPr>
            <p:ph type="sldNum" sz="quarter" idx="12"/>
          </p:nvPr>
        </p:nvSpPr>
        <p:spPr/>
        <p:txBody>
          <a:bodyPr/>
          <a:lstStyle/>
          <a:p>
            <a:fld id="{EA7C8D44-3667-46F6-9772-CC52308E2A7F}" type="slidenum">
              <a:rPr kumimoji="0" lang="en-US" smtClean="0"/>
              <a:pPr/>
              <a:t>‹#›</a:t>
            </a:fld>
            <a:endParaRPr kumimoji="0"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kumimoji="0"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4" name="Date Placeholder 3"/>
          <p:cNvSpPr>
            <a:spLocks noGrp="1"/>
          </p:cNvSpPr>
          <p:nvPr>
            <p:ph type="dt" sz="half" idx="10"/>
          </p:nvPr>
        </p:nvSpPr>
        <p:spPr/>
        <p:txBody>
          <a:bodyPr/>
          <a:lstStyle/>
          <a:p>
            <a:pPr eaLnBrk="1" latinLnBrk="0" hangingPunct="1"/>
            <a:fld id="{F132153C-039A-48A4-AC9F-CEC24D5C2B7A}" type="datetime1">
              <a:rPr lang="en-US" smtClean="0"/>
              <a:t>10/21/2025</a:t>
            </a:fld>
            <a:endParaRPr lang="en-US"/>
          </a:p>
        </p:txBody>
      </p:sp>
      <p:sp>
        <p:nvSpPr>
          <p:cNvPr id="5" name="Footer Placeholder 4"/>
          <p:cNvSpPr>
            <a:spLocks noGrp="1"/>
          </p:cNvSpPr>
          <p:nvPr>
            <p:ph type="ftr" sz="quarter" idx="11"/>
          </p:nvPr>
        </p:nvSpPr>
        <p:spPr/>
        <p:txBody>
          <a:bodyPr/>
          <a:lstStyle/>
          <a:p>
            <a:endParaRPr kumimoji="0" lang="en-US"/>
          </a:p>
        </p:txBody>
      </p:sp>
      <p:sp>
        <p:nvSpPr>
          <p:cNvPr id="6" name="Slide Number Placeholder 5"/>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7" name="Straight Connector 6"/>
          <p:cNvSpPr>
            <a:spLocks noChangeShapeType="1"/>
          </p:cNvSpPr>
          <p:nvPr/>
        </p:nvSpPr>
        <p:spPr bwMode="auto">
          <a:xfrm>
            <a:off x="457200" y="6353175"/>
            <a:ext cx="82296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a:p>
        </p:txBody>
      </p:sp>
      <p:sp>
        <p:nvSpPr>
          <p:cNvPr id="8" name="Isosceles Triangle 7"/>
          <p:cNvSpPr>
            <a:spLocks noChangeAspect="1"/>
          </p:cNvSpPr>
          <p:nvPr/>
        </p:nvSpPr>
        <p:spPr>
          <a:xfrm rot="5400000">
            <a:off x="419100" y="6467475"/>
            <a:ext cx="190849" cy="120314"/>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9" name="Straight Connector 8"/>
          <p:cNvSpPr>
            <a:spLocks noChangeShapeType="1"/>
          </p:cNvSpPr>
          <p:nvPr/>
        </p:nvSpPr>
        <p:spPr bwMode="auto">
          <a:xfrm rot="5400000">
            <a:off x="3629607" y="3201952"/>
            <a:ext cx="585216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bl">
  <p:cSld name="Title and Table">
    <p:spTree>
      <p:nvGrpSpPr>
        <p:cNvPr id="1" name=""/>
        <p:cNvGrpSpPr/>
        <p:nvPr/>
      </p:nvGrpSpPr>
      <p:grpSpPr>
        <a:xfrm>
          <a:off x="0" y="0"/>
          <a:ext cx="0" cy="0"/>
          <a:chOff x="0" y="0"/>
          <a:chExt cx="0" cy="0"/>
        </a:xfrm>
      </p:grpSpPr>
      <p:sp>
        <p:nvSpPr>
          <p:cNvPr id="2" name="Title 1"/>
          <p:cNvSpPr>
            <a:spLocks noGrp="1"/>
          </p:cNvSpPr>
          <p:nvPr>
            <p:ph type="title"/>
          </p:nvPr>
        </p:nvSpPr>
        <p:spPr>
          <a:xfrm>
            <a:off x="685800" y="609600"/>
            <a:ext cx="7772400" cy="1143000"/>
          </a:xfrm>
        </p:spPr>
        <p:txBody>
          <a:bodyPr/>
          <a:lstStyle/>
          <a:p>
            <a:r>
              <a:rPr lang="en-US"/>
              <a:t>Click to edit Master title style</a:t>
            </a:r>
          </a:p>
        </p:txBody>
      </p:sp>
      <p:sp>
        <p:nvSpPr>
          <p:cNvPr id="3" name="Table Placeholder 2"/>
          <p:cNvSpPr>
            <a:spLocks noGrp="1"/>
          </p:cNvSpPr>
          <p:nvPr>
            <p:ph type="tbl" idx="1"/>
          </p:nvPr>
        </p:nvSpPr>
        <p:spPr>
          <a:xfrm>
            <a:off x="685800" y="1981200"/>
            <a:ext cx="7772400" cy="4114800"/>
          </a:xfrm>
        </p:spPr>
        <p:txBody>
          <a:bodyPr/>
          <a:lstStyle/>
          <a:p>
            <a:pPr lvl="0"/>
            <a:endParaRPr lang="en-US" noProof="0"/>
          </a:p>
        </p:txBody>
      </p:sp>
      <p:sp>
        <p:nvSpPr>
          <p:cNvPr id="4" name="Rectangle 4"/>
          <p:cNvSpPr>
            <a:spLocks noGrp="1" noChangeArrowheads="1"/>
          </p:cNvSpPr>
          <p:nvPr>
            <p:ph type="dt" sz="half" idx="10"/>
          </p:nvPr>
        </p:nvSpPr>
        <p:spPr>
          <a:ln/>
        </p:spPr>
        <p:txBody>
          <a:bodyPr/>
          <a:lstStyle>
            <a:lvl1pPr>
              <a:defRPr/>
            </a:lvl1pPr>
          </a:lstStyle>
          <a:p>
            <a:pPr>
              <a:defRPr/>
            </a:pPr>
            <a:endParaRPr lang="en-US"/>
          </a:p>
        </p:txBody>
      </p:sp>
      <p:sp>
        <p:nvSpPr>
          <p:cNvPr id="5" name="Rectangle 6"/>
          <p:cNvSpPr>
            <a:spLocks noGrp="1" noChangeArrowheads="1"/>
          </p:cNvSpPr>
          <p:nvPr>
            <p:ph type="sldNum" sz="quarter" idx="11"/>
          </p:nvPr>
        </p:nvSpPr>
        <p:spPr>
          <a:ln/>
        </p:spPr>
        <p:txBody>
          <a:bodyPr/>
          <a:lstStyle>
            <a:lvl1pPr>
              <a:defRPr/>
            </a:lvl1pPr>
          </a:lstStyle>
          <a:p>
            <a:pPr>
              <a:defRPr/>
            </a:pPr>
            <a:fld id="{7D3083A4-9012-4F92-8AC9-739FC4D3B103}" type="slidenum">
              <a:rPr lang="en-US"/>
              <a:pPr>
                <a:defRPr/>
              </a:pPr>
              <a:t>‹#›</a:t>
            </a:fld>
            <a:endParaRPr lang="en-US"/>
          </a:p>
        </p:txBody>
      </p:sp>
    </p:spTree>
    <p:extLst>
      <p:ext uri="{BB962C8B-B14F-4D97-AF65-F5344CB8AC3E}">
        <p14:creationId xmlns:p14="http://schemas.microsoft.com/office/powerpoint/2010/main" val="421314752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2" name="Title Placeholder 21"/>
          <p:cNvSpPr>
            <a:spLocks noGrp="1"/>
          </p:cNvSpPr>
          <p:nvPr>
            <p:ph type="title"/>
          </p:nvPr>
        </p:nvSpPr>
        <p:spPr>
          <a:xfrm>
            <a:off x="457200" y="152400"/>
            <a:ext cx="8229600" cy="990600"/>
          </a:xfrm>
          <a:prstGeom prst="rect">
            <a:avLst/>
          </a:prstGeom>
        </p:spPr>
        <p:txBody>
          <a:bodyPr vert="horz" anchor="b" anchorCtr="0">
            <a:normAutofit/>
          </a:bodyPr>
          <a:lstStyle/>
          <a:p>
            <a:r>
              <a:rPr kumimoji="0" lang="en-US"/>
              <a:t>Click to edit Master title style</a:t>
            </a:r>
          </a:p>
        </p:txBody>
      </p:sp>
      <p:sp>
        <p:nvSpPr>
          <p:cNvPr id="13" name="Text Placeholder 12"/>
          <p:cNvSpPr>
            <a:spLocks noGrp="1"/>
          </p:cNvSpPr>
          <p:nvPr>
            <p:ph type="body" idx="1"/>
          </p:nvPr>
        </p:nvSpPr>
        <p:spPr>
          <a:xfrm>
            <a:off x="457200" y="1219200"/>
            <a:ext cx="8229600" cy="4910328"/>
          </a:xfrm>
          <a:prstGeom prst="rect">
            <a:avLst/>
          </a:prstGeom>
        </p:spPr>
        <p:txBody>
          <a:bodyPr vert="horz">
            <a:normAutofit/>
          </a:bodyPr>
          <a:lstStyle/>
          <a:p>
            <a:pPr lvl="0" eaLnBrk="1" latinLnBrk="0" hangingPunct="1"/>
            <a:r>
              <a:rPr kumimoji="0" lang="en-US"/>
              <a:t>Click to edit Master text styles</a:t>
            </a:r>
          </a:p>
          <a:p>
            <a:pPr lvl="1" eaLnBrk="1" latinLnBrk="0" hangingPunct="1"/>
            <a:r>
              <a:rPr kumimoji="0" lang="en-US"/>
              <a:t>Second level</a:t>
            </a:r>
          </a:p>
          <a:p>
            <a:pPr lvl="2" eaLnBrk="1" latinLnBrk="0" hangingPunct="1"/>
            <a:r>
              <a:rPr kumimoji="0" lang="en-US"/>
              <a:t>Third level</a:t>
            </a:r>
          </a:p>
          <a:p>
            <a:pPr lvl="3" eaLnBrk="1" latinLnBrk="0" hangingPunct="1"/>
            <a:r>
              <a:rPr kumimoji="0" lang="en-US"/>
              <a:t>Fourth level</a:t>
            </a:r>
          </a:p>
          <a:p>
            <a:pPr lvl="4" eaLnBrk="1" latinLnBrk="0" hangingPunct="1"/>
            <a:r>
              <a:rPr kumimoji="0" lang="en-US"/>
              <a:t>Fifth level</a:t>
            </a:r>
          </a:p>
        </p:txBody>
      </p:sp>
      <p:sp>
        <p:nvSpPr>
          <p:cNvPr id="14" name="Date Placeholder 13"/>
          <p:cNvSpPr>
            <a:spLocks noGrp="1"/>
          </p:cNvSpPr>
          <p:nvPr>
            <p:ph type="dt" sz="half" idx="2"/>
          </p:nvPr>
        </p:nvSpPr>
        <p:spPr>
          <a:xfrm>
            <a:off x="6400800" y="6356350"/>
            <a:ext cx="2289048" cy="365760"/>
          </a:xfrm>
          <a:prstGeom prst="rect">
            <a:avLst/>
          </a:prstGeom>
        </p:spPr>
        <p:txBody>
          <a:bodyPr vert="horz"/>
          <a:lstStyle>
            <a:lvl1pPr algn="l" eaLnBrk="1" latinLnBrk="0" hangingPunct="1">
              <a:defRPr kumimoji="0" sz="1400">
                <a:solidFill>
                  <a:schemeClr val="tx2"/>
                </a:solidFill>
              </a:defRPr>
            </a:lvl1pPr>
          </a:lstStyle>
          <a:p>
            <a:pPr eaLnBrk="1" latinLnBrk="0" hangingPunct="1"/>
            <a:fld id="{4087DD3F-948A-46ED-B3EC-5D68A963D0B7}" type="datetime1">
              <a:rPr lang="en-US" smtClean="0"/>
              <a:t>10/21/2025</a:t>
            </a:fld>
            <a:endParaRPr lang="en-US" sz="1400" dirty="0">
              <a:solidFill>
                <a:schemeClr val="tx2"/>
              </a:solidFill>
            </a:endParaRPr>
          </a:p>
        </p:txBody>
      </p:sp>
      <p:sp>
        <p:nvSpPr>
          <p:cNvPr id="3" name="Footer Placeholder 2"/>
          <p:cNvSpPr>
            <a:spLocks noGrp="1"/>
          </p:cNvSpPr>
          <p:nvPr>
            <p:ph type="ftr" sz="quarter" idx="3"/>
          </p:nvPr>
        </p:nvSpPr>
        <p:spPr>
          <a:xfrm>
            <a:off x="2898648" y="6356350"/>
            <a:ext cx="3505200" cy="365760"/>
          </a:xfrm>
          <a:prstGeom prst="rect">
            <a:avLst/>
          </a:prstGeom>
        </p:spPr>
        <p:txBody>
          <a:bodyPr vert="horz"/>
          <a:lstStyle>
            <a:lvl1pPr algn="r" eaLnBrk="1" latinLnBrk="0" hangingPunct="1">
              <a:defRPr kumimoji="0" sz="1400">
                <a:solidFill>
                  <a:schemeClr val="tx2"/>
                </a:solidFill>
              </a:defRPr>
            </a:lvl1pPr>
          </a:lstStyle>
          <a:p>
            <a:pPr algn="r" eaLnBrk="1" latinLnBrk="0" hangingPunct="1"/>
            <a:endParaRPr kumimoji="0" lang="en-US" sz="1400" dirty="0">
              <a:solidFill>
                <a:schemeClr val="tx2"/>
              </a:solidFill>
            </a:endParaRPr>
          </a:p>
        </p:txBody>
      </p:sp>
      <p:sp>
        <p:nvSpPr>
          <p:cNvPr id="23" name="Slide Number Placeholder 22"/>
          <p:cNvSpPr>
            <a:spLocks noGrp="1"/>
          </p:cNvSpPr>
          <p:nvPr>
            <p:ph type="sldNum" sz="quarter" idx="4"/>
          </p:nvPr>
        </p:nvSpPr>
        <p:spPr>
          <a:xfrm>
            <a:off x="612648" y="6356350"/>
            <a:ext cx="1981200" cy="365760"/>
          </a:xfrm>
          <a:prstGeom prst="rect">
            <a:avLst/>
          </a:prstGeom>
        </p:spPr>
        <p:txBody>
          <a:bodyPr vert="horz"/>
          <a:lstStyle>
            <a:lvl1pPr algn="l" eaLnBrk="1" latinLnBrk="0" hangingPunct="1">
              <a:defRPr kumimoji="0" sz="1400">
                <a:solidFill>
                  <a:schemeClr val="tx2"/>
                </a:solidFill>
              </a:defRPr>
            </a:lvl1pPr>
          </a:lstStyle>
          <a:p>
            <a:pPr algn="l" eaLnBrk="1" latinLnBrk="0" hangingPunct="1"/>
            <a:fld id="{EA7C8D44-3667-46F6-9772-CC52308E2A7F}" type="slidenum">
              <a:rPr kumimoji="0" lang="en-US" smtClean="0"/>
              <a:pPr algn="l" eaLnBrk="1" latinLnBrk="0" hangingPunct="1"/>
              <a:t>‹#›</a:t>
            </a:fld>
            <a:endParaRPr kumimoji="0" lang="en-US" sz="1600" dirty="0">
              <a:solidFill>
                <a:schemeClr val="tx2"/>
              </a:solidFill>
            </a:endParaRPr>
          </a:p>
        </p:txBody>
      </p:sp>
      <p:sp>
        <p:nvSpPr>
          <p:cNvPr id="28" name="Straight Connector 27"/>
          <p:cNvSpPr>
            <a:spLocks noChangeShapeType="1"/>
          </p:cNvSpPr>
          <p:nvPr/>
        </p:nvSpPr>
        <p:spPr bwMode="auto">
          <a:xfrm>
            <a:off x="457200" y="6353175"/>
            <a:ext cx="82296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a:p>
        </p:txBody>
      </p:sp>
      <p:sp>
        <p:nvSpPr>
          <p:cNvPr id="29" name="Straight Connector 28"/>
          <p:cNvSpPr>
            <a:spLocks noChangeShapeType="1"/>
          </p:cNvSpPr>
          <p:nvPr/>
        </p:nvSpPr>
        <p:spPr bwMode="auto">
          <a:xfrm>
            <a:off x="457200" y="1143000"/>
            <a:ext cx="82296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a:p>
        </p:txBody>
      </p:sp>
      <p:sp>
        <p:nvSpPr>
          <p:cNvPr id="10" name="Isosceles Triangle 9"/>
          <p:cNvSpPr>
            <a:spLocks noChangeAspect="1"/>
          </p:cNvSpPr>
          <p:nvPr/>
        </p:nvSpPr>
        <p:spPr>
          <a:xfrm rot="5400000">
            <a:off x="419100" y="6467475"/>
            <a:ext cx="190849" cy="120314"/>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Lst>
  <p:hf hdr="0" ftr="0" dt="0"/>
  <p:txStyles>
    <p:titleStyle>
      <a:lvl1pPr algn="l" rtl="0" eaLnBrk="1" latinLnBrk="0" hangingPunct="1">
        <a:spcBef>
          <a:spcPct val="0"/>
        </a:spcBef>
        <a:buNone/>
        <a:defRPr kumimoji="0" sz="3200" kern="1200">
          <a:solidFill>
            <a:schemeClr val="tx2"/>
          </a:solidFill>
          <a:latin typeface="+mj-lt"/>
          <a:ea typeface="+mj-ea"/>
          <a:cs typeface="+mj-cs"/>
        </a:defRPr>
      </a:lvl1pPr>
    </p:titleStyle>
    <p:body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p:bodyStyle>
    <p:otherStyle>
      <a:lvl1pPr marL="0" algn="l" rtl="0" eaLnBrk="1" latinLnBrk="0" hangingPunct="1">
        <a:defRPr kumimoji="0" kern="1200">
          <a:solidFill>
            <a:schemeClr val="tx1"/>
          </a:solidFill>
          <a:latin typeface="+mn-lt"/>
          <a:ea typeface="+mn-ea"/>
          <a:cs typeface="+mn-cs"/>
        </a:defRPr>
      </a:lvl1pPr>
      <a:lvl2pPr marL="457200" algn="l" rtl="0" eaLnBrk="1" latinLnBrk="0" hangingPunct="1">
        <a:defRPr kumimoji="0" kern="1200">
          <a:solidFill>
            <a:schemeClr val="tx1"/>
          </a:solidFill>
          <a:latin typeface="+mn-lt"/>
          <a:ea typeface="+mn-ea"/>
          <a:cs typeface="+mn-cs"/>
        </a:defRPr>
      </a:lvl2pPr>
      <a:lvl3pPr marL="914400" algn="l" rtl="0" eaLnBrk="1" latinLnBrk="0" hangingPunct="1">
        <a:defRPr kumimoji="0" kern="1200">
          <a:solidFill>
            <a:schemeClr val="tx1"/>
          </a:solidFill>
          <a:latin typeface="+mn-lt"/>
          <a:ea typeface="+mn-ea"/>
          <a:cs typeface="+mn-cs"/>
        </a:defRPr>
      </a:lvl3pPr>
      <a:lvl4pPr marL="1371600" algn="l" rtl="0" eaLnBrk="1" latinLnBrk="0" hangingPunct="1">
        <a:defRPr kumimoji="0" kern="1200">
          <a:solidFill>
            <a:schemeClr val="tx1"/>
          </a:solidFill>
          <a:latin typeface="+mn-lt"/>
          <a:ea typeface="+mn-ea"/>
          <a:cs typeface="+mn-cs"/>
        </a:defRPr>
      </a:lvl4pPr>
      <a:lvl5pPr marL="1828800" algn="l" rtl="0" eaLnBrk="1" latinLnBrk="0" hangingPunct="1">
        <a:defRPr kumimoji="0" kern="1200">
          <a:solidFill>
            <a:schemeClr val="tx1"/>
          </a:solidFill>
          <a:latin typeface="+mn-lt"/>
          <a:ea typeface="+mn-ea"/>
          <a:cs typeface="+mn-cs"/>
        </a:defRPr>
      </a:lvl5pPr>
      <a:lvl6pPr marL="2286000" algn="l" rtl="0" eaLnBrk="1" latinLnBrk="0" hangingPunct="1">
        <a:defRPr kumimoji="0" kern="1200">
          <a:solidFill>
            <a:schemeClr val="tx1"/>
          </a:solidFill>
          <a:latin typeface="+mn-lt"/>
          <a:ea typeface="+mn-ea"/>
          <a:cs typeface="+mn-cs"/>
        </a:defRPr>
      </a:lvl6pPr>
      <a:lvl7pPr marL="2743200" algn="l" rtl="0" eaLnBrk="1" latinLnBrk="0" hangingPunct="1">
        <a:defRPr kumimoji="0" kern="1200">
          <a:solidFill>
            <a:schemeClr val="tx1"/>
          </a:solidFill>
          <a:latin typeface="+mn-lt"/>
          <a:ea typeface="+mn-ea"/>
          <a:cs typeface="+mn-cs"/>
        </a:defRPr>
      </a:lvl7pPr>
      <a:lvl8pPr marL="3200400" algn="l" rtl="0" eaLnBrk="1" latinLnBrk="0" hangingPunct="1">
        <a:defRPr kumimoji="0" kern="1200">
          <a:solidFill>
            <a:schemeClr val="tx1"/>
          </a:solidFill>
          <a:latin typeface="+mn-lt"/>
          <a:ea typeface="+mn-ea"/>
          <a:cs typeface="+mn-cs"/>
        </a:defRPr>
      </a:lvl8pPr>
      <a:lvl9pPr marL="3657600" algn="l" rtl="0" eaLnBrk="1" latinLnBrk="0" hangingPunct="1">
        <a:defRPr kumimoji="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noAutofit/>
          </a:bodyPr>
          <a:lstStyle/>
          <a:p>
            <a:r>
              <a:rPr lang="en-US" sz="2000" dirty="0"/>
              <a:t>Z. Gu</a:t>
            </a:r>
          </a:p>
        </p:txBody>
      </p:sp>
      <p:sp>
        <p:nvSpPr>
          <p:cNvPr id="3" name="Subtitle 2"/>
          <p:cNvSpPr>
            <a:spLocks noGrp="1"/>
          </p:cNvSpPr>
          <p:nvPr>
            <p:ph type="subTitle" idx="1"/>
          </p:nvPr>
        </p:nvSpPr>
        <p:spPr/>
        <p:txBody>
          <a:bodyPr/>
          <a:lstStyle/>
          <a:p>
            <a:r>
              <a:rPr lang="en-US" dirty="0"/>
              <a:t>Fall 2025</a:t>
            </a:r>
          </a:p>
        </p:txBody>
      </p:sp>
      <p:sp>
        <p:nvSpPr>
          <p:cNvPr id="5" name="TextBox 4"/>
          <p:cNvSpPr txBox="1"/>
          <p:nvPr/>
        </p:nvSpPr>
        <p:spPr>
          <a:xfrm>
            <a:off x="1828800" y="337547"/>
            <a:ext cx="6477000" cy="523220"/>
          </a:xfrm>
          <a:prstGeom prst="rect">
            <a:avLst/>
          </a:prstGeom>
          <a:noFill/>
        </p:spPr>
        <p:txBody>
          <a:bodyPr wrap="square" rtlCol="0">
            <a:spAutoFit/>
          </a:bodyPr>
          <a:lstStyle/>
          <a:p>
            <a:pPr algn="r"/>
            <a:r>
              <a:rPr lang="en-US" sz="1400" b="1" dirty="0">
                <a:latin typeface="Bookman Old Style (Headings)"/>
              </a:rPr>
              <a:t>Embedded Systems with ARM Cortex-M Microcontrollers in Assembly Language and C</a:t>
            </a:r>
          </a:p>
        </p:txBody>
      </p:sp>
      <p:sp>
        <p:nvSpPr>
          <p:cNvPr id="6" name="TextBox 5"/>
          <p:cNvSpPr txBox="1"/>
          <p:nvPr/>
        </p:nvSpPr>
        <p:spPr>
          <a:xfrm>
            <a:off x="6018008" y="1828800"/>
            <a:ext cx="2251387" cy="1200329"/>
          </a:xfrm>
          <a:prstGeom prst="rect">
            <a:avLst/>
          </a:prstGeom>
          <a:noFill/>
        </p:spPr>
        <p:txBody>
          <a:bodyPr wrap="none" rtlCol="0">
            <a:spAutoFit/>
          </a:bodyPr>
          <a:lstStyle/>
          <a:p>
            <a:pPr algn="r"/>
            <a:r>
              <a:rPr lang="en-US" sz="2400" b="1" dirty="0">
                <a:solidFill>
                  <a:srgbClr val="C00000"/>
                </a:solidFill>
              </a:rPr>
              <a:t>Chapter 8</a:t>
            </a:r>
          </a:p>
          <a:p>
            <a:pPr algn="r"/>
            <a:r>
              <a:rPr lang="en-US" sz="2400" b="1" dirty="0">
                <a:solidFill>
                  <a:srgbClr val="C00000"/>
                </a:solidFill>
              </a:rPr>
              <a:t>Subroutines</a:t>
            </a:r>
          </a:p>
          <a:p>
            <a:pPr algn="r"/>
            <a:r>
              <a:rPr lang="en-US" altLang="zh-CN" sz="2400" b="1" dirty="0">
                <a:solidFill>
                  <a:srgbClr val="C00000"/>
                </a:solidFill>
              </a:rPr>
              <a:t>Exercises ANS</a:t>
            </a:r>
            <a:endParaRPr lang="en-US" sz="2400" b="1" dirty="0">
              <a:solidFill>
                <a:srgbClr val="C00000"/>
              </a:solidFill>
            </a:endParaRPr>
          </a:p>
        </p:txBody>
      </p:sp>
      <p:sp>
        <p:nvSpPr>
          <p:cNvPr id="4" name="Slide Number Placeholder 3"/>
          <p:cNvSpPr>
            <a:spLocks noGrp="1"/>
          </p:cNvSpPr>
          <p:nvPr>
            <p:ph type="sldNum" sz="quarter" idx="12"/>
          </p:nvPr>
        </p:nvSpPr>
        <p:spPr/>
        <p:txBody>
          <a:bodyPr/>
          <a:lstStyle/>
          <a:p>
            <a:fld id="{EA7C8D44-3667-46F6-9772-CC52308E2A7F}" type="slidenum">
              <a:rPr kumimoji="0" lang="en-US" smtClean="0"/>
              <a:pPr/>
              <a:t>1</a:t>
            </a:fld>
            <a:endParaRPr kumimoji="0" lang="en-US" dirty="0"/>
          </a:p>
        </p:txBody>
      </p:sp>
    </p:spTree>
    <p:extLst>
      <p:ext uri="{BB962C8B-B14F-4D97-AF65-F5344CB8AC3E}">
        <p14:creationId xmlns:p14="http://schemas.microsoft.com/office/powerpoint/2010/main" val="168328134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Stack</a:t>
            </a:r>
          </a:p>
        </p:txBody>
      </p:sp>
      <p:sp>
        <p:nvSpPr>
          <p:cNvPr id="3" name="Content Placeholder 2"/>
          <p:cNvSpPr>
            <a:spLocks noGrp="1"/>
          </p:cNvSpPr>
          <p:nvPr>
            <p:ph idx="1"/>
          </p:nvPr>
        </p:nvSpPr>
        <p:spPr>
          <a:xfrm>
            <a:off x="457200" y="1219200"/>
            <a:ext cx="8229600" cy="3200400"/>
          </a:xfrm>
        </p:spPr>
        <p:txBody>
          <a:bodyPr/>
          <a:lstStyle/>
          <a:p>
            <a:pPr>
              <a:buNone/>
            </a:pPr>
            <a:r>
              <a:rPr lang="en-GB" sz="2800" b="1" dirty="0">
                <a:solidFill>
                  <a:srgbClr val="FF0000"/>
                </a:solidFill>
                <a:latin typeface="Consolas" panose="020B0609020204030204" pitchFamily="49" charset="0"/>
                <a:cs typeface="Consolas" panose="020B0609020204030204" pitchFamily="49" charset="0"/>
              </a:rPr>
              <a:t>PUSH</a:t>
            </a:r>
            <a:r>
              <a:rPr lang="en-GB" sz="2800" dirty="0">
                <a:solidFill>
                  <a:srgbClr val="FF0000"/>
                </a:solidFill>
                <a:latin typeface="Consolas" panose="020B0609020204030204" pitchFamily="49" charset="0"/>
                <a:cs typeface="Consolas" panose="020B0609020204030204" pitchFamily="49" charset="0"/>
              </a:rPr>
              <a:t> </a:t>
            </a:r>
            <a:r>
              <a:rPr lang="en-GB" sz="2800" dirty="0">
                <a:latin typeface="Consolas" panose="020B0609020204030204" pitchFamily="49" charset="0"/>
                <a:cs typeface="Consolas" panose="020B0609020204030204" pitchFamily="49" charset="0"/>
              </a:rPr>
              <a:t>{</a:t>
            </a:r>
            <a:r>
              <a:rPr lang="en-GB" sz="2800" i="1" dirty="0">
                <a:latin typeface="Consolas" panose="020B0609020204030204" pitchFamily="49" charset="0"/>
                <a:cs typeface="Consolas" panose="020B0609020204030204" pitchFamily="49" charset="0"/>
              </a:rPr>
              <a:t>Rd</a:t>
            </a:r>
            <a:r>
              <a:rPr lang="en-GB" sz="2800" dirty="0">
                <a:latin typeface="Consolas" panose="020B0609020204030204" pitchFamily="49" charset="0"/>
                <a:cs typeface="Consolas" panose="020B0609020204030204" pitchFamily="49" charset="0"/>
              </a:rPr>
              <a:t>} </a:t>
            </a:r>
          </a:p>
          <a:p>
            <a:pPr lvl="1"/>
            <a:r>
              <a:rPr lang="en-GB" sz="2400" dirty="0" err="1">
                <a:latin typeface="Consolas" panose="020B0609020204030204" pitchFamily="49" charset="0"/>
                <a:cs typeface="Consolas" panose="020B0609020204030204" pitchFamily="49" charset="0"/>
              </a:rPr>
              <a:t>SP</a:t>
            </a:r>
            <a:r>
              <a:rPr lang="en-GB" sz="2400" dirty="0">
                <a:latin typeface="Consolas" panose="020B0609020204030204" pitchFamily="49" charset="0"/>
                <a:cs typeface="Consolas" panose="020B0609020204030204" pitchFamily="49" charset="0"/>
              </a:rPr>
              <a:t> = </a:t>
            </a:r>
            <a:r>
              <a:rPr lang="en-GB" sz="2400" dirty="0" err="1">
                <a:latin typeface="Consolas" panose="020B0609020204030204" pitchFamily="49" charset="0"/>
                <a:cs typeface="Consolas" panose="020B0609020204030204" pitchFamily="49" charset="0"/>
              </a:rPr>
              <a:t>SP</a:t>
            </a:r>
            <a:r>
              <a:rPr lang="en-GB" sz="2400" dirty="0">
                <a:latin typeface="Consolas" panose="020B0609020204030204" pitchFamily="49" charset="0"/>
                <a:cs typeface="Consolas" panose="020B0609020204030204" pitchFamily="49" charset="0"/>
              </a:rPr>
              <a:t>-4   </a:t>
            </a:r>
            <a:r>
              <a:rPr lang="en-GB" sz="2400" dirty="0">
                <a:latin typeface="Cambria Math"/>
                <a:ea typeface="Cambria Math"/>
                <a:cs typeface="Consolas" panose="020B0609020204030204" pitchFamily="49" charset="0"/>
              </a:rPr>
              <a:t>⟶    descending stack</a:t>
            </a:r>
            <a:endParaRPr lang="en-GB" sz="2400" dirty="0">
              <a:latin typeface="Consolas" panose="020B0609020204030204" pitchFamily="49" charset="0"/>
              <a:cs typeface="Consolas" panose="020B0609020204030204" pitchFamily="49" charset="0"/>
            </a:endParaRPr>
          </a:p>
          <a:p>
            <a:pPr lvl="1"/>
            <a:r>
              <a:rPr lang="en-GB" sz="2400" dirty="0">
                <a:latin typeface="Consolas" panose="020B0609020204030204" pitchFamily="49" charset="0"/>
                <a:cs typeface="Consolas" panose="020B0609020204030204" pitchFamily="49" charset="0"/>
              </a:rPr>
              <a:t>(*SP) = </a:t>
            </a:r>
            <a:r>
              <a:rPr lang="en-GB" sz="2400" i="1" dirty="0">
                <a:latin typeface="Consolas" panose="020B0609020204030204" pitchFamily="49" charset="0"/>
                <a:cs typeface="Consolas" panose="020B0609020204030204" pitchFamily="49" charset="0"/>
              </a:rPr>
              <a:t>Rd</a:t>
            </a:r>
            <a:r>
              <a:rPr lang="en-GB" sz="2400" dirty="0">
                <a:latin typeface="Cambria Math"/>
                <a:ea typeface="Cambria Math"/>
                <a:cs typeface="Consolas" panose="020B0609020204030204" pitchFamily="49" charset="0"/>
              </a:rPr>
              <a:t>     ⟶    full stack</a:t>
            </a:r>
          </a:p>
          <a:p>
            <a:pPr marL="0" indent="0">
              <a:buNone/>
            </a:pPr>
            <a:endParaRPr lang="en-GB" sz="2700" i="1" dirty="0">
              <a:latin typeface="Consolas" panose="020B0609020204030204" pitchFamily="49" charset="0"/>
              <a:cs typeface="Consolas" panose="020B0609020204030204" pitchFamily="49" charset="0"/>
            </a:endParaRPr>
          </a:p>
          <a:p>
            <a:pPr marL="0" indent="0">
              <a:buNone/>
            </a:pPr>
            <a:r>
              <a:rPr lang="en-GB" sz="2700" dirty="0">
                <a:cs typeface="Consolas" panose="020B0609020204030204" pitchFamily="49" charset="0"/>
              </a:rPr>
              <a:t>Push multiple registers</a:t>
            </a:r>
          </a:p>
          <a:p>
            <a:pPr marL="0" indent="0">
              <a:buNone/>
            </a:pPr>
            <a:endParaRPr lang="en-GB" sz="2800" dirty="0"/>
          </a:p>
          <a:p>
            <a:endParaRPr lang="en-GB" sz="2400" dirty="0"/>
          </a:p>
          <a:p>
            <a:pPr>
              <a:buNone/>
            </a:pPr>
            <a:endParaRPr lang="en-GB" dirty="0"/>
          </a:p>
        </p:txBody>
      </p:sp>
      <p:sp>
        <p:nvSpPr>
          <p:cNvPr id="4" name="Slide Number Placeholder 3"/>
          <p:cNvSpPr>
            <a:spLocks noGrp="1"/>
          </p:cNvSpPr>
          <p:nvPr>
            <p:ph type="sldNum" sz="quarter" idx="12"/>
          </p:nvPr>
        </p:nvSpPr>
        <p:spPr/>
        <p:txBody>
          <a:bodyPr/>
          <a:lstStyle/>
          <a:p>
            <a:fld id="{EA7C8D44-3667-46F6-9772-CC52308E2A7F}" type="slidenum">
              <a:rPr kumimoji="0" lang="en-US" smtClean="0"/>
              <a:pPr/>
              <a:t>2</a:t>
            </a:fld>
            <a:endParaRPr kumimoji="0" lang="en-US" dirty="0"/>
          </a:p>
        </p:txBody>
      </p:sp>
      <p:sp>
        <p:nvSpPr>
          <p:cNvPr id="5" name="Rectangle 4"/>
          <p:cNvSpPr/>
          <p:nvPr/>
        </p:nvSpPr>
        <p:spPr>
          <a:xfrm>
            <a:off x="410688" y="3848146"/>
            <a:ext cx="2488850" cy="369332"/>
          </a:xfrm>
          <a:prstGeom prst="rect">
            <a:avLst/>
          </a:prstGeom>
        </p:spPr>
        <p:txBody>
          <a:bodyPr wrap="square">
            <a:spAutoFit/>
          </a:bodyPr>
          <a:lstStyle/>
          <a:p>
            <a:r>
              <a:rPr lang="en-GB" b="1" dirty="0">
                <a:solidFill>
                  <a:srgbClr val="FF0000"/>
                </a:solidFill>
                <a:latin typeface="Consolas" panose="020B0609020204030204" pitchFamily="49" charset="0"/>
                <a:cs typeface="Consolas" panose="020B0609020204030204" pitchFamily="49" charset="0"/>
              </a:rPr>
              <a:t>PUSH {r6, r7, </a:t>
            </a:r>
            <a:r>
              <a:rPr lang="en-GB" b="1" dirty="0" err="1">
                <a:solidFill>
                  <a:srgbClr val="FF0000"/>
                </a:solidFill>
                <a:latin typeface="Consolas" panose="020B0609020204030204" pitchFamily="49" charset="0"/>
                <a:cs typeface="Consolas" panose="020B0609020204030204" pitchFamily="49" charset="0"/>
              </a:rPr>
              <a:t>r8</a:t>
            </a:r>
            <a:r>
              <a:rPr lang="en-GB" b="1" dirty="0">
                <a:solidFill>
                  <a:srgbClr val="FF0000"/>
                </a:solidFill>
                <a:latin typeface="Consolas" panose="020B0609020204030204" pitchFamily="49" charset="0"/>
                <a:cs typeface="Consolas" panose="020B0609020204030204" pitchFamily="49" charset="0"/>
              </a:rPr>
              <a:t>}</a:t>
            </a:r>
          </a:p>
        </p:txBody>
      </p:sp>
      <p:sp>
        <p:nvSpPr>
          <p:cNvPr id="6" name="TextBox 5"/>
          <p:cNvSpPr txBox="1"/>
          <p:nvPr/>
        </p:nvSpPr>
        <p:spPr>
          <a:xfrm>
            <a:off x="3611088" y="3465945"/>
            <a:ext cx="1969129" cy="369332"/>
          </a:xfrm>
          <a:prstGeom prst="rect">
            <a:avLst/>
          </a:prstGeom>
          <a:noFill/>
        </p:spPr>
        <p:txBody>
          <a:bodyPr wrap="none" rtlCol="0">
            <a:spAutoFit/>
          </a:bodyPr>
          <a:lstStyle/>
          <a:p>
            <a:r>
              <a:rPr lang="en-US" i="1" dirty="0"/>
              <a:t>They are equivalent. </a:t>
            </a:r>
          </a:p>
        </p:txBody>
      </p:sp>
      <p:sp>
        <p:nvSpPr>
          <p:cNvPr id="8" name="Rectangle 7"/>
          <p:cNvSpPr/>
          <p:nvPr/>
        </p:nvSpPr>
        <p:spPr>
          <a:xfrm>
            <a:off x="7040088" y="3568140"/>
            <a:ext cx="1324402" cy="923330"/>
          </a:xfrm>
          <a:prstGeom prst="rect">
            <a:avLst/>
          </a:prstGeom>
        </p:spPr>
        <p:txBody>
          <a:bodyPr wrap="none">
            <a:spAutoFit/>
          </a:bodyPr>
          <a:lstStyle/>
          <a:p>
            <a:r>
              <a:rPr lang="en-GB" b="1" dirty="0">
                <a:solidFill>
                  <a:srgbClr val="FF0000"/>
                </a:solidFill>
                <a:latin typeface="Consolas" panose="020B0609020204030204" pitchFamily="49" charset="0"/>
                <a:cs typeface="Consolas" panose="020B0609020204030204" pitchFamily="49" charset="0"/>
              </a:rPr>
              <a:t>PUSH {r8}</a:t>
            </a:r>
          </a:p>
          <a:p>
            <a:r>
              <a:rPr lang="en-GB" b="1" dirty="0">
                <a:solidFill>
                  <a:srgbClr val="FF0000"/>
                </a:solidFill>
                <a:latin typeface="Consolas" panose="020B0609020204030204" pitchFamily="49" charset="0"/>
                <a:cs typeface="Consolas" panose="020B0609020204030204" pitchFamily="49" charset="0"/>
              </a:rPr>
              <a:t>PUSH {r7}</a:t>
            </a:r>
          </a:p>
          <a:p>
            <a:r>
              <a:rPr lang="en-GB" b="1" dirty="0">
                <a:solidFill>
                  <a:srgbClr val="FF0000"/>
                </a:solidFill>
                <a:latin typeface="Consolas" panose="020B0609020204030204" pitchFamily="49" charset="0"/>
                <a:cs typeface="Consolas" panose="020B0609020204030204" pitchFamily="49" charset="0"/>
              </a:rPr>
              <a:t>PUSH {r6}</a:t>
            </a:r>
          </a:p>
        </p:txBody>
      </p:sp>
      <p:sp>
        <p:nvSpPr>
          <p:cNvPr id="10" name="Rectangle 9"/>
          <p:cNvSpPr/>
          <p:nvPr/>
        </p:nvSpPr>
        <p:spPr>
          <a:xfrm>
            <a:off x="3611088" y="3848146"/>
            <a:ext cx="2337499" cy="369332"/>
          </a:xfrm>
          <a:prstGeom prst="rect">
            <a:avLst/>
          </a:prstGeom>
        </p:spPr>
        <p:txBody>
          <a:bodyPr wrap="none">
            <a:spAutoFit/>
          </a:bodyPr>
          <a:lstStyle/>
          <a:p>
            <a:r>
              <a:rPr lang="en-GB" b="1" dirty="0">
                <a:solidFill>
                  <a:srgbClr val="FF0000"/>
                </a:solidFill>
                <a:latin typeface="Consolas" panose="020B0609020204030204" pitchFamily="49" charset="0"/>
                <a:cs typeface="Consolas" panose="020B0609020204030204" pitchFamily="49" charset="0"/>
              </a:rPr>
              <a:t>PUSH {</a:t>
            </a:r>
            <a:r>
              <a:rPr lang="en-GB" b="1" dirty="0" err="1">
                <a:solidFill>
                  <a:srgbClr val="FF0000"/>
                </a:solidFill>
                <a:latin typeface="Consolas" panose="020B0609020204030204" pitchFamily="49" charset="0"/>
                <a:cs typeface="Consolas" panose="020B0609020204030204" pitchFamily="49" charset="0"/>
              </a:rPr>
              <a:t>r8</a:t>
            </a:r>
            <a:r>
              <a:rPr lang="en-GB" b="1" dirty="0">
                <a:solidFill>
                  <a:srgbClr val="FF0000"/>
                </a:solidFill>
                <a:latin typeface="Consolas" panose="020B0609020204030204" pitchFamily="49" charset="0"/>
                <a:cs typeface="Consolas" panose="020B0609020204030204" pitchFamily="49" charset="0"/>
              </a:rPr>
              <a:t>, </a:t>
            </a:r>
            <a:r>
              <a:rPr lang="en-GB" b="1" dirty="0" err="1">
                <a:solidFill>
                  <a:srgbClr val="FF0000"/>
                </a:solidFill>
                <a:latin typeface="Consolas" panose="020B0609020204030204" pitchFamily="49" charset="0"/>
                <a:cs typeface="Consolas" panose="020B0609020204030204" pitchFamily="49" charset="0"/>
              </a:rPr>
              <a:t>r7</a:t>
            </a:r>
            <a:r>
              <a:rPr lang="en-GB" b="1" dirty="0">
                <a:solidFill>
                  <a:srgbClr val="FF0000"/>
                </a:solidFill>
                <a:latin typeface="Consolas" panose="020B0609020204030204" pitchFamily="49" charset="0"/>
                <a:cs typeface="Consolas" panose="020B0609020204030204" pitchFamily="49" charset="0"/>
              </a:rPr>
              <a:t>, </a:t>
            </a:r>
            <a:r>
              <a:rPr lang="en-GB" b="1" dirty="0" err="1">
                <a:solidFill>
                  <a:srgbClr val="FF0000"/>
                </a:solidFill>
                <a:latin typeface="Consolas" panose="020B0609020204030204" pitchFamily="49" charset="0"/>
                <a:cs typeface="Consolas" panose="020B0609020204030204" pitchFamily="49" charset="0"/>
              </a:rPr>
              <a:t>r6</a:t>
            </a:r>
            <a:r>
              <a:rPr lang="en-GB" b="1" dirty="0">
                <a:solidFill>
                  <a:srgbClr val="FF0000"/>
                </a:solidFill>
                <a:latin typeface="Consolas" panose="020B0609020204030204" pitchFamily="49" charset="0"/>
                <a:cs typeface="Consolas" panose="020B0609020204030204" pitchFamily="49" charset="0"/>
              </a:rPr>
              <a:t>}</a:t>
            </a:r>
          </a:p>
        </p:txBody>
      </p:sp>
      <p:sp>
        <p:nvSpPr>
          <p:cNvPr id="11" name="Left-Right Arrow 10"/>
          <p:cNvSpPr/>
          <p:nvPr/>
        </p:nvSpPr>
        <p:spPr>
          <a:xfrm>
            <a:off x="3001488" y="3976346"/>
            <a:ext cx="482950" cy="197882"/>
          </a:xfrm>
          <a:prstGeom prst="lef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Left-Right Arrow 11"/>
          <p:cNvSpPr/>
          <p:nvPr/>
        </p:nvSpPr>
        <p:spPr>
          <a:xfrm>
            <a:off x="6278088" y="3930864"/>
            <a:ext cx="482950" cy="197882"/>
          </a:xfrm>
          <a:prstGeom prst="lef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p:cNvSpPr/>
          <p:nvPr/>
        </p:nvSpPr>
        <p:spPr>
          <a:xfrm>
            <a:off x="758953" y="4504339"/>
            <a:ext cx="7772399" cy="1938992"/>
          </a:xfrm>
          <a:prstGeom prst="rect">
            <a:avLst/>
          </a:prstGeom>
        </p:spPr>
        <p:txBody>
          <a:bodyPr wrap="square">
            <a:spAutoFit/>
          </a:bodyPr>
          <a:lstStyle/>
          <a:p>
            <a:pPr marL="285750" indent="-285750">
              <a:buFont typeface="Arial" panose="020B0604020202020204" pitchFamily="34" charset="0"/>
              <a:buChar char="•"/>
            </a:pPr>
            <a:r>
              <a:rPr lang="en-US" sz="2000" dirty="0"/>
              <a:t>SP is decremented before PUSH (pre-decrement), and incremented after POP (post-increment). </a:t>
            </a:r>
          </a:p>
          <a:p>
            <a:pPr marL="285750" indent="-285750">
              <a:buFont typeface="Arial" panose="020B0604020202020204" pitchFamily="34" charset="0"/>
              <a:buChar char="•"/>
            </a:pPr>
            <a:r>
              <a:rPr lang="en-US" sz="2000" dirty="0"/>
              <a:t>The order in which registers listed in the register list does not matter. </a:t>
            </a:r>
          </a:p>
          <a:p>
            <a:pPr marL="285750" indent="-285750">
              <a:buFont typeface="Arial" panose="020B0604020202020204" pitchFamily="34" charset="0"/>
              <a:buChar char="•"/>
            </a:pPr>
            <a:r>
              <a:rPr lang="en-US" sz="2000" dirty="0"/>
              <a:t>When pushing multiple registers, these registers are automatically </a:t>
            </a:r>
            <a:r>
              <a:rPr lang="en-US" sz="2000" dirty="0">
                <a:solidFill>
                  <a:srgbClr val="3333FF"/>
                </a:solidFill>
              </a:rPr>
              <a:t>sorted by name </a:t>
            </a:r>
            <a:r>
              <a:rPr lang="en-US" sz="2000" dirty="0"/>
              <a:t>and </a:t>
            </a:r>
            <a:r>
              <a:rPr lang="en-US" sz="2000" dirty="0">
                <a:solidFill>
                  <a:srgbClr val="3333FF"/>
                </a:solidFill>
              </a:rPr>
              <a:t>the lowest-numbered register </a:t>
            </a:r>
            <a:r>
              <a:rPr lang="en-US" sz="2000" dirty="0"/>
              <a:t>is stored to the lowest memory address, </a:t>
            </a:r>
            <a:r>
              <a:rPr lang="en-US" sz="2000" i="1" dirty="0"/>
              <a:t>i.e. </a:t>
            </a:r>
            <a:r>
              <a:rPr lang="en-US" sz="2000" dirty="0">
                <a:solidFill>
                  <a:srgbClr val="3333FF"/>
                </a:solidFill>
              </a:rPr>
              <a:t>is stored last</a:t>
            </a:r>
            <a:r>
              <a:rPr lang="en-US" sz="2000" dirty="0"/>
              <a:t>. </a:t>
            </a:r>
          </a:p>
        </p:txBody>
      </p:sp>
      <p:sp>
        <p:nvSpPr>
          <p:cNvPr id="7" name="Horizontal Scroll 15">
            <a:extLst>
              <a:ext uri="{FF2B5EF4-FFF2-40B4-BE49-F238E27FC236}">
                <a16:creationId xmlns:a16="http://schemas.microsoft.com/office/drawing/2014/main" id="{CA1DAB37-747D-183E-CAAD-AD690621F135}"/>
              </a:ext>
            </a:extLst>
          </p:cNvPr>
          <p:cNvSpPr/>
          <p:nvPr/>
        </p:nvSpPr>
        <p:spPr>
          <a:xfrm>
            <a:off x="76200" y="-23210"/>
            <a:ext cx="1265712" cy="762000"/>
          </a:xfrm>
          <a:prstGeom prst="horizontalScroll">
            <a:avLst/>
          </a:prstGeom>
          <a:gradFill rotWithShape="1">
            <a:gsLst>
              <a:gs pos="0">
                <a:srgbClr val="4F81BD">
                  <a:tint val="50000"/>
                  <a:satMod val="300000"/>
                </a:srgbClr>
              </a:gs>
              <a:gs pos="35000">
                <a:srgbClr val="4F81BD">
                  <a:tint val="37000"/>
                  <a:satMod val="300000"/>
                </a:srgbClr>
              </a:gs>
              <a:gs pos="100000">
                <a:srgbClr val="4F81BD">
                  <a:tint val="15000"/>
                  <a:satMod val="350000"/>
                </a:srgbClr>
              </a:gs>
            </a:gsLst>
            <a:lin ang="16200000" scaled="1"/>
          </a:gradFill>
          <a:ln w="9525" cap="flat" cmpd="sng" algn="ctr">
            <a:solidFill>
              <a:srgbClr val="4F81BD">
                <a:shade val="95000"/>
                <a:satMod val="105000"/>
              </a:srgbClr>
            </a:solidFill>
            <a:prstDash val="solid"/>
          </a:ln>
          <a:effectLst>
            <a:outerShdw blurRad="40000" dist="20000" dir="5400000" rotWithShape="0">
              <a:srgbClr val="000000">
                <a:alpha val="38000"/>
              </a:srgbClr>
            </a:outerShdw>
          </a:effectLst>
        </p:spPr>
        <p:txBody>
          <a:bodyPr rtlCol="0" anchor="ctr"/>
          <a:lstStyle/>
          <a:p>
            <a:pPr marL="0" marR="0" lvl="0" indent="0" algn="ctr" defTabSz="457200" eaLnBrk="1" fontAlgn="auto" latinLnBrk="0" hangingPunct="1">
              <a:lnSpc>
                <a:spcPct val="100000"/>
              </a:lnSpc>
              <a:spcBef>
                <a:spcPts val="0"/>
              </a:spcBef>
              <a:spcAft>
                <a:spcPts val="0"/>
              </a:spcAft>
              <a:buClrTx/>
              <a:buSzTx/>
              <a:buFontTx/>
              <a:buNone/>
              <a:tabLst/>
              <a:defRPr/>
            </a:pPr>
            <a:r>
              <a:rPr kumimoji="0" lang="en-US" sz="2400" b="0" i="0" u="none" strike="noStrike" kern="0" cap="none" spc="0" normalizeH="0" baseline="0" noProof="0" dirty="0">
                <a:ln>
                  <a:noFill/>
                </a:ln>
                <a:solidFill>
                  <a:prstClr val="black"/>
                </a:solidFill>
                <a:effectLst/>
                <a:uLnTx/>
                <a:uFillTx/>
                <a:latin typeface="Calibri"/>
                <a:ea typeface="+mn-ea"/>
                <a:cs typeface="+mn-cs"/>
              </a:rPr>
              <a:t>Review</a:t>
            </a:r>
          </a:p>
        </p:txBody>
      </p:sp>
    </p:spTree>
    <p:extLst>
      <p:ext uri="{BB962C8B-B14F-4D97-AF65-F5344CB8AC3E}">
        <p14:creationId xmlns:p14="http://schemas.microsoft.com/office/powerpoint/2010/main" val="112063260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Stack</a:t>
            </a:r>
          </a:p>
        </p:txBody>
      </p:sp>
      <p:sp>
        <p:nvSpPr>
          <p:cNvPr id="3" name="Content Placeholder 2"/>
          <p:cNvSpPr>
            <a:spLocks noGrp="1"/>
          </p:cNvSpPr>
          <p:nvPr>
            <p:ph idx="1"/>
          </p:nvPr>
        </p:nvSpPr>
        <p:spPr/>
        <p:txBody>
          <a:bodyPr/>
          <a:lstStyle/>
          <a:p>
            <a:pPr>
              <a:buNone/>
            </a:pPr>
            <a:r>
              <a:rPr lang="en-GB" sz="2800" b="1" dirty="0">
                <a:solidFill>
                  <a:srgbClr val="FF0000"/>
                </a:solidFill>
                <a:latin typeface="Consolas" panose="020B0609020204030204" pitchFamily="49" charset="0"/>
                <a:cs typeface="Consolas" panose="020B0609020204030204" pitchFamily="49" charset="0"/>
              </a:rPr>
              <a:t>POP</a:t>
            </a:r>
            <a:r>
              <a:rPr lang="en-GB" sz="2800" dirty="0">
                <a:solidFill>
                  <a:srgbClr val="FF0000"/>
                </a:solidFill>
                <a:latin typeface="Consolas" panose="020B0609020204030204" pitchFamily="49" charset="0"/>
                <a:cs typeface="Consolas" panose="020B0609020204030204" pitchFamily="49" charset="0"/>
              </a:rPr>
              <a:t> </a:t>
            </a:r>
            <a:r>
              <a:rPr lang="en-GB" sz="2800" dirty="0">
                <a:latin typeface="Consolas" panose="020B0609020204030204" pitchFamily="49" charset="0"/>
                <a:cs typeface="Consolas" panose="020B0609020204030204" pitchFamily="49" charset="0"/>
              </a:rPr>
              <a:t>{</a:t>
            </a:r>
            <a:r>
              <a:rPr lang="en-GB" sz="2800" i="1" dirty="0">
                <a:latin typeface="Consolas" panose="020B0609020204030204" pitchFamily="49" charset="0"/>
                <a:cs typeface="Consolas" panose="020B0609020204030204" pitchFamily="49" charset="0"/>
              </a:rPr>
              <a:t>Rd</a:t>
            </a:r>
            <a:r>
              <a:rPr lang="en-GB" sz="2800" dirty="0">
                <a:latin typeface="Consolas" panose="020B0609020204030204" pitchFamily="49" charset="0"/>
                <a:cs typeface="Consolas" panose="020B0609020204030204" pitchFamily="49" charset="0"/>
              </a:rPr>
              <a:t>} </a:t>
            </a:r>
          </a:p>
          <a:p>
            <a:pPr lvl="1"/>
            <a:r>
              <a:rPr lang="en-GB" sz="2400" i="1" dirty="0">
                <a:latin typeface="Consolas" panose="020B0609020204030204" pitchFamily="49" charset="0"/>
                <a:cs typeface="Consolas" panose="020B0609020204030204" pitchFamily="49" charset="0"/>
              </a:rPr>
              <a:t>Rd </a:t>
            </a:r>
            <a:r>
              <a:rPr lang="en-GB" sz="2400" dirty="0">
                <a:latin typeface="Consolas" panose="020B0609020204030204" pitchFamily="49" charset="0"/>
                <a:cs typeface="Consolas" panose="020B0609020204030204" pitchFamily="49" charset="0"/>
              </a:rPr>
              <a:t>= (*</a:t>
            </a:r>
            <a:r>
              <a:rPr lang="en-GB" sz="2400" dirty="0" err="1">
                <a:latin typeface="Consolas" panose="020B0609020204030204" pitchFamily="49" charset="0"/>
                <a:cs typeface="Consolas" panose="020B0609020204030204" pitchFamily="49" charset="0"/>
              </a:rPr>
              <a:t>SP</a:t>
            </a:r>
            <a:r>
              <a:rPr lang="en-GB" sz="2400" dirty="0">
                <a:latin typeface="Consolas" panose="020B0609020204030204" pitchFamily="49" charset="0"/>
                <a:cs typeface="Consolas" panose="020B0609020204030204" pitchFamily="49" charset="0"/>
              </a:rPr>
              <a:t>)    </a:t>
            </a:r>
            <a:r>
              <a:rPr lang="en-GB" sz="2400" dirty="0">
                <a:latin typeface="Cambria Math"/>
                <a:ea typeface="Cambria Math"/>
                <a:cs typeface="Consolas" panose="020B0609020204030204" pitchFamily="49" charset="0"/>
              </a:rPr>
              <a:t>⟶    full stack</a:t>
            </a:r>
            <a:endParaRPr lang="en-GB" sz="2400" dirty="0">
              <a:latin typeface="Consolas" panose="020B0609020204030204" pitchFamily="49" charset="0"/>
              <a:cs typeface="Consolas" panose="020B0609020204030204" pitchFamily="49" charset="0"/>
            </a:endParaRPr>
          </a:p>
          <a:p>
            <a:pPr lvl="1"/>
            <a:r>
              <a:rPr lang="en-GB" sz="2400" dirty="0" err="1">
                <a:latin typeface="Consolas" panose="020B0609020204030204" pitchFamily="49" charset="0"/>
                <a:cs typeface="Consolas" panose="020B0609020204030204" pitchFamily="49" charset="0"/>
              </a:rPr>
              <a:t>SP</a:t>
            </a:r>
            <a:r>
              <a:rPr lang="en-GB" sz="2400" dirty="0">
                <a:latin typeface="Consolas" panose="020B0609020204030204" pitchFamily="49" charset="0"/>
                <a:cs typeface="Consolas" panose="020B0609020204030204" pitchFamily="49" charset="0"/>
              </a:rPr>
              <a:t> = </a:t>
            </a:r>
            <a:r>
              <a:rPr lang="en-GB" sz="2400" dirty="0" err="1">
                <a:latin typeface="Consolas" panose="020B0609020204030204" pitchFamily="49" charset="0"/>
                <a:cs typeface="Consolas" panose="020B0609020204030204" pitchFamily="49" charset="0"/>
              </a:rPr>
              <a:t>SP</a:t>
            </a:r>
            <a:r>
              <a:rPr lang="en-GB" sz="2400" dirty="0">
                <a:latin typeface="Consolas" panose="020B0609020204030204" pitchFamily="49" charset="0"/>
                <a:cs typeface="Consolas" panose="020B0609020204030204" pitchFamily="49" charset="0"/>
              </a:rPr>
              <a:t> + 4   </a:t>
            </a:r>
            <a:r>
              <a:rPr lang="en-GB" sz="2400" dirty="0">
                <a:latin typeface="Cambria Math"/>
                <a:ea typeface="Cambria Math"/>
                <a:cs typeface="Consolas" panose="020B0609020204030204" pitchFamily="49" charset="0"/>
              </a:rPr>
              <a:t>⟶    Stack shrinks</a:t>
            </a:r>
          </a:p>
          <a:p>
            <a:pPr lvl="1"/>
            <a:endParaRPr lang="en-GB" sz="2700" dirty="0">
              <a:latin typeface="Consolas" panose="020B0609020204030204" pitchFamily="49" charset="0"/>
              <a:cs typeface="Consolas" panose="020B0609020204030204" pitchFamily="49" charset="0"/>
            </a:endParaRPr>
          </a:p>
          <a:p>
            <a:pPr marL="0" indent="0">
              <a:buNone/>
            </a:pPr>
            <a:r>
              <a:rPr lang="en-GB" sz="2700" dirty="0">
                <a:cs typeface="Consolas" panose="020B0609020204030204" pitchFamily="49" charset="0"/>
              </a:rPr>
              <a:t>Pop multiple registers</a:t>
            </a:r>
          </a:p>
        </p:txBody>
      </p:sp>
      <p:sp>
        <p:nvSpPr>
          <p:cNvPr id="4" name="Slide Number Placeholder 3"/>
          <p:cNvSpPr>
            <a:spLocks noGrp="1"/>
          </p:cNvSpPr>
          <p:nvPr>
            <p:ph type="sldNum" sz="quarter" idx="12"/>
          </p:nvPr>
        </p:nvSpPr>
        <p:spPr/>
        <p:txBody>
          <a:bodyPr/>
          <a:lstStyle/>
          <a:p>
            <a:fld id="{EA7C8D44-3667-46F6-9772-CC52308E2A7F}" type="slidenum">
              <a:rPr kumimoji="0" lang="en-US" smtClean="0"/>
              <a:pPr/>
              <a:t>3</a:t>
            </a:fld>
            <a:endParaRPr kumimoji="0" lang="en-US" dirty="0"/>
          </a:p>
        </p:txBody>
      </p:sp>
      <p:sp>
        <p:nvSpPr>
          <p:cNvPr id="5" name="Rectangle 4"/>
          <p:cNvSpPr/>
          <p:nvPr/>
        </p:nvSpPr>
        <p:spPr>
          <a:xfrm>
            <a:off x="3733800" y="3909536"/>
            <a:ext cx="2286000" cy="369332"/>
          </a:xfrm>
          <a:prstGeom prst="rect">
            <a:avLst/>
          </a:prstGeom>
        </p:spPr>
        <p:txBody>
          <a:bodyPr wrap="square">
            <a:spAutoFit/>
          </a:bodyPr>
          <a:lstStyle/>
          <a:p>
            <a:r>
              <a:rPr lang="en-GB" b="1" dirty="0">
                <a:solidFill>
                  <a:srgbClr val="FF0000"/>
                </a:solidFill>
                <a:latin typeface="Consolas" panose="020B0609020204030204" pitchFamily="49" charset="0"/>
                <a:cs typeface="Consolas" panose="020B0609020204030204" pitchFamily="49" charset="0"/>
              </a:rPr>
              <a:t>POP {r8, r7, r6}</a:t>
            </a:r>
          </a:p>
        </p:txBody>
      </p:sp>
      <p:sp>
        <p:nvSpPr>
          <p:cNvPr id="7" name="TextBox 6"/>
          <p:cNvSpPr txBox="1"/>
          <p:nvPr/>
        </p:nvSpPr>
        <p:spPr>
          <a:xfrm>
            <a:off x="3680557" y="3475672"/>
            <a:ext cx="1969129" cy="369332"/>
          </a:xfrm>
          <a:prstGeom prst="rect">
            <a:avLst/>
          </a:prstGeom>
          <a:noFill/>
        </p:spPr>
        <p:txBody>
          <a:bodyPr wrap="none" rtlCol="0">
            <a:spAutoFit/>
          </a:bodyPr>
          <a:lstStyle/>
          <a:p>
            <a:r>
              <a:rPr lang="en-US" i="1" dirty="0"/>
              <a:t>They are equivalent. </a:t>
            </a:r>
          </a:p>
        </p:txBody>
      </p:sp>
      <p:sp>
        <p:nvSpPr>
          <p:cNvPr id="9" name="Rectangle 8"/>
          <p:cNvSpPr/>
          <p:nvPr/>
        </p:nvSpPr>
        <p:spPr>
          <a:xfrm>
            <a:off x="6955636" y="3660338"/>
            <a:ext cx="1197764" cy="923330"/>
          </a:xfrm>
          <a:prstGeom prst="rect">
            <a:avLst/>
          </a:prstGeom>
        </p:spPr>
        <p:txBody>
          <a:bodyPr wrap="none">
            <a:spAutoFit/>
          </a:bodyPr>
          <a:lstStyle/>
          <a:p>
            <a:r>
              <a:rPr lang="en-GB" b="1" dirty="0">
                <a:solidFill>
                  <a:srgbClr val="FF0000"/>
                </a:solidFill>
                <a:latin typeface="Consolas" panose="020B0609020204030204" pitchFamily="49" charset="0"/>
                <a:cs typeface="Consolas" panose="020B0609020204030204" pitchFamily="49" charset="0"/>
              </a:rPr>
              <a:t>POP {</a:t>
            </a:r>
            <a:r>
              <a:rPr lang="en-GB" b="1" dirty="0" err="1">
                <a:solidFill>
                  <a:srgbClr val="FF0000"/>
                </a:solidFill>
                <a:latin typeface="Consolas" panose="020B0609020204030204" pitchFamily="49" charset="0"/>
                <a:cs typeface="Consolas" panose="020B0609020204030204" pitchFamily="49" charset="0"/>
              </a:rPr>
              <a:t>r6</a:t>
            </a:r>
            <a:r>
              <a:rPr lang="en-GB" b="1" dirty="0">
                <a:solidFill>
                  <a:srgbClr val="FF0000"/>
                </a:solidFill>
                <a:latin typeface="Consolas" panose="020B0609020204030204" pitchFamily="49" charset="0"/>
                <a:cs typeface="Consolas" panose="020B0609020204030204" pitchFamily="49" charset="0"/>
              </a:rPr>
              <a:t>}</a:t>
            </a:r>
          </a:p>
          <a:p>
            <a:r>
              <a:rPr lang="en-GB" b="1" dirty="0">
                <a:solidFill>
                  <a:srgbClr val="FF0000"/>
                </a:solidFill>
                <a:latin typeface="Consolas" panose="020B0609020204030204" pitchFamily="49" charset="0"/>
                <a:cs typeface="Consolas" panose="020B0609020204030204" pitchFamily="49" charset="0"/>
              </a:rPr>
              <a:t>POP {r7}</a:t>
            </a:r>
          </a:p>
          <a:p>
            <a:r>
              <a:rPr lang="en-GB" b="1" dirty="0">
                <a:solidFill>
                  <a:srgbClr val="FF0000"/>
                </a:solidFill>
                <a:latin typeface="Consolas" panose="020B0609020204030204" pitchFamily="49" charset="0"/>
                <a:cs typeface="Consolas" panose="020B0609020204030204" pitchFamily="49" charset="0"/>
              </a:rPr>
              <a:t>POP {</a:t>
            </a:r>
            <a:r>
              <a:rPr lang="en-GB" b="1" dirty="0" err="1">
                <a:solidFill>
                  <a:srgbClr val="FF0000"/>
                </a:solidFill>
                <a:latin typeface="Consolas" panose="020B0609020204030204" pitchFamily="49" charset="0"/>
                <a:cs typeface="Consolas" panose="020B0609020204030204" pitchFamily="49" charset="0"/>
              </a:rPr>
              <a:t>r8</a:t>
            </a:r>
            <a:r>
              <a:rPr lang="en-GB" b="1" dirty="0">
                <a:solidFill>
                  <a:srgbClr val="FF0000"/>
                </a:solidFill>
                <a:latin typeface="Consolas" panose="020B0609020204030204" pitchFamily="49" charset="0"/>
                <a:cs typeface="Consolas" panose="020B0609020204030204" pitchFamily="49" charset="0"/>
              </a:rPr>
              <a:t>}</a:t>
            </a:r>
          </a:p>
        </p:txBody>
      </p:sp>
      <p:sp>
        <p:nvSpPr>
          <p:cNvPr id="10" name="Rectangle 9"/>
          <p:cNvSpPr/>
          <p:nvPr/>
        </p:nvSpPr>
        <p:spPr>
          <a:xfrm>
            <a:off x="608538" y="3909536"/>
            <a:ext cx="2210862" cy="369332"/>
          </a:xfrm>
          <a:prstGeom prst="rect">
            <a:avLst/>
          </a:prstGeom>
        </p:spPr>
        <p:txBody>
          <a:bodyPr wrap="none">
            <a:spAutoFit/>
          </a:bodyPr>
          <a:lstStyle/>
          <a:p>
            <a:r>
              <a:rPr lang="en-GB" b="1" dirty="0">
                <a:solidFill>
                  <a:srgbClr val="FF0000"/>
                </a:solidFill>
                <a:latin typeface="Consolas" panose="020B0609020204030204" pitchFamily="49" charset="0"/>
                <a:cs typeface="Consolas" panose="020B0609020204030204" pitchFamily="49" charset="0"/>
              </a:rPr>
              <a:t>POP {</a:t>
            </a:r>
            <a:r>
              <a:rPr lang="en-GB" b="1" dirty="0" err="1">
                <a:solidFill>
                  <a:srgbClr val="FF0000"/>
                </a:solidFill>
                <a:latin typeface="Consolas" panose="020B0609020204030204" pitchFamily="49" charset="0"/>
                <a:cs typeface="Consolas" panose="020B0609020204030204" pitchFamily="49" charset="0"/>
              </a:rPr>
              <a:t>r6</a:t>
            </a:r>
            <a:r>
              <a:rPr lang="en-GB" b="1" dirty="0">
                <a:solidFill>
                  <a:srgbClr val="FF0000"/>
                </a:solidFill>
                <a:latin typeface="Consolas" panose="020B0609020204030204" pitchFamily="49" charset="0"/>
                <a:cs typeface="Consolas" panose="020B0609020204030204" pitchFamily="49" charset="0"/>
              </a:rPr>
              <a:t>, </a:t>
            </a:r>
            <a:r>
              <a:rPr lang="en-GB" b="1" dirty="0" err="1">
                <a:solidFill>
                  <a:srgbClr val="FF0000"/>
                </a:solidFill>
                <a:latin typeface="Consolas" panose="020B0609020204030204" pitchFamily="49" charset="0"/>
                <a:cs typeface="Consolas" panose="020B0609020204030204" pitchFamily="49" charset="0"/>
              </a:rPr>
              <a:t>r7</a:t>
            </a:r>
            <a:r>
              <a:rPr lang="en-GB" b="1" dirty="0">
                <a:solidFill>
                  <a:srgbClr val="FF0000"/>
                </a:solidFill>
                <a:latin typeface="Consolas" panose="020B0609020204030204" pitchFamily="49" charset="0"/>
                <a:cs typeface="Consolas" panose="020B0609020204030204" pitchFamily="49" charset="0"/>
              </a:rPr>
              <a:t>, </a:t>
            </a:r>
            <a:r>
              <a:rPr lang="en-GB" b="1" dirty="0" err="1">
                <a:solidFill>
                  <a:srgbClr val="FF0000"/>
                </a:solidFill>
                <a:latin typeface="Consolas" panose="020B0609020204030204" pitchFamily="49" charset="0"/>
                <a:cs typeface="Consolas" panose="020B0609020204030204" pitchFamily="49" charset="0"/>
              </a:rPr>
              <a:t>r8</a:t>
            </a:r>
            <a:r>
              <a:rPr lang="en-GB" b="1" dirty="0">
                <a:solidFill>
                  <a:srgbClr val="FF0000"/>
                </a:solidFill>
                <a:latin typeface="Consolas" panose="020B0609020204030204" pitchFamily="49" charset="0"/>
                <a:cs typeface="Consolas" panose="020B0609020204030204" pitchFamily="49" charset="0"/>
              </a:rPr>
              <a:t>}</a:t>
            </a:r>
          </a:p>
        </p:txBody>
      </p:sp>
      <p:sp>
        <p:nvSpPr>
          <p:cNvPr id="11" name="Left-Right Arrow 10"/>
          <p:cNvSpPr/>
          <p:nvPr/>
        </p:nvSpPr>
        <p:spPr>
          <a:xfrm>
            <a:off x="2971800" y="4026068"/>
            <a:ext cx="482950" cy="197882"/>
          </a:xfrm>
          <a:prstGeom prst="lef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Left-Right Arrow 11"/>
          <p:cNvSpPr/>
          <p:nvPr/>
        </p:nvSpPr>
        <p:spPr>
          <a:xfrm>
            <a:off x="6248400" y="3980586"/>
            <a:ext cx="482950" cy="197882"/>
          </a:xfrm>
          <a:prstGeom prst="lef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p:cNvSpPr/>
          <p:nvPr/>
        </p:nvSpPr>
        <p:spPr>
          <a:xfrm>
            <a:off x="758953" y="4538568"/>
            <a:ext cx="7772399" cy="1938992"/>
          </a:xfrm>
          <a:prstGeom prst="rect">
            <a:avLst/>
          </a:prstGeom>
        </p:spPr>
        <p:txBody>
          <a:bodyPr wrap="square">
            <a:spAutoFit/>
          </a:bodyPr>
          <a:lstStyle/>
          <a:p>
            <a:pPr marL="285750" indent="-285750">
              <a:buFont typeface="Arial" panose="020B0604020202020204" pitchFamily="34" charset="0"/>
              <a:buChar char="•"/>
            </a:pPr>
            <a:r>
              <a:rPr lang="en-US" sz="2000" dirty="0"/>
              <a:t>SP is decremented before PUSH (pre-decrement), and incremented after POP (post-increment). </a:t>
            </a:r>
          </a:p>
          <a:p>
            <a:pPr marL="285750" indent="-285750">
              <a:buFont typeface="Arial" panose="020B0604020202020204" pitchFamily="34" charset="0"/>
              <a:buChar char="•"/>
            </a:pPr>
            <a:r>
              <a:rPr lang="en-US" sz="2000" dirty="0"/>
              <a:t>The order in which registers listed in the register list does not matter. </a:t>
            </a:r>
          </a:p>
          <a:p>
            <a:pPr marL="285750" indent="-285750">
              <a:buFont typeface="Arial" panose="020B0604020202020204" pitchFamily="34" charset="0"/>
              <a:buChar char="•"/>
            </a:pPr>
            <a:r>
              <a:rPr lang="en-US" sz="2000" dirty="0"/>
              <a:t>When popping multiple registers, these registers are automatically </a:t>
            </a:r>
            <a:r>
              <a:rPr lang="en-US" sz="2000" dirty="0">
                <a:solidFill>
                  <a:srgbClr val="3333FF"/>
                </a:solidFill>
              </a:rPr>
              <a:t>sorted by name </a:t>
            </a:r>
            <a:r>
              <a:rPr lang="en-US" sz="2000" dirty="0"/>
              <a:t>and </a:t>
            </a:r>
            <a:r>
              <a:rPr lang="en-US" sz="2000" dirty="0">
                <a:solidFill>
                  <a:srgbClr val="3333FF"/>
                </a:solidFill>
              </a:rPr>
              <a:t>the lowest-numbered register</a:t>
            </a:r>
            <a:r>
              <a:rPr lang="en-US" sz="2000" dirty="0"/>
              <a:t> is loaded from the lowest memory address, </a:t>
            </a:r>
            <a:r>
              <a:rPr lang="en-US" sz="2000" i="1" dirty="0"/>
              <a:t>i.e. </a:t>
            </a:r>
            <a:r>
              <a:rPr lang="en-US" sz="2000" dirty="0">
                <a:solidFill>
                  <a:srgbClr val="3333FF"/>
                </a:solidFill>
              </a:rPr>
              <a:t>is loaded first</a:t>
            </a:r>
            <a:r>
              <a:rPr lang="en-US" sz="2000" dirty="0"/>
              <a:t>. </a:t>
            </a:r>
          </a:p>
        </p:txBody>
      </p:sp>
      <p:sp>
        <p:nvSpPr>
          <p:cNvPr id="8" name="Horizontal Scroll 15">
            <a:extLst>
              <a:ext uri="{FF2B5EF4-FFF2-40B4-BE49-F238E27FC236}">
                <a16:creationId xmlns:a16="http://schemas.microsoft.com/office/drawing/2014/main" id="{81298358-2851-DD72-AD97-76AEE8B1D766}"/>
              </a:ext>
            </a:extLst>
          </p:cNvPr>
          <p:cNvSpPr/>
          <p:nvPr/>
        </p:nvSpPr>
        <p:spPr>
          <a:xfrm>
            <a:off x="76200" y="-23210"/>
            <a:ext cx="1265712" cy="762000"/>
          </a:xfrm>
          <a:prstGeom prst="horizontalScroll">
            <a:avLst/>
          </a:prstGeom>
          <a:gradFill rotWithShape="1">
            <a:gsLst>
              <a:gs pos="0">
                <a:srgbClr val="4F81BD">
                  <a:tint val="50000"/>
                  <a:satMod val="300000"/>
                </a:srgbClr>
              </a:gs>
              <a:gs pos="35000">
                <a:srgbClr val="4F81BD">
                  <a:tint val="37000"/>
                  <a:satMod val="300000"/>
                </a:srgbClr>
              </a:gs>
              <a:gs pos="100000">
                <a:srgbClr val="4F81BD">
                  <a:tint val="15000"/>
                  <a:satMod val="350000"/>
                </a:srgbClr>
              </a:gs>
            </a:gsLst>
            <a:lin ang="16200000" scaled="1"/>
          </a:gradFill>
          <a:ln w="9525" cap="flat" cmpd="sng" algn="ctr">
            <a:solidFill>
              <a:srgbClr val="4F81BD">
                <a:shade val="95000"/>
                <a:satMod val="105000"/>
              </a:srgbClr>
            </a:solidFill>
            <a:prstDash val="solid"/>
          </a:ln>
          <a:effectLst>
            <a:outerShdw blurRad="40000" dist="20000" dir="5400000" rotWithShape="0">
              <a:srgbClr val="000000">
                <a:alpha val="38000"/>
              </a:srgbClr>
            </a:outerShdw>
          </a:effectLst>
        </p:spPr>
        <p:txBody>
          <a:bodyPr rtlCol="0" anchor="ctr"/>
          <a:lstStyle/>
          <a:p>
            <a:pPr marL="0" marR="0" lvl="0" indent="0" algn="ctr" defTabSz="457200" eaLnBrk="1" fontAlgn="auto" latinLnBrk="0" hangingPunct="1">
              <a:lnSpc>
                <a:spcPct val="100000"/>
              </a:lnSpc>
              <a:spcBef>
                <a:spcPts val="0"/>
              </a:spcBef>
              <a:spcAft>
                <a:spcPts val="0"/>
              </a:spcAft>
              <a:buClrTx/>
              <a:buSzTx/>
              <a:buFontTx/>
              <a:buNone/>
              <a:tabLst/>
              <a:defRPr/>
            </a:pPr>
            <a:r>
              <a:rPr kumimoji="0" lang="en-US" sz="2400" b="0" i="0" u="none" strike="noStrike" kern="0" cap="none" spc="0" normalizeH="0" baseline="0" noProof="0" dirty="0">
                <a:ln>
                  <a:noFill/>
                </a:ln>
                <a:solidFill>
                  <a:prstClr val="black"/>
                </a:solidFill>
                <a:effectLst/>
                <a:uLnTx/>
                <a:uFillTx/>
                <a:latin typeface="Calibri"/>
                <a:ea typeface="+mn-ea"/>
                <a:cs typeface="+mn-cs"/>
              </a:rPr>
              <a:t>Review</a:t>
            </a:r>
          </a:p>
        </p:txBody>
      </p:sp>
    </p:spTree>
    <p:extLst>
      <p:ext uri="{BB962C8B-B14F-4D97-AF65-F5344CB8AC3E}">
        <p14:creationId xmlns:p14="http://schemas.microsoft.com/office/powerpoint/2010/main" val="42497228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PUSH/POP Multiple Registers</a:t>
            </a:r>
          </a:p>
        </p:txBody>
      </p:sp>
      <p:sp>
        <p:nvSpPr>
          <p:cNvPr id="3" name="Content Placeholder 2"/>
          <p:cNvSpPr>
            <a:spLocks noGrp="1"/>
          </p:cNvSpPr>
          <p:nvPr>
            <p:ph idx="1"/>
          </p:nvPr>
        </p:nvSpPr>
        <p:spPr>
          <a:xfrm>
            <a:off x="381000" y="1406604"/>
            <a:ext cx="8229600" cy="1905000"/>
          </a:xfrm>
        </p:spPr>
        <p:txBody>
          <a:bodyPr/>
          <a:lstStyle/>
          <a:p>
            <a:pPr>
              <a:buNone/>
            </a:pPr>
            <a:endParaRPr lang="en-GB" dirty="0"/>
          </a:p>
        </p:txBody>
      </p:sp>
      <p:sp>
        <p:nvSpPr>
          <p:cNvPr id="4" name="Slide Number Placeholder 3"/>
          <p:cNvSpPr>
            <a:spLocks noGrp="1"/>
          </p:cNvSpPr>
          <p:nvPr>
            <p:ph type="sldNum" sz="quarter" idx="12"/>
          </p:nvPr>
        </p:nvSpPr>
        <p:spPr/>
        <p:txBody>
          <a:bodyPr/>
          <a:lstStyle/>
          <a:p>
            <a:fld id="{EA7C8D44-3667-46F6-9772-CC52308E2A7F}" type="slidenum">
              <a:rPr kumimoji="0" lang="en-US" smtClean="0"/>
              <a:pPr/>
              <a:t>4</a:t>
            </a:fld>
            <a:endParaRPr kumimoji="0" lang="en-US" dirty="0"/>
          </a:p>
        </p:txBody>
      </p:sp>
      <p:sp>
        <p:nvSpPr>
          <p:cNvPr id="5" name="Rectangle 4"/>
          <p:cNvSpPr/>
          <p:nvPr/>
        </p:nvSpPr>
        <p:spPr>
          <a:xfrm>
            <a:off x="410688" y="1788805"/>
            <a:ext cx="2488850" cy="369332"/>
          </a:xfrm>
          <a:prstGeom prst="rect">
            <a:avLst/>
          </a:prstGeom>
        </p:spPr>
        <p:txBody>
          <a:bodyPr wrap="square">
            <a:spAutoFit/>
          </a:bodyPr>
          <a:lstStyle/>
          <a:p>
            <a:r>
              <a:rPr lang="en-GB" b="1" dirty="0">
                <a:solidFill>
                  <a:srgbClr val="FF0000"/>
                </a:solidFill>
                <a:latin typeface="Consolas" panose="020B0609020204030204" pitchFamily="49" charset="0"/>
                <a:cs typeface="Consolas" panose="020B0609020204030204" pitchFamily="49" charset="0"/>
              </a:rPr>
              <a:t>PUSH {r6, r7, </a:t>
            </a:r>
            <a:r>
              <a:rPr lang="en-GB" b="1" dirty="0" err="1">
                <a:solidFill>
                  <a:srgbClr val="FF0000"/>
                </a:solidFill>
                <a:latin typeface="Consolas" panose="020B0609020204030204" pitchFamily="49" charset="0"/>
                <a:cs typeface="Consolas" panose="020B0609020204030204" pitchFamily="49" charset="0"/>
              </a:rPr>
              <a:t>r8</a:t>
            </a:r>
            <a:r>
              <a:rPr lang="en-GB" b="1" dirty="0">
                <a:solidFill>
                  <a:srgbClr val="FF0000"/>
                </a:solidFill>
                <a:latin typeface="Consolas" panose="020B0609020204030204" pitchFamily="49" charset="0"/>
                <a:cs typeface="Consolas" panose="020B0609020204030204" pitchFamily="49" charset="0"/>
              </a:rPr>
              <a:t>}</a:t>
            </a:r>
          </a:p>
        </p:txBody>
      </p:sp>
      <p:sp>
        <p:nvSpPr>
          <p:cNvPr id="6" name="TextBox 5"/>
          <p:cNvSpPr txBox="1"/>
          <p:nvPr/>
        </p:nvSpPr>
        <p:spPr>
          <a:xfrm>
            <a:off x="3611088" y="1406604"/>
            <a:ext cx="1969129" cy="369332"/>
          </a:xfrm>
          <a:prstGeom prst="rect">
            <a:avLst/>
          </a:prstGeom>
          <a:noFill/>
        </p:spPr>
        <p:txBody>
          <a:bodyPr wrap="none" rtlCol="0">
            <a:spAutoFit/>
          </a:bodyPr>
          <a:lstStyle/>
          <a:p>
            <a:r>
              <a:rPr lang="en-US" i="1" dirty="0"/>
              <a:t>They are equivalent. </a:t>
            </a:r>
          </a:p>
        </p:txBody>
      </p:sp>
      <p:sp>
        <p:nvSpPr>
          <p:cNvPr id="8" name="Rectangle 7"/>
          <p:cNvSpPr/>
          <p:nvPr/>
        </p:nvSpPr>
        <p:spPr>
          <a:xfrm>
            <a:off x="6963888" y="1508799"/>
            <a:ext cx="1324402" cy="923330"/>
          </a:xfrm>
          <a:prstGeom prst="rect">
            <a:avLst/>
          </a:prstGeom>
        </p:spPr>
        <p:txBody>
          <a:bodyPr wrap="none">
            <a:spAutoFit/>
          </a:bodyPr>
          <a:lstStyle/>
          <a:p>
            <a:r>
              <a:rPr lang="en-GB" b="1" dirty="0">
                <a:solidFill>
                  <a:srgbClr val="FF0000"/>
                </a:solidFill>
                <a:latin typeface="Consolas" panose="020B0609020204030204" pitchFamily="49" charset="0"/>
                <a:cs typeface="Consolas" panose="020B0609020204030204" pitchFamily="49" charset="0"/>
              </a:rPr>
              <a:t>PUSH {r8}</a:t>
            </a:r>
          </a:p>
          <a:p>
            <a:r>
              <a:rPr lang="en-GB" b="1" dirty="0">
                <a:solidFill>
                  <a:srgbClr val="FF0000"/>
                </a:solidFill>
                <a:latin typeface="Consolas" panose="020B0609020204030204" pitchFamily="49" charset="0"/>
                <a:cs typeface="Consolas" panose="020B0609020204030204" pitchFamily="49" charset="0"/>
              </a:rPr>
              <a:t>PUSH {r7}</a:t>
            </a:r>
          </a:p>
          <a:p>
            <a:r>
              <a:rPr lang="en-GB" b="1" dirty="0">
                <a:solidFill>
                  <a:srgbClr val="FF0000"/>
                </a:solidFill>
                <a:latin typeface="Consolas" panose="020B0609020204030204" pitchFamily="49" charset="0"/>
                <a:cs typeface="Consolas" panose="020B0609020204030204" pitchFamily="49" charset="0"/>
              </a:rPr>
              <a:t>PUSH {r6}</a:t>
            </a:r>
          </a:p>
        </p:txBody>
      </p:sp>
      <p:sp>
        <p:nvSpPr>
          <p:cNvPr id="10" name="Rectangle 9"/>
          <p:cNvSpPr/>
          <p:nvPr/>
        </p:nvSpPr>
        <p:spPr>
          <a:xfrm>
            <a:off x="3611088" y="1788805"/>
            <a:ext cx="2337499" cy="369332"/>
          </a:xfrm>
          <a:prstGeom prst="rect">
            <a:avLst/>
          </a:prstGeom>
        </p:spPr>
        <p:txBody>
          <a:bodyPr wrap="none">
            <a:spAutoFit/>
          </a:bodyPr>
          <a:lstStyle/>
          <a:p>
            <a:r>
              <a:rPr lang="en-GB" b="1" dirty="0">
                <a:solidFill>
                  <a:srgbClr val="FF0000"/>
                </a:solidFill>
                <a:latin typeface="Consolas" panose="020B0609020204030204" pitchFamily="49" charset="0"/>
                <a:cs typeface="Consolas" panose="020B0609020204030204" pitchFamily="49" charset="0"/>
              </a:rPr>
              <a:t>PUSH {</a:t>
            </a:r>
            <a:r>
              <a:rPr lang="en-GB" b="1" dirty="0" err="1">
                <a:solidFill>
                  <a:srgbClr val="FF0000"/>
                </a:solidFill>
                <a:latin typeface="Consolas" panose="020B0609020204030204" pitchFamily="49" charset="0"/>
                <a:cs typeface="Consolas" panose="020B0609020204030204" pitchFamily="49" charset="0"/>
              </a:rPr>
              <a:t>r8</a:t>
            </a:r>
            <a:r>
              <a:rPr lang="en-GB" b="1" dirty="0">
                <a:solidFill>
                  <a:srgbClr val="FF0000"/>
                </a:solidFill>
                <a:latin typeface="Consolas" panose="020B0609020204030204" pitchFamily="49" charset="0"/>
                <a:cs typeface="Consolas" panose="020B0609020204030204" pitchFamily="49" charset="0"/>
              </a:rPr>
              <a:t>, </a:t>
            </a:r>
            <a:r>
              <a:rPr lang="en-GB" b="1" dirty="0" err="1">
                <a:solidFill>
                  <a:srgbClr val="FF0000"/>
                </a:solidFill>
                <a:latin typeface="Consolas" panose="020B0609020204030204" pitchFamily="49" charset="0"/>
                <a:cs typeface="Consolas" panose="020B0609020204030204" pitchFamily="49" charset="0"/>
              </a:rPr>
              <a:t>r7</a:t>
            </a:r>
            <a:r>
              <a:rPr lang="en-GB" b="1" dirty="0">
                <a:solidFill>
                  <a:srgbClr val="FF0000"/>
                </a:solidFill>
                <a:latin typeface="Consolas" panose="020B0609020204030204" pitchFamily="49" charset="0"/>
                <a:cs typeface="Consolas" panose="020B0609020204030204" pitchFamily="49" charset="0"/>
              </a:rPr>
              <a:t>, </a:t>
            </a:r>
            <a:r>
              <a:rPr lang="en-GB" b="1" dirty="0" err="1">
                <a:solidFill>
                  <a:srgbClr val="FF0000"/>
                </a:solidFill>
                <a:latin typeface="Consolas" panose="020B0609020204030204" pitchFamily="49" charset="0"/>
                <a:cs typeface="Consolas" panose="020B0609020204030204" pitchFamily="49" charset="0"/>
              </a:rPr>
              <a:t>r6</a:t>
            </a:r>
            <a:r>
              <a:rPr lang="en-GB" b="1" dirty="0">
                <a:solidFill>
                  <a:srgbClr val="FF0000"/>
                </a:solidFill>
                <a:latin typeface="Consolas" panose="020B0609020204030204" pitchFamily="49" charset="0"/>
                <a:cs typeface="Consolas" panose="020B0609020204030204" pitchFamily="49" charset="0"/>
              </a:rPr>
              <a:t>}</a:t>
            </a:r>
          </a:p>
        </p:txBody>
      </p:sp>
      <p:sp>
        <p:nvSpPr>
          <p:cNvPr id="11" name="Left-Right Arrow 10"/>
          <p:cNvSpPr/>
          <p:nvPr/>
        </p:nvSpPr>
        <p:spPr>
          <a:xfrm>
            <a:off x="3001488" y="1917005"/>
            <a:ext cx="482950" cy="197882"/>
          </a:xfrm>
          <a:prstGeom prst="lef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Left-Right Arrow 11"/>
          <p:cNvSpPr/>
          <p:nvPr/>
        </p:nvSpPr>
        <p:spPr>
          <a:xfrm>
            <a:off x="6278088" y="1871523"/>
            <a:ext cx="482950" cy="197882"/>
          </a:xfrm>
          <a:prstGeom prst="lef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p:cNvSpPr/>
          <p:nvPr/>
        </p:nvSpPr>
        <p:spPr>
          <a:xfrm>
            <a:off x="300923" y="3771722"/>
            <a:ext cx="8309677" cy="2862322"/>
          </a:xfrm>
          <a:prstGeom prst="rect">
            <a:avLst/>
          </a:prstGeom>
        </p:spPr>
        <p:txBody>
          <a:bodyPr wrap="square">
            <a:spAutoFit/>
          </a:bodyPr>
          <a:lstStyle/>
          <a:p>
            <a:pPr marL="285750" indent="-285750">
              <a:buFont typeface="Arial" panose="020B0604020202020204" pitchFamily="34" charset="0"/>
              <a:buChar char="•"/>
            </a:pPr>
            <a:r>
              <a:rPr lang="en-US" sz="2000" dirty="0"/>
              <a:t>PUSH/POP multiple registers in a single statement: the order in which registers listed in the {register list} does not matter</a:t>
            </a:r>
          </a:p>
          <a:p>
            <a:pPr marL="285750" indent="-285750">
              <a:buFont typeface="Arial" panose="020B0604020202020204" pitchFamily="34" charset="0"/>
              <a:buChar char="•"/>
            </a:pPr>
            <a:r>
              <a:rPr lang="en-US" sz="2000" dirty="0"/>
              <a:t>When pushing multiple registers, these registers are automatically </a:t>
            </a:r>
            <a:r>
              <a:rPr lang="en-US" sz="2000" dirty="0">
                <a:solidFill>
                  <a:srgbClr val="3333FF"/>
                </a:solidFill>
              </a:rPr>
              <a:t>sorted by name </a:t>
            </a:r>
            <a:r>
              <a:rPr lang="en-US" sz="2000" dirty="0"/>
              <a:t>and </a:t>
            </a:r>
            <a:r>
              <a:rPr lang="en-US" sz="2000" dirty="0">
                <a:solidFill>
                  <a:srgbClr val="3333FF"/>
                </a:solidFill>
              </a:rPr>
              <a:t>the lowest-numbered register </a:t>
            </a:r>
            <a:r>
              <a:rPr lang="en-US" sz="2000" dirty="0"/>
              <a:t>is stored to the lowest memory address, </a:t>
            </a:r>
            <a:r>
              <a:rPr lang="en-US" sz="2000" i="1" dirty="0"/>
              <a:t>i.e. </a:t>
            </a:r>
            <a:r>
              <a:rPr lang="en-US" sz="2000" dirty="0">
                <a:solidFill>
                  <a:srgbClr val="3333FF"/>
                </a:solidFill>
              </a:rPr>
              <a:t>is stored last</a:t>
            </a:r>
            <a:r>
              <a:rPr lang="en-US" sz="2000" dirty="0"/>
              <a:t>. </a:t>
            </a:r>
          </a:p>
          <a:p>
            <a:pPr marL="285750" indent="-285750">
              <a:buFont typeface="Arial" panose="020B0604020202020204" pitchFamily="34" charset="0"/>
              <a:buChar char="•"/>
            </a:pPr>
            <a:r>
              <a:rPr lang="en-US" sz="2000" dirty="0"/>
              <a:t>When popping multiple registers, these registers are automatically </a:t>
            </a:r>
            <a:r>
              <a:rPr lang="en-US" sz="2000" dirty="0">
                <a:solidFill>
                  <a:srgbClr val="3333FF"/>
                </a:solidFill>
              </a:rPr>
              <a:t>sorted by name </a:t>
            </a:r>
            <a:r>
              <a:rPr lang="en-US" sz="2000" dirty="0"/>
              <a:t>and </a:t>
            </a:r>
            <a:r>
              <a:rPr lang="en-US" sz="2000" dirty="0">
                <a:solidFill>
                  <a:srgbClr val="3333FF"/>
                </a:solidFill>
              </a:rPr>
              <a:t>the lowest-numbered register</a:t>
            </a:r>
            <a:r>
              <a:rPr lang="en-US" sz="2000" dirty="0"/>
              <a:t> is loaded from the lowest memory address, </a:t>
            </a:r>
            <a:r>
              <a:rPr lang="en-US" sz="2000" i="1" dirty="0"/>
              <a:t>i.e. </a:t>
            </a:r>
            <a:r>
              <a:rPr lang="en-US" sz="2000" dirty="0">
                <a:solidFill>
                  <a:srgbClr val="3333FF"/>
                </a:solidFill>
              </a:rPr>
              <a:t>is loaded first</a:t>
            </a:r>
            <a:r>
              <a:rPr lang="en-US" sz="2000" dirty="0"/>
              <a:t>. </a:t>
            </a:r>
          </a:p>
          <a:p>
            <a:pPr marL="285750" indent="-285750">
              <a:buFont typeface="Arial" panose="020B0604020202020204" pitchFamily="34" charset="0"/>
              <a:buChar char="•"/>
            </a:pPr>
            <a:endParaRPr lang="en-US" sz="2000" dirty="0"/>
          </a:p>
        </p:txBody>
      </p:sp>
      <p:sp>
        <p:nvSpPr>
          <p:cNvPr id="14" name="Rectangle 13"/>
          <p:cNvSpPr/>
          <p:nvPr/>
        </p:nvSpPr>
        <p:spPr>
          <a:xfrm>
            <a:off x="3679858" y="2831068"/>
            <a:ext cx="2286000" cy="369332"/>
          </a:xfrm>
          <a:prstGeom prst="rect">
            <a:avLst/>
          </a:prstGeom>
        </p:spPr>
        <p:txBody>
          <a:bodyPr wrap="square">
            <a:spAutoFit/>
          </a:bodyPr>
          <a:lstStyle/>
          <a:p>
            <a:r>
              <a:rPr lang="en-GB" b="1" dirty="0">
                <a:solidFill>
                  <a:srgbClr val="FF0000"/>
                </a:solidFill>
                <a:latin typeface="Consolas" panose="020B0609020204030204" pitchFamily="49" charset="0"/>
                <a:cs typeface="Consolas" panose="020B0609020204030204" pitchFamily="49" charset="0"/>
              </a:rPr>
              <a:t>POP {r8, r7, r6}</a:t>
            </a:r>
          </a:p>
        </p:txBody>
      </p:sp>
      <p:sp>
        <p:nvSpPr>
          <p:cNvPr id="15" name="TextBox 14"/>
          <p:cNvSpPr txBox="1"/>
          <p:nvPr/>
        </p:nvSpPr>
        <p:spPr>
          <a:xfrm>
            <a:off x="3680557" y="2397204"/>
            <a:ext cx="1969129" cy="369332"/>
          </a:xfrm>
          <a:prstGeom prst="rect">
            <a:avLst/>
          </a:prstGeom>
          <a:noFill/>
        </p:spPr>
        <p:txBody>
          <a:bodyPr wrap="none" rtlCol="0">
            <a:spAutoFit/>
          </a:bodyPr>
          <a:lstStyle/>
          <a:p>
            <a:r>
              <a:rPr lang="en-US" i="1" dirty="0"/>
              <a:t>They are equivalent. </a:t>
            </a:r>
          </a:p>
        </p:txBody>
      </p:sp>
      <p:sp>
        <p:nvSpPr>
          <p:cNvPr id="16" name="Rectangle 15"/>
          <p:cNvSpPr/>
          <p:nvPr/>
        </p:nvSpPr>
        <p:spPr>
          <a:xfrm>
            <a:off x="6955636" y="2581870"/>
            <a:ext cx="1197764" cy="923330"/>
          </a:xfrm>
          <a:prstGeom prst="rect">
            <a:avLst/>
          </a:prstGeom>
        </p:spPr>
        <p:txBody>
          <a:bodyPr wrap="none">
            <a:spAutoFit/>
          </a:bodyPr>
          <a:lstStyle/>
          <a:p>
            <a:r>
              <a:rPr lang="en-GB" b="1" dirty="0">
                <a:solidFill>
                  <a:srgbClr val="FF0000"/>
                </a:solidFill>
                <a:latin typeface="Consolas" panose="020B0609020204030204" pitchFamily="49" charset="0"/>
                <a:cs typeface="Consolas" panose="020B0609020204030204" pitchFamily="49" charset="0"/>
              </a:rPr>
              <a:t>POP {</a:t>
            </a:r>
            <a:r>
              <a:rPr lang="en-GB" b="1" dirty="0" err="1">
                <a:solidFill>
                  <a:srgbClr val="FF0000"/>
                </a:solidFill>
                <a:latin typeface="Consolas" panose="020B0609020204030204" pitchFamily="49" charset="0"/>
                <a:cs typeface="Consolas" panose="020B0609020204030204" pitchFamily="49" charset="0"/>
              </a:rPr>
              <a:t>r6</a:t>
            </a:r>
            <a:r>
              <a:rPr lang="en-GB" b="1" dirty="0">
                <a:solidFill>
                  <a:srgbClr val="FF0000"/>
                </a:solidFill>
                <a:latin typeface="Consolas" panose="020B0609020204030204" pitchFamily="49" charset="0"/>
                <a:cs typeface="Consolas" panose="020B0609020204030204" pitchFamily="49" charset="0"/>
              </a:rPr>
              <a:t>}</a:t>
            </a:r>
          </a:p>
          <a:p>
            <a:r>
              <a:rPr lang="en-GB" b="1" dirty="0">
                <a:solidFill>
                  <a:srgbClr val="FF0000"/>
                </a:solidFill>
                <a:latin typeface="Consolas" panose="020B0609020204030204" pitchFamily="49" charset="0"/>
                <a:cs typeface="Consolas" panose="020B0609020204030204" pitchFamily="49" charset="0"/>
              </a:rPr>
              <a:t>POP {r7}</a:t>
            </a:r>
          </a:p>
          <a:p>
            <a:r>
              <a:rPr lang="en-GB" b="1" dirty="0">
                <a:solidFill>
                  <a:srgbClr val="FF0000"/>
                </a:solidFill>
                <a:latin typeface="Consolas" panose="020B0609020204030204" pitchFamily="49" charset="0"/>
                <a:cs typeface="Consolas" panose="020B0609020204030204" pitchFamily="49" charset="0"/>
              </a:rPr>
              <a:t>POP {</a:t>
            </a:r>
            <a:r>
              <a:rPr lang="en-GB" b="1" dirty="0" err="1">
                <a:solidFill>
                  <a:srgbClr val="FF0000"/>
                </a:solidFill>
                <a:latin typeface="Consolas" panose="020B0609020204030204" pitchFamily="49" charset="0"/>
                <a:cs typeface="Consolas" panose="020B0609020204030204" pitchFamily="49" charset="0"/>
              </a:rPr>
              <a:t>r8</a:t>
            </a:r>
            <a:r>
              <a:rPr lang="en-GB" b="1" dirty="0">
                <a:solidFill>
                  <a:srgbClr val="FF0000"/>
                </a:solidFill>
                <a:latin typeface="Consolas" panose="020B0609020204030204" pitchFamily="49" charset="0"/>
                <a:cs typeface="Consolas" panose="020B0609020204030204" pitchFamily="49" charset="0"/>
              </a:rPr>
              <a:t>}</a:t>
            </a:r>
          </a:p>
        </p:txBody>
      </p:sp>
      <p:sp>
        <p:nvSpPr>
          <p:cNvPr id="17" name="Rectangle 16"/>
          <p:cNvSpPr/>
          <p:nvPr/>
        </p:nvSpPr>
        <p:spPr>
          <a:xfrm>
            <a:off x="457200" y="2831068"/>
            <a:ext cx="2210862" cy="369332"/>
          </a:xfrm>
          <a:prstGeom prst="rect">
            <a:avLst/>
          </a:prstGeom>
        </p:spPr>
        <p:txBody>
          <a:bodyPr wrap="none">
            <a:spAutoFit/>
          </a:bodyPr>
          <a:lstStyle/>
          <a:p>
            <a:r>
              <a:rPr lang="en-GB" b="1" dirty="0">
                <a:solidFill>
                  <a:srgbClr val="FF0000"/>
                </a:solidFill>
                <a:latin typeface="Consolas" panose="020B0609020204030204" pitchFamily="49" charset="0"/>
                <a:cs typeface="Consolas" panose="020B0609020204030204" pitchFamily="49" charset="0"/>
              </a:rPr>
              <a:t>POP {</a:t>
            </a:r>
            <a:r>
              <a:rPr lang="en-GB" b="1" dirty="0" err="1">
                <a:solidFill>
                  <a:srgbClr val="FF0000"/>
                </a:solidFill>
                <a:latin typeface="Consolas" panose="020B0609020204030204" pitchFamily="49" charset="0"/>
                <a:cs typeface="Consolas" panose="020B0609020204030204" pitchFamily="49" charset="0"/>
              </a:rPr>
              <a:t>r6</a:t>
            </a:r>
            <a:r>
              <a:rPr lang="en-GB" b="1" dirty="0">
                <a:solidFill>
                  <a:srgbClr val="FF0000"/>
                </a:solidFill>
                <a:latin typeface="Consolas" panose="020B0609020204030204" pitchFamily="49" charset="0"/>
                <a:cs typeface="Consolas" panose="020B0609020204030204" pitchFamily="49" charset="0"/>
              </a:rPr>
              <a:t>, </a:t>
            </a:r>
            <a:r>
              <a:rPr lang="en-GB" b="1" dirty="0" err="1">
                <a:solidFill>
                  <a:srgbClr val="FF0000"/>
                </a:solidFill>
                <a:latin typeface="Consolas" panose="020B0609020204030204" pitchFamily="49" charset="0"/>
                <a:cs typeface="Consolas" panose="020B0609020204030204" pitchFamily="49" charset="0"/>
              </a:rPr>
              <a:t>r7</a:t>
            </a:r>
            <a:r>
              <a:rPr lang="en-GB" b="1" dirty="0">
                <a:solidFill>
                  <a:srgbClr val="FF0000"/>
                </a:solidFill>
                <a:latin typeface="Consolas" panose="020B0609020204030204" pitchFamily="49" charset="0"/>
                <a:cs typeface="Consolas" panose="020B0609020204030204" pitchFamily="49" charset="0"/>
              </a:rPr>
              <a:t>, </a:t>
            </a:r>
            <a:r>
              <a:rPr lang="en-GB" b="1" dirty="0" err="1">
                <a:solidFill>
                  <a:srgbClr val="FF0000"/>
                </a:solidFill>
                <a:latin typeface="Consolas" panose="020B0609020204030204" pitchFamily="49" charset="0"/>
                <a:cs typeface="Consolas" panose="020B0609020204030204" pitchFamily="49" charset="0"/>
              </a:rPr>
              <a:t>r8</a:t>
            </a:r>
            <a:r>
              <a:rPr lang="en-GB" b="1" dirty="0">
                <a:solidFill>
                  <a:srgbClr val="FF0000"/>
                </a:solidFill>
                <a:latin typeface="Consolas" panose="020B0609020204030204" pitchFamily="49" charset="0"/>
                <a:cs typeface="Consolas" panose="020B0609020204030204" pitchFamily="49" charset="0"/>
              </a:rPr>
              <a:t>}</a:t>
            </a:r>
          </a:p>
        </p:txBody>
      </p:sp>
      <p:sp>
        <p:nvSpPr>
          <p:cNvPr id="18" name="Left-Right Arrow 17"/>
          <p:cNvSpPr/>
          <p:nvPr/>
        </p:nvSpPr>
        <p:spPr>
          <a:xfrm>
            <a:off x="2971800" y="2947600"/>
            <a:ext cx="482950" cy="197882"/>
          </a:xfrm>
          <a:prstGeom prst="lef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Left-Right Arrow 18"/>
          <p:cNvSpPr/>
          <p:nvPr/>
        </p:nvSpPr>
        <p:spPr>
          <a:xfrm>
            <a:off x="6248400" y="2902118"/>
            <a:ext cx="482950" cy="197882"/>
          </a:xfrm>
          <a:prstGeom prst="lef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Horizontal Scroll 6"/>
          <p:cNvSpPr/>
          <p:nvPr/>
        </p:nvSpPr>
        <p:spPr>
          <a:xfrm>
            <a:off x="152400" y="64334"/>
            <a:ext cx="1265712" cy="762000"/>
          </a:xfrm>
          <a:prstGeom prst="horizontalScroll">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sz="2400" dirty="0"/>
              <a:t>Review</a:t>
            </a:r>
          </a:p>
        </p:txBody>
      </p:sp>
    </p:spTree>
    <p:extLst>
      <p:ext uri="{BB962C8B-B14F-4D97-AF65-F5344CB8AC3E}">
        <p14:creationId xmlns:p14="http://schemas.microsoft.com/office/powerpoint/2010/main" val="85015035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9" name="Rectangle 3"/>
          <p:cNvSpPr>
            <a:spLocks noGrp="1" noChangeArrowheads="1"/>
          </p:cNvSpPr>
          <p:nvPr>
            <p:ph type="title"/>
          </p:nvPr>
        </p:nvSpPr>
        <p:spPr>
          <a:xfrm>
            <a:off x="1390649" y="152400"/>
            <a:ext cx="7296151" cy="990600"/>
          </a:xfrm>
        </p:spPr>
        <p:txBody>
          <a:bodyPr>
            <a:normAutofit fontScale="90000"/>
          </a:bodyPr>
          <a:lstStyle/>
          <a:p>
            <a:r>
              <a:rPr lang="en-US" dirty="0"/>
              <a:t>Summary:</a:t>
            </a:r>
            <a:br>
              <a:rPr lang="en-US" dirty="0"/>
            </a:br>
            <a:r>
              <a:rPr lang="en-US" dirty="0"/>
              <a:t>Condition Codes </a:t>
            </a:r>
          </a:p>
        </p:txBody>
      </p:sp>
      <p:sp>
        <p:nvSpPr>
          <p:cNvPr id="54" name="Slide Number Placeholder 53"/>
          <p:cNvSpPr>
            <a:spLocks noGrp="1"/>
          </p:cNvSpPr>
          <p:nvPr>
            <p:ph type="sldNum" sz="quarter" idx="12"/>
          </p:nvPr>
        </p:nvSpPr>
        <p:spPr/>
        <p:txBody>
          <a:bodyPr/>
          <a:lstStyle/>
          <a:p>
            <a:fld id="{AEE14D4A-FE32-40AF-B06D-E9622816B101}" type="slidenum">
              <a:rPr lang="en-US" smtClean="0"/>
              <a:pPr/>
              <a:t>5</a:t>
            </a:fld>
            <a:endParaRPr lang="en-US"/>
          </a:p>
        </p:txBody>
      </p:sp>
      <p:sp>
        <p:nvSpPr>
          <p:cNvPr id="2" name="Rectangle 1"/>
          <p:cNvSpPr/>
          <p:nvPr/>
        </p:nvSpPr>
        <p:spPr>
          <a:xfrm>
            <a:off x="1390649" y="5765380"/>
            <a:ext cx="6358825" cy="307777"/>
          </a:xfrm>
          <a:prstGeom prst="rect">
            <a:avLst/>
          </a:prstGeom>
        </p:spPr>
        <p:txBody>
          <a:bodyPr wrap="square">
            <a:spAutoFit/>
          </a:bodyPr>
          <a:lstStyle/>
          <a:p>
            <a:pPr lvl="2"/>
            <a:r>
              <a:rPr lang="en-US" sz="1400" i="1" dirty="0"/>
              <a:t>Note AL is the default and does not need to be specified </a:t>
            </a:r>
            <a:endParaRPr lang="en-GB" sz="1400" i="1" dirty="0"/>
          </a:p>
        </p:txBody>
      </p:sp>
      <p:grpSp>
        <p:nvGrpSpPr>
          <p:cNvPr id="4" name="Group 3"/>
          <p:cNvGrpSpPr/>
          <p:nvPr/>
        </p:nvGrpSpPr>
        <p:grpSpPr>
          <a:xfrm>
            <a:off x="1390650" y="1412356"/>
            <a:ext cx="6362700" cy="4241801"/>
            <a:chOff x="1423974" y="1779588"/>
            <a:chExt cx="6362700" cy="4241801"/>
          </a:xfrm>
        </p:grpSpPr>
        <p:sp>
          <p:nvSpPr>
            <p:cNvPr id="14342" name="Rectangle 5"/>
            <p:cNvSpPr>
              <a:spLocks noChangeArrowheads="1"/>
            </p:cNvSpPr>
            <p:nvPr/>
          </p:nvSpPr>
          <p:spPr bwMode="auto">
            <a:xfrm>
              <a:off x="2696971" y="2309813"/>
              <a:ext cx="3435035" cy="265113"/>
            </a:xfrm>
            <a:prstGeom prst="rect">
              <a:avLst/>
            </a:prstGeom>
            <a:noFill/>
            <a:ln w="12700">
              <a:solidFill>
                <a:schemeClr val="tx1"/>
              </a:solidFill>
              <a:miter lim="800000"/>
              <a:headEnd/>
              <a:tailEnd/>
            </a:ln>
          </p:spPr>
          <p:txBody>
            <a:bodyPr wrap="none" anchor="ctr"/>
            <a:lstStyle/>
            <a:p>
              <a:r>
                <a:rPr lang="en-US" sz="1800" b="1" dirty="0">
                  <a:solidFill>
                    <a:srgbClr val="FF0000"/>
                  </a:solidFill>
                  <a:latin typeface="Consolas" panose="020B0609020204030204" pitchFamily="49" charset="0"/>
                  <a:cs typeface="Consolas" panose="020B0609020204030204" pitchFamily="49" charset="0"/>
                </a:rPr>
                <a:t>N</a:t>
              </a:r>
              <a:r>
                <a:rPr lang="en-US" sz="1800" b="0" dirty="0">
                  <a:latin typeface="Consolas" panose="020B0609020204030204" pitchFamily="49" charset="0"/>
                  <a:cs typeface="Consolas" panose="020B0609020204030204" pitchFamily="49" charset="0"/>
                </a:rPr>
                <a:t>ot </a:t>
              </a:r>
              <a:r>
                <a:rPr lang="en-US" sz="1800" b="1" dirty="0">
                  <a:solidFill>
                    <a:srgbClr val="FF0000"/>
                  </a:solidFill>
                  <a:latin typeface="Consolas" panose="020B0609020204030204" pitchFamily="49" charset="0"/>
                  <a:cs typeface="Consolas" panose="020B0609020204030204" pitchFamily="49" charset="0"/>
                </a:rPr>
                <a:t>E</a:t>
              </a:r>
              <a:r>
                <a:rPr lang="en-US" sz="1800" b="0" dirty="0">
                  <a:latin typeface="Consolas" panose="020B0609020204030204" pitchFamily="49" charset="0"/>
                  <a:cs typeface="Consolas" panose="020B0609020204030204" pitchFamily="49" charset="0"/>
                </a:rPr>
                <a:t>qual</a:t>
              </a:r>
            </a:p>
          </p:txBody>
        </p:sp>
        <p:sp>
          <p:nvSpPr>
            <p:cNvPr id="14343" name="Rectangle 6"/>
            <p:cNvSpPr>
              <a:spLocks noChangeArrowheads="1"/>
            </p:cNvSpPr>
            <p:nvPr/>
          </p:nvSpPr>
          <p:spPr bwMode="auto">
            <a:xfrm>
              <a:off x="2696971" y="2574926"/>
              <a:ext cx="3435035" cy="265113"/>
            </a:xfrm>
            <a:prstGeom prst="rect">
              <a:avLst/>
            </a:prstGeom>
            <a:noFill/>
            <a:ln w="12700">
              <a:solidFill>
                <a:schemeClr val="tx1"/>
              </a:solidFill>
              <a:miter lim="800000"/>
              <a:headEnd/>
              <a:tailEnd/>
            </a:ln>
          </p:spPr>
          <p:txBody>
            <a:bodyPr wrap="none" anchor="ctr"/>
            <a:lstStyle/>
            <a:p>
              <a:r>
                <a:rPr lang="en-US" sz="1800" b="0" dirty="0">
                  <a:latin typeface="Consolas" panose="020B0609020204030204" pitchFamily="49" charset="0"/>
                  <a:cs typeface="Consolas" panose="020B0609020204030204" pitchFamily="49" charset="0"/>
                </a:rPr>
                <a:t>Unsigned </a:t>
              </a:r>
              <a:r>
                <a:rPr lang="en-US" sz="1800" b="1" dirty="0">
                  <a:solidFill>
                    <a:srgbClr val="FF0000"/>
                  </a:solidFill>
                  <a:latin typeface="Consolas" panose="020B0609020204030204" pitchFamily="49" charset="0"/>
                  <a:cs typeface="Consolas" panose="020B0609020204030204" pitchFamily="49" charset="0"/>
                </a:rPr>
                <a:t>H</a:t>
              </a:r>
              <a:r>
                <a:rPr lang="en-US" sz="1800" b="0" dirty="0">
                  <a:latin typeface="Consolas" panose="020B0609020204030204" pitchFamily="49" charset="0"/>
                  <a:cs typeface="Consolas" panose="020B0609020204030204" pitchFamily="49" charset="0"/>
                </a:rPr>
                <a:t>igher or </a:t>
              </a:r>
              <a:r>
                <a:rPr lang="en-US" sz="1800" b="1" dirty="0">
                  <a:solidFill>
                    <a:srgbClr val="FF0000"/>
                  </a:solidFill>
                  <a:latin typeface="Consolas" panose="020B0609020204030204" pitchFamily="49" charset="0"/>
                  <a:cs typeface="Consolas" panose="020B0609020204030204" pitchFamily="49" charset="0"/>
                </a:rPr>
                <a:t>S</a:t>
              </a:r>
              <a:r>
                <a:rPr lang="en-US" sz="1800" b="0" dirty="0">
                  <a:latin typeface="Consolas" panose="020B0609020204030204" pitchFamily="49" charset="0"/>
                  <a:cs typeface="Consolas" panose="020B0609020204030204" pitchFamily="49" charset="0"/>
                </a:rPr>
                <a:t>ame</a:t>
              </a:r>
            </a:p>
          </p:txBody>
        </p:sp>
        <p:sp>
          <p:nvSpPr>
            <p:cNvPr id="14344" name="Rectangle 7"/>
            <p:cNvSpPr>
              <a:spLocks noChangeArrowheads="1"/>
            </p:cNvSpPr>
            <p:nvPr/>
          </p:nvSpPr>
          <p:spPr bwMode="auto">
            <a:xfrm>
              <a:off x="2696971" y="2840038"/>
              <a:ext cx="3435035" cy="265113"/>
            </a:xfrm>
            <a:prstGeom prst="rect">
              <a:avLst/>
            </a:prstGeom>
            <a:noFill/>
            <a:ln w="12700">
              <a:solidFill>
                <a:schemeClr val="tx1"/>
              </a:solidFill>
              <a:miter lim="800000"/>
              <a:headEnd/>
              <a:tailEnd/>
            </a:ln>
          </p:spPr>
          <p:txBody>
            <a:bodyPr wrap="none" anchor="ctr"/>
            <a:lstStyle/>
            <a:p>
              <a:r>
                <a:rPr lang="en-US" sz="1800" b="0" dirty="0">
                  <a:latin typeface="Consolas" panose="020B0609020204030204" pitchFamily="49" charset="0"/>
                  <a:cs typeface="Consolas" panose="020B0609020204030204" pitchFamily="49" charset="0"/>
                </a:rPr>
                <a:t>Unsigned </a:t>
              </a:r>
              <a:r>
                <a:rPr lang="en-US" sz="1800" b="1" dirty="0" err="1">
                  <a:solidFill>
                    <a:srgbClr val="FF0000"/>
                  </a:solidFill>
                  <a:latin typeface="Consolas" panose="020B0609020204030204" pitchFamily="49" charset="0"/>
                  <a:cs typeface="Consolas" panose="020B0609020204030204" pitchFamily="49" charset="0"/>
                </a:rPr>
                <a:t>LO</a:t>
              </a:r>
              <a:r>
                <a:rPr lang="en-US" sz="1800" b="0" dirty="0" err="1">
                  <a:latin typeface="Consolas" panose="020B0609020204030204" pitchFamily="49" charset="0"/>
                  <a:cs typeface="Consolas" panose="020B0609020204030204" pitchFamily="49" charset="0"/>
                </a:rPr>
                <a:t>wer</a:t>
              </a:r>
              <a:endParaRPr lang="en-US" sz="1800" b="0" dirty="0">
                <a:latin typeface="Consolas" panose="020B0609020204030204" pitchFamily="49" charset="0"/>
                <a:cs typeface="Consolas" panose="020B0609020204030204" pitchFamily="49" charset="0"/>
              </a:endParaRPr>
            </a:p>
          </p:txBody>
        </p:sp>
        <p:sp>
          <p:nvSpPr>
            <p:cNvPr id="14345" name="Rectangle 8"/>
            <p:cNvSpPr>
              <a:spLocks noChangeArrowheads="1"/>
            </p:cNvSpPr>
            <p:nvPr/>
          </p:nvSpPr>
          <p:spPr bwMode="auto">
            <a:xfrm>
              <a:off x="2696971" y="3105151"/>
              <a:ext cx="3435035" cy="265113"/>
            </a:xfrm>
            <a:prstGeom prst="rect">
              <a:avLst/>
            </a:prstGeom>
            <a:noFill/>
            <a:ln w="12700">
              <a:solidFill>
                <a:schemeClr val="tx1"/>
              </a:solidFill>
              <a:miter lim="800000"/>
              <a:headEnd/>
              <a:tailEnd/>
            </a:ln>
          </p:spPr>
          <p:txBody>
            <a:bodyPr wrap="none" anchor="ctr"/>
            <a:lstStyle/>
            <a:p>
              <a:r>
                <a:rPr lang="en-US" sz="1800" b="1" dirty="0" err="1">
                  <a:solidFill>
                    <a:srgbClr val="FF0000"/>
                  </a:solidFill>
                  <a:latin typeface="Consolas" panose="020B0609020204030204" pitchFamily="49" charset="0"/>
                  <a:cs typeface="Consolas" panose="020B0609020204030204" pitchFamily="49" charset="0"/>
                </a:rPr>
                <a:t>MI</a:t>
              </a:r>
              <a:r>
                <a:rPr lang="en-US" sz="1800" b="0" dirty="0" err="1">
                  <a:latin typeface="Consolas" panose="020B0609020204030204" pitchFamily="49" charset="0"/>
                  <a:cs typeface="Consolas" panose="020B0609020204030204" pitchFamily="49" charset="0"/>
                </a:rPr>
                <a:t>nus</a:t>
              </a:r>
              <a:r>
                <a:rPr lang="en-US" sz="1800" b="0" dirty="0">
                  <a:latin typeface="Consolas" panose="020B0609020204030204" pitchFamily="49" charset="0"/>
                  <a:cs typeface="Consolas" panose="020B0609020204030204" pitchFamily="49" charset="0"/>
                </a:rPr>
                <a:t> </a:t>
              </a:r>
              <a:r>
                <a:rPr lang="en-US" dirty="0">
                  <a:latin typeface="Consolas" panose="020B0609020204030204" pitchFamily="49" charset="0"/>
                  <a:cs typeface="Consolas" panose="020B0609020204030204" pitchFamily="49" charset="0"/>
                </a:rPr>
                <a:t>(</a:t>
              </a:r>
              <a:r>
                <a:rPr lang="en-US" sz="1800" b="0" dirty="0">
                  <a:latin typeface="Consolas" panose="020B0609020204030204" pitchFamily="49" charset="0"/>
                  <a:cs typeface="Consolas" panose="020B0609020204030204" pitchFamily="49" charset="0"/>
                </a:rPr>
                <a:t>Negative)</a:t>
              </a:r>
            </a:p>
          </p:txBody>
        </p:sp>
        <p:sp>
          <p:nvSpPr>
            <p:cNvPr id="14346" name="Rectangle 9"/>
            <p:cNvSpPr>
              <a:spLocks noChangeArrowheads="1"/>
            </p:cNvSpPr>
            <p:nvPr/>
          </p:nvSpPr>
          <p:spPr bwMode="auto">
            <a:xfrm>
              <a:off x="2696971" y="2044701"/>
              <a:ext cx="3435035" cy="265113"/>
            </a:xfrm>
            <a:prstGeom prst="rect">
              <a:avLst/>
            </a:prstGeom>
            <a:noFill/>
            <a:ln w="12700">
              <a:solidFill>
                <a:schemeClr val="tx1"/>
              </a:solidFill>
              <a:miter lim="800000"/>
              <a:headEnd/>
              <a:tailEnd/>
            </a:ln>
          </p:spPr>
          <p:txBody>
            <a:bodyPr wrap="none" anchor="ctr"/>
            <a:lstStyle/>
            <a:p>
              <a:r>
                <a:rPr lang="en-US" sz="1800" b="1" dirty="0" err="1">
                  <a:solidFill>
                    <a:srgbClr val="FF0000"/>
                  </a:solidFill>
                  <a:latin typeface="Consolas" panose="020B0609020204030204" pitchFamily="49" charset="0"/>
                  <a:cs typeface="Consolas" panose="020B0609020204030204" pitchFamily="49" charset="0"/>
                </a:rPr>
                <a:t>EQ</a:t>
              </a:r>
              <a:r>
                <a:rPr lang="en-US" sz="1800" b="0" dirty="0" err="1">
                  <a:latin typeface="Consolas" panose="020B0609020204030204" pitchFamily="49" charset="0"/>
                  <a:cs typeface="Consolas" panose="020B0609020204030204" pitchFamily="49" charset="0"/>
                </a:rPr>
                <a:t>ual</a:t>
              </a:r>
              <a:endParaRPr lang="en-US" sz="1800" b="0" dirty="0">
                <a:latin typeface="Consolas" panose="020B0609020204030204" pitchFamily="49" charset="0"/>
                <a:cs typeface="Consolas" panose="020B0609020204030204" pitchFamily="49" charset="0"/>
              </a:endParaRPr>
            </a:p>
          </p:txBody>
        </p:sp>
        <p:sp>
          <p:nvSpPr>
            <p:cNvPr id="14347" name="Rectangle 10"/>
            <p:cNvSpPr>
              <a:spLocks noChangeArrowheads="1"/>
            </p:cNvSpPr>
            <p:nvPr/>
          </p:nvSpPr>
          <p:spPr bwMode="auto">
            <a:xfrm>
              <a:off x="2696971" y="3635376"/>
              <a:ext cx="3435035" cy="265113"/>
            </a:xfrm>
            <a:prstGeom prst="rect">
              <a:avLst/>
            </a:prstGeom>
            <a:noFill/>
            <a:ln w="12700">
              <a:solidFill>
                <a:schemeClr val="tx1"/>
              </a:solidFill>
              <a:miter lim="800000"/>
              <a:headEnd/>
              <a:tailEnd/>
            </a:ln>
          </p:spPr>
          <p:txBody>
            <a:bodyPr wrap="none" anchor="ctr"/>
            <a:lstStyle/>
            <a:p>
              <a:r>
                <a:rPr lang="en-US" dirty="0" err="1">
                  <a:latin typeface="Consolas" panose="020B0609020204030204" pitchFamily="49" charset="0"/>
                  <a:cs typeface="Consolas" panose="020B0609020204030204" pitchFamily="49" charset="0"/>
                </a:rPr>
                <a:t>o</a:t>
              </a:r>
              <a:r>
                <a:rPr lang="en-US" sz="1800" b="1" dirty="0" err="1">
                  <a:solidFill>
                    <a:srgbClr val="FF0000"/>
                  </a:solidFill>
                  <a:latin typeface="Consolas" panose="020B0609020204030204" pitchFamily="49" charset="0"/>
                  <a:cs typeface="Consolas" panose="020B0609020204030204" pitchFamily="49" charset="0"/>
                </a:rPr>
                <a:t>V</a:t>
              </a:r>
              <a:r>
                <a:rPr lang="en-US" sz="1800" b="0" dirty="0" err="1">
                  <a:latin typeface="Consolas" panose="020B0609020204030204" pitchFamily="49" charset="0"/>
                  <a:cs typeface="Consolas" panose="020B0609020204030204" pitchFamily="49" charset="0"/>
                </a:rPr>
                <a:t>erflow</a:t>
              </a:r>
              <a:r>
                <a:rPr lang="en-US" sz="1800" b="0" dirty="0">
                  <a:latin typeface="Consolas" panose="020B0609020204030204" pitchFamily="49" charset="0"/>
                  <a:cs typeface="Consolas" panose="020B0609020204030204" pitchFamily="49" charset="0"/>
                </a:rPr>
                <a:t> </a:t>
              </a:r>
              <a:r>
                <a:rPr lang="en-US" sz="1800" b="1" dirty="0">
                  <a:solidFill>
                    <a:srgbClr val="FF0000"/>
                  </a:solidFill>
                  <a:latin typeface="Consolas" panose="020B0609020204030204" pitchFamily="49" charset="0"/>
                  <a:cs typeface="Consolas" panose="020B0609020204030204" pitchFamily="49" charset="0"/>
                </a:rPr>
                <a:t>S</a:t>
              </a:r>
              <a:r>
                <a:rPr lang="en-US" sz="1800" b="0" dirty="0">
                  <a:latin typeface="Consolas" panose="020B0609020204030204" pitchFamily="49" charset="0"/>
                  <a:cs typeface="Consolas" panose="020B0609020204030204" pitchFamily="49" charset="0"/>
                </a:rPr>
                <a:t>et</a:t>
              </a:r>
            </a:p>
          </p:txBody>
        </p:sp>
        <p:sp>
          <p:nvSpPr>
            <p:cNvPr id="14348" name="Rectangle 11"/>
            <p:cNvSpPr>
              <a:spLocks noChangeArrowheads="1"/>
            </p:cNvSpPr>
            <p:nvPr/>
          </p:nvSpPr>
          <p:spPr bwMode="auto">
            <a:xfrm>
              <a:off x="2696971" y="3900488"/>
              <a:ext cx="3435035" cy="265113"/>
            </a:xfrm>
            <a:prstGeom prst="rect">
              <a:avLst/>
            </a:prstGeom>
            <a:noFill/>
            <a:ln w="12700">
              <a:solidFill>
                <a:schemeClr val="tx1"/>
              </a:solidFill>
              <a:miter lim="800000"/>
              <a:headEnd/>
              <a:tailEnd/>
            </a:ln>
          </p:spPr>
          <p:txBody>
            <a:bodyPr wrap="none" anchor="ctr"/>
            <a:lstStyle/>
            <a:p>
              <a:r>
                <a:rPr lang="en-US" dirty="0" err="1">
                  <a:latin typeface="Consolas" panose="020B0609020204030204" pitchFamily="49" charset="0"/>
                  <a:cs typeface="Consolas" panose="020B0609020204030204" pitchFamily="49" charset="0"/>
                </a:rPr>
                <a:t>o</a:t>
              </a:r>
              <a:r>
                <a:rPr lang="en-US" b="1" dirty="0" err="1">
                  <a:solidFill>
                    <a:srgbClr val="FF0000"/>
                  </a:solidFill>
                  <a:latin typeface="Consolas" panose="020B0609020204030204" pitchFamily="49" charset="0"/>
                  <a:cs typeface="Consolas" panose="020B0609020204030204" pitchFamily="49" charset="0"/>
                </a:rPr>
                <a:t>V</a:t>
              </a:r>
              <a:r>
                <a:rPr lang="en-US" dirty="0" err="1">
                  <a:latin typeface="Consolas" panose="020B0609020204030204" pitchFamily="49" charset="0"/>
                  <a:cs typeface="Consolas" panose="020B0609020204030204" pitchFamily="49" charset="0"/>
                </a:rPr>
                <a:t>erflow</a:t>
              </a:r>
              <a:r>
                <a:rPr lang="en-US" dirty="0">
                  <a:latin typeface="Consolas" panose="020B0609020204030204" pitchFamily="49" charset="0"/>
                  <a:cs typeface="Consolas" panose="020B0609020204030204" pitchFamily="49" charset="0"/>
                </a:rPr>
                <a:t> </a:t>
              </a:r>
              <a:r>
                <a:rPr lang="en-US" b="1" dirty="0">
                  <a:solidFill>
                    <a:srgbClr val="FF0000"/>
                  </a:solidFill>
                  <a:latin typeface="Consolas" panose="020B0609020204030204" pitchFamily="49" charset="0"/>
                  <a:cs typeface="Consolas" panose="020B0609020204030204" pitchFamily="49" charset="0"/>
                </a:rPr>
                <a:t>C</a:t>
              </a:r>
              <a:r>
                <a:rPr lang="en-US" dirty="0">
                  <a:latin typeface="Consolas" panose="020B0609020204030204" pitchFamily="49" charset="0"/>
                  <a:cs typeface="Consolas" panose="020B0609020204030204" pitchFamily="49" charset="0"/>
                </a:rPr>
                <a:t>leared</a:t>
              </a:r>
            </a:p>
          </p:txBody>
        </p:sp>
        <p:sp>
          <p:nvSpPr>
            <p:cNvPr id="14349" name="Rectangle 12"/>
            <p:cNvSpPr>
              <a:spLocks noChangeArrowheads="1"/>
            </p:cNvSpPr>
            <p:nvPr/>
          </p:nvSpPr>
          <p:spPr bwMode="auto">
            <a:xfrm>
              <a:off x="2696971" y="4165601"/>
              <a:ext cx="3435035" cy="265113"/>
            </a:xfrm>
            <a:prstGeom prst="rect">
              <a:avLst/>
            </a:prstGeom>
            <a:noFill/>
            <a:ln w="12700">
              <a:solidFill>
                <a:schemeClr val="tx1"/>
              </a:solidFill>
              <a:miter lim="800000"/>
              <a:headEnd/>
              <a:tailEnd/>
            </a:ln>
          </p:spPr>
          <p:txBody>
            <a:bodyPr wrap="none" anchor="ctr"/>
            <a:lstStyle/>
            <a:p>
              <a:r>
                <a:rPr lang="en-US" sz="1800" b="0" dirty="0">
                  <a:latin typeface="Consolas" panose="020B0609020204030204" pitchFamily="49" charset="0"/>
                  <a:cs typeface="Consolas" panose="020B0609020204030204" pitchFamily="49" charset="0"/>
                </a:rPr>
                <a:t>Unsigned </a:t>
              </a:r>
              <a:r>
                <a:rPr lang="en-US" sz="1800" b="1" dirty="0" err="1">
                  <a:solidFill>
                    <a:srgbClr val="FF0000"/>
                  </a:solidFill>
                  <a:latin typeface="Consolas" panose="020B0609020204030204" pitchFamily="49" charset="0"/>
                  <a:cs typeface="Consolas" panose="020B0609020204030204" pitchFamily="49" charset="0"/>
                </a:rPr>
                <a:t>HI</a:t>
              </a:r>
              <a:r>
                <a:rPr lang="en-US" sz="1800" b="0" dirty="0" err="1">
                  <a:latin typeface="Consolas" panose="020B0609020204030204" pitchFamily="49" charset="0"/>
                  <a:cs typeface="Consolas" panose="020B0609020204030204" pitchFamily="49" charset="0"/>
                </a:rPr>
                <a:t>gher</a:t>
              </a:r>
              <a:endParaRPr lang="en-US" sz="1800" b="0" dirty="0">
                <a:latin typeface="Consolas" panose="020B0609020204030204" pitchFamily="49" charset="0"/>
                <a:cs typeface="Consolas" panose="020B0609020204030204" pitchFamily="49" charset="0"/>
              </a:endParaRPr>
            </a:p>
          </p:txBody>
        </p:sp>
        <p:sp>
          <p:nvSpPr>
            <p:cNvPr id="14350" name="Rectangle 13"/>
            <p:cNvSpPr>
              <a:spLocks noChangeArrowheads="1"/>
            </p:cNvSpPr>
            <p:nvPr/>
          </p:nvSpPr>
          <p:spPr bwMode="auto">
            <a:xfrm>
              <a:off x="2696971" y="4430713"/>
              <a:ext cx="3435035" cy="265113"/>
            </a:xfrm>
            <a:prstGeom prst="rect">
              <a:avLst/>
            </a:prstGeom>
            <a:noFill/>
            <a:ln w="12700">
              <a:solidFill>
                <a:schemeClr val="tx1"/>
              </a:solidFill>
              <a:miter lim="800000"/>
              <a:headEnd/>
              <a:tailEnd/>
            </a:ln>
          </p:spPr>
          <p:txBody>
            <a:bodyPr wrap="none" anchor="ctr"/>
            <a:lstStyle/>
            <a:p>
              <a:r>
                <a:rPr lang="en-US" sz="1800" b="0" dirty="0">
                  <a:latin typeface="Consolas" panose="020B0609020204030204" pitchFamily="49" charset="0"/>
                  <a:cs typeface="Consolas" panose="020B0609020204030204" pitchFamily="49" charset="0"/>
                </a:rPr>
                <a:t>Unsigned </a:t>
              </a:r>
              <a:r>
                <a:rPr lang="en-US" sz="1800" b="1" dirty="0">
                  <a:solidFill>
                    <a:srgbClr val="FF0000"/>
                  </a:solidFill>
                  <a:latin typeface="Consolas" panose="020B0609020204030204" pitchFamily="49" charset="0"/>
                  <a:cs typeface="Consolas" panose="020B0609020204030204" pitchFamily="49" charset="0"/>
                </a:rPr>
                <a:t>L</a:t>
              </a:r>
              <a:r>
                <a:rPr lang="en-US" sz="1800" b="0" dirty="0">
                  <a:latin typeface="Consolas" panose="020B0609020204030204" pitchFamily="49" charset="0"/>
                  <a:cs typeface="Consolas" panose="020B0609020204030204" pitchFamily="49" charset="0"/>
                </a:rPr>
                <a:t>ower or </a:t>
              </a:r>
              <a:r>
                <a:rPr lang="en-US" sz="1800" b="1" dirty="0">
                  <a:solidFill>
                    <a:srgbClr val="FF0000"/>
                  </a:solidFill>
                  <a:latin typeface="Consolas" panose="020B0609020204030204" pitchFamily="49" charset="0"/>
                  <a:cs typeface="Consolas" panose="020B0609020204030204" pitchFamily="49" charset="0"/>
                </a:rPr>
                <a:t>S</a:t>
              </a:r>
              <a:r>
                <a:rPr lang="en-US" sz="1800" b="0" dirty="0">
                  <a:latin typeface="Consolas" panose="020B0609020204030204" pitchFamily="49" charset="0"/>
                  <a:cs typeface="Consolas" panose="020B0609020204030204" pitchFamily="49" charset="0"/>
                </a:rPr>
                <a:t>ame</a:t>
              </a:r>
            </a:p>
          </p:txBody>
        </p:sp>
        <p:sp>
          <p:nvSpPr>
            <p:cNvPr id="14351" name="Rectangle 14"/>
            <p:cNvSpPr>
              <a:spLocks noChangeArrowheads="1"/>
            </p:cNvSpPr>
            <p:nvPr/>
          </p:nvSpPr>
          <p:spPr bwMode="auto">
            <a:xfrm>
              <a:off x="2696971" y="3370263"/>
              <a:ext cx="3435035" cy="265113"/>
            </a:xfrm>
            <a:prstGeom prst="rect">
              <a:avLst/>
            </a:prstGeom>
            <a:noFill/>
            <a:ln w="12700">
              <a:solidFill>
                <a:schemeClr val="tx1"/>
              </a:solidFill>
              <a:miter lim="800000"/>
              <a:headEnd/>
              <a:tailEnd/>
            </a:ln>
          </p:spPr>
          <p:txBody>
            <a:bodyPr wrap="none" anchor="ctr"/>
            <a:lstStyle/>
            <a:p>
              <a:r>
                <a:rPr lang="en-US" sz="1800" b="1" dirty="0" err="1">
                  <a:solidFill>
                    <a:srgbClr val="FF0000"/>
                  </a:solidFill>
                  <a:latin typeface="Consolas" panose="020B0609020204030204" pitchFamily="49" charset="0"/>
                  <a:cs typeface="Consolas" panose="020B0609020204030204" pitchFamily="49" charset="0"/>
                </a:rPr>
                <a:t>PL</a:t>
              </a:r>
              <a:r>
                <a:rPr lang="en-US" sz="1800" b="0" dirty="0" err="1">
                  <a:latin typeface="Consolas" panose="020B0609020204030204" pitchFamily="49" charset="0"/>
                  <a:cs typeface="Consolas" panose="020B0609020204030204" pitchFamily="49" charset="0"/>
                </a:rPr>
                <a:t>us</a:t>
              </a:r>
              <a:r>
                <a:rPr lang="en-US" sz="1800" b="0" dirty="0">
                  <a:latin typeface="Consolas" panose="020B0609020204030204" pitchFamily="49" charset="0"/>
                  <a:cs typeface="Consolas" panose="020B0609020204030204" pitchFamily="49" charset="0"/>
                </a:rPr>
                <a:t> (Positive or Zero)</a:t>
              </a:r>
            </a:p>
          </p:txBody>
        </p:sp>
        <p:sp>
          <p:nvSpPr>
            <p:cNvPr id="14352" name="Rectangle 15"/>
            <p:cNvSpPr>
              <a:spLocks noChangeArrowheads="1"/>
            </p:cNvSpPr>
            <p:nvPr/>
          </p:nvSpPr>
          <p:spPr bwMode="auto">
            <a:xfrm>
              <a:off x="2696971" y="4960938"/>
              <a:ext cx="3435035" cy="265113"/>
            </a:xfrm>
            <a:prstGeom prst="rect">
              <a:avLst/>
            </a:prstGeom>
            <a:noFill/>
            <a:ln w="12700">
              <a:solidFill>
                <a:schemeClr val="tx1"/>
              </a:solidFill>
              <a:miter lim="800000"/>
              <a:headEnd/>
              <a:tailEnd/>
            </a:ln>
          </p:spPr>
          <p:txBody>
            <a:bodyPr wrap="none" anchor="ctr"/>
            <a:lstStyle/>
            <a:p>
              <a:r>
                <a:rPr lang="en-US" sz="1800" b="0" dirty="0">
                  <a:latin typeface="Consolas" panose="020B0609020204030204" pitchFamily="49" charset="0"/>
                  <a:cs typeface="Consolas" panose="020B0609020204030204" pitchFamily="49" charset="0"/>
                </a:rPr>
                <a:t>Signed </a:t>
              </a:r>
              <a:r>
                <a:rPr lang="en-US" sz="1800" b="1" dirty="0">
                  <a:solidFill>
                    <a:srgbClr val="FF0000"/>
                  </a:solidFill>
                  <a:latin typeface="Consolas" panose="020B0609020204030204" pitchFamily="49" charset="0"/>
                  <a:cs typeface="Consolas" panose="020B0609020204030204" pitchFamily="49" charset="0"/>
                </a:rPr>
                <a:t>L</a:t>
              </a:r>
              <a:r>
                <a:rPr lang="en-US" sz="1800" b="0" dirty="0">
                  <a:latin typeface="Consolas" panose="020B0609020204030204" pitchFamily="49" charset="0"/>
                  <a:cs typeface="Consolas" panose="020B0609020204030204" pitchFamily="49" charset="0"/>
                </a:rPr>
                <a:t>ess </a:t>
              </a:r>
              <a:r>
                <a:rPr lang="en-US" sz="1800" b="1" dirty="0">
                  <a:solidFill>
                    <a:srgbClr val="FF0000"/>
                  </a:solidFill>
                  <a:latin typeface="Consolas" panose="020B0609020204030204" pitchFamily="49" charset="0"/>
                  <a:cs typeface="Consolas" panose="020B0609020204030204" pitchFamily="49" charset="0"/>
                </a:rPr>
                <a:t>T</a:t>
              </a:r>
              <a:r>
                <a:rPr lang="en-US" sz="1800" b="0" dirty="0">
                  <a:latin typeface="Consolas" panose="020B0609020204030204" pitchFamily="49" charset="0"/>
                  <a:cs typeface="Consolas" panose="020B0609020204030204" pitchFamily="49" charset="0"/>
                </a:rPr>
                <a:t>han</a:t>
              </a:r>
            </a:p>
          </p:txBody>
        </p:sp>
        <p:sp>
          <p:nvSpPr>
            <p:cNvPr id="14353" name="Rectangle 16"/>
            <p:cNvSpPr>
              <a:spLocks noChangeArrowheads="1"/>
            </p:cNvSpPr>
            <p:nvPr/>
          </p:nvSpPr>
          <p:spPr bwMode="auto">
            <a:xfrm>
              <a:off x="2696971" y="5226051"/>
              <a:ext cx="3435035" cy="265113"/>
            </a:xfrm>
            <a:prstGeom prst="rect">
              <a:avLst/>
            </a:prstGeom>
            <a:noFill/>
            <a:ln w="12700">
              <a:solidFill>
                <a:schemeClr val="tx1"/>
              </a:solidFill>
              <a:miter lim="800000"/>
              <a:headEnd/>
              <a:tailEnd/>
            </a:ln>
          </p:spPr>
          <p:txBody>
            <a:bodyPr wrap="none" anchor="ctr"/>
            <a:lstStyle/>
            <a:p>
              <a:r>
                <a:rPr lang="en-US" dirty="0">
                  <a:latin typeface="Consolas" panose="020B0609020204030204" pitchFamily="49" charset="0"/>
                  <a:cs typeface="Consolas" panose="020B0609020204030204" pitchFamily="49" charset="0"/>
                </a:rPr>
                <a:t>Signed </a:t>
              </a:r>
              <a:r>
                <a:rPr lang="en-US" sz="1800" b="1" dirty="0">
                  <a:solidFill>
                    <a:srgbClr val="FF0000"/>
                  </a:solidFill>
                  <a:latin typeface="Consolas" panose="020B0609020204030204" pitchFamily="49" charset="0"/>
                  <a:cs typeface="Consolas" panose="020B0609020204030204" pitchFamily="49" charset="0"/>
                </a:rPr>
                <a:t>G</a:t>
              </a:r>
              <a:r>
                <a:rPr lang="en-US" sz="1800" b="0" dirty="0">
                  <a:latin typeface="Consolas" panose="020B0609020204030204" pitchFamily="49" charset="0"/>
                  <a:cs typeface="Consolas" panose="020B0609020204030204" pitchFamily="49" charset="0"/>
                </a:rPr>
                <a:t>reater </a:t>
              </a:r>
              <a:r>
                <a:rPr lang="en-US" sz="1800" b="1" dirty="0">
                  <a:solidFill>
                    <a:srgbClr val="FF0000"/>
                  </a:solidFill>
                  <a:latin typeface="Consolas" panose="020B0609020204030204" pitchFamily="49" charset="0"/>
                  <a:cs typeface="Consolas" panose="020B0609020204030204" pitchFamily="49" charset="0"/>
                </a:rPr>
                <a:t>T</a:t>
              </a:r>
              <a:r>
                <a:rPr lang="en-US" sz="1800" b="0" dirty="0">
                  <a:latin typeface="Consolas" panose="020B0609020204030204" pitchFamily="49" charset="0"/>
                  <a:cs typeface="Consolas" panose="020B0609020204030204" pitchFamily="49" charset="0"/>
                </a:rPr>
                <a:t>han</a:t>
              </a:r>
            </a:p>
          </p:txBody>
        </p:sp>
        <p:sp>
          <p:nvSpPr>
            <p:cNvPr id="14354" name="Rectangle 17"/>
            <p:cNvSpPr>
              <a:spLocks noChangeArrowheads="1"/>
            </p:cNvSpPr>
            <p:nvPr/>
          </p:nvSpPr>
          <p:spPr bwMode="auto">
            <a:xfrm>
              <a:off x="2696971" y="5491163"/>
              <a:ext cx="3435035" cy="265113"/>
            </a:xfrm>
            <a:prstGeom prst="rect">
              <a:avLst/>
            </a:prstGeom>
            <a:noFill/>
            <a:ln w="12700">
              <a:solidFill>
                <a:schemeClr val="tx1"/>
              </a:solidFill>
              <a:miter lim="800000"/>
              <a:headEnd/>
              <a:tailEnd/>
            </a:ln>
          </p:spPr>
          <p:txBody>
            <a:bodyPr wrap="none" anchor="ctr"/>
            <a:lstStyle/>
            <a:p>
              <a:r>
                <a:rPr lang="en-US" sz="1800" b="0" dirty="0">
                  <a:latin typeface="Consolas" panose="020B0609020204030204" pitchFamily="49" charset="0"/>
                  <a:cs typeface="Consolas" panose="020B0609020204030204" pitchFamily="49" charset="0"/>
                </a:rPr>
                <a:t>Signed </a:t>
              </a:r>
              <a:r>
                <a:rPr lang="en-US" sz="1800" b="1" dirty="0">
                  <a:solidFill>
                    <a:srgbClr val="FF0000"/>
                  </a:solidFill>
                  <a:latin typeface="Consolas" panose="020B0609020204030204" pitchFamily="49" charset="0"/>
                  <a:cs typeface="Consolas" panose="020B0609020204030204" pitchFamily="49" charset="0"/>
                </a:rPr>
                <a:t>L</a:t>
              </a:r>
              <a:r>
                <a:rPr lang="en-US" sz="1800" b="0" dirty="0">
                  <a:latin typeface="Consolas" panose="020B0609020204030204" pitchFamily="49" charset="0"/>
                  <a:cs typeface="Consolas" panose="020B0609020204030204" pitchFamily="49" charset="0"/>
                </a:rPr>
                <a:t>ess than or </a:t>
              </a:r>
              <a:r>
                <a:rPr lang="en-US" sz="1800" b="1" dirty="0">
                  <a:solidFill>
                    <a:srgbClr val="FF0000"/>
                  </a:solidFill>
                  <a:latin typeface="Consolas" panose="020B0609020204030204" pitchFamily="49" charset="0"/>
                  <a:cs typeface="Consolas" panose="020B0609020204030204" pitchFamily="49" charset="0"/>
                </a:rPr>
                <a:t>E</a:t>
              </a:r>
              <a:r>
                <a:rPr lang="en-US" sz="1800" b="0" dirty="0">
                  <a:latin typeface="Consolas" panose="020B0609020204030204" pitchFamily="49" charset="0"/>
                  <a:cs typeface="Consolas" panose="020B0609020204030204" pitchFamily="49" charset="0"/>
                </a:rPr>
                <a:t>qual</a:t>
              </a:r>
            </a:p>
          </p:txBody>
        </p:sp>
        <p:sp>
          <p:nvSpPr>
            <p:cNvPr id="14355" name="Rectangle 18"/>
            <p:cNvSpPr>
              <a:spLocks noChangeArrowheads="1"/>
            </p:cNvSpPr>
            <p:nvPr/>
          </p:nvSpPr>
          <p:spPr bwMode="auto">
            <a:xfrm>
              <a:off x="2696971" y="5756276"/>
              <a:ext cx="3435035" cy="265113"/>
            </a:xfrm>
            <a:prstGeom prst="rect">
              <a:avLst/>
            </a:prstGeom>
            <a:noFill/>
            <a:ln w="12700">
              <a:solidFill>
                <a:schemeClr val="tx1"/>
              </a:solidFill>
              <a:miter lim="800000"/>
              <a:headEnd/>
              <a:tailEnd/>
            </a:ln>
          </p:spPr>
          <p:txBody>
            <a:bodyPr wrap="none" anchor="ctr"/>
            <a:lstStyle/>
            <a:p>
              <a:r>
                <a:rPr lang="en-US" sz="1800" b="1" dirty="0" err="1">
                  <a:solidFill>
                    <a:srgbClr val="FF0000"/>
                  </a:solidFill>
                  <a:latin typeface="Consolas" panose="020B0609020204030204" pitchFamily="49" charset="0"/>
                  <a:cs typeface="Consolas" panose="020B0609020204030204" pitchFamily="49" charset="0"/>
                </a:rPr>
                <a:t>AL</a:t>
              </a:r>
              <a:r>
                <a:rPr lang="en-US" sz="1800" b="0" dirty="0" err="1">
                  <a:latin typeface="Consolas" panose="020B0609020204030204" pitchFamily="49" charset="0"/>
                  <a:cs typeface="Consolas" panose="020B0609020204030204" pitchFamily="49" charset="0"/>
                </a:rPr>
                <a:t>ways</a:t>
              </a:r>
              <a:endParaRPr lang="en-US" sz="1800" b="0" dirty="0">
                <a:latin typeface="Consolas" panose="020B0609020204030204" pitchFamily="49" charset="0"/>
                <a:cs typeface="Consolas" panose="020B0609020204030204" pitchFamily="49" charset="0"/>
              </a:endParaRPr>
            </a:p>
          </p:txBody>
        </p:sp>
        <p:sp>
          <p:nvSpPr>
            <p:cNvPr id="14356" name="Rectangle 19"/>
            <p:cNvSpPr>
              <a:spLocks noChangeArrowheads="1"/>
            </p:cNvSpPr>
            <p:nvPr/>
          </p:nvSpPr>
          <p:spPr bwMode="auto">
            <a:xfrm>
              <a:off x="2696971" y="4695826"/>
              <a:ext cx="3435035" cy="265113"/>
            </a:xfrm>
            <a:prstGeom prst="rect">
              <a:avLst/>
            </a:prstGeom>
            <a:noFill/>
            <a:ln w="12700">
              <a:solidFill>
                <a:schemeClr val="tx1"/>
              </a:solidFill>
              <a:miter lim="800000"/>
              <a:headEnd/>
              <a:tailEnd/>
            </a:ln>
          </p:spPr>
          <p:txBody>
            <a:bodyPr wrap="none" anchor="ctr"/>
            <a:lstStyle/>
            <a:p>
              <a:r>
                <a:rPr lang="en-US" sz="1800" b="0" dirty="0">
                  <a:latin typeface="Consolas" panose="020B0609020204030204" pitchFamily="49" charset="0"/>
                  <a:cs typeface="Consolas" panose="020B0609020204030204" pitchFamily="49" charset="0"/>
                </a:rPr>
                <a:t>Signed </a:t>
              </a:r>
              <a:r>
                <a:rPr lang="en-US" sz="1800" b="1" dirty="0">
                  <a:solidFill>
                    <a:srgbClr val="FF0000"/>
                  </a:solidFill>
                  <a:latin typeface="Consolas" panose="020B0609020204030204" pitchFamily="49" charset="0"/>
                  <a:cs typeface="Consolas" panose="020B0609020204030204" pitchFamily="49" charset="0"/>
                </a:rPr>
                <a:t>G</a:t>
              </a:r>
              <a:r>
                <a:rPr lang="en-US" sz="1800" b="0" dirty="0">
                  <a:latin typeface="Consolas" panose="020B0609020204030204" pitchFamily="49" charset="0"/>
                  <a:cs typeface="Consolas" panose="020B0609020204030204" pitchFamily="49" charset="0"/>
                </a:rPr>
                <a:t>reater or </a:t>
              </a:r>
              <a:r>
                <a:rPr lang="en-US" sz="1800" b="1" dirty="0">
                  <a:solidFill>
                    <a:srgbClr val="FF0000"/>
                  </a:solidFill>
                  <a:latin typeface="Consolas" panose="020B0609020204030204" pitchFamily="49" charset="0"/>
                  <a:cs typeface="Consolas" panose="020B0609020204030204" pitchFamily="49" charset="0"/>
                </a:rPr>
                <a:t>E</a:t>
              </a:r>
              <a:r>
                <a:rPr lang="en-US" sz="1800" b="0" dirty="0">
                  <a:latin typeface="Consolas" panose="020B0609020204030204" pitchFamily="49" charset="0"/>
                  <a:cs typeface="Consolas" panose="020B0609020204030204" pitchFamily="49" charset="0"/>
                </a:rPr>
                <a:t>qual</a:t>
              </a:r>
            </a:p>
          </p:txBody>
        </p:sp>
        <p:sp>
          <p:nvSpPr>
            <p:cNvPr id="14357" name="Rectangle 20"/>
            <p:cNvSpPr>
              <a:spLocks noChangeArrowheads="1"/>
            </p:cNvSpPr>
            <p:nvPr/>
          </p:nvSpPr>
          <p:spPr bwMode="auto">
            <a:xfrm>
              <a:off x="1423974" y="2044701"/>
              <a:ext cx="1272997" cy="265113"/>
            </a:xfrm>
            <a:prstGeom prst="rect">
              <a:avLst/>
            </a:prstGeom>
            <a:noFill/>
            <a:ln w="12700">
              <a:solidFill>
                <a:schemeClr val="tx1"/>
              </a:solidFill>
              <a:miter lim="800000"/>
              <a:headEnd/>
              <a:tailEnd/>
            </a:ln>
          </p:spPr>
          <p:txBody>
            <a:bodyPr wrap="none" anchor="ctr"/>
            <a:lstStyle/>
            <a:p>
              <a:pPr algn="ctr"/>
              <a:r>
                <a:rPr lang="en-US" sz="2000" b="1" dirty="0">
                  <a:solidFill>
                    <a:srgbClr val="FF0000"/>
                  </a:solidFill>
                  <a:latin typeface="Consolas" panose="020B0609020204030204" pitchFamily="49" charset="0"/>
                  <a:cs typeface="Consolas" panose="020B0609020204030204" pitchFamily="49" charset="0"/>
                </a:rPr>
                <a:t>EQ</a:t>
              </a:r>
            </a:p>
          </p:txBody>
        </p:sp>
        <p:sp>
          <p:nvSpPr>
            <p:cNvPr id="14358" name="Rectangle 21"/>
            <p:cNvSpPr>
              <a:spLocks noChangeArrowheads="1"/>
            </p:cNvSpPr>
            <p:nvPr/>
          </p:nvSpPr>
          <p:spPr bwMode="auto">
            <a:xfrm>
              <a:off x="1423974" y="2309813"/>
              <a:ext cx="1272997" cy="265113"/>
            </a:xfrm>
            <a:prstGeom prst="rect">
              <a:avLst/>
            </a:prstGeom>
            <a:noFill/>
            <a:ln w="12700">
              <a:solidFill>
                <a:schemeClr val="tx1"/>
              </a:solidFill>
              <a:miter lim="800000"/>
              <a:headEnd/>
              <a:tailEnd/>
            </a:ln>
          </p:spPr>
          <p:txBody>
            <a:bodyPr wrap="none" anchor="ctr"/>
            <a:lstStyle/>
            <a:p>
              <a:pPr algn="ctr"/>
              <a:r>
                <a:rPr lang="en-US" sz="2000" b="1" dirty="0">
                  <a:solidFill>
                    <a:srgbClr val="FF0000"/>
                  </a:solidFill>
                  <a:latin typeface="Consolas" panose="020B0609020204030204" pitchFamily="49" charset="0"/>
                  <a:cs typeface="Consolas" panose="020B0609020204030204" pitchFamily="49" charset="0"/>
                </a:rPr>
                <a:t>NE</a:t>
              </a:r>
            </a:p>
          </p:txBody>
        </p:sp>
        <p:sp>
          <p:nvSpPr>
            <p:cNvPr id="14359" name="Rectangle 22"/>
            <p:cNvSpPr>
              <a:spLocks noChangeArrowheads="1"/>
            </p:cNvSpPr>
            <p:nvPr/>
          </p:nvSpPr>
          <p:spPr bwMode="auto">
            <a:xfrm>
              <a:off x="1423974" y="2574926"/>
              <a:ext cx="1272997" cy="265113"/>
            </a:xfrm>
            <a:prstGeom prst="rect">
              <a:avLst/>
            </a:prstGeom>
            <a:noFill/>
            <a:ln w="12700">
              <a:solidFill>
                <a:schemeClr val="tx1"/>
              </a:solidFill>
              <a:miter lim="800000"/>
              <a:headEnd/>
              <a:tailEnd/>
            </a:ln>
          </p:spPr>
          <p:txBody>
            <a:bodyPr wrap="none" anchor="ctr"/>
            <a:lstStyle/>
            <a:p>
              <a:pPr algn="ctr"/>
              <a:r>
                <a:rPr lang="en-US" sz="2000" b="1" dirty="0">
                  <a:solidFill>
                    <a:srgbClr val="FF0000"/>
                  </a:solidFill>
                  <a:latin typeface="Consolas" panose="020B0609020204030204" pitchFamily="49" charset="0"/>
                  <a:cs typeface="Consolas" panose="020B0609020204030204" pitchFamily="49" charset="0"/>
                </a:rPr>
                <a:t>CS/HS</a:t>
              </a:r>
            </a:p>
          </p:txBody>
        </p:sp>
        <p:sp>
          <p:nvSpPr>
            <p:cNvPr id="14360" name="Rectangle 23"/>
            <p:cNvSpPr>
              <a:spLocks noChangeArrowheads="1"/>
            </p:cNvSpPr>
            <p:nvPr/>
          </p:nvSpPr>
          <p:spPr bwMode="auto">
            <a:xfrm>
              <a:off x="1423974" y="2840038"/>
              <a:ext cx="1272997" cy="265113"/>
            </a:xfrm>
            <a:prstGeom prst="rect">
              <a:avLst/>
            </a:prstGeom>
            <a:noFill/>
            <a:ln w="12700">
              <a:solidFill>
                <a:schemeClr val="tx1"/>
              </a:solidFill>
              <a:miter lim="800000"/>
              <a:headEnd/>
              <a:tailEnd/>
            </a:ln>
          </p:spPr>
          <p:txBody>
            <a:bodyPr wrap="none" anchor="ctr"/>
            <a:lstStyle/>
            <a:p>
              <a:pPr algn="ctr"/>
              <a:r>
                <a:rPr lang="en-US" sz="2000" b="1" dirty="0">
                  <a:solidFill>
                    <a:srgbClr val="FF0000"/>
                  </a:solidFill>
                  <a:latin typeface="Consolas" panose="020B0609020204030204" pitchFamily="49" charset="0"/>
                  <a:cs typeface="Consolas" panose="020B0609020204030204" pitchFamily="49" charset="0"/>
                </a:rPr>
                <a:t>CC/LO</a:t>
              </a:r>
            </a:p>
          </p:txBody>
        </p:sp>
        <p:sp>
          <p:nvSpPr>
            <p:cNvPr id="14361" name="Rectangle 24"/>
            <p:cNvSpPr>
              <a:spLocks noChangeArrowheads="1"/>
            </p:cNvSpPr>
            <p:nvPr/>
          </p:nvSpPr>
          <p:spPr bwMode="auto">
            <a:xfrm>
              <a:off x="1423974" y="3370263"/>
              <a:ext cx="1272997" cy="265113"/>
            </a:xfrm>
            <a:prstGeom prst="rect">
              <a:avLst/>
            </a:prstGeom>
            <a:noFill/>
            <a:ln w="12700">
              <a:solidFill>
                <a:schemeClr val="tx1"/>
              </a:solidFill>
              <a:miter lim="800000"/>
              <a:headEnd/>
              <a:tailEnd/>
            </a:ln>
          </p:spPr>
          <p:txBody>
            <a:bodyPr wrap="none" anchor="ctr"/>
            <a:lstStyle/>
            <a:p>
              <a:pPr algn="ctr"/>
              <a:r>
                <a:rPr lang="en-US" sz="2000" b="1" dirty="0">
                  <a:solidFill>
                    <a:srgbClr val="FF0000"/>
                  </a:solidFill>
                  <a:latin typeface="Consolas" panose="020B0609020204030204" pitchFamily="49" charset="0"/>
                  <a:cs typeface="Consolas" panose="020B0609020204030204" pitchFamily="49" charset="0"/>
                </a:rPr>
                <a:t>PL</a:t>
              </a:r>
            </a:p>
          </p:txBody>
        </p:sp>
        <p:sp>
          <p:nvSpPr>
            <p:cNvPr id="14362" name="Rectangle 25"/>
            <p:cNvSpPr>
              <a:spLocks noChangeArrowheads="1"/>
            </p:cNvSpPr>
            <p:nvPr/>
          </p:nvSpPr>
          <p:spPr bwMode="auto">
            <a:xfrm>
              <a:off x="1423974" y="3635376"/>
              <a:ext cx="1272997" cy="265113"/>
            </a:xfrm>
            <a:prstGeom prst="rect">
              <a:avLst/>
            </a:prstGeom>
            <a:noFill/>
            <a:ln w="12700">
              <a:solidFill>
                <a:schemeClr val="tx1"/>
              </a:solidFill>
              <a:miter lim="800000"/>
              <a:headEnd/>
              <a:tailEnd/>
            </a:ln>
          </p:spPr>
          <p:txBody>
            <a:bodyPr wrap="none" anchor="ctr"/>
            <a:lstStyle/>
            <a:p>
              <a:pPr algn="ctr"/>
              <a:r>
                <a:rPr lang="en-US" sz="2000" b="1" dirty="0">
                  <a:solidFill>
                    <a:srgbClr val="FF0000"/>
                  </a:solidFill>
                  <a:latin typeface="Consolas" panose="020B0609020204030204" pitchFamily="49" charset="0"/>
                  <a:cs typeface="Consolas" panose="020B0609020204030204" pitchFamily="49" charset="0"/>
                </a:rPr>
                <a:t>VS</a:t>
              </a:r>
            </a:p>
          </p:txBody>
        </p:sp>
        <p:sp>
          <p:nvSpPr>
            <p:cNvPr id="14363" name="Rectangle 26"/>
            <p:cNvSpPr>
              <a:spLocks noChangeArrowheads="1"/>
            </p:cNvSpPr>
            <p:nvPr/>
          </p:nvSpPr>
          <p:spPr bwMode="auto">
            <a:xfrm>
              <a:off x="1423974" y="4165601"/>
              <a:ext cx="1272997" cy="265113"/>
            </a:xfrm>
            <a:prstGeom prst="rect">
              <a:avLst/>
            </a:prstGeom>
            <a:noFill/>
            <a:ln w="12700">
              <a:solidFill>
                <a:schemeClr val="tx1"/>
              </a:solidFill>
              <a:miter lim="800000"/>
              <a:headEnd/>
              <a:tailEnd/>
            </a:ln>
          </p:spPr>
          <p:txBody>
            <a:bodyPr wrap="none" anchor="ctr"/>
            <a:lstStyle/>
            <a:p>
              <a:pPr algn="ctr"/>
              <a:r>
                <a:rPr lang="en-US" sz="2000" b="1" dirty="0">
                  <a:solidFill>
                    <a:srgbClr val="FF0000"/>
                  </a:solidFill>
                  <a:latin typeface="Consolas" panose="020B0609020204030204" pitchFamily="49" charset="0"/>
                  <a:cs typeface="Consolas" panose="020B0609020204030204" pitchFamily="49" charset="0"/>
                </a:rPr>
                <a:t>HI</a:t>
              </a:r>
            </a:p>
          </p:txBody>
        </p:sp>
        <p:sp>
          <p:nvSpPr>
            <p:cNvPr id="14364" name="Rectangle 27"/>
            <p:cNvSpPr>
              <a:spLocks noChangeArrowheads="1"/>
            </p:cNvSpPr>
            <p:nvPr/>
          </p:nvSpPr>
          <p:spPr bwMode="auto">
            <a:xfrm>
              <a:off x="1423974" y="4430713"/>
              <a:ext cx="1272997" cy="265113"/>
            </a:xfrm>
            <a:prstGeom prst="rect">
              <a:avLst/>
            </a:prstGeom>
            <a:noFill/>
            <a:ln w="12700">
              <a:solidFill>
                <a:schemeClr val="tx1"/>
              </a:solidFill>
              <a:miter lim="800000"/>
              <a:headEnd/>
              <a:tailEnd/>
            </a:ln>
          </p:spPr>
          <p:txBody>
            <a:bodyPr wrap="none" anchor="ctr"/>
            <a:lstStyle/>
            <a:p>
              <a:pPr algn="ctr"/>
              <a:r>
                <a:rPr lang="en-US" sz="2000" b="1" dirty="0">
                  <a:solidFill>
                    <a:srgbClr val="FF0000"/>
                  </a:solidFill>
                  <a:latin typeface="Consolas" panose="020B0609020204030204" pitchFamily="49" charset="0"/>
                  <a:cs typeface="Consolas" panose="020B0609020204030204" pitchFamily="49" charset="0"/>
                </a:rPr>
                <a:t>LS</a:t>
              </a:r>
            </a:p>
          </p:txBody>
        </p:sp>
        <p:sp>
          <p:nvSpPr>
            <p:cNvPr id="14365" name="Rectangle 28"/>
            <p:cNvSpPr>
              <a:spLocks noChangeArrowheads="1"/>
            </p:cNvSpPr>
            <p:nvPr/>
          </p:nvSpPr>
          <p:spPr bwMode="auto">
            <a:xfrm>
              <a:off x="1423974" y="4695826"/>
              <a:ext cx="1272997" cy="265113"/>
            </a:xfrm>
            <a:prstGeom prst="rect">
              <a:avLst/>
            </a:prstGeom>
            <a:noFill/>
            <a:ln w="12700">
              <a:solidFill>
                <a:schemeClr val="tx1"/>
              </a:solidFill>
              <a:miter lim="800000"/>
              <a:headEnd/>
              <a:tailEnd/>
            </a:ln>
          </p:spPr>
          <p:txBody>
            <a:bodyPr wrap="none" anchor="ctr"/>
            <a:lstStyle/>
            <a:p>
              <a:pPr algn="ctr"/>
              <a:r>
                <a:rPr lang="en-US" sz="2000" b="1" dirty="0">
                  <a:solidFill>
                    <a:srgbClr val="FF0000"/>
                  </a:solidFill>
                  <a:latin typeface="Consolas" panose="020B0609020204030204" pitchFamily="49" charset="0"/>
                  <a:cs typeface="Consolas" panose="020B0609020204030204" pitchFamily="49" charset="0"/>
                </a:rPr>
                <a:t>GE</a:t>
              </a:r>
            </a:p>
          </p:txBody>
        </p:sp>
        <p:sp>
          <p:nvSpPr>
            <p:cNvPr id="14366" name="Rectangle 29"/>
            <p:cNvSpPr>
              <a:spLocks noChangeArrowheads="1"/>
            </p:cNvSpPr>
            <p:nvPr/>
          </p:nvSpPr>
          <p:spPr bwMode="auto">
            <a:xfrm>
              <a:off x="1423974" y="4960938"/>
              <a:ext cx="1272997" cy="265113"/>
            </a:xfrm>
            <a:prstGeom prst="rect">
              <a:avLst/>
            </a:prstGeom>
            <a:noFill/>
            <a:ln w="12700">
              <a:solidFill>
                <a:schemeClr val="tx1"/>
              </a:solidFill>
              <a:miter lim="800000"/>
              <a:headEnd/>
              <a:tailEnd/>
            </a:ln>
          </p:spPr>
          <p:txBody>
            <a:bodyPr wrap="none" anchor="ctr"/>
            <a:lstStyle/>
            <a:p>
              <a:pPr algn="ctr"/>
              <a:r>
                <a:rPr lang="en-US" sz="2000" b="1" dirty="0">
                  <a:solidFill>
                    <a:srgbClr val="FF0000"/>
                  </a:solidFill>
                  <a:latin typeface="Consolas" panose="020B0609020204030204" pitchFamily="49" charset="0"/>
                  <a:cs typeface="Consolas" panose="020B0609020204030204" pitchFamily="49" charset="0"/>
                </a:rPr>
                <a:t>LT</a:t>
              </a:r>
            </a:p>
          </p:txBody>
        </p:sp>
        <p:sp>
          <p:nvSpPr>
            <p:cNvPr id="14367" name="Rectangle 30"/>
            <p:cNvSpPr>
              <a:spLocks noChangeArrowheads="1"/>
            </p:cNvSpPr>
            <p:nvPr/>
          </p:nvSpPr>
          <p:spPr bwMode="auto">
            <a:xfrm>
              <a:off x="1423974" y="5226051"/>
              <a:ext cx="1272997" cy="265113"/>
            </a:xfrm>
            <a:prstGeom prst="rect">
              <a:avLst/>
            </a:prstGeom>
            <a:noFill/>
            <a:ln w="12700">
              <a:solidFill>
                <a:schemeClr val="tx1"/>
              </a:solidFill>
              <a:miter lim="800000"/>
              <a:headEnd/>
              <a:tailEnd/>
            </a:ln>
          </p:spPr>
          <p:txBody>
            <a:bodyPr wrap="none" anchor="ctr"/>
            <a:lstStyle/>
            <a:p>
              <a:pPr algn="ctr"/>
              <a:r>
                <a:rPr lang="en-US" sz="2000" b="1" dirty="0">
                  <a:solidFill>
                    <a:srgbClr val="FF0000"/>
                  </a:solidFill>
                  <a:latin typeface="Consolas" panose="020B0609020204030204" pitchFamily="49" charset="0"/>
                  <a:cs typeface="Consolas" panose="020B0609020204030204" pitchFamily="49" charset="0"/>
                </a:rPr>
                <a:t>GT</a:t>
              </a:r>
            </a:p>
          </p:txBody>
        </p:sp>
        <p:sp>
          <p:nvSpPr>
            <p:cNvPr id="14368" name="Rectangle 31"/>
            <p:cNvSpPr>
              <a:spLocks noChangeArrowheads="1"/>
            </p:cNvSpPr>
            <p:nvPr/>
          </p:nvSpPr>
          <p:spPr bwMode="auto">
            <a:xfrm>
              <a:off x="1423974" y="5491163"/>
              <a:ext cx="1272997" cy="265113"/>
            </a:xfrm>
            <a:prstGeom prst="rect">
              <a:avLst/>
            </a:prstGeom>
            <a:noFill/>
            <a:ln w="12700">
              <a:solidFill>
                <a:schemeClr val="tx1"/>
              </a:solidFill>
              <a:miter lim="800000"/>
              <a:headEnd/>
              <a:tailEnd/>
            </a:ln>
          </p:spPr>
          <p:txBody>
            <a:bodyPr wrap="none" anchor="ctr"/>
            <a:lstStyle/>
            <a:p>
              <a:pPr algn="ctr"/>
              <a:r>
                <a:rPr lang="en-US" sz="2000" b="1" dirty="0">
                  <a:solidFill>
                    <a:srgbClr val="FF0000"/>
                  </a:solidFill>
                  <a:latin typeface="Consolas" panose="020B0609020204030204" pitchFamily="49" charset="0"/>
                  <a:cs typeface="Consolas" panose="020B0609020204030204" pitchFamily="49" charset="0"/>
                </a:rPr>
                <a:t>LE</a:t>
              </a:r>
            </a:p>
          </p:txBody>
        </p:sp>
        <p:sp>
          <p:nvSpPr>
            <p:cNvPr id="14369" name="Rectangle 32"/>
            <p:cNvSpPr>
              <a:spLocks noChangeArrowheads="1"/>
            </p:cNvSpPr>
            <p:nvPr/>
          </p:nvSpPr>
          <p:spPr bwMode="auto">
            <a:xfrm>
              <a:off x="1423974" y="5756276"/>
              <a:ext cx="1272997" cy="265113"/>
            </a:xfrm>
            <a:prstGeom prst="rect">
              <a:avLst/>
            </a:prstGeom>
            <a:noFill/>
            <a:ln w="12700">
              <a:solidFill>
                <a:schemeClr val="tx1"/>
              </a:solidFill>
              <a:miter lim="800000"/>
              <a:headEnd/>
              <a:tailEnd/>
            </a:ln>
          </p:spPr>
          <p:txBody>
            <a:bodyPr wrap="none" anchor="ctr"/>
            <a:lstStyle/>
            <a:p>
              <a:pPr algn="ctr"/>
              <a:r>
                <a:rPr lang="en-US" sz="2000" b="1" dirty="0">
                  <a:solidFill>
                    <a:srgbClr val="FF0000"/>
                  </a:solidFill>
                  <a:latin typeface="Consolas" panose="020B0609020204030204" pitchFamily="49" charset="0"/>
                  <a:cs typeface="Consolas" panose="020B0609020204030204" pitchFamily="49" charset="0"/>
                </a:rPr>
                <a:t>AL</a:t>
              </a:r>
            </a:p>
          </p:txBody>
        </p:sp>
        <p:sp>
          <p:nvSpPr>
            <p:cNvPr id="14370" name="Rectangle 33"/>
            <p:cNvSpPr>
              <a:spLocks noChangeArrowheads="1"/>
            </p:cNvSpPr>
            <p:nvPr/>
          </p:nvSpPr>
          <p:spPr bwMode="auto">
            <a:xfrm>
              <a:off x="1423974" y="3105151"/>
              <a:ext cx="1272997" cy="265113"/>
            </a:xfrm>
            <a:prstGeom prst="rect">
              <a:avLst/>
            </a:prstGeom>
            <a:noFill/>
            <a:ln w="12700">
              <a:solidFill>
                <a:schemeClr val="tx1"/>
              </a:solidFill>
              <a:miter lim="800000"/>
              <a:headEnd/>
              <a:tailEnd/>
            </a:ln>
          </p:spPr>
          <p:txBody>
            <a:bodyPr wrap="none" anchor="ctr"/>
            <a:lstStyle/>
            <a:p>
              <a:pPr algn="ctr"/>
              <a:r>
                <a:rPr lang="en-US" sz="2000" b="1" dirty="0">
                  <a:solidFill>
                    <a:srgbClr val="FF0000"/>
                  </a:solidFill>
                  <a:latin typeface="Consolas" panose="020B0609020204030204" pitchFamily="49" charset="0"/>
                  <a:cs typeface="Consolas" panose="020B0609020204030204" pitchFamily="49" charset="0"/>
                </a:rPr>
                <a:t>MI</a:t>
              </a:r>
            </a:p>
          </p:txBody>
        </p:sp>
        <p:sp>
          <p:nvSpPr>
            <p:cNvPr id="14371" name="Rectangle 34"/>
            <p:cNvSpPr>
              <a:spLocks noChangeArrowheads="1"/>
            </p:cNvSpPr>
            <p:nvPr/>
          </p:nvSpPr>
          <p:spPr bwMode="auto">
            <a:xfrm>
              <a:off x="1423974" y="3900488"/>
              <a:ext cx="1272997" cy="265113"/>
            </a:xfrm>
            <a:prstGeom prst="rect">
              <a:avLst/>
            </a:prstGeom>
            <a:noFill/>
            <a:ln w="12700">
              <a:solidFill>
                <a:schemeClr val="tx1"/>
              </a:solidFill>
              <a:miter lim="800000"/>
              <a:headEnd/>
              <a:tailEnd/>
            </a:ln>
          </p:spPr>
          <p:txBody>
            <a:bodyPr wrap="none" anchor="ctr"/>
            <a:lstStyle/>
            <a:p>
              <a:pPr algn="ctr"/>
              <a:r>
                <a:rPr lang="en-US" sz="2000" b="1" dirty="0">
                  <a:solidFill>
                    <a:srgbClr val="FF0000"/>
                  </a:solidFill>
                  <a:latin typeface="Consolas" panose="020B0609020204030204" pitchFamily="49" charset="0"/>
                  <a:cs typeface="Consolas" panose="020B0609020204030204" pitchFamily="49" charset="0"/>
                </a:rPr>
                <a:t>VC</a:t>
              </a:r>
            </a:p>
          </p:txBody>
        </p:sp>
        <p:sp>
          <p:nvSpPr>
            <p:cNvPr id="14372" name="Rectangle 35"/>
            <p:cNvSpPr>
              <a:spLocks noChangeArrowheads="1"/>
            </p:cNvSpPr>
            <p:nvPr/>
          </p:nvSpPr>
          <p:spPr bwMode="auto">
            <a:xfrm>
              <a:off x="1423974" y="1779588"/>
              <a:ext cx="1272997" cy="265113"/>
            </a:xfrm>
            <a:prstGeom prst="rect">
              <a:avLst/>
            </a:prstGeom>
            <a:solidFill>
              <a:schemeClr val="accent1"/>
            </a:solidFill>
            <a:ln w="12700">
              <a:solidFill>
                <a:schemeClr val="tx1"/>
              </a:solidFill>
              <a:miter lim="800000"/>
              <a:headEnd/>
              <a:tailEnd/>
            </a:ln>
          </p:spPr>
          <p:txBody>
            <a:bodyPr wrap="none" anchor="ctr"/>
            <a:lstStyle/>
            <a:p>
              <a:pPr algn="ctr"/>
              <a:r>
                <a:rPr lang="en-US" sz="1800" b="1" dirty="0">
                  <a:solidFill>
                    <a:schemeClr val="bg1"/>
                  </a:solidFill>
                  <a:latin typeface="Consolas" panose="020B0609020204030204" pitchFamily="49" charset="0"/>
                  <a:cs typeface="Consolas" panose="020B0609020204030204" pitchFamily="49" charset="0"/>
                </a:rPr>
                <a:t>Suffix</a:t>
              </a:r>
            </a:p>
          </p:txBody>
        </p:sp>
        <p:sp>
          <p:nvSpPr>
            <p:cNvPr id="14373" name="Rectangle 36"/>
            <p:cNvSpPr>
              <a:spLocks noChangeArrowheads="1"/>
            </p:cNvSpPr>
            <p:nvPr/>
          </p:nvSpPr>
          <p:spPr bwMode="auto">
            <a:xfrm>
              <a:off x="2696971" y="1779588"/>
              <a:ext cx="3435035" cy="265113"/>
            </a:xfrm>
            <a:prstGeom prst="rect">
              <a:avLst/>
            </a:prstGeom>
            <a:solidFill>
              <a:schemeClr val="accent1"/>
            </a:solidFill>
            <a:ln w="12700">
              <a:solidFill>
                <a:schemeClr val="tx1"/>
              </a:solidFill>
              <a:miter lim="800000"/>
              <a:headEnd/>
              <a:tailEnd/>
            </a:ln>
          </p:spPr>
          <p:txBody>
            <a:bodyPr wrap="none" anchor="ctr"/>
            <a:lstStyle/>
            <a:p>
              <a:r>
                <a:rPr lang="en-US" sz="1800" b="1" dirty="0">
                  <a:solidFill>
                    <a:schemeClr val="bg1"/>
                  </a:solidFill>
                  <a:latin typeface="Consolas" panose="020B0609020204030204" pitchFamily="49" charset="0"/>
                  <a:cs typeface="Consolas" panose="020B0609020204030204" pitchFamily="49" charset="0"/>
                </a:rPr>
                <a:t>Description</a:t>
              </a:r>
            </a:p>
          </p:txBody>
        </p:sp>
        <p:sp>
          <p:nvSpPr>
            <p:cNvPr id="14374" name="Rectangle 37"/>
            <p:cNvSpPr>
              <a:spLocks noChangeArrowheads="1"/>
            </p:cNvSpPr>
            <p:nvPr/>
          </p:nvSpPr>
          <p:spPr bwMode="auto">
            <a:xfrm>
              <a:off x="6132006" y="2309813"/>
              <a:ext cx="1654668" cy="265113"/>
            </a:xfrm>
            <a:prstGeom prst="rect">
              <a:avLst/>
            </a:prstGeom>
            <a:noFill/>
            <a:ln w="12700">
              <a:solidFill>
                <a:schemeClr val="tx1"/>
              </a:solidFill>
              <a:miter lim="800000"/>
              <a:headEnd/>
              <a:tailEnd/>
            </a:ln>
          </p:spPr>
          <p:txBody>
            <a:bodyPr wrap="none" anchor="ctr"/>
            <a:lstStyle/>
            <a:p>
              <a:r>
                <a:rPr lang="en-US" sz="1800" b="1" dirty="0">
                  <a:solidFill>
                    <a:srgbClr val="0000FF"/>
                  </a:solidFill>
                  <a:latin typeface="Consolas" panose="020B0609020204030204" pitchFamily="49" charset="0"/>
                  <a:cs typeface="Consolas" panose="020B0609020204030204" pitchFamily="49" charset="0"/>
                </a:rPr>
                <a:t>Z=0</a:t>
              </a:r>
            </a:p>
          </p:txBody>
        </p:sp>
        <p:sp>
          <p:nvSpPr>
            <p:cNvPr id="14375" name="Rectangle 38"/>
            <p:cNvSpPr>
              <a:spLocks noChangeArrowheads="1"/>
            </p:cNvSpPr>
            <p:nvPr/>
          </p:nvSpPr>
          <p:spPr bwMode="auto">
            <a:xfrm>
              <a:off x="6132006" y="2574926"/>
              <a:ext cx="1654668" cy="265113"/>
            </a:xfrm>
            <a:prstGeom prst="rect">
              <a:avLst/>
            </a:prstGeom>
            <a:noFill/>
            <a:ln w="12700">
              <a:solidFill>
                <a:schemeClr val="tx1"/>
              </a:solidFill>
              <a:miter lim="800000"/>
              <a:headEnd/>
              <a:tailEnd/>
            </a:ln>
          </p:spPr>
          <p:txBody>
            <a:bodyPr wrap="none" anchor="ctr"/>
            <a:lstStyle/>
            <a:p>
              <a:r>
                <a:rPr lang="en-US" sz="1800" b="1" dirty="0">
                  <a:solidFill>
                    <a:srgbClr val="0000FF"/>
                  </a:solidFill>
                  <a:latin typeface="Consolas" panose="020B0609020204030204" pitchFamily="49" charset="0"/>
                  <a:cs typeface="Consolas" panose="020B0609020204030204" pitchFamily="49" charset="0"/>
                </a:rPr>
                <a:t>C=1</a:t>
              </a:r>
            </a:p>
          </p:txBody>
        </p:sp>
        <p:sp>
          <p:nvSpPr>
            <p:cNvPr id="14376" name="Rectangle 39"/>
            <p:cNvSpPr>
              <a:spLocks noChangeArrowheads="1"/>
            </p:cNvSpPr>
            <p:nvPr/>
          </p:nvSpPr>
          <p:spPr bwMode="auto">
            <a:xfrm>
              <a:off x="6132006" y="2840038"/>
              <a:ext cx="1654668" cy="265113"/>
            </a:xfrm>
            <a:prstGeom prst="rect">
              <a:avLst/>
            </a:prstGeom>
            <a:noFill/>
            <a:ln w="12700">
              <a:solidFill>
                <a:schemeClr val="tx1"/>
              </a:solidFill>
              <a:miter lim="800000"/>
              <a:headEnd/>
              <a:tailEnd/>
            </a:ln>
          </p:spPr>
          <p:txBody>
            <a:bodyPr wrap="none" anchor="ctr"/>
            <a:lstStyle/>
            <a:p>
              <a:r>
                <a:rPr lang="en-US" sz="1800" b="1" dirty="0">
                  <a:solidFill>
                    <a:srgbClr val="0000FF"/>
                  </a:solidFill>
                  <a:latin typeface="Consolas" panose="020B0609020204030204" pitchFamily="49" charset="0"/>
                  <a:cs typeface="Consolas" panose="020B0609020204030204" pitchFamily="49" charset="0"/>
                </a:rPr>
                <a:t>C=0</a:t>
              </a:r>
            </a:p>
          </p:txBody>
        </p:sp>
        <p:sp>
          <p:nvSpPr>
            <p:cNvPr id="14377" name="Rectangle 40"/>
            <p:cNvSpPr>
              <a:spLocks noChangeArrowheads="1"/>
            </p:cNvSpPr>
            <p:nvPr/>
          </p:nvSpPr>
          <p:spPr bwMode="auto">
            <a:xfrm>
              <a:off x="6132006" y="2044701"/>
              <a:ext cx="1654668" cy="265113"/>
            </a:xfrm>
            <a:prstGeom prst="rect">
              <a:avLst/>
            </a:prstGeom>
            <a:noFill/>
            <a:ln w="12700">
              <a:solidFill>
                <a:schemeClr val="tx1"/>
              </a:solidFill>
              <a:miter lim="800000"/>
              <a:headEnd/>
              <a:tailEnd/>
            </a:ln>
          </p:spPr>
          <p:txBody>
            <a:bodyPr wrap="none" anchor="ctr"/>
            <a:lstStyle/>
            <a:p>
              <a:r>
                <a:rPr lang="en-US" sz="1800" b="1" dirty="0">
                  <a:solidFill>
                    <a:srgbClr val="0000FF"/>
                  </a:solidFill>
                  <a:latin typeface="Consolas" panose="020B0609020204030204" pitchFamily="49" charset="0"/>
                  <a:cs typeface="Consolas" panose="020B0609020204030204" pitchFamily="49" charset="0"/>
                </a:rPr>
                <a:t>Z=1</a:t>
              </a:r>
            </a:p>
          </p:txBody>
        </p:sp>
        <p:sp>
          <p:nvSpPr>
            <p:cNvPr id="14378" name="Rectangle 41"/>
            <p:cNvSpPr>
              <a:spLocks noChangeArrowheads="1"/>
            </p:cNvSpPr>
            <p:nvPr/>
          </p:nvSpPr>
          <p:spPr bwMode="auto">
            <a:xfrm>
              <a:off x="6132006" y="1779588"/>
              <a:ext cx="1654668" cy="265113"/>
            </a:xfrm>
            <a:prstGeom prst="rect">
              <a:avLst/>
            </a:prstGeom>
            <a:solidFill>
              <a:schemeClr val="accent1"/>
            </a:solidFill>
            <a:ln w="12700">
              <a:solidFill>
                <a:schemeClr val="tx1"/>
              </a:solidFill>
              <a:miter lim="800000"/>
              <a:headEnd/>
              <a:tailEnd/>
            </a:ln>
          </p:spPr>
          <p:txBody>
            <a:bodyPr wrap="none" anchor="ctr"/>
            <a:lstStyle/>
            <a:p>
              <a:r>
                <a:rPr lang="en-US" sz="1800" b="1" dirty="0">
                  <a:solidFill>
                    <a:schemeClr val="bg1"/>
                  </a:solidFill>
                  <a:latin typeface="Consolas" panose="020B0609020204030204" pitchFamily="49" charset="0"/>
                  <a:cs typeface="Consolas" panose="020B0609020204030204" pitchFamily="49" charset="0"/>
                </a:rPr>
                <a:t>Flags tested</a:t>
              </a:r>
            </a:p>
          </p:txBody>
        </p:sp>
        <p:sp>
          <p:nvSpPr>
            <p:cNvPr id="14379" name="Rectangle 42"/>
            <p:cNvSpPr>
              <a:spLocks noChangeArrowheads="1"/>
            </p:cNvSpPr>
            <p:nvPr/>
          </p:nvSpPr>
          <p:spPr bwMode="auto">
            <a:xfrm>
              <a:off x="6132006" y="3105151"/>
              <a:ext cx="1654668" cy="265113"/>
            </a:xfrm>
            <a:prstGeom prst="rect">
              <a:avLst/>
            </a:prstGeom>
            <a:noFill/>
            <a:ln w="12700">
              <a:solidFill>
                <a:schemeClr val="tx1"/>
              </a:solidFill>
              <a:miter lim="800000"/>
              <a:headEnd/>
              <a:tailEnd/>
            </a:ln>
          </p:spPr>
          <p:txBody>
            <a:bodyPr wrap="none" anchor="ctr"/>
            <a:lstStyle/>
            <a:p>
              <a:r>
                <a:rPr lang="en-US" sz="1800" b="1" dirty="0">
                  <a:solidFill>
                    <a:srgbClr val="0000FF"/>
                  </a:solidFill>
                  <a:latin typeface="Consolas" panose="020B0609020204030204" pitchFamily="49" charset="0"/>
                  <a:cs typeface="Consolas" panose="020B0609020204030204" pitchFamily="49" charset="0"/>
                </a:rPr>
                <a:t>N=1</a:t>
              </a:r>
            </a:p>
          </p:txBody>
        </p:sp>
        <p:sp>
          <p:nvSpPr>
            <p:cNvPr id="14380" name="Rectangle 43"/>
            <p:cNvSpPr>
              <a:spLocks noChangeArrowheads="1"/>
            </p:cNvSpPr>
            <p:nvPr/>
          </p:nvSpPr>
          <p:spPr bwMode="auto">
            <a:xfrm>
              <a:off x="6132006" y="3370263"/>
              <a:ext cx="1654668" cy="265113"/>
            </a:xfrm>
            <a:prstGeom prst="rect">
              <a:avLst/>
            </a:prstGeom>
            <a:noFill/>
            <a:ln w="12700">
              <a:solidFill>
                <a:schemeClr val="tx1"/>
              </a:solidFill>
              <a:miter lim="800000"/>
              <a:headEnd/>
              <a:tailEnd/>
            </a:ln>
          </p:spPr>
          <p:txBody>
            <a:bodyPr wrap="none" anchor="ctr"/>
            <a:lstStyle/>
            <a:p>
              <a:r>
                <a:rPr lang="en-US" sz="1800" b="1" dirty="0">
                  <a:solidFill>
                    <a:srgbClr val="0000FF"/>
                  </a:solidFill>
                  <a:latin typeface="Consolas" panose="020B0609020204030204" pitchFamily="49" charset="0"/>
                  <a:cs typeface="Consolas" panose="020B0609020204030204" pitchFamily="49" charset="0"/>
                </a:rPr>
                <a:t>N=0</a:t>
              </a:r>
            </a:p>
          </p:txBody>
        </p:sp>
        <p:sp>
          <p:nvSpPr>
            <p:cNvPr id="14381" name="Rectangle 44"/>
            <p:cNvSpPr>
              <a:spLocks noChangeArrowheads="1"/>
            </p:cNvSpPr>
            <p:nvPr/>
          </p:nvSpPr>
          <p:spPr bwMode="auto">
            <a:xfrm>
              <a:off x="6132006" y="3635376"/>
              <a:ext cx="1654668" cy="265113"/>
            </a:xfrm>
            <a:prstGeom prst="rect">
              <a:avLst/>
            </a:prstGeom>
            <a:noFill/>
            <a:ln w="12700">
              <a:solidFill>
                <a:schemeClr val="tx1"/>
              </a:solidFill>
              <a:miter lim="800000"/>
              <a:headEnd/>
              <a:tailEnd/>
            </a:ln>
          </p:spPr>
          <p:txBody>
            <a:bodyPr wrap="none" anchor="ctr"/>
            <a:lstStyle/>
            <a:p>
              <a:r>
                <a:rPr lang="en-US" sz="1800" b="1" dirty="0">
                  <a:solidFill>
                    <a:srgbClr val="0000FF"/>
                  </a:solidFill>
                  <a:latin typeface="Consolas" panose="020B0609020204030204" pitchFamily="49" charset="0"/>
                  <a:cs typeface="Consolas" panose="020B0609020204030204" pitchFamily="49" charset="0"/>
                </a:rPr>
                <a:t>V=1</a:t>
              </a:r>
            </a:p>
          </p:txBody>
        </p:sp>
        <p:sp>
          <p:nvSpPr>
            <p:cNvPr id="14382" name="Rectangle 45"/>
            <p:cNvSpPr>
              <a:spLocks noChangeArrowheads="1"/>
            </p:cNvSpPr>
            <p:nvPr/>
          </p:nvSpPr>
          <p:spPr bwMode="auto">
            <a:xfrm>
              <a:off x="6132006" y="3900488"/>
              <a:ext cx="1654668" cy="265113"/>
            </a:xfrm>
            <a:prstGeom prst="rect">
              <a:avLst/>
            </a:prstGeom>
            <a:noFill/>
            <a:ln w="12700">
              <a:solidFill>
                <a:schemeClr val="tx1"/>
              </a:solidFill>
              <a:miter lim="800000"/>
              <a:headEnd/>
              <a:tailEnd/>
            </a:ln>
          </p:spPr>
          <p:txBody>
            <a:bodyPr wrap="none" anchor="ctr"/>
            <a:lstStyle/>
            <a:p>
              <a:r>
                <a:rPr lang="en-US" sz="1800" b="1" dirty="0">
                  <a:solidFill>
                    <a:srgbClr val="0000FF"/>
                  </a:solidFill>
                  <a:latin typeface="Consolas" panose="020B0609020204030204" pitchFamily="49" charset="0"/>
                  <a:cs typeface="Consolas" panose="020B0609020204030204" pitchFamily="49" charset="0"/>
                </a:rPr>
                <a:t>V=0</a:t>
              </a:r>
            </a:p>
          </p:txBody>
        </p:sp>
        <p:sp>
          <p:nvSpPr>
            <p:cNvPr id="14383" name="Rectangle 46"/>
            <p:cNvSpPr>
              <a:spLocks noChangeArrowheads="1"/>
            </p:cNvSpPr>
            <p:nvPr/>
          </p:nvSpPr>
          <p:spPr bwMode="auto">
            <a:xfrm>
              <a:off x="6132006" y="4165601"/>
              <a:ext cx="1654668" cy="265113"/>
            </a:xfrm>
            <a:prstGeom prst="rect">
              <a:avLst/>
            </a:prstGeom>
            <a:noFill/>
            <a:ln w="12700">
              <a:solidFill>
                <a:schemeClr val="tx1"/>
              </a:solidFill>
              <a:miter lim="800000"/>
              <a:headEnd/>
              <a:tailEnd/>
            </a:ln>
          </p:spPr>
          <p:txBody>
            <a:bodyPr wrap="none" anchor="ctr"/>
            <a:lstStyle/>
            <a:p>
              <a:r>
                <a:rPr lang="en-US" sz="1800" b="1" dirty="0">
                  <a:solidFill>
                    <a:srgbClr val="0000FF"/>
                  </a:solidFill>
                  <a:latin typeface="Consolas" panose="020B0609020204030204" pitchFamily="49" charset="0"/>
                  <a:cs typeface="Consolas" panose="020B0609020204030204" pitchFamily="49" charset="0"/>
                </a:rPr>
                <a:t>C=1 &amp; Z=0</a:t>
              </a:r>
            </a:p>
          </p:txBody>
        </p:sp>
        <p:sp>
          <p:nvSpPr>
            <p:cNvPr id="14384" name="Rectangle 47"/>
            <p:cNvSpPr>
              <a:spLocks noChangeArrowheads="1"/>
            </p:cNvSpPr>
            <p:nvPr/>
          </p:nvSpPr>
          <p:spPr bwMode="auto">
            <a:xfrm>
              <a:off x="6132006" y="4430713"/>
              <a:ext cx="1654668" cy="265113"/>
            </a:xfrm>
            <a:prstGeom prst="rect">
              <a:avLst/>
            </a:prstGeom>
            <a:noFill/>
            <a:ln w="12700">
              <a:solidFill>
                <a:schemeClr val="tx1"/>
              </a:solidFill>
              <a:miter lim="800000"/>
              <a:headEnd/>
              <a:tailEnd/>
            </a:ln>
          </p:spPr>
          <p:txBody>
            <a:bodyPr wrap="none" anchor="ctr"/>
            <a:lstStyle/>
            <a:p>
              <a:r>
                <a:rPr lang="en-US" sz="1800" b="1">
                  <a:solidFill>
                    <a:srgbClr val="0000FF"/>
                  </a:solidFill>
                  <a:latin typeface="Consolas" panose="020B0609020204030204" pitchFamily="49" charset="0"/>
                  <a:cs typeface="Consolas" panose="020B0609020204030204" pitchFamily="49" charset="0"/>
                </a:rPr>
                <a:t>C=0 or Z=1</a:t>
              </a:r>
            </a:p>
          </p:txBody>
        </p:sp>
        <p:sp>
          <p:nvSpPr>
            <p:cNvPr id="14385" name="Rectangle 48"/>
            <p:cNvSpPr>
              <a:spLocks noChangeArrowheads="1"/>
            </p:cNvSpPr>
            <p:nvPr/>
          </p:nvSpPr>
          <p:spPr bwMode="auto">
            <a:xfrm>
              <a:off x="6132006" y="4695826"/>
              <a:ext cx="1654668" cy="265113"/>
            </a:xfrm>
            <a:prstGeom prst="rect">
              <a:avLst/>
            </a:prstGeom>
            <a:noFill/>
            <a:ln w="12700">
              <a:solidFill>
                <a:schemeClr val="tx1"/>
              </a:solidFill>
              <a:miter lim="800000"/>
              <a:headEnd/>
              <a:tailEnd/>
            </a:ln>
          </p:spPr>
          <p:txBody>
            <a:bodyPr wrap="none" anchor="ctr"/>
            <a:lstStyle/>
            <a:p>
              <a:r>
                <a:rPr lang="en-US" sz="1800" b="1">
                  <a:solidFill>
                    <a:srgbClr val="0000FF"/>
                  </a:solidFill>
                  <a:latin typeface="Consolas" panose="020B0609020204030204" pitchFamily="49" charset="0"/>
                  <a:cs typeface="Consolas" panose="020B0609020204030204" pitchFamily="49" charset="0"/>
                </a:rPr>
                <a:t>N=V</a:t>
              </a:r>
            </a:p>
          </p:txBody>
        </p:sp>
        <p:sp>
          <p:nvSpPr>
            <p:cNvPr id="14386" name="Rectangle 49"/>
            <p:cNvSpPr>
              <a:spLocks noChangeArrowheads="1"/>
            </p:cNvSpPr>
            <p:nvPr/>
          </p:nvSpPr>
          <p:spPr bwMode="auto">
            <a:xfrm>
              <a:off x="6132006" y="4960938"/>
              <a:ext cx="1654668" cy="265113"/>
            </a:xfrm>
            <a:prstGeom prst="rect">
              <a:avLst/>
            </a:prstGeom>
            <a:noFill/>
            <a:ln w="12700">
              <a:solidFill>
                <a:schemeClr val="tx1"/>
              </a:solidFill>
              <a:miter lim="800000"/>
              <a:headEnd/>
              <a:tailEnd/>
            </a:ln>
          </p:spPr>
          <p:txBody>
            <a:bodyPr wrap="none" anchor="ctr"/>
            <a:lstStyle/>
            <a:p>
              <a:r>
                <a:rPr lang="en-US" sz="1800" b="1">
                  <a:solidFill>
                    <a:srgbClr val="0000FF"/>
                  </a:solidFill>
                  <a:latin typeface="Consolas" panose="020B0609020204030204" pitchFamily="49" charset="0"/>
                  <a:cs typeface="Consolas" panose="020B0609020204030204" pitchFamily="49" charset="0"/>
                </a:rPr>
                <a:t>N!=V</a:t>
              </a:r>
            </a:p>
          </p:txBody>
        </p:sp>
        <p:sp>
          <p:nvSpPr>
            <p:cNvPr id="14387" name="Rectangle 50"/>
            <p:cNvSpPr>
              <a:spLocks noChangeArrowheads="1"/>
            </p:cNvSpPr>
            <p:nvPr/>
          </p:nvSpPr>
          <p:spPr bwMode="auto">
            <a:xfrm>
              <a:off x="6132006" y="5226051"/>
              <a:ext cx="1654668" cy="265113"/>
            </a:xfrm>
            <a:prstGeom prst="rect">
              <a:avLst/>
            </a:prstGeom>
            <a:noFill/>
            <a:ln w="12700">
              <a:solidFill>
                <a:schemeClr val="tx1"/>
              </a:solidFill>
              <a:miter lim="800000"/>
              <a:headEnd/>
              <a:tailEnd/>
            </a:ln>
          </p:spPr>
          <p:txBody>
            <a:bodyPr wrap="none" anchor="ctr"/>
            <a:lstStyle/>
            <a:p>
              <a:r>
                <a:rPr lang="en-US" sz="1800" b="1">
                  <a:solidFill>
                    <a:srgbClr val="0000FF"/>
                  </a:solidFill>
                  <a:latin typeface="Consolas" panose="020B0609020204030204" pitchFamily="49" charset="0"/>
                  <a:cs typeface="Consolas" panose="020B0609020204030204" pitchFamily="49" charset="0"/>
                </a:rPr>
                <a:t>Z=0 &amp; N=V</a:t>
              </a:r>
            </a:p>
          </p:txBody>
        </p:sp>
        <p:sp>
          <p:nvSpPr>
            <p:cNvPr id="14388" name="Rectangle 51"/>
            <p:cNvSpPr>
              <a:spLocks noChangeArrowheads="1"/>
            </p:cNvSpPr>
            <p:nvPr/>
          </p:nvSpPr>
          <p:spPr bwMode="auto">
            <a:xfrm>
              <a:off x="6132006" y="5491163"/>
              <a:ext cx="1654668" cy="265113"/>
            </a:xfrm>
            <a:prstGeom prst="rect">
              <a:avLst/>
            </a:prstGeom>
            <a:noFill/>
            <a:ln w="12700">
              <a:solidFill>
                <a:schemeClr val="tx1"/>
              </a:solidFill>
              <a:miter lim="800000"/>
              <a:headEnd/>
              <a:tailEnd/>
            </a:ln>
          </p:spPr>
          <p:txBody>
            <a:bodyPr wrap="none" anchor="ctr"/>
            <a:lstStyle/>
            <a:p>
              <a:r>
                <a:rPr lang="en-US" sz="1800" b="1" dirty="0">
                  <a:solidFill>
                    <a:srgbClr val="0000FF"/>
                  </a:solidFill>
                  <a:latin typeface="Consolas" panose="020B0609020204030204" pitchFamily="49" charset="0"/>
                  <a:cs typeface="Consolas" panose="020B0609020204030204" pitchFamily="49" charset="0"/>
                </a:rPr>
                <a:t>Z=1 or N!=V</a:t>
              </a:r>
            </a:p>
          </p:txBody>
        </p:sp>
        <p:sp>
          <p:nvSpPr>
            <p:cNvPr id="14389" name="Rectangle 52"/>
            <p:cNvSpPr>
              <a:spLocks noChangeArrowheads="1"/>
            </p:cNvSpPr>
            <p:nvPr/>
          </p:nvSpPr>
          <p:spPr bwMode="auto">
            <a:xfrm>
              <a:off x="6132006" y="5756276"/>
              <a:ext cx="1654668" cy="265113"/>
            </a:xfrm>
            <a:prstGeom prst="rect">
              <a:avLst/>
            </a:prstGeom>
            <a:noFill/>
            <a:ln w="12700">
              <a:solidFill>
                <a:schemeClr val="tx1"/>
              </a:solidFill>
              <a:miter lim="800000"/>
              <a:headEnd/>
              <a:tailEnd/>
            </a:ln>
          </p:spPr>
          <p:txBody>
            <a:bodyPr wrap="none" anchor="ctr"/>
            <a:lstStyle/>
            <a:p>
              <a:endParaRPr lang="en-GB" sz="1800" b="1">
                <a:solidFill>
                  <a:srgbClr val="0000FF"/>
                </a:solidFill>
                <a:latin typeface="Consolas" panose="020B0609020204030204" pitchFamily="49" charset="0"/>
                <a:cs typeface="Consolas" panose="020B0609020204030204" pitchFamily="49" charset="0"/>
              </a:endParaRPr>
            </a:p>
          </p:txBody>
        </p:sp>
      </p:grpSp>
      <p:sp>
        <p:nvSpPr>
          <p:cNvPr id="3" name="Horizontal Scroll 15">
            <a:extLst>
              <a:ext uri="{FF2B5EF4-FFF2-40B4-BE49-F238E27FC236}">
                <a16:creationId xmlns:a16="http://schemas.microsoft.com/office/drawing/2014/main" id="{4ACAA33B-8833-6998-194D-3EC418B6F321}"/>
              </a:ext>
            </a:extLst>
          </p:cNvPr>
          <p:cNvSpPr/>
          <p:nvPr/>
        </p:nvSpPr>
        <p:spPr>
          <a:xfrm>
            <a:off x="76200" y="-23210"/>
            <a:ext cx="1265712" cy="762000"/>
          </a:xfrm>
          <a:prstGeom prst="horizontalScroll">
            <a:avLst/>
          </a:prstGeom>
          <a:gradFill rotWithShape="1">
            <a:gsLst>
              <a:gs pos="0">
                <a:srgbClr val="4F81BD">
                  <a:tint val="50000"/>
                  <a:satMod val="300000"/>
                </a:srgbClr>
              </a:gs>
              <a:gs pos="35000">
                <a:srgbClr val="4F81BD">
                  <a:tint val="37000"/>
                  <a:satMod val="300000"/>
                </a:srgbClr>
              </a:gs>
              <a:gs pos="100000">
                <a:srgbClr val="4F81BD">
                  <a:tint val="15000"/>
                  <a:satMod val="350000"/>
                </a:srgbClr>
              </a:gs>
            </a:gsLst>
            <a:lin ang="16200000" scaled="1"/>
          </a:gradFill>
          <a:ln w="9525" cap="flat" cmpd="sng" algn="ctr">
            <a:solidFill>
              <a:srgbClr val="4F81BD">
                <a:shade val="95000"/>
                <a:satMod val="105000"/>
              </a:srgbClr>
            </a:solidFill>
            <a:prstDash val="solid"/>
          </a:ln>
          <a:effectLst>
            <a:outerShdw blurRad="40000" dist="20000" dir="5400000" rotWithShape="0">
              <a:srgbClr val="000000">
                <a:alpha val="38000"/>
              </a:srgbClr>
            </a:outerShdw>
          </a:effectLst>
        </p:spPr>
        <p:txBody>
          <a:bodyPr rtlCol="0" anchor="ctr"/>
          <a:lstStyle/>
          <a:p>
            <a:pPr marL="0" marR="0" lvl="0" indent="0" algn="ctr" defTabSz="457200" eaLnBrk="1" fontAlgn="auto" latinLnBrk="0" hangingPunct="1">
              <a:lnSpc>
                <a:spcPct val="100000"/>
              </a:lnSpc>
              <a:spcBef>
                <a:spcPts val="0"/>
              </a:spcBef>
              <a:spcAft>
                <a:spcPts val="0"/>
              </a:spcAft>
              <a:buClrTx/>
              <a:buSzTx/>
              <a:buFontTx/>
              <a:buNone/>
              <a:tabLst/>
              <a:defRPr/>
            </a:pPr>
            <a:r>
              <a:rPr kumimoji="0" lang="en-US" sz="2400" b="0" i="0" u="none" strike="noStrike" kern="0" cap="none" spc="0" normalizeH="0" baseline="0" noProof="0" dirty="0">
                <a:ln>
                  <a:noFill/>
                </a:ln>
                <a:solidFill>
                  <a:prstClr val="black"/>
                </a:solidFill>
                <a:effectLst/>
                <a:uLnTx/>
                <a:uFillTx/>
                <a:latin typeface="Calibri"/>
                <a:ea typeface="+mn-ea"/>
                <a:cs typeface="+mn-cs"/>
              </a:rPr>
              <a:t>Review</a:t>
            </a:r>
          </a:p>
        </p:txBody>
      </p:sp>
    </p:spTree>
    <p:extLst>
      <p:ext uri="{BB962C8B-B14F-4D97-AF65-F5344CB8AC3E}">
        <p14:creationId xmlns:p14="http://schemas.microsoft.com/office/powerpoint/2010/main" val="2083494270"/>
      </p:ext>
    </p:extLst>
  </p:cSld>
  <p:clrMapOvr>
    <a:masterClrMapping/>
  </p:clrMapOvr>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40350A-DE76-846E-5AB2-1DE2EDB0E9E9}"/>
              </a:ext>
            </a:extLst>
          </p:cNvPr>
          <p:cNvSpPr>
            <a:spLocks noGrp="1"/>
          </p:cNvSpPr>
          <p:nvPr>
            <p:ph type="title"/>
          </p:nvPr>
        </p:nvSpPr>
        <p:spPr/>
        <p:txBody>
          <a:bodyPr/>
          <a:lstStyle/>
          <a:p>
            <a:r>
              <a:rPr lang="en-US" dirty="0"/>
              <a:t>Stack</a:t>
            </a:r>
          </a:p>
        </p:txBody>
      </p:sp>
      <p:sp>
        <p:nvSpPr>
          <p:cNvPr id="3" name="Slide Number Placeholder 2">
            <a:extLst>
              <a:ext uri="{FF2B5EF4-FFF2-40B4-BE49-F238E27FC236}">
                <a16:creationId xmlns:a16="http://schemas.microsoft.com/office/drawing/2014/main" id="{D788CD0F-F59A-17FD-A8C5-A5B8C7F7C22F}"/>
              </a:ext>
            </a:extLst>
          </p:cNvPr>
          <p:cNvSpPr>
            <a:spLocks noGrp="1"/>
          </p:cNvSpPr>
          <p:nvPr>
            <p:ph type="sldNum" sz="quarter" idx="12"/>
          </p:nvPr>
        </p:nvSpPr>
        <p:spPr/>
        <p:txBody>
          <a:bodyPr/>
          <a:lstStyle/>
          <a:p>
            <a:fld id="{EA7C8D44-3667-46F6-9772-CC52308E2A7F}" type="slidenum">
              <a:rPr kumimoji="0" lang="en-US" smtClean="0"/>
              <a:pPr/>
              <a:t>6</a:t>
            </a:fld>
            <a:endParaRPr kumimoji="0" lang="en-US" dirty="0"/>
          </a:p>
        </p:txBody>
      </p:sp>
      <p:sp>
        <p:nvSpPr>
          <p:cNvPr id="4" name="Content Placeholder 3">
            <a:extLst>
              <a:ext uri="{FF2B5EF4-FFF2-40B4-BE49-F238E27FC236}">
                <a16:creationId xmlns:a16="http://schemas.microsoft.com/office/drawing/2014/main" id="{F8B814FC-F419-027A-EA4D-935437EEAA0E}"/>
              </a:ext>
            </a:extLst>
          </p:cNvPr>
          <p:cNvSpPr>
            <a:spLocks noGrp="1"/>
          </p:cNvSpPr>
          <p:nvPr>
            <p:ph sz="quarter" idx="1"/>
          </p:nvPr>
        </p:nvSpPr>
        <p:spPr>
          <a:xfrm>
            <a:off x="457200" y="1219200"/>
            <a:ext cx="8229600" cy="1512689"/>
          </a:xfrm>
        </p:spPr>
        <p:txBody>
          <a:bodyPr/>
          <a:lstStyle/>
          <a:p>
            <a:r>
              <a:rPr lang="en-US" dirty="0"/>
              <a:t>Initially, let </a:t>
            </a:r>
            <a:r>
              <a:rPr lang="en-US" sz="2400" dirty="0"/>
              <a:t>r0=0, r1=1, r2=2.</a:t>
            </a:r>
            <a:endParaRPr lang="en-US" dirty="0"/>
          </a:p>
          <a:p>
            <a:r>
              <a:rPr lang="en-US" dirty="0"/>
              <a:t>a) Execute PUSH {r1,r2}. Draw stack.</a:t>
            </a:r>
          </a:p>
          <a:p>
            <a:r>
              <a:rPr lang="en-US" dirty="0"/>
              <a:t>b) Execute POP {r0,r1}. Draw stack.</a:t>
            </a:r>
          </a:p>
        </p:txBody>
      </p:sp>
      <p:graphicFrame>
        <p:nvGraphicFramePr>
          <p:cNvPr id="7" name="Table 6">
            <a:extLst>
              <a:ext uri="{FF2B5EF4-FFF2-40B4-BE49-F238E27FC236}">
                <a16:creationId xmlns:a16="http://schemas.microsoft.com/office/drawing/2014/main" id="{9CA273F4-CE16-CD49-EA0C-05FC3BE81836}"/>
              </a:ext>
            </a:extLst>
          </p:cNvPr>
          <p:cNvGraphicFramePr>
            <a:graphicFrameLocks noGrp="1"/>
          </p:cNvGraphicFramePr>
          <p:nvPr>
            <p:extLst>
              <p:ext uri="{D42A27DB-BD31-4B8C-83A1-F6EECF244321}">
                <p14:modId xmlns:p14="http://schemas.microsoft.com/office/powerpoint/2010/main" val="3544155278"/>
              </p:ext>
            </p:extLst>
          </p:nvPr>
        </p:nvGraphicFramePr>
        <p:xfrm>
          <a:off x="1535923" y="3188273"/>
          <a:ext cx="838200" cy="1854200"/>
        </p:xfrm>
        <a:graphic>
          <a:graphicData uri="http://schemas.openxmlformats.org/drawingml/2006/table">
            <a:tbl>
              <a:tblPr firstRow="1" bandRow="1">
                <a:tableStyleId>{5940675A-B579-460E-94D1-54222C63F5DA}</a:tableStyleId>
              </a:tblPr>
              <a:tblGrid>
                <a:gridCol w="838200">
                  <a:extLst>
                    <a:ext uri="{9D8B030D-6E8A-4147-A177-3AD203B41FA5}">
                      <a16:colId xmlns:a16="http://schemas.microsoft.com/office/drawing/2014/main" val="2965708559"/>
                    </a:ext>
                  </a:extLst>
                </a:gridCol>
              </a:tblGrid>
              <a:tr h="370840">
                <a:tc>
                  <a:txBody>
                    <a:bodyPr/>
                    <a:lstStyle/>
                    <a:p>
                      <a:pPr algn="ctr"/>
                      <a:endParaRPr lang="en-US" dirty="0"/>
                    </a:p>
                  </a:txBody>
                  <a:tcPr/>
                </a:tc>
                <a:extLst>
                  <a:ext uri="{0D108BD9-81ED-4DB2-BD59-A6C34878D82A}">
                    <a16:rowId xmlns:a16="http://schemas.microsoft.com/office/drawing/2014/main" val="2472658947"/>
                  </a:ext>
                </a:extLst>
              </a:tr>
              <a:tr h="370840">
                <a:tc>
                  <a:txBody>
                    <a:bodyPr/>
                    <a:lstStyle/>
                    <a:p>
                      <a:pPr algn="ctr"/>
                      <a:endParaRPr lang="en-US" dirty="0"/>
                    </a:p>
                  </a:txBody>
                  <a:tcPr/>
                </a:tc>
                <a:extLst>
                  <a:ext uri="{0D108BD9-81ED-4DB2-BD59-A6C34878D82A}">
                    <a16:rowId xmlns:a16="http://schemas.microsoft.com/office/drawing/2014/main" val="2790041352"/>
                  </a:ext>
                </a:extLst>
              </a:tr>
              <a:tr h="370840">
                <a:tc>
                  <a:txBody>
                    <a:bodyPr/>
                    <a:lstStyle/>
                    <a:p>
                      <a:pPr algn="ctr"/>
                      <a:endParaRPr lang="en-US" dirty="0"/>
                    </a:p>
                  </a:txBody>
                  <a:tcPr/>
                </a:tc>
                <a:extLst>
                  <a:ext uri="{0D108BD9-81ED-4DB2-BD59-A6C34878D82A}">
                    <a16:rowId xmlns:a16="http://schemas.microsoft.com/office/drawing/2014/main" val="1635259289"/>
                  </a:ext>
                </a:extLst>
              </a:tr>
              <a:tr h="370840">
                <a:tc>
                  <a:txBody>
                    <a:bodyPr/>
                    <a:lstStyle/>
                    <a:p>
                      <a:pPr algn="ctr"/>
                      <a:endParaRPr lang="en-US" dirty="0"/>
                    </a:p>
                  </a:txBody>
                  <a:tcPr/>
                </a:tc>
                <a:extLst>
                  <a:ext uri="{0D108BD9-81ED-4DB2-BD59-A6C34878D82A}">
                    <a16:rowId xmlns:a16="http://schemas.microsoft.com/office/drawing/2014/main" val="3475318883"/>
                  </a:ext>
                </a:extLst>
              </a:tr>
              <a:tr h="370840">
                <a:tc>
                  <a:txBody>
                    <a:bodyPr/>
                    <a:lstStyle/>
                    <a:p>
                      <a:pPr algn="ctr"/>
                      <a:endParaRPr lang="en-US" dirty="0"/>
                    </a:p>
                  </a:txBody>
                  <a:tcPr/>
                </a:tc>
                <a:extLst>
                  <a:ext uri="{0D108BD9-81ED-4DB2-BD59-A6C34878D82A}">
                    <a16:rowId xmlns:a16="http://schemas.microsoft.com/office/drawing/2014/main" val="2400188190"/>
                  </a:ext>
                </a:extLst>
              </a:tr>
            </a:tbl>
          </a:graphicData>
        </a:graphic>
      </p:graphicFrame>
      <p:sp>
        <p:nvSpPr>
          <p:cNvPr id="8" name="Arrow: Right 7">
            <a:extLst>
              <a:ext uri="{FF2B5EF4-FFF2-40B4-BE49-F238E27FC236}">
                <a16:creationId xmlns:a16="http://schemas.microsoft.com/office/drawing/2014/main" id="{21C00B18-AB39-00EF-930D-94A66B3DBEEE}"/>
              </a:ext>
            </a:extLst>
          </p:cNvPr>
          <p:cNvSpPr/>
          <p:nvPr/>
        </p:nvSpPr>
        <p:spPr>
          <a:xfrm>
            <a:off x="999475" y="3302859"/>
            <a:ext cx="397565" cy="235054"/>
          </a:xfrm>
          <a:prstGeom prst="rightArrow">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2D771397-E6F5-FBB8-542D-C5B13309CE80}"/>
              </a:ext>
            </a:extLst>
          </p:cNvPr>
          <p:cNvSpPr txBox="1"/>
          <p:nvPr/>
        </p:nvSpPr>
        <p:spPr>
          <a:xfrm>
            <a:off x="496902" y="3204332"/>
            <a:ext cx="433132" cy="400110"/>
          </a:xfrm>
          <a:prstGeom prst="rect">
            <a:avLst/>
          </a:prstGeom>
          <a:noFill/>
        </p:spPr>
        <p:txBody>
          <a:bodyPr wrap="none" rtlCol="0">
            <a:spAutoFit/>
          </a:bodyPr>
          <a:lstStyle/>
          <a:p>
            <a:r>
              <a:rPr lang="en-US" sz="2000" dirty="0"/>
              <a:t>SP</a:t>
            </a:r>
          </a:p>
        </p:txBody>
      </p:sp>
      <p:graphicFrame>
        <p:nvGraphicFramePr>
          <p:cNvPr id="10" name="Table 9">
            <a:extLst>
              <a:ext uri="{FF2B5EF4-FFF2-40B4-BE49-F238E27FC236}">
                <a16:creationId xmlns:a16="http://schemas.microsoft.com/office/drawing/2014/main" id="{769E05C3-D653-26B3-A1FA-DB8D01C197A6}"/>
              </a:ext>
            </a:extLst>
          </p:cNvPr>
          <p:cNvGraphicFramePr>
            <a:graphicFrameLocks noGrp="1"/>
          </p:cNvGraphicFramePr>
          <p:nvPr>
            <p:extLst>
              <p:ext uri="{D42A27DB-BD31-4B8C-83A1-F6EECF244321}">
                <p14:modId xmlns:p14="http://schemas.microsoft.com/office/powerpoint/2010/main" val="4189838150"/>
              </p:ext>
            </p:extLst>
          </p:nvPr>
        </p:nvGraphicFramePr>
        <p:xfrm>
          <a:off x="3798326" y="3199012"/>
          <a:ext cx="838200" cy="1854200"/>
        </p:xfrm>
        <a:graphic>
          <a:graphicData uri="http://schemas.openxmlformats.org/drawingml/2006/table">
            <a:tbl>
              <a:tblPr firstRow="1" bandRow="1">
                <a:tableStyleId>{5940675A-B579-460E-94D1-54222C63F5DA}</a:tableStyleId>
              </a:tblPr>
              <a:tblGrid>
                <a:gridCol w="838200">
                  <a:extLst>
                    <a:ext uri="{9D8B030D-6E8A-4147-A177-3AD203B41FA5}">
                      <a16:colId xmlns:a16="http://schemas.microsoft.com/office/drawing/2014/main" val="2965708559"/>
                    </a:ext>
                  </a:extLst>
                </a:gridCol>
              </a:tblGrid>
              <a:tr h="370840">
                <a:tc>
                  <a:txBody>
                    <a:bodyPr/>
                    <a:lstStyle/>
                    <a:p>
                      <a:pPr algn="ctr"/>
                      <a:endParaRPr lang="en-US" dirty="0"/>
                    </a:p>
                  </a:txBody>
                  <a:tcPr/>
                </a:tc>
                <a:extLst>
                  <a:ext uri="{0D108BD9-81ED-4DB2-BD59-A6C34878D82A}">
                    <a16:rowId xmlns:a16="http://schemas.microsoft.com/office/drawing/2014/main" val="2472658947"/>
                  </a:ext>
                </a:extLst>
              </a:tr>
              <a:tr h="370840">
                <a:tc>
                  <a:txBody>
                    <a:bodyPr/>
                    <a:lstStyle/>
                    <a:p>
                      <a:pPr algn="ctr"/>
                      <a:endParaRPr lang="en-US" dirty="0"/>
                    </a:p>
                  </a:txBody>
                  <a:tcPr/>
                </a:tc>
                <a:extLst>
                  <a:ext uri="{0D108BD9-81ED-4DB2-BD59-A6C34878D82A}">
                    <a16:rowId xmlns:a16="http://schemas.microsoft.com/office/drawing/2014/main" val="2790041352"/>
                  </a:ext>
                </a:extLst>
              </a:tr>
              <a:tr h="370840">
                <a:tc>
                  <a:txBody>
                    <a:bodyPr/>
                    <a:lstStyle/>
                    <a:p>
                      <a:pPr algn="ctr"/>
                      <a:endParaRPr lang="en-US" dirty="0"/>
                    </a:p>
                  </a:txBody>
                  <a:tcPr/>
                </a:tc>
                <a:extLst>
                  <a:ext uri="{0D108BD9-81ED-4DB2-BD59-A6C34878D82A}">
                    <a16:rowId xmlns:a16="http://schemas.microsoft.com/office/drawing/2014/main" val="1635259289"/>
                  </a:ext>
                </a:extLst>
              </a:tr>
              <a:tr h="370840">
                <a:tc>
                  <a:txBody>
                    <a:bodyPr/>
                    <a:lstStyle/>
                    <a:p>
                      <a:pPr algn="ctr"/>
                      <a:endParaRPr lang="en-US" dirty="0"/>
                    </a:p>
                  </a:txBody>
                  <a:tcPr/>
                </a:tc>
                <a:extLst>
                  <a:ext uri="{0D108BD9-81ED-4DB2-BD59-A6C34878D82A}">
                    <a16:rowId xmlns:a16="http://schemas.microsoft.com/office/drawing/2014/main" val="3475318883"/>
                  </a:ext>
                </a:extLst>
              </a:tr>
              <a:tr h="370840">
                <a:tc>
                  <a:txBody>
                    <a:bodyPr/>
                    <a:lstStyle/>
                    <a:p>
                      <a:pPr algn="ctr"/>
                      <a:endParaRPr lang="en-US" dirty="0"/>
                    </a:p>
                  </a:txBody>
                  <a:tcPr/>
                </a:tc>
                <a:extLst>
                  <a:ext uri="{0D108BD9-81ED-4DB2-BD59-A6C34878D82A}">
                    <a16:rowId xmlns:a16="http://schemas.microsoft.com/office/drawing/2014/main" val="2400188190"/>
                  </a:ext>
                </a:extLst>
              </a:tr>
            </a:tbl>
          </a:graphicData>
        </a:graphic>
      </p:graphicFrame>
      <p:graphicFrame>
        <p:nvGraphicFramePr>
          <p:cNvPr id="13" name="Table 12">
            <a:extLst>
              <a:ext uri="{FF2B5EF4-FFF2-40B4-BE49-F238E27FC236}">
                <a16:creationId xmlns:a16="http://schemas.microsoft.com/office/drawing/2014/main" id="{E2800F77-7DAB-31B4-1921-A01DE4EBD781}"/>
              </a:ext>
            </a:extLst>
          </p:cNvPr>
          <p:cNvGraphicFramePr>
            <a:graphicFrameLocks noGrp="1"/>
          </p:cNvGraphicFramePr>
          <p:nvPr>
            <p:extLst>
              <p:ext uri="{D42A27DB-BD31-4B8C-83A1-F6EECF244321}">
                <p14:modId xmlns:p14="http://schemas.microsoft.com/office/powerpoint/2010/main" val="3105809410"/>
              </p:ext>
            </p:extLst>
          </p:nvPr>
        </p:nvGraphicFramePr>
        <p:xfrm>
          <a:off x="6465320" y="3188273"/>
          <a:ext cx="838200" cy="1854200"/>
        </p:xfrm>
        <a:graphic>
          <a:graphicData uri="http://schemas.openxmlformats.org/drawingml/2006/table">
            <a:tbl>
              <a:tblPr firstRow="1" bandRow="1">
                <a:tableStyleId>{5940675A-B579-460E-94D1-54222C63F5DA}</a:tableStyleId>
              </a:tblPr>
              <a:tblGrid>
                <a:gridCol w="838200">
                  <a:extLst>
                    <a:ext uri="{9D8B030D-6E8A-4147-A177-3AD203B41FA5}">
                      <a16:colId xmlns:a16="http://schemas.microsoft.com/office/drawing/2014/main" val="2965708559"/>
                    </a:ext>
                  </a:extLst>
                </a:gridCol>
              </a:tblGrid>
              <a:tr h="370840">
                <a:tc>
                  <a:txBody>
                    <a:bodyPr/>
                    <a:lstStyle/>
                    <a:p>
                      <a:pPr algn="ctr"/>
                      <a:endParaRPr lang="en-US" dirty="0"/>
                    </a:p>
                  </a:txBody>
                  <a:tcPr/>
                </a:tc>
                <a:extLst>
                  <a:ext uri="{0D108BD9-81ED-4DB2-BD59-A6C34878D82A}">
                    <a16:rowId xmlns:a16="http://schemas.microsoft.com/office/drawing/2014/main" val="2472658947"/>
                  </a:ext>
                </a:extLst>
              </a:tr>
              <a:tr h="370840">
                <a:tc>
                  <a:txBody>
                    <a:bodyPr/>
                    <a:lstStyle/>
                    <a:p>
                      <a:pPr algn="ctr"/>
                      <a:endParaRPr lang="en-US" dirty="0"/>
                    </a:p>
                  </a:txBody>
                  <a:tcPr/>
                </a:tc>
                <a:extLst>
                  <a:ext uri="{0D108BD9-81ED-4DB2-BD59-A6C34878D82A}">
                    <a16:rowId xmlns:a16="http://schemas.microsoft.com/office/drawing/2014/main" val="2790041352"/>
                  </a:ext>
                </a:extLst>
              </a:tr>
              <a:tr h="370840">
                <a:tc>
                  <a:txBody>
                    <a:bodyPr/>
                    <a:lstStyle/>
                    <a:p>
                      <a:pPr algn="ctr"/>
                      <a:endParaRPr lang="en-US" dirty="0"/>
                    </a:p>
                  </a:txBody>
                  <a:tcPr/>
                </a:tc>
                <a:extLst>
                  <a:ext uri="{0D108BD9-81ED-4DB2-BD59-A6C34878D82A}">
                    <a16:rowId xmlns:a16="http://schemas.microsoft.com/office/drawing/2014/main" val="1635259289"/>
                  </a:ext>
                </a:extLst>
              </a:tr>
              <a:tr h="370840">
                <a:tc>
                  <a:txBody>
                    <a:bodyPr/>
                    <a:lstStyle/>
                    <a:p>
                      <a:pPr algn="ctr"/>
                      <a:endParaRPr lang="en-US" dirty="0"/>
                    </a:p>
                  </a:txBody>
                  <a:tcPr/>
                </a:tc>
                <a:extLst>
                  <a:ext uri="{0D108BD9-81ED-4DB2-BD59-A6C34878D82A}">
                    <a16:rowId xmlns:a16="http://schemas.microsoft.com/office/drawing/2014/main" val="3475318883"/>
                  </a:ext>
                </a:extLst>
              </a:tr>
              <a:tr h="370840">
                <a:tc>
                  <a:txBody>
                    <a:bodyPr/>
                    <a:lstStyle/>
                    <a:p>
                      <a:pPr algn="ctr"/>
                      <a:endParaRPr lang="en-US" dirty="0"/>
                    </a:p>
                  </a:txBody>
                  <a:tcPr/>
                </a:tc>
                <a:extLst>
                  <a:ext uri="{0D108BD9-81ED-4DB2-BD59-A6C34878D82A}">
                    <a16:rowId xmlns:a16="http://schemas.microsoft.com/office/drawing/2014/main" val="2400188190"/>
                  </a:ext>
                </a:extLst>
              </a:tr>
            </a:tbl>
          </a:graphicData>
        </a:graphic>
      </p:graphicFrame>
      <p:sp>
        <p:nvSpPr>
          <p:cNvPr id="16" name="TextBox 15">
            <a:extLst>
              <a:ext uri="{FF2B5EF4-FFF2-40B4-BE49-F238E27FC236}">
                <a16:creationId xmlns:a16="http://schemas.microsoft.com/office/drawing/2014/main" id="{F8C9E426-19B3-C381-5E30-7C2FF94F96E8}"/>
              </a:ext>
            </a:extLst>
          </p:cNvPr>
          <p:cNvSpPr txBox="1"/>
          <p:nvPr/>
        </p:nvSpPr>
        <p:spPr>
          <a:xfrm>
            <a:off x="3186926" y="5137542"/>
            <a:ext cx="2172390" cy="400110"/>
          </a:xfrm>
          <a:prstGeom prst="rect">
            <a:avLst/>
          </a:prstGeom>
          <a:noFill/>
        </p:spPr>
        <p:txBody>
          <a:bodyPr wrap="none" rtlCol="0">
            <a:spAutoFit/>
          </a:bodyPr>
          <a:lstStyle/>
          <a:p>
            <a:r>
              <a:rPr lang="en-US" sz="2000" dirty="0"/>
              <a:t>After PUSH {r1,r2}</a:t>
            </a:r>
          </a:p>
        </p:txBody>
      </p:sp>
      <p:sp>
        <p:nvSpPr>
          <p:cNvPr id="22" name="TextBox 21">
            <a:extLst>
              <a:ext uri="{FF2B5EF4-FFF2-40B4-BE49-F238E27FC236}">
                <a16:creationId xmlns:a16="http://schemas.microsoft.com/office/drawing/2014/main" id="{8C3A0F5D-E35F-6473-85B4-E60E6B15F6BA}"/>
              </a:ext>
            </a:extLst>
          </p:cNvPr>
          <p:cNvSpPr txBox="1"/>
          <p:nvPr/>
        </p:nvSpPr>
        <p:spPr>
          <a:xfrm>
            <a:off x="5859431" y="5137542"/>
            <a:ext cx="2085827" cy="707886"/>
          </a:xfrm>
          <a:prstGeom prst="rect">
            <a:avLst/>
          </a:prstGeom>
          <a:noFill/>
        </p:spPr>
        <p:txBody>
          <a:bodyPr wrap="none" rtlCol="0">
            <a:spAutoFit/>
          </a:bodyPr>
          <a:lstStyle/>
          <a:p>
            <a:r>
              <a:rPr lang="en-US" sz="2000" dirty="0"/>
              <a:t>After POP {r0,r1},</a:t>
            </a:r>
          </a:p>
          <a:p>
            <a:r>
              <a:rPr lang="en-US" sz="2000" dirty="0"/>
              <a:t>r0=?, r1=?</a:t>
            </a:r>
          </a:p>
        </p:txBody>
      </p:sp>
    </p:spTree>
    <p:extLst>
      <p:ext uri="{BB962C8B-B14F-4D97-AF65-F5344CB8AC3E}">
        <p14:creationId xmlns:p14="http://schemas.microsoft.com/office/powerpoint/2010/main" val="43788517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03F5E7-78DF-6AED-6EFE-A47B82A4A84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44D1D1B-105E-E184-ADBC-2B07B3BB929E}"/>
              </a:ext>
            </a:extLst>
          </p:cNvPr>
          <p:cNvSpPr>
            <a:spLocks noGrp="1"/>
          </p:cNvSpPr>
          <p:nvPr>
            <p:ph type="title"/>
          </p:nvPr>
        </p:nvSpPr>
        <p:spPr/>
        <p:txBody>
          <a:bodyPr/>
          <a:lstStyle/>
          <a:p>
            <a:r>
              <a:rPr lang="en-US" dirty="0"/>
              <a:t>Stack ANS</a:t>
            </a:r>
          </a:p>
        </p:txBody>
      </p:sp>
      <p:sp>
        <p:nvSpPr>
          <p:cNvPr id="3" name="Slide Number Placeholder 2">
            <a:extLst>
              <a:ext uri="{FF2B5EF4-FFF2-40B4-BE49-F238E27FC236}">
                <a16:creationId xmlns:a16="http://schemas.microsoft.com/office/drawing/2014/main" id="{853C2332-DD8B-2EC1-C288-C9CD991A4074}"/>
              </a:ext>
            </a:extLst>
          </p:cNvPr>
          <p:cNvSpPr>
            <a:spLocks noGrp="1"/>
          </p:cNvSpPr>
          <p:nvPr>
            <p:ph type="sldNum" sz="quarter" idx="12"/>
          </p:nvPr>
        </p:nvSpPr>
        <p:spPr/>
        <p:txBody>
          <a:bodyPr/>
          <a:lstStyle/>
          <a:p>
            <a:fld id="{EA7C8D44-3667-46F6-9772-CC52308E2A7F}" type="slidenum">
              <a:rPr kumimoji="0" lang="en-US" smtClean="0"/>
              <a:pPr/>
              <a:t>7</a:t>
            </a:fld>
            <a:endParaRPr kumimoji="0" lang="en-US" dirty="0"/>
          </a:p>
        </p:txBody>
      </p:sp>
      <p:sp>
        <p:nvSpPr>
          <p:cNvPr id="4" name="Content Placeholder 3">
            <a:extLst>
              <a:ext uri="{FF2B5EF4-FFF2-40B4-BE49-F238E27FC236}">
                <a16:creationId xmlns:a16="http://schemas.microsoft.com/office/drawing/2014/main" id="{DCC0932D-B624-F476-2B57-930187D851D9}"/>
              </a:ext>
            </a:extLst>
          </p:cNvPr>
          <p:cNvSpPr>
            <a:spLocks noGrp="1"/>
          </p:cNvSpPr>
          <p:nvPr>
            <p:ph sz="quarter" idx="1"/>
          </p:nvPr>
        </p:nvSpPr>
        <p:spPr>
          <a:xfrm>
            <a:off x="457200" y="1219200"/>
            <a:ext cx="8229600" cy="1512689"/>
          </a:xfrm>
        </p:spPr>
        <p:txBody>
          <a:bodyPr/>
          <a:lstStyle/>
          <a:p>
            <a:r>
              <a:rPr lang="en-US" dirty="0"/>
              <a:t>Initially, let </a:t>
            </a:r>
            <a:r>
              <a:rPr lang="en-US" sz="2400" dirty="0"/>
              <a:t>r0=0, r1=1, r2=2.</a:t>
            </a:r>
            <a:endParaRPr lang="en-US" dirty="0"/>
          </a:p>
          <a:p>
            <a:r>
              <a:rPr lang="en-US" dirty="0"/>
              <a:t>a) Execute PUSH {r1,r2}. Draw stack.</a:t>
            </a:r>
          </a:p>
          <a:p>
            <a:r>
              <a:rPr lang="en-US" dirty="0"/>
              <a:t>b) Execute POP {r0,r1}. Draw stack.</a:t>
            </a:r>
          </a:p>
        </p:txBody>
      </p:sp>
      <p:graphicFrame>
        <p:nvGraphicFramePr>
          <p:cNvPr id="7" name="Table 6">
            <a:extLst>
              <a:ext uri="{FF2B5EF4-FFF2-40B4-BE49-F238E27FC236}">
                <a16:creationId xmlns:a16="http://schemas.microsoft.com/office/drawing/2014/main" id="{4809732D-EF89-C5A4-C000-5018FA595EFC}"/>
              </a:ext>
            </a:extLst>
          </p:cNvPr>
          <p:cNvGraphicFramePr>
            <a:graphicFrameLocks noGrp="1"/>
          </p:cNvGraphicFramePr>
          <p:nvPr/>
        </p:nvGraphicFramePr>
        <p:xfrm>
          <a:off x="1535923" y="3188273"/>
          <a:ext cx="838200" cy="1854200"/>
        </p:xfrm>
        <a:graphic>
          <a:graphicData uri="http://schemas.openxmlformats.org/drawingml/2006/table">
            <a:tbl>
              <a:tblPr firstRow="1" bandRow="1">
                <a:tableStyleId>{5940675A-B579-460E-94D1-54222C63F5DA}</a:tableStyleId>
              </a:tblPr>
              <a:tblGrid>
                <a:gridCol w="838200">
                  <a:extLst>
                    <a:ext uri="{9D8B030D-6E8A-4147-A177-3AD203B41FA5}">
                      <a16:colId xmlns:a16="http://schemas.microsoft.com/office/drawing/2014/main" val="2965708559"/>
                    </a:ext>
                  </a:extLst>
                </a:gridCol>
              </a:tblGrid>
              <a:tr h="370840">
                <a:tc>
                  <a:txBody>
                    <a:bodyPr/>
                    <a:lstStyle/>
                    <a:p>
                      <a:pPr algn="ctr"/>
                      <a:endParaRPr lang="en-US" dirty="0"/>
                    </a:p>
                  </a:txBody>
                  <a:tcPr/>
                </a:tc>
                <a:extLst>
                  <a:ext uri="{0D108BD9-81ED-4DB2-BD59-A6C34878D82A}">
                    <a16:rowId xmlns:a16="http://schemas.microsoft.com/office/drawing/2014/main" val="2472658947"/>
                  </a:ext>
                </a:extLst>
              </a:tr>
              <a:tr h="370840">
                <a:tc>
                  <a:txBody>
                    <a:bodyPr/>
                    <a:lstStyle/>
                    <a:p>
                      <a:pPr algn="ctr"/>
                      <a:endParaRPr lang="en-US" dirty="0"/>
                    </a:p>
                  </a:txBody>
                  <a:tcPr/>
                </a:tc>
                <a:extLst>
                  <a:ext uri="{0D108BD9-81ED-4DB2-BD59-A6C34878D82A}">
                    <a16:rowId xmlns:a16="http://schemas.microsoft.com/office/drawing/2014/main" val="2790041352"/>
                  </a:ext>
                </a:extLst>
              </a:tr>
              <a:tr h="370840">
                <a:tc>
                  <a:txBody>
                    <a:bodyPr/>
                    <a:lstStyle/>
                    <a:p>
                      <a:pPr algn="ctr"/>
                      <a:endParaRPr lang="en-US" dirty="0"/>
                    </a:p>
                  </a:txBody>
                  <a:tcPr/>
                </a:tc>
                <a:extLst>
                  <a:ext uri="{0D108BD9-81ED-4DB2-BD59-A6C34878D82A}">
                    <a16:rowId xmlns:a16="http://schemas.microsoft.com/office/drawing/2014/main" val="1635259289"/>
                  </a:ext>
                </a:extLst>
              </a:tr>
              <a:tr h="370840">
                <a:tc>
                  <a:txBody>
                    <a:bodyPr/>
                    <a:lstStyle/>
                    <a:p>
                      <a:pPr algn="ctr"/>
                      <a:endParaRPr lang="en-US" dirty="0"/>
                    </a:p>
                  </a:txBody>
                  <a:tcPr/>
                </a:tc>
                <a:extLst>
                  <a:ext uri="{0D108BD9-81ED-4DB2-BD59-A6C34878D82A}">
                    <a16:rowId xmlns:a16="http://schemas.microsoft.com/office/drawing/2014/main" val="3475318883"/>
                  </a:ext>
                </a:extLst>
              </a:tr>
              <a:tr h="370840">
                <a:tc>
                  <a:txBody>
                    <a:bodyPr/>
                    <a:lstStyle/>
                    <a:p>
                      <a:pPr algn="ctr"/>
                      <a:endParaRPr lang="en-US" dirty="0"/>
                    </a:p>
                  </a:txBody>
                  <a:tcPr/>
                </a:tc>
                <a:extLst>
                  <a:ext uri="{0D108BD9-81ED-4DB2-BD59-A6C34878D82A}">
                    <a16:rowId xmlns:a16="http://schemas.microsoft.com/office/drawing/2014/main" val="2400188190"/>
                  </a:ext>
                </a:extLst>
              </a:tr>
            </a:tbl>
          </a:graphicData>
        </a:graphic>
      </p:graphicFrame>
      <p:sp>
        <p:nvSpPr>
          <p:cNvPr id="8" name="Arrow: Right 7">
            <a:extLst>
              <a:ext uri="{FF2B5EF4-FFF2-40B4-BE49-F238E27FC236}">
                <a16:creationId xmlns:a16="http://schemas.microsoft.com/office/drawing/2014/main" id="{569AE367-163D-297F-3DD6-599C9645483F}"/>
              </a:ext>
            </a:extLst>
          </p:cNvPr>
          <p:cNvSpPr/>
          <p:nvPr/>
        </p:nvSpPr>
        <p:spPr>
          <a:xfrm>
            <a:off x="999475" y="3302859"/>
            <a:ext cx="397565" cy="235054"/>
          </a:xfrm>
          <a:prstGeom prst="rightArrow">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62A10B87-EDD6-141E-74DF-591C75B3ADDB}"/>
              </a:ext>
            </a:extLst>
          </p:cNvPr>
          <p:cNvSpPr txBox="1"/>
          <p:nvPr/>
        </p:nvSpPr>
        <p:spPr>
          <a:xfrm>
            <a:off x="496902" y="3204332"/>
            <a:ext cx="433132" cy="400110"/>
          </a:xfrm>
          <a:prstGeom prst="rect">
            <a:avLst/>
          </a:prstGeom>
          <a:noFill/>
        </p:spPr>
        <p:txBody>
          <a:bodyPr wrap="none" rtlCol="0">
            <a:spAutoFit/>
          </a:bodyPr>
          <a:lstStyle/>
          <a:p>
            <a:r>
              <a:rPr lang="en-US" sz="2000" dirty="0"/>
              <a:t>SP</a:t>
            </a:r>
          </a:p>
        </p:txBody>
      </p:sp>
      <p:graphicFrame>
        <p:nvGraphicFramePr>
          <p:cNvPr id="10" name="Table 9">
            <a:extLst>
              <a:ext uri="{FF2B5EF4-FFF2-40B4-BE49-F238E27FC236}">
                <a16:creationId xmlns:a16="http://schemas.microsoft.com/office/drawing/2014/main" id="{B0BB1A3A-DB33-B7A9-4626-5505E2FDAF8D}"/>
              </a:ext>
            </a:extLst>
          </p:cNvPr>
          <p:cNvGraphicFramePr>
            <a:graphicFrameLocks noGrp="1"/>
          </p:cNvGraphicFramePr>
          <p:nvPr/>
        </p:nvGraphicFramePr>
        <p:xfrm>
          <a:off x="3798326" y="3199012"/>
          <a:ext cx="838200" cy="1854200"/>
        </p:xfrm>
        <a:graphic>
          <a:graphicData uri="http://schemas.openxmlformats.org/drawingml/2006/table">
            <a:tbl>
              <a:tblPr firstRow="1" bandRow="1">
                <a:tableStyleId>{5940675A-B579-460E-94D1-54222C63F5DA}</a:tableStyleId>
              </a:tblPr>
              <a:tblGrid>
                <a:gridCol w="838200">
                  <a:extLst>
                    <a:ext uri="{9D8B030D-6E8A-4147-A177-3AD203B41FA5}">
                      <a16:colId xmlns:a16="http://schemas.microsoft.com/office/drawing/2014/main" val="2965708559"/>
                    </a:ext>
                  </a:extLst>
                </a:gridCol>
              </a:tblGrid>
              <a:tr h="370840">
                <a:tc>
                  <a:txBody>
                    <a:bodyPr/>
                    <a:lstStyle/>
                    <a:p>
                      <a:pPr algn="ctr"/>
                      <a:endParaRPr lang="en-US" dirty="0"/>
                    </a:p>
                  </a:txBody>
                  <a:tcPr/>
                </a:tc>
                <a:extLst>
                  <a:ext uri="{0D108BD9-81ED-4DB2-BD59-A6C34878D82A}">
                    <a16:rowId xmlns:a16="http://schemas.microsoft.com/office/drawing/2014/main" val="2472658947"/>
                  </a:ext>
                </a:extLst>
              </a:tr>
              <a:tr h="370840">
                <a:tc>
                  <a:txBody>
                    <a:bodyPr/>
                    <a:lstStyle/>
                    <a:p>
                      <a:pPr algn="ctr"/>
                      <a:r>
                        <a:rPr lang="en-US" dirty="0"/>
                        <a:t>r2=2</a:t>
                      </a:r>
                    </a:p>
                  </a:txBody>
                  <a:tcPr/>
                </a:tc>
                <a:extLst>
                  <a:ext uri="{0D108BD9-81ED-4DB2-BD59-A6C34878D82A}">
                    <a16:rowId xmlns:a16="http://schemas.microsoft.com/office/drawing/2014/main" val="2790041352"/>
                  </a:ext>
                </a:extLst>
              </a:tr>
              <a:tr h="370840">
                <a:tc>
                  <a:txBody>
                    <a:bodyPr/>
                    <a:lstStyle/>
                    <a:p>
                      <a:pPr algn="ctr"/>
                      <a:r>
                        <a:rPr lang="en-US" dirty="0"/>
                        <a:t>r1=1</a:t>
                      </a:r>
                    </a:p>
                  </a:txBody>
                  <a:tcPr/>
                </a:tc>
                <a:extLst>
                  <a:ext uri="{0D108BD9-81ED-4DB2-BD59-A6C34878D82A}">
                    <a16:rowId xmlns:a16="http://schemas.microsoft.com/office/drawing/2014/main" val="1635259289"/>
                  </a:ext>
                </a:extLst>
              </a:tr>
              <a:tr h="370840">
                <a:tc>
                  <a:txBody>
                    <a:bodyPr/>
                    <a:lstStyle/>
                    <a:p>
                      <a:pPr algn="ctr"/>
                      <a:endParaRPr lang="en-US" dirty="0"/>
                    </a:p>
                  </a:txBody>
                  <a:tcPr/>
                </a:tc>
                <a:extLst>
                  <a:ext uri="{0D108BD9-81ED-4DB2-BD59-A6C34878D82A}">
                    <a16:rowId xmlns:a16="http://schemas.microsoft.com/office/drawing/2014/main" val="3475318883"/>
                  </a:ext>
                </a:extLst>
              </a:tr>
              <a:tr h="370840">
                <a:tc>
                  <a:txBody>
                    <a:bodyPr/>
                    <a:lstStyle/>
                    <a:p>
                      <a:pPr algn="ctr"/>
                      <a:endParaRPr lang="en-US" dirty="0"/>
                    </a:p>
                  </a:txBody>
                  <a:tcPr/>
                </a:tc>
                <a:extLst>
                  <a:ext uri="{0D108BD9-81ED-4DB2-BD59-A6C34878D82A}">
                    <a16:rowId xmlns:a16="http://schemas.microsoft.com/office/drawing/2014/main" val="2400188190"/>
                  </a:ext>
                </a:extLst>
              </a:tr>
            </a:tbl>
          </a:graphicData>
        </a:graphic>
      </p:graphicFrame>
      <p:sp>
        <p:nvSpPr>
          <p:cNvPr id="11" name="Arrow: Right 10">
            <a:extLst>
              <a:ext uri="{FF2B5EF4-FFF2-40B4-BE49-F238E27FC236}">
                <a16:creationId xmlns:a16="http://schemas.microsoft.com/office/drawing/2014/main" id="{50186B45-C036-8963-F983-F18A363F0E41}"/>
              </a:ext>
            </a:extLst>
          </p:cNvPr>
          <p:cNvSpPr/>
          <p:nvPr/>
        </p:nvSpPr>
        <p:spPr>
          <a:xfrm>
            <a:off x="3265932" y="4038635"/>
            <a:ext cx="397565" cy="235054"/>
          </a:xfrm>
          <a:prstGeom prst="rightArrow">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39593EEC-57A9-1968-DC28-8040B4B19D5D}"/>
              </a:ext>
            </a:extLst>
          </p:cNvPr>
          <p:cNvSpPr txBox="1"/>
          <p:nvPr/>
        </p:nvSpPr>
        <p:spPr>
          <a:xfrm>
            <a:off x="2763359" y="3940108"/>
            <a:ext cx="433132" cy="400110"/>
          </a:xfrm>
          <a:prstGeom prst="rect">
            <a:avLst/>
          </a:prstGeom>
          <a:noFill/>
        </p:spPr>
        <p:txBody>
          <a:bodyPr wrap="none" rtlCol="0">
            <a:spAutoFit/>
          </a:bodyPr>
          <a:lstStyle/>
          <a:p>
            <a:r>
              <a:rPr lang="en-US" sz="2000" dirty="0"/>
              <a:t>SP</a:t>
            </a:r>
          </a:p>
        </p:txBody>
      </p:sp>
      <p:graphicFrame>
        <p:nvGraphicFramePr>
          <p:cNvPr id="13" name="Table 12">
            <a:extLst>
              <a:ext uri="{FF2B5EF4-FFF2-40B4-BE49-F238E27FC236}">
                <a16:creationId xmlns:a16="http://schemas.microsoft.com/office/drawing/2014/main" id="{0F90E149-86FB-1EB7-A72E-7589073CE919}"/>
              </a:ext>
            </a:extLst>
          </p:cNvPr>
          <p:cNvGraphicFramePr>
            <a:graphicFrameLocks noGrp="1"/>
          </p:cNvGraphicFramePr>
          <p:nvPr/>
        </p:nvGraphicFramePr>
        <p:xfrm>
          <a:off x="6465320" y="3188273"/>
          <a:ext cx="838200" cy="1854200"/>
        </p:xfrm>
        <a:graphic>
          <a:graphicData uri="http://schemas.openxmlformats.org/drawingml/2006/table">
            <a:tbl>
              <a:tblPr firstRow="1" bandRow="1">
                <a:tableStyleId>{5940675A-B579-460E-94D1-54222C63F5DA}</a:tableStyleId>
              </a:tblPr>
              <a:tblGrid>
                <a:gridCol w="838200">
                  <a:extLst>
                    <a:ext uri="{9D8B030D-6E8A-4147-A177-3AD203B41FA5}">
                      <a16:colId xmlns:a16="http://schemas.microsoft.com/office/drawing/2014/main" val="2965708559"/>
                    </a:ext>
                  </a:extLst>
                </a:gridCol>
              </a:tblGrid>
              <a:tr h="370840">
                <a:tc>
                  <a:txBody>
                    <a:bodyPr/>
                    <a:lstStyle/>
                    <a:p>
                      <a:pPr algn="ctr"/>
                      <a:endParaRPr lang="en-US" dirty="0"/>
                    </a:p>
                  </a:txBody>
                  <a:tcPr/>
                </a:tc>
                <a:extLst>
                  <a:ext uri="{0D108BD9-81ED-4DB2-BD59-A6C34878D82A}">
                    <a16:rowId xmlns:a16="http://schemas.microsoft.com/office/drawing/2014/main" val="2472658947"/>
                  </a:ext>
                </a:extLst>
              </a:tr>
              <a:tr h="370840">
                <a:tc>
                  <a:txBody>
                    <a:bodyPr/>
                    <a:lstStyle/>
                    <a:p>
                      <a:pPr algn="ctr"/>
                      <a:endParaRPr lang="en-US" dirty="0"/>
                    </a:p>
                  </a:txBody>
                  <a:tcPr/>
                </a:tc>
                <a:extLst>
                  <a:ext uri="{0D108BD9-81ED-4DB2-BD59-A6C34878D82A}">
                    <a16:rowId xmlns:a16="http://schemas.microsoft.com/office/drawing/2014/main" val="2790041352"/>
                  </a:ext>
                </a:extLst>
              </a:tr>
              <a:tr h="370840">
                <a:tc>
                  <a:txBody>
                    <a:bodyPr/>
                    <a:lstStyle/>
                    <a:p>
                      <a:pPr algn="ctr"/>
                      <a:endParaRPr lang="en-US" dirty="0"/>
                    </a:p>
                  </a:txBody>
                  <a:tcPr/>
                </a:tc>
                <a:extLst>
                  <a:ext uri="{0D108BD9-81ED-4DB2-BD59-A6C34878D82A}">
                    <a16:rowId xmlns:a16="http://schemas.microsoft.com/office/drawing/2014/main" val="1635259289"/>
                  </a:ext>
                </a:extLst>
              </a:tr>
              <a:tr h="370840">
                <a:tc>
                  <a:txBody>
                    <a:bodyPr/>
                    <a:lstStyle/>
                    <a:p>
                      <a:pPr algn="ctr"/>
                      <a:endParaRPr lang="en-US" dirty="0"/>
                    </a:p>
                  </a:txBody>
                  <a:tcPr/>
                </a:tc>
                <a:extLst>
                  <a:ext uri="{0D108BD9-81ED-4DB2-BD59-A6C34878D82A}">
                    <a16:rowId xmlns:a16="http://schemas.microsoft.com/office/drawing/2014/main" val="3475318883"/>
                  </a:ext>
                </a:extLst>
              </a:tr>
              <a:tr h="370840">
                <a:tc>
                  <a:txBody>
                    <a:bodyPr/>
                    <a:lstStyle/>
                    <a:p>
                      <a:pPr algn="ctr"/>
                      <a:endParaRPr lang="en-US" dirty="0"/>
                    </a:p>
                  </a:txBody>
                  <a:tcPr/>
                </a:tc>
                <a:extLst>
                  <a:ext uri="{0D108BD9-81ED-4DB2-BD59-A6C34878D82A}">
                    <a16:rowId xmlns:a16="http://schemas.microsoft.com/office/drawing/2014/main" val="2400188190"/>
                  </a:ext>
                </a:extLst>
              </a:tr>
            </a:tbl>
          </a:graphicData>
        </a:graphic>
      </p:graphicFrame>
      <p:sp>
        <p:nvSpPr>
          <p:cNvPr id="14" name="Arrow: Right 13">
            <a:extLst>
              <a:ext uri="{FF2B5EF4-FFF2-40B4-BE49-F238E27FC236}">
                <a16:creationId xmlns:a16="http://schemas.microsoft.com/office/drawing/2014/main" id="{CB24527C-F1F4-33BA-B5D6-819E30373882}"/>
              </a:ext>
            </a:extLst>
          </p:cNvPr>
          <p:cNvSpPr/>
          <p:nvPr/>
        </p:nvSpPr>
        <p:spPr>
          <a:xfrm>
            <a:off x="5928872" y="3302859"/>
            <a:ext cx="397565" cy="235054"/>
          </a:xfrm>
          <a:prstGeom prst="rightArrow">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39061F2C-A317-8DD0-2E26-07A9FB2F6E12}"/>
              </a:ext>
            </a:extLst>
          </p:cNvPr>
          <p:cNvSpPr txBox="1"/>
          <p:nvPr/>
        </p:nvSpPr>
        <p:spPr>
          <a:xfrm>
            <a:off x="5426299" y="3204332"/>
            <a:ext cx="433132" cy="400110"/>
          </a:xfrm>
          <a:prstGeom prst="rect">
            <a:avLst/>
          </a:prstGeom>
          <a:noFill/>
        </p:spPr>
        <p:txBody>
          <a:bodyPr wrap="none" rtlCol="0">
            <a:spAutoFit/>
          </a:bodyPr>
          <a:lstStyle/>
          <a:p>
            <a:r>
              <a:rPr lang="en-US" sz="2000" dirty="0"/>
              <a:t>SP</a:t>
            </a:r>
          </a:p>
        </p:txBody>
      </p:sp>
      <p:sp>
        <p:nvSpPr>
          <p:cNvPr id="16" name="TextBox 15">
            <a:extLst>
              <a:ext uri="{FF2B5EF4-FFF2-40B4-BE49-F238E27FC236}">
                <a16:creationId xmlns:a16="http://schemas.microsoft.com/office/drawing/2014/main" id="{A49D0B57-E431-F7A3-1BED-79D0F8F79AA1}"/>
              </a:ext>
            </a:extLst>
          </p:cNvPr>
          <p:cNvSpPr txBox="1"/>
          <p:nvPr/>
        </p:nvSpPr>
        <p:spPr>
          <a:xfrm>
            <a:off x="3186926" y="5137542"/>
            <a:ext cx="2172390" cy="400110"/>
          </a:xfrm>
          <a:prstGeom prst="rect">
            <a:avLst/>
          </a:prstGeom>
          <a:noFill/>
        </p:spPr>
        <p:txBody>
          <a:bodyPr wrap="none" rtlCol="0">
            <a:spAutoFit/>
          </a:bodyPr>
          <a:lstStyle/>
          <a:p>
            <a:r>
              <a:rPr lang="en-US" sz="2000" dirty="0"/>
              <a:t>After PUSH {r1,r2}</a:t>
            </a:r>
          </a:p>
        </p:txBody>
      </p:sp>
      <p:sp>
        <p:nvSpPr>
          <p:cNvPr id="22" name="TextBox 21">
            <a:extLst>
              <a:ext uri="{FF2B5EF4-FFF2-40B4-BE49-F238E27FC236}">
                <a16:creationId xmlns:a16="http://schemas.microsoft.com/office/drawing/2014/main" id="{EA1D60ED-C6F0-ACD1-8F1A-B034A7D8F690}"/>
              </a:ext>
            </a:extLst>
          </p:cNvPr>
          <p:cNvSpPr txBox="1"/>
          <p:nvPr/>
        </p:nvSpPr>
        <p:spPr>
          <a:xfrm>
            <a:off x="5859431" y="5137542"/>
            <a:ext cx="2085827" cy="707886"/>
          </a:xfrm>
          <a:prstGeom prst="rect">
            <a:avLst/>
          </a:prstGeom>
          <a:noFill/>
        </p:spPr>
        <p:txBody>
          <a:bodyPr wrap="none" rtlCol="0">
            <a:spAutoFit/>
          </a:bodyPr>
          <a:lstStyle/>
          <a:p>
            <a:r>
              <a:rPr lang="en-US" sz="2000" dirty="0"/>
              <a:t>After POP {r0,r1},</a:t>
            </a:r>
          </a:p>
          <a:p>
            <a:r>
              <a:rPr lang="en-US" sz="2000" dirty="0"/>
              <a:t>r0=1, r1=2</a:t>
            </a:r>
          </a:p>
        </p:txBody>
      </p:sp>
      <p:sp>
        <p:nvSpPr>
          <p:cNvPr id="5" name="TextBox 4">
            <a:extLst>
              <a:ext uri="{FF2B5EF4-FFF2-40B4-BE49-F238E27FC236}">
                <a16:creationId xmlns:a16="http://schemas.microsoft.com/office/drawing/2014/main" id="{E934273F-86D4-4FCA-7A42-387A88B6F17F}"/>
              </a:ext>
            </a:extLst>
          </p:cNvPr>
          <p:cNvSpPr txBox="1"/>
          <p:nvPr/>
        </p:nvSpPr>
        <p:spPr>
          <a:xfrm>
            <a:off x="999474" y="5908432"/>
            <a:ext cx="7687325" cy="646331"/>
          </a:xfrm>
          <a:prstGeom prst="rect">
            <a:avLst/>
          </a:prstGeom>
          <a:solidFill>
            <a:schemeClr val="bg1">
              <a:lumMod val="85000"/>
            </a:schemeClr>
          </a:solidFill>
        </p:spPr>
        <p:style>
          <a:lnRef idx="1">
            <a:schemeClr val="dk1"/>
          </a:lnRef>
          <a:fillRef idx="2">
            <a:schemeClr val="dk1"/>
          </a:fillRef>
          <a:effectRef idx="1">
            <a:schemeClr val="dk1"/>
          </a:effectRef>
          <a:fontRef idx="minor">
            <a:schemeClr val="dk1"/>
          </a:fontRef>
        </p:style>
        <p:txBody>
          <a:bodyPr wrap="square" rtlCol="0">
            <a:spAutoFit/>
          </a:bodyPr>
          <a:lstStyle/>
          <a:p>
            <a:r>
              <a:rPr lang="en-US" dirty="0"/>
              <a:t>Stack contains only the values like 2, 1… </a:t>
            </a:r>
            <a:r>
              <a:rPr lang="en-US"/>
              <a:t>I write </a:t>
            </a:r>
            <a:r>
              <a:rPr lang="en-US" dirty="0"/>
              <a:t>r2=2, r1=1 in the figures for illustration purposes only. </a:t>
            </a:r>
          </a:p>
        </p:txBody>
      </p:sp>
    </p:spTree>
    <p:extLst>
      <p:ext uri="{BB962C8B-B14F-4D97-AF65-F5344CB8AC3E}">
        <p14:creationId xmlns:p14="http://schemas.microsoft.com/office/powerpoint/2010/main" val="200729476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B31381-7AB9-FDA4-7FF9-72D96B8AD4E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CE305BA-4383-D05A-A09F-E8888E979ED1}"/>
              </a:ext>
            </a:extLst>
          </p:cNvPr>
          <p:cNvSpPr>
            <a:spLocks noGrp="1"/>
          </p:cNvSpPr>
          <p:nvPr>
            <p:ph type="title"/>
          </p:nvPr>
        </p:nvSpPr>
        <p:spPr/>
        <p:txBody>
          <a:bodyPr/>
          <a:lstStyle/>
          <a:p>
            <a:r>
              <a:rPr lang="en-US" dirty="0"/>
              <a:t>Stack</a:t>
            </a:r>
          </a:p>
        </p:txBody>
      </p:sp>
      <p:sp>
        <p:nvSpPr>
          <p:cNvPr id="3" name="Slide Number Placeholder 2">
            <a:extLst>
              <a:ext uri="{FF2B5EF4-FFF2-40B4-BE49-F238E27FC236}">
                <a16:creationId xmlns:a16="http://schemas.microsoft.com/office/drawing/2014/main" id="{7B241A1B-240A-D65E-9382-43BCA168C33F}"/>
              </a:ext>
            </a:extLst>
          </p:cNvPr>
          <p:cNvSpPr>
            <a:spLocks noGrp="1"/>
          </p:cNvSpPr>
          <p:nvPr>
            <p:ph type="sldNum" sz="quarter" idx="12"/>
          </p:nvPr>
        </p:nvSpPr>
        <p:spPr/>
        <p:txBody>
          <a:bodyPr/>
          <a:lstStyle/>
          <a:p>
            <a:fld id="{EA7C8D44-3667-46F6-9772-CC52308E2A7F}" type="slidenum">
              <a:rPr kumimoji="0" lang="en-US" smtClean="0"/>
              <a:pPr/>
              <a:t>8</a:t>
            </a:fld>
            <a:endParaRPr kumimoji="0" lang="en-US" dirty="0"/>
          </a:p>
        </p:txBody>
      </p:sp>
      <p:sp>
        <p:nvSpPr>
          <p:cNvPr id="4" name="Content Placeholder 3">
            <a:extLst>
              <a:ext uri="{FF2B5EF4-FFF2-40B4-BE49-F238E27FC236}">
                <a16:creationId xmlns:a16="http://schemas.microsoft.com/office/drawing/2014/main" id="{D196B1B3-16B9-7552-E252-1625434D0362}"/>
              </a:ext>
            </a:extLst>
          </p:cNvPr>
          <p:cNvSpPr>
            <a:spLocks noGrp="1"/>
          </p:cNvSpPr>
          <p:nvPr>
            <p:ph sz="quarter" idx="1"/>
          </p:nvPr>
        </p:nvSpPr>
        <p:spPr>
          <a:xfrm>
            <a:off x="457200" y="1219200"/>
            <a:ext cx="8229600" cy="2667000"/>
          </a:xfrm>
        </p:spPr>
        <p:txBody>
          <a:bodyPr>
            <a:normAutofit fontScale="92500" lnSpcReduction="20000"/>
          </a:bodyPr>
          <a:lstStyle/>
          <a:p>
            <a:pPr marL="342900" indent="-342900">
              <a:spcBef>
                <a:spcPts val="0"/>
              </a:spcBef>
            </a:pPr>
            <a:r>
              <a:rPr lang="en-US" dirty="0"/>
              <a:t>Initially, let r0=0, r1=1, r2=2, r3=3</a:t>
            </a:r>
          </a:p>
          <a:p>
            <a:pPr marL="342900" indent="-342900"/>
            <a:r>
              <a:rPr lang="en-US" dirty="0"/>
              <a:t>Execute  </a:t>
            </a:r>
          </a:p>
          <a:p>
            <a:pPr marL="0" indent="0">
              <a:buNone/>
            </a:pPr>
            <a:r>
              <a:rPr lang="en-US" dirty="0">
                <a:solidFill>
                  <a:srgbClr val="7030A0"/>
                </a:solidFill>
                <a:ea typeface="Courier New"/>
                <a:cs typeface="Courier New"/>
                <a:sym typeface="Courier New"/>
              </a:rPr>
              <a:t>     PUSH {r1,r2}</a:t>
            </a:r>
          </a:p>
          <a:p>
            <a:pPr marL="0" indent="0">
              <a:buNone/>
            </a:pPr>
            <a:r>
              <a:rPr lang="en-US" dirty="0">
                <a:solidFill>
                  <a:srgbClr val="7030A0"/>
                </a:solidFill>
                <a:ea typeface="Courier New"/>
                <a:cs typeface="Courier New"/>
                <a:sym typeface="Courier New"/>
              </a:rPr>
              <a:t>     PUSH {r3,r0}</a:t>
            </a:r>
          </a:p>
          <a:p>
            <a:pPr marL="0" indent="0">
              <a:buNone/>
            </a:pPr>
            <a:r>
              <a:rPr lang="en-US" dirty="0">
                <a:solidFill>
                  <a:srgbClr val="7030A0"/>
                </a:solidFill>
                <a:ea typeface="Courier New"/>
                <a:cs typeface="Courier New"/>
                <a:sym typeface="Courier New"/>
              </a:rPr>
              <a:t>     POP {r0-r3}  (same as </a:t>
            </a:r>
            <a:r>
              <a:rPr lang="pt-BR" dirty="0">
                <a:solidFill>
                  <a:srgbClr val="7030A0"/>
                </a:solidFill>
                <a:ea typeface="Courier New"/>
                <a:cs typeface="Courier New"/>
                <a:sym typeface="Courier New"/>
              </a:rPr>
              <a:t>POP {r0, r1, r2, r3}</a:t>
            </a:r>
            <a:r>
              <a:rPr lang="en-US" dirty="0">
                <a:solidFill>
                  <a:srgbClr val="7030A0"/>
                </a:solidFill>
                <a:ea typeface="Courier New"/>
                <a:cs typeface="Courier New"/>
                <a:sym typeface="Courier New"/>
              </a:rPr>
              <a:t>)</a:t>
            </a:r>
          </a:p>
          <a:p>
            <a:pPr marL="342900" indent="-342900"/>
            <a:r>
              <a:rPr lang="en-US" dirty="0"/>
              <a:t>Draw stack after each instruction. What is in registers after execution?</a:t>
            </a:r>
          </a:p>
        </p:txBody>
      </p:sp>
      <p:graphicFrame>
        <p:nvGraphicFramePr>
          <p:cNvPr id="8" name="Table 7">
            <a:extLst>
              <a:ext uri="{FF2B5EF4-FFF2-40B4-BE49-F238E27FC236}">
                <a16:creationId xmlns:a16="http://schemas.microsoft.com/office/drawing/2014/main" id="{DEDAA85D-661A-99AB-3D20-19E0FF250C15}"/>
              </a:ext>
            </a:extLst>
          </p:cNvPr>
          <p:cNvGraphicFramePr>
            <a:graphicFrameLocks noGrp="1"/>
          </p:cNvGraphicFramePr>
          <p:nvPr/>
        </p:nvGraphicFramePr>
        <p:xfrm>
          <a:off x="955684" y="3799348"/>
          <a:ext cx="838200" cy="1854200"/>
        </p:xfrm>
        <a:graphic>
          <a:graphicData uri="http://schemas.openxmlformats.org/drawingml/2006/table">
            <a:tbl>
              <a:tblPr firstRow="1" bandRow="1">
                <a:tableStyleId>{5940675A-B579-460E-94D1-54222C63F5DA}</a:tableStyleId>
              </a:tblPr>
              <a:tblGrid>
                <a:gridCol w="838200">
                  <a:extLst>
                    <a:ext uri="{9D8B030D-6E8A-4147-A177-3AD203B41FA5}">
                      <a16:colId xmlns:a16="http://schemas.microsoft.com/office/drawing/2014/main" val="2965708559"/>
                    </a:ext>
                  </a:extLst>
                </a:gridCol>
              </a:tblGrid>
              <a:tr h="370840">
                <a:tc>
                  <a:txBody>
                    <a:bodyPr/>
                    <a:lstStyle/>
                    <a:p>
                      <a:pPr algn="ctr"/>
                      <a:endParaRPr lang="en-US" dirty="0"/>
                    </a:p>
                  </a:txBody>
                  <a:tcPr/>
                </a:tc>
                <a:extLst>
                  <a:ext uri="{0D108BD9-81ED-4DB2-BD59-A6C34878D82A}">
                    <a16:rowId xmlns:a16="http://schemas.microsoft.com/office/drawing/2014/main" val="2472658947"/>
                  </a:ext>
                </a:extLst>
              </a:tr>
              <a:tr h="370840">
                <a:tc>
                  <a:txBody>
                    <a:bodyPr/>
                    <a:lstStyle/>
                    <a:p>
                      <a:pPr algn="ctr"/>
                      <a:endParaRPr lang="en-US" dirty="0"/>
                    </a:p>
                  </a:txBody>
                  <a:tcPr/>
                </a:tc>
                <a:extLst>
                  <a:ext uri="{0D108BD9-81ED-4DB2-BD59-A6C34878D82A}">
                    <a16:rowId xmlns:a16="http://schemas.microsoft.com/office/drawing/2014/main" val="2790041352"/>
                  </a:ext>
                </a:extLst>
              </a:tr>
              <a:tr h="370840">
                <a:tc>
                  <a:txBody>
                    <a:bodyPr/>
                    <a:lstStyle/>
                    <a:p>
                      <a:pPr algn="ctr"/>
                      <a:endParaRPr lang="en-US" dirty="0"/>
                    </a:p>
                  </a:txBody>
                  <a:tcPr/>
                </a:tc>
                <a:extLst>
                  <a:ext uri="{0D108BD9-81ED-4DB2-BD59-A6C34878D82A}">
                    <a16:rowId xmlns:a16="http://schemas.microsoft.com/office/drawing/2014/main" val="1635259289"/>
                  </a:ext>
                </a:extLst>
              </a:tr>
              <a:tr h="370840">
                <a:tc>
                  <a:txBody>
                    <a:bodyPr/>
                    <a:lstStyle/>
                    <a:p>
                      <a:pPr algn="ctr"/>
                      <a:endParaRPr lang="en-US" dirty="0"/>
                    </a:p>
                  </a:txBody>
                  <a:tcPr/>
                </a:tc>
                <a:extLst>
                  <a:ext uri="{0D108BD9-81ED-4DB2-BD59-A6C34878D82A}">
                    <a16:rowId xmlns:a16="http://schemas.microsoft.com/office/drawing/2014/main" val="3475318883"/>
                  </a:ext>
                </a:extLst>
              </a:tr>
              <a:tr h="370840">
                <a:tc>
                  <a:txBody>
                    <a:bodyPr/>
                    <a:lstStyle/>
                    <a:p>
                      <a:pPr algn="ctr"/>
                      <a:endParaRPr lang="en-US" dirty="0"/>
                    </a:p>
                  </a:txBody>
                  <a:tcPr/>
                </a:tc>
                <a:extLst>
                  <a:ext uri="{0D108BD9-81ED-4DB2-BD59-A6C34878D82A}">
                    <a16:rowId xmlns:a16="http://schemas.microsoft.com/office/drawing/2014/main" val="2400188190"/>
                  </a:ext>
                </a:extLst>
              </a:tr>
            </a:tbl>
          </a:graphicData>
        </a:graphic>
      </p:graphicFrame>
      <p:sp>
        <p:nvSpPr>
          <p:cNvPr id="9" name="Arrow: Right 8">
            <a:extLst>
              <a:ext uri="{FF2B5EF4-FFF2-40B4-BE49-F238E27FC236}">
                <a16:creationId xmlns:a16="http://schemas.microsoft.com/office/drawing/2014/main" id="{E94243C7-593D-0C96-F723-8D4C183BBC42}"/>
              </a:ext>
            </a:extLst>
          </p:cNvPr>
          <p:cNvSpPr/>
          <p:nvPr/>
        </p:nvSpPr>
        <p:spPr>
          <a:xfrm>
            <a:off x="479216" y="3913934"/>
            <a:ext cx="397565" cy="235054"/>
          </a:xfrm>
          <a:prstGeom prst="rightArrow">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E61D1BED-766C-F58C-91B9-24985E60BCCB}"/>
              </a:ext>
            </a:extLst>
          </p:cNvPr>
          <p:cNvSpPr txBox="1"/>
          <p:nvPr/>
        </p:nvSpPr>
        <p:spPr>
          <a:xfrm>
            <a:off x="-23357" y="3815407"/>
            <a:ext cx="433132" cy="400110"/>
          </a:xfrm>
          <a:prstGeom prst="rect">
            <a:avLst/>
          </a:prstGeom>
          <a:noFill/>
        </p:spPr>
        <p:txBody>
          <a:bodyPr wrap="none" rtlCol="0">
            <a:spAutoFit/>
          </a:bodyPr>
          <a:lstStyle/>
          <a:p>
            <a:r>
              <a:rPr lang="en-US" sz="2000" dirty="0"/>
              <a:t>SP</a:t>
            </a:r>
          </a:p>
        </p:txBody>
      </p:sp>
      <p:graphicFrame>
        <p:nvGraphicFramePr>
          <p:cNvPr id="11" name="Table 10">
            <a:extLst>
              <a:ext uri="{FF2B5EF4-FFF2-40B4-BE49-F238E27FC236}">
                <a16:creationId xmlns:a16="http://schemas.microsoft.com/office/drawing/2014/main" id="{048D6398-3761-E3BF-934F-679B116555DD}"/>
              </a:ext>
            </a:extLst>
          </p:cNvPr>
          <p:cNvGraphicFramePr>
            <a:graphicFrameLocks noGrp="1"/>
          </p:cNvGraphicFramePr>
          <p:nvPr>
            <p:extLst>
              <p:ext uri="{D42A27DB-BD31-4B8C-83A1-F6EECF244321}">
                <p14:modId xmlns:p14="http://schemas.microsoft.com/office/powerpoint/2010/main" val="475370302"/>
              </p:ext>
            </p:extLst>
          </p:nvPr>
        </p:nvGraphicFramePr>
        <p:xfrm>
          <a:off x="2876940" y="3799348"/>
          <a:ext cx="838200" cy="1854200"/>
        </p:xfrm>
        <a:graphic>
          <a:graphicData uri="http://schemas.openxmlformats.org/drawingml/2006/table">
            <a:tbl>
              <a:tblPr firstRow="1" bandRow="1">
                <a:tableStyleId>{5940675A-B579-460E-94D1-54222C63F5DA}</a:tableStyleId>
              </a:tblPr>
              <a:tblGrid>
                <a:gridCol w="838200">
                  <a:extLst>
                    <a:ext uri="{9D8B030D-6E8A-4147-A177-3AD203B41FA5}">
                      <a16:colId xmlns:a16="http://schemas.microsoft.com/office/drawing/2014/main" val="2965708559"/>
                    </a:ext>
                  </a:extLst>
                </a:gridCol>
              </a:tblGrid>
              <a:tr h="370840">
                <a:tc>
                  <a:txBody>
                    <a:bodyPr/>
                    <a:lstStyle/>
                    <a:p>
                      <a:pPr algn="ctr"/>
                      <a:endParaRPr lang="en-US" dirty="0"/>
                    </a:p>
                  </a:txBody>
                  <a:tcPr/>
                </a:tc>
                <a:extLst>
                  <a:ext uri="{0D108BD9-81ED-4DB2-BD59-A6C34878D82A}">
                    <a16:rowId xmlns:a16="http://schemas.microsoft.com/office/drawing/2014/main" val="2472658947"/>
                  </a:ext>
                </a:extLst>
              </a:tr>
              <a:tr h="370840">
                <a:tc>
                  <a:txBody>
                    <a:bodyPr/>
                    <a:lstStyle/>
                    <a:p>
                      <a:pPr algn="ctr"/>
                      <a:endParaRPr lang="en-US" dirty="0"/>
                    </a:p>
                  </a:txBody>
                  <a:tcPr/>
                </a:tc>
                <a:extLst>
                  <a:ext uri="{0D108BD9-81ED-4DB2-BD59-A6C34878D82A}">
                    <a16:rowId xmlns:a16="http://schemas.microsoft.com/office/drawing/2014/main" val="2790041352"/>
                  </a:ext>
                </a:extLst>
              </a:tr>
              <a:tr h="370840">
                <a:tc>
                  <a:txBody>
                    <a:bodyPr/>
                    <a:lstStyle/>
                    <a:p>
                      <a:pPr algn="ctr"/>
                      <a:endParaRPr lang="en-US" dirty="0"/>
                    </a:p>
                  </a:txBody>
                  <a:tcPr/>
                </a:tc>
                <a:extLst>
                  <a:ext uri="{0D108BD9-81ED-4DB2-BD59-A6C34878D82A}">
                    <a16:rowId xmlns:a16="http://schemas.microsoft.com/office/drawing/2014/main" val="1635259289"/>
                  </a:ext>
                </a:extLst>
              </a:tr>
              <a:tr h="370840">
                <a:tc>
                  <a:txBody>
                    <a:bodyPr/>
                    <a:lstStyle/>
                    <a:p>
                      <a:pPr algn="ctr"/>
                      <a:endParaRPr lang="en-US" dirty="0"/>
                    </a:p>
                  </a:txBody>
                  <a:tcPr/>
                </a:tc>
                <a:extLst>
                  <a:ext uri="{0D108BD9-81ED-4DB2-BD59-A6C34878D82A}">
                    <a16:rowId xmlns:a16="http://schemas.microsoft.com/office/drawing/2014/main" val="3475318883"/>
                  </a:ext>
                </a:extLst>
              </a:tr>
              <a:tr h="370840">
                <a:tc>
                  <a:txBody>
                    <a:bodyPr/>
                    <a:lstStyle/>
                    <a:p>
                      <a:pPr algn="ctr"/>
                      <a:endParaRPr lang="en-US" dirty="0"/>
                    </a:p>
                  </a:txBody>
                  <a:tcPr/>
                </a:tc>
                <a:extLst>
                  <a:ext uri="{0D108BD9-81ED-4DB2-BD59-A6C34878D82A}">
                    <a16:rowId xmlns:a16="http://schemas.microsoft.com/office/drawing/2014/main" val="2400188190"/>
                  </a:ext>
                </a:extLst>
              </a:tr>
            </a:tbl>
          </a:graphicData>
        </a:graphic>
      </p:graphicFrame>
      <p:graphicFrame>
        <p:nvGraphicFramePr>
          <p:cNvPr id="14" name="Table 13">
            <a:extLst>
              <a:ext uri="{FF2B5EF4-FFF2-40B4-BE49-F238E27FC236}">
                <a16:creationId xmlns:a16="http://schemas.microsoft.com/office/drawing/2014/main" id="{CC6440A4-115E-9454-B8B0-2DAC5F2E8E85}"/>
              </a:ext>
            </a:extLst>
          </p:cNvPr>
          <p:cNvGraphicFramePr>
            <a:graphicFrameLocks noGrp="1"/>
          </p:cNvGraphicFramePr>
          <p:nvPr>
            <p:extLst>
              <p:ext uri="{D42A27DB-BD31-4B8C-83A1-F6EECF244321}">
                <p14:modId xmlns:p14="http://schemas.microsoft.com/office/powerpoint/2010/main" val="790742638"/>
              </p:ext>
            </p:extLst>
          </p:nvPr>
        </p:nvGraphicFramePr>
        <p:xfrm>
          <a:off x="5181600" y="3784600"/>
          <a:ext cx="838200" cy="1854200"/>
        </p:xfrm>
        <a:graphic>
          <a:graphicData uri="http://schemas.openxmlformats.org/drawingml/2006/table">
            <a:tbl>
              <a:tblPr firstRow="1" bandRow="1">
                <a:tableStyleId>{5940675A-B579-460E-94D1-54222C63F5DA}</a:tableStyleId>
              </a:tblPr>
              <a:tblGrid>
                <a:gridCol w="838200">
                  <a:extLst>
                    <a:ext uri="{9D8B030D-6E8A-4147-A177-3AD203B41FA5}">
                      <a16:colId xmlns:a16="http://schemas.microsoft.com/office/drawing/2014/main" val="2965708559"/>
                    </a:ext>
                  </a:extLst>
                </a:gridCol>
              </a:tblGrid>
              <a:tr h="370840">
                <a:tc>
                  <a:txBody>
                    <a:bodyPr/>
                    <a:lstStyle/>
                    <a:p>
                      <a:pPr algn="ctr"/>
                      <a:endParaRPr lang="en-US" dirty="0"/>
                    </a:p>
                  </a:txBody>
                  <a:tcPr/>
                </a:tc>
                <a:extLst>
                  <a:ext uri="{0D108BD9-81ED-4DB2-BD59-A6C34878D82A}">
                    <a16:rowId xmlns:a16="http://schemas.microsoft.com/office/drawing/2014/main" val="2472658947"/>
                  </a:ext>
                </a:extLst>
              </a:tr>
              <a:tr h="370840">
                <a:tc>
                  <a:txBody>
                    <a:bodyPr/>
                    <a:lstStyle/>
                    <a:p>
                      <a:pPr algn="ctr"/>
                      <a:endParaRPr lang="en-US" dirty="0"/>
                    </a:p>
                  </a:txBody>
                  <a:tcPr/>
                </a:tc>
                <a:extLst>
                  <a:ext uri="{0D108BD9-81ED-4DB2-BD59-A6C34878D82A}">
                    <a16:rowId xmlns:a16="http://schemas.microsoft.com/office/drawing/2014/main" val="2790041352"/>
                  </a:ext>
                </a:extLst>
              </a:tr>
              <a:tr h="370840">
                <a:tc>
                  <a:txBody>
                    <a:bodyPr/>
                    <a:lstStyle/>
                    <a:p>
                      <a:pPr algn="ctr"/>
                      <a:endParaRPr lang="en-US" dirty="0"/>
                    </a:p>
                  </a:txBody>
                  <a:tcPr/>
                </a:tc>
                <a:extLst>
                  <a:ext uri="{0D108BD9-81ED-4DB2-BD59-A6C34878D82A}">
                    <a16:rowId xmlns:a16="http://schemas.microsoft.com/office/drawing/2014/main" val="1635259289"/>
                  </a:ext>
                </a:extLst>
              </a:tr>
              <a:tr h="370840">
                <a:tc>
                  <a:txBody>
                    <a:bodyPr/>
                    <a:lstStyle/>
                    <a:p>
                      <a:pPr algn="ctr"/>
                      <a:endParaRPr lang="en-US" dirty="0"/>
                    </a:p>
                  </a:txBody>
                  <a:tcPr/>
                </a:tc>
                <a:extLst>
                  <a:ext uri="{0D108BD9-81ED-4DB2-BD59-A6C34878D82A}">
                    <a16:rowId xmlns:a16="http://schemas.microsoft.com/office/drawing/2014/main" val="3475318883"/>
                  </a:ext>
                </a:extLst>
              </a:tr>
              <a:tr h="370840">
                <a:tc>
                  <a:txBody>
                    <a:bodyPr/>
                    <a:lstStyle/>
                    <a:p>
                      <a:pPr algn="ctr"/>
                      <a:endParaRPr lang="en-US" dirty="0"/>
                    </a:p>
                  </a:txBody>
                  <a:tcPr/>
                </a:tc>
                <a:extLst>
                  <a:ext uri="{0D108BD9-81ED-4DB2-BD59-A6C34878D82A}">
                    <a16:rowId xmlns:a16="http://schemas.microsoft.com/office/drawing/2014/main" val="2400188190"/>
                  </a:ext>
                </a:extLst>
              </a:tr>
            </a:tbl>
          </a:graphicData>
        </a:graphic>
      </p:graphicFrame>
      <p:sp>
        <p:nvSpPr>
          <p:cNvPr id="17" name="TextBox 16">
            <a:extLst>
              <a:ext uri="{FF2B5EF4-FFF2-40B4-BE49-F238E27FC236}">
                <a16:creationId xmlns:a16="http://schemas.microsoft.com/office/drawing/2014/main" id="{52562272-51E0-2489-4A34-7B222B899CB7}"/>
              </a:ext>
            </a:extLst>
          </p:cNvPr>
          <p:cNvSpPr txBox="1"/>
          <p:nvPr/>
        </p:nvSpPr>
        <p:spPr>
          <a:xfrm>
            <a:off x="2265540" y="5737878"/>
            <a:ext cx="2172390" cy="400110"/>
          </a:xfrm>
          <a:prstGeom prst="rect">
            <a:avLst/>
          </a:prstGeom>
          <a:noFill/>
        </p:spPr>
        <p:txBody>
          <a:bodyPr wrap="none" rtlCol="0">
            <a:spAutoFit/>
          </a:bodyPr>
          <a:lstStyle/>
          <a:p>
            <a:r>
              <a:rPr lang="en-US" sz="2000" dirty="0"/>
              <a:t>After PUSH {r1,r2}</a:t>
            </a:r>
          </a:p>
        </p:txBody>
      </p:sp>
      <p:sp>
        <p:nvSpPr>
          <p:cNvPr id="18" name="TextBox 17">
            <a:extLst>
              <a:ext uri="{FF2B5EF4-FFF2-40B4-BE49-F238E27FC236}">
                <a16:creationId xmlns:a16="http://schemas.microsoft.com/office/drawing/2014/main" id="{FE4D86A8-AA90-1492-FAB2-5B31D09C28BB}"/>
              </a:ext>
            </a:extLst>
          </p:cNvPr>
          <p:cNvSpPr txBox="1"/>
          <p:nvPr/>
        </p:nvSpPr>
        <p:spPr>
          <a:xfrm>
            <a:off x="4575711" y="5733869"/>
            <a:ext cx="2172390" cy="400110"/>
          </a:xfrm>
          <a:prstGeom prst="rect">
            <a:avLst/>
          </a:prstGeom>
          <a:noFill/>
        </p:spPr>
        <p:txBody>
          <a:bodyPr wrap="none" rtlCol="0">
            <a:spAutoFit/>
          </a:bodyPr>
          <a:lstStyle/>
          <a:p>
            <a:r>
              <a:rPr lang="en-US" sz="2000" dirty="0"/>
              <a:t>After PUSH {r3,r0}</a:t>
            </a:r>
          </a:p>
        </p:txBody>
      </p:sp>
      <p:graphicFrame>
        <p:nvGraphicFramePr>
          <p:cNvPr id="19" name="Table 18">
            <a:extLst>
              <a:ext uri="{FF2B5EF4-FFF2-40B4-BE49-F238E27FC236}">
                <a16:creationId xmlns:a16="http://schemas.microsoft.com/office/drawing/2014/main" id="{AF2FBF41-08B2-16FD-577F-65544DBE3A6E}"/>
              </a:ext>
            </a:extLst>
          </p:cNvPr>
          <p:cNvGraphicFramePr>
            <a:graphicFrameLocks noGrp="1"/>
          </p:cNvGraphicFramePr>
          <p:nvPr/>
        </p:nvGraphicFramePr>
        <p:xfrm>
          <a:off x="7417937" y="3784600"/>
          <a:ext cx="838200" cy="1854200"/>
        </p:xfrm>
        <a:graphic>
          <a:graphicData uri="http://schemas.openxmlformats.org/drawingml/2006/table">
            <a:tbl>
              <a:tblPr firstRow="1" bandRow="1">
                <a:tableStyleId>{5940675A-B579-460E-94D1-54222C63F5DA}</a:tableStyleId>
              </a:tblPr>
              <a:tblGrid>
                <a:gridCol w="838200">
                  <a:extLst>
                    <a:ext uri="{9D8B030D-6E8A-4147-A177-3AD203B41FA5}">
                      <a16:colId xmlns:a16="http://schemas.microsoft.com/office/drawing/2014/main" val="2965708559"/>
                    </a:ext>
                  </a:extLst>
                </a:gridCol>
              </a:tblGrid>
              <a:tr h="370840">
                <a:tc>
                  <a:txBody>
                    <a:bodyPr/>
                    <a:lstStyle/>
                    <a:p>
                      <a:pPr algn="ctr"/>
                      <a:endParaRPr lang="en-US" dirty="0"/>
                    </a:p>
                  </a:txBody>
                  <a:tcPr/>
                </a:tc>
                <a:extLst>
                  <a:ext uri="{0D108BD9-81ED-4DB2-BD59-A6C34878D82A}">
                    <a16:rowId xmlns:a16="http://schemas.microsoft.com/office/drawing/2014/main" val="2472658947"/>
                  </a:ext>
                </a:extLst>
              </a:tr>
              <a:tr h="370840">
                <a:tc>
                  <a:txBody>
                    <a:bodyPr/>
                    <a:lstStyle/>
                    <a:p>
                      <a:pPr algn="ctr"/>
                      <a:endParaRPr lang="en-US" dirty="0"/>
                    </a:p>
                  </a:txBody>
                  <a:tcPr/>
                </a:tc>
                <a:extLst>
                  <a:ext uri="{0D108BD9-81ED-4DB2-BD59-A6C34878D82A}">
                    <a16:rowId xmlns:a16="http://schemas.microsoft.com/office/drawing/2014/main" val="2790041352"/>
                  </a:ext>
                </a:extLst>
              </a:tr>
              <a:tr h="370840">
                <a:tc>
                  <a:txBody>
                    <a:bodyPr/>
                    <a:lstStyle/>
                    <a:p>
                      <a:pPr algn="ctr"/>
                      <a:endParaRPr lang="en-US" dirty="0"/>
                    </a:p>
                  </a:txBody>
                  <a:tcPr/>
                </a:tc>
                <a:extLst>
                  <a:ext uri="{0D108BD9-81ED-4DB2-BD59-A6C34878D82A}">
                    <a16:rowId xmlns:a16="http://schemas.microsoft.com/office/drawing/2014/main" val="1635259289"/>
                  </a:ext>
                </a:extLst>
              </a:tr>
              <a:tr h="370840">
                <a:tc>
                  <a:txBody>
                    <a:bodyPr/>
                    <a:lstStyle/>
                    <a:p>
                      <a:pPr algn="ctr"/>
                      <a:endParaRPr lang="en-US" dirty="0"/>
                    </a:p>
                  </a:txBody>
                  <a:tcPr/>
                </a:tc>
                <a:extLst>
                  <a:ext uri="{0D108BD9-81ED-4DB2-BD59-A6C34878D82A}">
                    <a16:rowId xmlns:a16="http://schemas.microsoft.com/office/drawing/2014/main" val="3475318883"/>
                  </a:ext>
                </a:extLst>
              </a:tr>
              <a:tr h="370840">
                <a:tc>
                  <a:txBody>
                    <a:bodyPr/>
                    <a:lstStyle/>
                    <a:p>
                      <a:pPr algn="ctr"/>
                      <a:endParaRPr lang="en-US" dirty="0"/>
                    </a:p>
                  </a:txBody>
                  <a:tcPr/>
                </a:tc>
                <a:extLst>
                  <a:ext uri="{0D108BD9-81ED-4DB2-BD59-A6C34878D82A}">
                    <a16:rowId xmlns:a16="http://schemas.microsoft.com/office/drawing/2014/main" val="2400188190"/>
                  </a:ext>
                </a:extLst>
              </a:tr>
            </a:tbl>
          </a:graphicData>
        </a:graphic>
      </p:graphicFrame>
      <p:sp>
        <p:nvSpPr>
          <p:cNvPr id="22" name="TextBox 21">
            <a:extLst>
              <a:ext uri="{FF2B5EF4-FFF2-40B4-BE49-F238E27FC236}">
                <a16:creationId xmlns:a16="http://schemas.microsoft.com/office/drawing/2014/main" id="{48B69D91-DFE6-88E9-7060-DADED4F5332B}"/>
              </a:ext>
            </a:extLst>
          </p:cNvPr>
          <p:cNvSpPr txBox="1"/>
          <p:nvPr/>
        </p:nvSpPr>
        <p:spPr>
          <a:xfrm>
            <a:off x="6721062" y="5743714"/>
            <a:ext cx="2383986" cy="707886"/>
          </a:xfrm>
          <a:prstGeom prst="rect">
            <a:avLst/>
          </a:prstGeom>
          <a:noFill/>
        </p:spPr>
        <p:txBody>
          <a:bodyPr wrap="none" rtlCol="0">
            <a:spAutoFit/>
          </a:bodyPr>
          <a:lstStyle/>
          <a:p>
            <a:r>
              <a:rPr lang="en-US" sz="2000" dirty="0"/>
              <a:t>After POP {r0-r3}</a:t>
            </a:r>
          </a:p>
          <a:p>
            <a:r>
              <a:rPr lang="en-US" sz="2000" dirty="0"/>
              <a:t>r0=?, r1=?, r2=?, r3=?</a:t>
            </a:r>
          </a:p>
        </p:txBody>
      </p:sp>
    </p:spTree>
    <p:extLst>
      <p:ext uri="{BB962C8B-B14F-4D97-AF65-F5344CB8AC3E}">
        <p14:creationId xmlns:p14="http://schemas.microsoft.com/office/powerpoint/2010/main" val="46574985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14492E-E870-6486-2824-677B21BA30B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4322505-1263-8867-CBD4-3845DB776BF0}"/>
              </a:ext>
            </a:extLst>
          </p:cNvPr>
          <p:cNvSpPr>
            <a:spLocks noGrp="1"/>
          </p:cNvSpPr>
          <p:nvPr>
            <p:ph type="title"/>
          </p:nvPr>
        </p:nvSpPr>
        <p:spPr/>
        <p:txBody>
          <a:bodyPr/>
          <a:lstStyle/>
          <a:p>
            <a:r>
              <a:rPr lang="en-US" dirty="0"/>
              <a:t>Stack ANS</a:t>
            </a:r>
          </a:p>
        </p:txBody>
      </p:sp>
      <p:sp>
        <p:nvSpPr>
          <p:cNvPr id="3" name="Slide Number Placeholder 2">
            <a:extLst>
              <a:ext uri="{FF2B5EF4-FFF2-40B4-BE49-F238E27FC236}">
                <a16:creationId xmlns:a16="http://schemas.microsoft.com/office/drawing/2014/main" id="{DC7FB908-97AA-B669-AB86-CBD8339F3B94}"/>
              </a:ext>
            </a:extLst>
          </p:cNvPr>
          <p:cNvSpPr>
            <a:spLocks noGrp="1"/>
          </p:cNvSpPr>
          <p:nvPr>
            <p:ph type="sldNum" sz="quarter" idx="12"/>
          </p:nvPr>
        </p:nvSpPr>
        <p:spPr/>
        <p:txBody>
          <a:bodyPr/>
          <a:lstStyle/>
          <a:p>
            <a:fld id="{EA7C8D44-3667-46F6-9772-CC52308E2A7F}" type="slidenum">
              <a:rPr kumimoji="0" lang="en-US" smtClean="0"/>
              <a:pPr/>
              <a:t>9</a:t>
            </a:fld>
            <a:endParaRPr kumimoji="0" lang="en-US" dirty="0"/>
          </a:p>
        </p:txBody>
      </p:sp>
      <p:sp>
        <p:nvSpPr>
          <p:cNvPr id="4" name="Content Placeholder 3">
            <a:extLst>
              <a:ext uri="{FF2B5EF4-FFF2-40B4-BE49-F238E27FC236}">
                <a16:creationId xmlns:a16="http://schemas.microsoft.com/office/drawing/2014/main" id="{36843E04-780F-8745-F7A3-B8C73E674D4A}"/>
              </a:ext>
            </a:extLst>
          </p:cNvPr>
          <p:cNvSpPr>
            <a:spLocks noGrp="1"/>
          </p:cNvSpPr>
          <p:nvPr>
            <p:ph sz="quarter" idx="1"/>
          </p:nvPr>
        </p:nvSpPr>
        <p:spPr>
          <a:xfrm>
            <a:off x="457200" y="1219200"/>
            <a:ext cx="8229600" cy="2667000"/>
          </a:xfrm>
        </p:spPr>
        <p:txBody>
          <a:bodyPr>
            <a:normAutofit fontScale="92500" lnSpcReduction="20000"/>
          </a:bodyPr>
          <a:lstStyle/>
          <a:p>
            <a:pPr marL="342900" indent="-342900">
              <a:spcBef>
                <a:spcPts val="0"/>
              </a:spcBef>
            </a:pPr>
            <a:r>
              <a:rPr lang="en-US" dirty="0"/>
              <a:t>Initially, let r0=0, r1=1, r2=2, r3=3</a:t>
            </a:r>
          </a:p>
          <a:p>
            <a:pPr marL="342900" indent="-342900"/>
            <a:r>
              <a:rPr lang="en-US" dirty="0"/>
              <a:t>Execute  </a:t>
            </a:r>
          </a:p>
          <a:p>
            <a:pPr marL="0" indent="0">
              <a:buNone/>
            </a:pPr>
            <a:r>
              <a:rPr lang="en-US" dirty="0">
                <a:solidFill>
                  <a:srgbClr val="7030A0"/>
                </a:solidFill>
                <a:ea typeface="Courier New"/>
                <a:cs typeface="Courier New"/>
                <a:sym typeface="Courier New"/>
              </a:rPr>
              <a:t>     PUSH {r1,r2}</a:t>
            </a:r>
          </a:p>
          <a:p>
            <a:pPr marL="0" indent="0">
              <a:buNone/>
            </a:pPr>
            <a:r>
              <a:rPr lang="en-US" dirty="0">
                <a:solidFill>
                  <a:srgbClr val="7030A0"/>
                </a:solidFill>
                <a:ea typeface="Courier New"/>
                <a:cs typeface="Courier New"/>
                <a:sym typeface="Courier New"/>
              </a:rPr>
              <a:t>     PUSH {r3,r0}</a:t>
            </a:r>
          </a:p>
          <a:p>
            <a:pPr marL="0" indent="0">
              <a:buNone/>
            </a:pPr>
            <a:r>
              <a:rPr lang="en-US" dirty="0">
                <a:solidFill>
                  <a:srgbClr val="7030A0"/>
                </a:solidFill>
                <a:ea typeface="Courier New"/>
                <a:cs typeface="Courier New"/>
                <a:sym typeface="Courier New"/>
              </a:rPr>
              <a:t>     POP {r0-r3}</a:t>
            </a:r>
          </a:p>
          <a:p>
            <a:pPr marL="342900" indent="-342900"/>
            <a:r>
              <a:rPr lang="en-US" dirty="0"/>
              <a:t>Draw stack after each instruction. What is in registers after execution?</a:t>
            </a:r>
          </a:p>
        </p:txBody>
      </p:sp>
      <p:graphicFrame>
        <p:nvGraphicFramePr>
          <p:cNvPr id="8" name="Table 7">
            <a:extLst>
              <a:ext uri="{FF2B5EF4-FFF2-40B4-BE49-F238E27FC236}">
                <a16:creationId xmlns:a16="http://schemas.microsoft.com/office/drawing/2014/main" id="{03308E94-A0F6-359D-717D-891E2E630EAB}"/>
              </a:ext>
            </a:extLst>
          </p:cNvPr>
          <p:cNvGraphicFramePr>
            <a:graphicFrameLocks noGrp="1"/>
          </p:cNvGraphicFramePr>
          <p:nvPr>
            <p:extLst>
              <p:ext uri="{D42A27DB-BD31-4B8C-83A1-F6EECF244321}">
                <p14:modId xmlns:p14="http://schemas.microsoft.com/office/powerpoint/2010/main" val="1105686839"/>
              </p:ext>
            </p:extLst>
          </p:nvPr>
        </p:nvGraphicFramePr>
        <p:xfrm>
          <a:off x="955684" y="3799348"/>
          <a:ext cx="838200" cy="1854200"/>
        </p:xfrm>
        <a:graphic>
          <a:graphicData uri="http://schemas.openxmlformats.org/drawingml/2006/table">
            <a:tbl>
              <a:tblPr firstRow="1" bandRow="1">
                <a:tableStyleId>{5940675A-B579-460E-94D1-54222C63F5DA}</a:tableStyleId>
              </a:tblPr>
              <a:tblGrid>
                <a:gridCol w="838200">
                  <a:extLst>
                    <a:ext uri="{9D8B030D-6E8A-4147-A177-3AD203B41FA5}">
                      <a16:colId xmlns:a16="http://schemas.microsoft.com/office/drawing/2014/main" val="2965708559"/>
                    </a:ext>
                  </a:extLst>
                </a:gridCol>
              </a:tblGrid>
              <a:tr h="370840">
                <a:tc>
                  <a:txBody>
                    <a:bodyPr/>
                    <a:lstStyle/>
                    <a:p>
                      <a:pPr algn="ctr"/>
                      <a:endParaRPr lang="en-US" dirty="0"/>
                    </a:p>
                  </a:txBody>
                  <a:tcPr/>
                </a:tc>
                <a:extLst>
                  <a:ext uri="{0D108BD9-81ED-4DB2-BD59-A6C34878D82A}">
                    <a16:rowId xmlns:a16="http://schemas.microsoft.com/office/drawing/2014/main" val="2472658947"/>
                  </a:ext>
                </a:extLst>
              </a:tr>
              <a:tr h="370840">
                <a:tc>
                  <a:txBody>
                    <a:bodyPr/>
                    <a:lstStyle/>
                    <a:p>
                      <a:pPr algn="ctr"/>
                      <a:endParaRPr lang="en-US" dirty="0"/>
                    </a:p>
                  </a:txBody>
                  <a:tcPr/>
                </a:tc>
                <a:extLst>
                  <a:ext uri="{0D108BD9-81ED-4DB2-BD59-A6C34878D82A}">
                    <a16:rowId xmlns:a16="http://schemas.microsoft.com/office/drawing/2014/main" val="2790041352"/>
                  </a:ext>
                </a:extLst>
              </a:tr>
              <a:tr h="370840">
                <a:tc>
                  <a:txBody>
                    <a:bodyPr/>
                    <a:lstStyle/>
                    <a:p>
                      <a:pPr algn="ctr"/>
                      <a:endParaRPr lang="en-US" dirty="0"/>
                    </a:p>
                  </a:txBody>
                  <a:tcPr/>
                </a:tc>
                <a:extLst>
                  <a:ext uri="{0D108BD9-81ED-4DB2-BD59-A6C34878D82A}">
                    <a16:rowId xmlns:a16="http://schemas.microsoft.com/office/drawing/2014/main" val="1635259289"/>
                  </a:ext>
                </a:extLst>
              </a:tr>
              <a:tr h="370840">
                <a:tc>
                  <a:txBody>
                    <a:bodyPr/>
                    <a:lstStyle/>
                    <a:p>
                      <a:pPr algn="ctr"/>
                      <a:endParaRPr lang="en-US" dirty="0"/>
                    </a:p>
                  </a:txBody>
                  <a:tcPr/>
                </a:tc>
                <a:extLst>
                  <a:ext uri="{0D108BD9-81ED-4DB2-BD59-A6C34878D82A}">
                    <a16:rowId xmlns:a16="http://schemas.microsoft.com/office/drawing/2014/main" val="3475318883"/>
                  </a:ext>
                </a:extLst>
              </a:tr>
              <a:tr h="370840">
                <a:tc>
                  <a:txBody>
                    <a:bodyPr/>
                    <a:lstStyle/>
                    <a:p>
                      <a:pPr algn="ctr"/>
                      <a:endParaRPr lang="en-US" dirty="0"/>
                    </a:p>
                  </a:txBody>
                  <a:tcPr/>
                </a:tc>
                <a:extLst>
                  <a:ext uri="{0D108BD9-81ED-4DB2-BD59-A6C34878D82A}">
                    <a16:rowId xmlns:a16="http://schemas.microsoft.com/office/drawing/2014/main" val="2400188190"/>
                  </a:ext>
                </a:extLst>
              </a:tr>
            </a:tbl>
          </a:graphicData>
        </a:graphic>
      </p:graphicFrame>
      <p:sp>
        <p:nvSpPr>
          <p:cNvPr id="9" name="Arrow: Right 8">
            <a:extLst>
              <a:ext uri="{FF2B5EF4-FFF2-40B4-BE49-F238E27FC236}">
                <a16:creationId xmlns:a16="http://schemas.microsoft.com/office/drawing/2014/main" id="{FBE0A9DC-0F13-5E17-C834-D68F85D8A1B9}"/>
              </a:ext>
            </a:extLst>
          </p:cNvPr>
          <p:cNvSpPr/>
          <p:nvPr/>
        </p:nvSpPr>
        <p:spPr>
          <a:xfrm>
            <a:off x="479216" y="3913934"/>
            <a:ext cx="397565" cy="235054"/>
          </a:xfrm>
          <a:prstGeom prst="rightArrow">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DE97FC87-43CF-4901-CF7A-C5C93E8F3712}"/>
              </a:ext>
            </a:extLst>
          </p:cNvPr>
          <p:cNvSpPr txBox="1"/>
          <p:nvPr/>
        </p:nvSpPr>
        <p:spPr>
          <a:xfrm>
            <a:off x="-23357" y="3815407"/>
            <a:ext cx="433132" cy="400110"/>
          </a:xfrm>
          <a:prstGeom prst="rect">
            <a:avLst/>
          </a:prstGeom>
          <a:noFill/>
        </p:spPr>
        <p:txBody>
          <a:bodyPr wrap="none" rtlCol="0">
            <a:spAutoFit/>
          </a:bodyPr>
          <a:lstStyle/>
          <a:p>
            <a:r>
              <a:rPr lang="en-US" sz="2000" dirty="0"/>
              <a:t>SP</a:t>
            </a:r>
          </a:p>
        </p:txBody>
      </p:sp>
      <p:graphicFrame>
        <p:nvGraphicFramePr>
          <p:cNvPr id="11" name="Table 10">
            <a:extLst>
              <a:ext uri="{FF2B5EF4-FFF2-40B4-BE49-F238E27FC236}">
                <a16:creationId xmlns:a16="http://schemas.microsoft.com/office/drawing/2014/main" id="{F41DF45E-6835-8E25-656C-8E8DC4631F0E}"/>
              </a:ext>
            </a:extLst>
          </p:cNvPr>
          <p:cNvGraphicFramePr>
            <a:graphicFrameLocks noGrp="1"/>
          </p:cNvGraphicFramePr>
          <p:nvPr>
            <p:extLst>
              <p:ext uri="{D42A27DB-BD31-4B8C-83A1-F6EECF244321}">
                <p14:modId xmlns:p14="http://schemas.microsoft.com/office/powerpoint/2010/main" val="3297162447"/>
              </p:ext>
            </p:extLst>
          </p:nvPr>
        </p:nvGraphicFramePr>
        <p:xfrm>
          <a:off x="2876940" y="3799348"/>
          <a:ext cx="838200" cy="1854200"/>
        </p:xfrm>
        <a:graphic>
          <a:graphicData uri="http://schemas.openxmlformats.org/drawingml/2006/table">
            <a:tbl>
              <a:tblPr firstRow="1" bandRow="1">
                <a:tableStyleId>{5940675A-B579-460E-94D1-54222C63F5DA}</a:tableStyleId>
              </a:tblPr>
              <a:tblGrid>
                <a:gridCol w="838200">
                  <a:extLst>
                    <a:ext uri="{9D8B030D-6E8A-4147-A177-3AD203B41FA5}">
                      <a16:colId xmlns:a16="http://schemas.microsoft.com/office/drawing/2014/main" val="2965708559"/>
                    </a:ext>
                  </a:extLst>
                </a:gridCol>
              </a:tblGrid>
              <a:tr h="370840">
                <a:tc>
                  <a:txBody>
                    <a:bodyPr/>
                    <a:lstStyle/>
                    <a:p>
                      <a:pPr algn="ctr"/>
                      <a:endParaRPr lang="en-US" dirty="0"/>
                    </a:p>
                  </a:txBody>
                  <a:tcPr/>
                </a:tc>
                <a:extLst>
                  <a:ext uri="{0D108BD9-81ED-4DB2-BD59-A6C34878D82A}">
                    <a16:rowId xmlns:a16="http://schemas.microsoft.com/office/drawing/2014/main" val="2472658947"/>
                  </a:ext>
                </a:extLst>
              </a:tr>
              <a:tr h="370840">
                <a:tc>
                  <a:txBody>
                    <a:bodyPr/>
                    <a:lstStyle/>
                    <a:p>
                      <a:pPr algn="ctr"/>
                      <a:r>
                        <a:rPr lang="en-US" dirty="0"/>
                        <a:t>r2=2</a:t>
                      </a:r>
                    </a:p>
                  </a:txBody>
                  <a:tcPr/>
                </a:tc>
                <a:extLst>
                  <a:ext uri="{0D108BD9-81ED-4DB2-BD59-A6C34878D82A}">
                    <a16:rowId xmlns:a16="http://schemas.microsoft.com/office/drawing/2014/main" val="2790041352"/>
                  </a:ext>
                </a:extLst>
              </a:tr>
              <a:tr h="370840">
                <a:tc>
                  <a:txBody>
                    <a:bodyPr/>
                    <a:lstStyle/>
                    <a:p>
                      <a:pPr algn="ctr"/>
                      <a:r>
                        <a:rPr lang="en-US" dirty="0"/>
                        <a:t>r1=1</a:t>
                      </a:r>
                    </a:p>
                  </a:txBody>
                  <a:tcPr/>
                </a:tc>
                <a:extLst>
                  <a:ext uri="{0D108BD9-81ED-4DB2-BD59-A6C34878D82A}">
                    <a16:rowId xmlns:a16="http://schemas.microsoft.com/office/drawing/2014/main" val="1635259289"/>
                  </a:ext>
                </a:extLst>
              </a:tr>
              <a:tr h="370840">
                <a:tc>
                  <a:txBody>
                    <a:bodyPr/>
                    <a:lstStyle/>
                    <a:p>
                      <a:pPr algn="ctr"/>
                      <a:endParaRPr lang="en-US" dirty="0"/>
                    </a:p>
                  </a:txBody>
                  <a:tcPr/>
                </a:tc>
                <a:extLst>
                  <a:ext uri="{0D108BD9-81ED-4DB2-BD59-A6C34878D82A}">
                    <a16:rowId xmlns:a16="http://schemas.microsoft.com/office/drawing/2014/main" val="3475318883"/>
                  </a:ext>
                </a:extLst>
              </a:tr>
              <a:tr h="370840">
                <a:tc>
                  <a:txBody>
                    <a:bodyPr/>
                    <a:lstStyle/>
                    <a:p>
                      <a:pPr algn="ctr"/>
                      <a:endParaRPr lang="en-US" dirty="0"/>
                    </a:p>
                  </a:txBody>
                  <a:tcPr/>
                </a:tc>
                <a:extLst>
                  <a:ext uri="{0D108BD9-81ED-4DB2-BD59-A6C34878D82A}">
                    <a16:rowId xmlns:a16="http://schemas.microsoft.com/office/drawing/2014/main" val="2400188190"/>
                  </a:ext>
                </a:extLst>
              </a:tr>
            </a:tbl>
          </a:graphicData>
        </a:graphic>
      </p:graphicFrame>
      <p:sp>
        <p:nvSpPr>
          <p:cNvPr id="12" name="Arrow: Right 11">
            <a:extLst>
              <a:ext uri="{FF2B5EF4-FFF2-40B4-BE49-F238E27FC236}">
                <a16:creationId xmlns:a16="http://schemas.microsoft.com/office/drawing/2014/main" id="{B243B488-2D7A-A8C2-598C-7289DABA24B7}"/>
              </a:ext>
            </a:extLst>
          </p:cNvPr>
          <p:cNvSpPr/>
          <p:nvPr/>
        </p:nvSpPr>
        <p:spPr>
          <a:xfrm>
            <a:off x="2420559" y="4638971"/>
            <a:ext cx="397565" cy="235054"/>
          </a:xfrm>
          <a:prstGeom prst="rightArrow">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EA6F7C4A-B9A7-2468-84A3-CDFC9A75A5CB}"/>
              </a:ext>
            </a:extLst>
          </p:cNvPr>
          <p:cNvSpPr txBox="1"/>
          <p:nvPr/>
        </p:nvSpPr>
        <p:spPr>
          <a:xfrm>
            <a:off x="1917986" y="4540444"/>
            <a:ext cx="433132" cy="400110"/>
          </a:xfrm>
          <a:prstGeom prst="rect">
            <a:avLst/>
          </a:prstGeom>
          <a:noFill/>
        </p:spPr>
        <p:txBody>
          <a:bodyPr wrap="none" rtlCol="0">
            <a:spAutoFit/>
          </a:bodyPr>
          <a:lstStyle/>
          <a:p>
            <a:r>
              <a:rPr lang="en-US" sz="2000" dirty="0"/>
              <a:t>SP</a:t>
            </a:r>
          </a:p>
        </p:txBody>
      </p:sp>
      <p:graphicFrame>
        <p:nvGraphicFramePr>
          <p:cNvPr id="14" name="Table 13">
            <a:extLst>
              <a:ext uri="{FF2B5EF4-FFF2-40B4-BE49-F238E27FC236}">
                <a16:creationId xmlns:a16="http://schemas.microsoft.com/office/drawing/2014/main" id="{D915B79B-0559-150B-208E-D718B7EC52C1}"/>
              </a:ext>
            </a:extLst>
          </p:cNvPr>
          <p:cNvGraphicFramePr>
            <a:graphicFrameLocks noGrp="1"/>
          </p:cNvGraphicFramePr>
          <p:nvPr>
            <p:extLst>
              <p:ext uri="{D42A27DB-BD31-4B8C-83A1-F6EECF244321}">
                <p14:modId xmlns:p14="http://schemas.microsoft.com/office/powerpoint/2010/main" val="2158631816"/>
              </p:ext>
            </p:extLst>
          </p:nvPr>
        </p:nvGraphicFramePr>
        <p:xfrm>
          <a:off x="5181600" y="3784600"/>
          <a:ext cx="838200" cy="1854200"/>
        </p:xfrm>
        <a:graphic>
          <a:graphicData uri="http://schemas.openxmlformats.org/drawingml/2006/table">
            <a:tbl>
              <a:tblPr firstRow="1" bandRow="1">
                <a:tableStyleId>{5940675A-B579-460E-94D1-54222C63F5DA}</a:tableStyleId>
              </a:tblPr>
              <a:tblGrid>
                <a:gridCol w="838200">
                  <a:extLst>
                    <a:ext uri="{9D8B030D-6E8A-4147-A177-3AD203B41FA5}">
                      <a16:colId xmlns:a16="http://schemas.microsoft.com/office/drawing/2014/main" val="2965708559"/>
                    </a:ext>
                  </a:extLst>
                </a:gridCol>
              </a:tblGrid>
              <a:tr h="370840">
                <a:tc>
                  <a:txBody>
                    <a:bodyPr/>
                    <a:lstStyle/>
                    <a:p>
                      <a:pPr algn="ctr"/>
                      <a:endParaRPr lang="en-US" dirty="0"/>
                    </a:p>
                  </a:txBody>
                  <a:tcPr/>
                </a:tc>
                <a:extLst>
                  <a:ext uri="{0D108BD9-81ED-4DB2-BD59-A6C34878D82A}">
                    <a16:rowId xmlns:a16="http://schemas.microsoft.com/office/drawing/2014/main" val="2472658947"/>
                  </a:ext>
                </a:extLst>
              </a:tr>
              <a:tr h="370840">
                <a:tc>
                  <a:txBody>
                    <a:bodyPr/>
                    <a:lstStyle/>
                    <a:p>
                      <a:pPr algn="ctr"/>
                      <a:r>
                        <a:rPr lang="en-US" dirty="0"/>
                        <a:t>r2=2</a:t>
                      </a:r>
                    </a:p>
                  </a:txBody>
                  <a:tcPr/>
                </a:tc>
                <a:extLst>
                  <a:ext uri="{0D108BD9-81ED-4DB2-BD59-A6C34878D82A}">
                    <a16:rowId xmlns:a16="http://schemas.microsoft.com/office/drawing/2014/main" val="2790041352"/>
                  </a:ext>
                </a:extLst>
              </a:tr>
              <a:tr h="370840">
                <a:tc>
                  <a:txBody>
                    <a:bodyPr/>
                    <a:lstStyle/>
                    <a:p>
                      <a:pPr algn="ctr"/>
                      <a:r>
                        <a:rPr lang="en-US" dirty="0"/>
                        <a:t>r1=1</a:t>
                      </a:r>
                    </a:p>
                  </a:txBody>
                  <a:tcPr/>
                </a:tc>
                <a:extLst>
                  <a:ext uri="{0D108BD9-81ED-4DB2-BD59-A6C34878D82A}">
                    <a16:rowId xmlns:a16="http://schemas.microsoft.com/office/drawing/2014/main" val="1635259289"/>
                  </a:ext>
                </a:extLst>
              </a:tr>
              <a:tr h="370840">
                <a:tc>
                  <a:txBody>
                    <a:bodyPr/>
                    <a:lstStyle/>
                    <a:p>
                      <a:pPr algn="ctr"/>
                      <a:r>
                        <a:rPr lang="en-US" dirty="0"/>
                        <a:t>r3=3</a:t>
                      </a:r>
                    </a:p>
                  </a:txBody>
                  <a:tcPr/>
                </a:tc>
                <a:extLst>
                  <a:ext uri="{0D108BD9-81ED-4DB2-BD59-A6C34878D82A}">
                    <a16:rowId xmlns:a16="http://schemas.microsoft.com/office/drawing/2014/main" val="3475318883"/>
                  </a:ext>
                </a:extLst>
              </a:tr>
              <a:tr h="370840">
                <a:tc>
                  <a:txBody>
                    <a:bodyPr/>
                    <a:lstStyle/>
                    <a:p>
                      <a:pPr algn="ctr"/>
                      <a:r>
                        <a:rPr lang="en-US" dirty="0"/>
                        <a:t>r0=0</a:t>
                      </a:r>
                    </a:p>
                  </a:txBody>
                  <a:tcPr/>
                </a:tc>
                <a:extLst>
                  <a:ext uri="{0D108BD9-81ED-4DB2-BD59-A6C34878D82A}">
                    <a16:rowId xmlns:a16="http://schemas.microsoft.com/office/drawing/2014/main" val="2400188190"/>
                  </a:ext>
                </a:extLst>
              </a:tr>
            </a:tbl>
          </a:graphicData>
        </a:graphic>
      </p:graphicFrame>
      <p:sp>
        <p:nvSpPr>
          <p:cNvPr id="15" name="Arrow: Right 14">
            <a:extLst>
              <a:ext uri="{FF2B5EF4-FFF2-40B4-BE49-F238E27FC236}">
                <a16:creationId xmlns:a16="http://schemas.microsoft.com/office/drawing/2014/main" id="{89C82B0B-D220-355C-C11A-2B105F6B47A5}"/>
              </a:ext>
            </a:extLst>
          </p:cNvPr>
          <p:cNvSpPr/>
          <p:nvPr/>
        </p:nvSpPr>
        <p:spPr>
          <a:xfrm>
            <a:off x="4715716" y="5360854"/>
            <a:ext cx="397565" cy="235054"/>
          </a:xfrm>
          <a:prstGeom prst="rightArrow">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TextBox 15">
            <a:extLst>
              <a:ext uri="{FF2B5EF4-FFF2-40B4-BE49-F238E27FC236}">
                <a16:creationId xmlns:a16="http://schemas.microsoft.com/office/drawing/2014/main" id="{AB622E9D-674E-4337-516D-F1611B40B59F}"/>
              </a:ext>
            </a:extLst>
          </p:cNvPr>
          <p:cNvSpPr txBox="1"/>
          <p:nvPr/>
        </p:nvSpPr>
        <p:spPr>
          <a:xfrm>
            <a:off x="4213143" y="5262327"/>
            <a:ext cx="433132" cy="400110"/>
          </a:xfrm>
          <a:prstGeom prst="rect">
            <a:avLst/>
          </a:prstGeom>
          <a:noFill/>
        </p:spPr>
        <p:txBody>
          <a:bodyPr wrap="none" rtlCol="0">
            <a:spAutoFit/>
          </a:bodyPr>
          <a:lstStyle/>
          <a:p>
            <a:r>
              <a:rPr lang="en-US" sz="2000" dirty="0"/>
              <a:t>SP</a:t>
            </a:r>
          </a:p>
        </p:txBody>
      </p:sp>
      <p:sp>
        <p:nvSpPr>
          <p:cNvPr id="17" name="TextBox 16">
            <a:extLst>
              <a:ext uri="{FF2B5EF4-FFF2-40B4-BE49-F238E27FC236}">
                <a16:creationId xmlns:a16="http://schemas.microsoft.com/office/drawing/2014/main" id="{89FABA7E-D88F-B22C-2671-4103A5520001}"/>
              </a:ext>
            </a:extLst>
          </p:cNvPr>
          <p:cNvSpPr txBox="1"/>
          <p:nvPr/>
        </p:nvSpPr>
        <p:spPr>
          <a:xfrm>
            <a:off x="2265540" y="5737878"/>
            <a:ext cx="2172390" cy="400110"/>
          </a:xfrm>
          <a:prstGeom prst="rect">
            <a:avLst/>
          </a:prstGeom>
          <a:noFill/>
        </p:spPr>
        <p:txBody>
          <a:bodyPr wrap="none" rtlCol="0">
            <a:spAutoFit/>
          </a:bodyPr>
          <a:lstStyle/>
          <a:p>
            <a:r>
              <a:rPr lang="en-US" sz="2000" dirty="0"/>
              <a:t>After PUSH {r1,r2}</a:t>
            </a:r>
          </a:p>
        </p:txBody>
      </p:sp>
      <p:sp>
        <p:nvSpPr>
          <p:cNvPr id="18" name="TextBox 17">
            <a:extLst>
              <a:ext uri="{FF2B5EF4-FFF2-40B4-BE49-F238E27FC236}">
                <a16:creationId xmlns:a16="http://schemas.microsoft.com/office/drawing/2014/main" id="{575A4558-8CD1-5604-11F5-98FCE4191B47}"/>
              </a:ext>
            </a:extLst>
          </p:cNvPr>
          <p:cNvSpPr txBox="1"/>
          <p:nvPr/>
        </p:nvSpPr>
        <p:spPr>
          <a:xfrm>
            <a:off x="4575711" y="5733869"/>
            <a:ext cx="2172390" cy="400110"/>
          </a:xfrm>
          <a:prstGeom prst="rect">
            <a:avLst/>
          </a:prstGeom>
          <a:noFill/>
        </p:spPr>
        <p:txBody>
          <a:bodyPr wrap="none" rtlCol="0">
            <a:spAutoFit/>
          </a:bodyPr>
          <a:lstStyle/>
          <a:p>
            <a:r>
              <a:rPr lang="en-US" sz="2000" dirty="0"/>
              <a:t>After PUSH {r3,r0}</a:t>
            </a:r>
          </a:p>
        </p:txBody>
      </p:sp>
      <p:graphicFrame>
        <p:nvGraphicFramePr>
          <p:cNvPr id="19" name="Table 18">
            <a:extLst>
              <a:ext uri="{FF2B5EF4-FFF2-40B4-BE49-F238E27FC236}">
                <a16:creationId xmlns:a16="http://schemas.microsoft.com/office/drawing/2014/main" id="{138764CE-BAA4-9C81-9732-4DD4B550914C}"/>
              </a:ext>
            </a:extLst>
          </p:cNvPr>
          <p:cNvGraphicFramePr>
            <a:graphicFrameLocks noGrp="1"/>
          </p:cNvGraphicFramePr>
          <p:nvPr>
            <p:extLst>
              <p:ext uri="{D42A27DB-BD31-4B8C-83A1-F6EECF244321}">
                <p14:modId xmlns:p14="http://schemas.microsoft.com/office/powerpoint/2010/main" val="3777744457"/>
              </p:ext>
            </p:extLst>
          </p:nvPr>
        </p:nvGraphicFramePr>
        <p:xfrm>
          <a:off x="7417937" y="3784600"/>
          <a:ext cx="838200" cy="1854200"/>
        </p:xfrm>
        <a:graphic>
          <a:graphicData uri="http://schemas.openxmlformats.org/drawingml/2006/table">
            <a:tbl>
              <a:tblPr firstRow="1" bandRow="1">
                <a:tableStyleId>{5940675A-B579-460E-94D1-54222C63F5DA}</a:tableStyleId>
              </a:tblPr>
              <a:tblGrid>
                <a:gridCol w="838200">
                  <a:extLst>
                    <a:ext uri="{9D8B030D-6E8A-4147-A177-3AD203B41FA5}">
                      <a16:colId xmlns:a16="http://schemas.microsoft.com/office/drawing/2014/main" val="2965708559"/>
                    </a:ext>
                  </a:extLst>
                </a:gridCol>
              </a:tblGrid>
              <a:tr h="370840">
                <a:tc>
                  <a:txBody>
                    <a:bodyPr/>
                    <a:lstStyle/>
                    <a:p>
                      <a:pPr algn="ctr"/>
                      <a:endParaRPr lang="en-US" dirty="0"/>
                    </a:p>
                  </a:txBody>
                  <a:tcPr/>
                </a:tc>
                <a:extLst>
                  <a:ext uri="{0D108BD9-81ED-4DB2-BD59-A6C34878D82A}">
                    <a16:rowId xmlns:a16="http://schemas.microsoft.com/office/drawing/2014/main" val="2472658947"/>
                  </a:ext>
                </a:extLst>
              </a:tr>
              <a:tr h="370840">
                <a:tc>
                  <a:txBody>
                    <a:bodyPr/>
                    <a:lstStyle/>
                    <a:p>
                      <a:pPr algn="ctr"/>
                      <a:endParaRPr lang="en-US" dirty="0"/>
                    </a:p>
                  </a:txBody>
                  <a:tcPr/>
                </a:tc>
                <a:extLst>
                  <a:ext uri="{0D108BD9-81ED-4DB2-BD59-A6C34878D82A}">
                    <a16:rowId xmlns:a16="http://schemas.microsoft.com/office/drawing/2014/main" val="2790041352"/>
                  </a:ext>
                </a:extLst>
              </a:tr>
              <a:tr h="370840">
                <a:tc>
                  <a:txBody>
                    <a:bodyPr/>
                    <a:lstStyle/>
                    <a:p>
                      <a:pPr algn="ctr"/>
                      <a:endParaRPr lang="en-US" dirty="0"/>
                    </a:p>
                  </a:txBody>
                  <a:tcPr/>
                </a:tc>
                <a:extLst>
                  <a:ext uri="{0D108BD9-81ED-4DB2-BD59-A6C34878D82A}">
                    <a16:rowId xmlns:a16="http://schemas.microsoft.com/office/drawing/2014/main" val="1635259289"/>
                  </a:ext>
                </a:extLst>
              </a:tr>
              <a:tr h="370840">
                <a:tc>
                  <a:txBody>
                    <a:bodyPr/>
                    <a:lstStyle/>
                    <a:p>
                      <a:pPr algn="ctr"/>
                      <a:endParaRPr lang="en-US" dirty="0"/>
                    </a:p>
                  </a:txBody>
                  <a:tcPr/>
                </a:tc>
                <a:extLst>
                  <a:ext uri="{0D108BD9-81ED-4DB2-BD59-A6C34878D82A}">
                    <a16:rowId xmlns:a16="http://schemas.microsoft.com/office/drawing/2014/main" val="3475318883"/>
                  </a:ext>
                </a:extLst>
              </a:tr>
              <a:tr h="370840">
                <a:tc>
                  <a:txBody>
                    <a:bodyPr/>
                    <a:lstStyle/>
                    <a:p>
                      <a:pPr algn="ctr"/>
                      <a:endParaRPr lang="en-US" dirty="0"/>
                    </a:p>
                  </a:txBody>
                  <a:tcPr/>
                </a:tc>
                <a:extLst>
                  <a:ext uri="{0D108BD9-81ED-4DB2-BD59-A6C34878D82A}">
                    <a16:rowId xmlns:a16="http://schemas.microsoft.com/office/drawing/2014/main" val="2400188190"/>
                  </a:ext>
                </a:extLst>
              </a:tr>
            </a:tbl>
          </a:graphicData>
        </a:graphic>
      </p:graphicFrame>
      <p:sp>
        <p:nvSpPr>
          <p:cNvPr id="20" name="Arrow: Right 19">
            <a:extLst>
              <a:ext uri="{FF2B5EF4-FFF2-40B4-BE49-F238E27FC236}">
                <a16:creationId xmlns:a16="http://schemas.microsoft.com/office/drawing/2014/main" id="{2F85393E-30E2-EDCD-D332-A91D6B997220}"/>
              </a:ext>
            </a:extLst>
          </p:cNvPr>
          <p:cNvSpPr/>
          <p:nvPr/>
        </p:nvSpPr>
        <p:spPr>
          <a:xfrm>
            <a:off x="6944156" y="3895740"/>
            <a:ext cx="397565" cy="235054"/>
          </a:xfrm>
          <a:prstGeom prst="rightArrow">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4524FD91-BDC9-DC17-142A-13AD5F27DA31}"/>
              </a:ext>
            </a:extLst>
          </p:cNvPr>
          <p:cNvSpPr txBox="1"/>
          <p:nvPr/>
        </p:nvSpPr>
        <p:spPr>
          <a:xfrm>
            <a:off x="6441583" y="3797213"/>
            <a:ext cx="433132" cy="400110"/>
          </a:xfrm>
          <a:prstGeom prst="rect">
            <a:avLst/>
          </a:prstGeom>
          <a:noFill/>
        </p:spPr>
        <p:txBody>
          <a:bodyPr wrap="none" rtlCol="0">
            <a:spAutoFit/>
          </a:bodyPr>
          <a:lstStyle/>
          <a:p>
            <a:r>
              <a:rPr lang="en-US" sz="2000" dirty="0"/>
              <a:t>SP</a:t>
            </a:r>
          </a:p>
        </p:txBody>
      </p:sp>
      <p:sp>
        <p:nvSpPr>
          <p:cNvPr id="22" name="TextBox 21">
            <a:extLst>
              <a:ext uri="{FF2B5EF4-FFF2-40B4-BE49-F238E27FC236}">
                <a16:creationId xmlns:a16="http://schemas.microsoft.com/office/drawing/2014/main" id="{875DABEC-3EAE-282B-99E0-5AD8630AFE37}"/>
              </a:ext>
            </a:extLst>
          </p:cNvPr>
          <p:cNvSpPr txBox="1"/>
          <p:nvPr/>
        </p:nvSpPr>
        <p:spPr>
          <a:xfrm>
            <a:off x="6721062" y="5743714"/>
            <a:ext cx="2513830" cy="707886"/>
          </a:xfrm>
          <a:prstGeom prst="rect">
            <a:avLst/>
          </a:prstGeom>
          <a:noFill/>
        </p:spPr>
        <p:txBody>
          <a:bodyPr wrap="none" rtlCol="0">
            <a:spAutoFit/>
          </a:bodyPr>
          <a:lstStyle/>
          <a:p>
            <a:r>
              <a:rPr lang="en-US" sz="2000" dirty="0"/>
              <a:t>After POP {r0-r3}</a:t>
            </a:r>
          </a:p>
          <a:p>
            <a:r>
              <a:rPr lang="en-US" sz="2000" dirty="0"/>
              <a:t>r0=0, r1=3, r2=1, r3=2</a:t>
            </a:r>
          </a:p>
        </p:txBody>
      </p:sp>
    </p:spTree>
    <p:extLst>
      <p:ext uri="{BB962C8B-B14F-4D97-AF65-F5344CB8AC3E}">
        <p14:creationId xmlns:p14="http://schemas.microsoft.com/office/powerpoint/2010/main" val="388489499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 name="Rectangle 40"/>
          <p:cNvSpPr/>
          <p:nvPr/>
        </p:nvSpPr>
        <p:spPr>
          <a:xfrm>
            <a:off x="4127376" y="2348880"/>
            <a:ext cx="1296144" cy="360040"/>
          </a:xfrm>
          <a:prstGeom prst="rect">
            <a:avLst/>
          </a:prstGeom>
          <a:solidFill>
            <a:schemeClr val="bg1"/>
          </a:solidFill>
          <a:ln>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29" name="Rectangle 28"/>
          <p:cNvSpPr/>
          <p:nvPr/>
        </p:nvSpPr>
        <p:spPr>
          <a:xfrm>
            <a:off x="6230164" y="2984680"/>
            <a:ext cx="1296144" cy="360040"/>
          </a:xfrm>
          <a:prstGeom prst="rect">
            <a:avLst/>
          </a:prstGeom>
          <a:solidFill>
            <a:schemeClr val="bg1"/>
          </a:solidFill>
          <a:ln>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27" name="Rectangle 26"/>
          <p:cNvSpPr/>
          <p:nvPr/>
        </p:nvSpPr>
        <p:spPr>
          <a:xfrm>
            <a:off x="6230164" y="4423395"/>
            <a:ext cx="1296144" cy="360040"/>
          </a:xfrm>
          <a:prstGeom prst="rect">
            <a:avLst/>
          </a:prstGeom>
          <a:solidFill>
            <a:schemeClr val="bg1"/>
          </a:solidFill>
          <a:ln>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2" name="Title 1"/>
          <p:cNvSpPr>
            <a:spLocks noGrp="1"/>
          </p:cNvSpPr>
          <p:nvPr>
            <p:ph type="title"/>
          </p:nvPr>
        </p:nvSpPr>
        <p:spPr/>
        <p:txBody>
          <a:bodyPr/>
          <a:lstStyle/>
          <a:p>
            <a:r>
              <a:rPr lang="en-GB" dirty="0"/>
              <a:t>Stack</a:t>
            </a:r>
          </a:p>
        </p:txBody>
      </p:sp>
      <p:sp>
        <p:nvSpPr>
          <p:cNvPr id="6" name="Rectangle 5"/>
          <p:cNvSpPr/>
          <p:nvPr/>
        </p:nvSpPr>
        <p:spPr>
          <a:xfrm>
            <a:off x="4127376"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7" name="TextBox 6"/>
          <p:cNvSpPr txBox="1"/>
          <p:nvPr/>
        </p:nvSpPr>
        <p:spPr>
          <a:xfrm>
            <a:off x="3551312" y="1628800"/>
            <a:ext cx="576064" cy="338554"/>
          </a:xfrm>
          <a:prstGeom prst="rect">
            <a:avLst/>
          </a:prstGeom>
          <a:noFill/>
        </p:spPr>
        <p:txBody>
          <a:bodyPr wrap="square" rtlCol="0">
            <a:spAutoFit/>
          </a:bodyPr>
          <a:lstStyle/>
          <a:p>
            <a:r>
              <a:rPr lang="en-GB" sz="1600" b="1" dirty="0">
                <a:latin typeface="Consolas" panose="020B0609020204030204" pitchFamily="49" charset="0"/>
                <a:cs typeface="Consolas" panose="020B0609020204030204" pitchFamily="49" charset="0"/>
              </a:rPr>
              <a:t>R1</a:t>
            </a:r>
          </a:p>
        </p:txBody>
      </p:sp>
      <p:sp>
        <p:nvSpPr>
          <p:cNvPr id="9" name="Rectangle 8"/>
          <p:cNvSpPr/>
          <p:nvPr/>
        </p:nvSpPr>
        <p:spPr>
          <a:xfrm>
            <a:off x="4127376" y="198884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10" name="TextBox 9"/>
          <p:cNvSpPr txBox="1"/>
          <p:nvPr/>
        </p:nvSpPr>
        <p:spPr>
          <a:xfrm>
            <a:off x="3551312" y="1988840"/>
            <a:ext cx="576064" cy="338554"/>
          </a:xfrm>
          <a:prstGeom prst="rect">
            <a:avLst/>
          </a:prstGeom>
          <a:noFill/>
        </p:spPr>
        <p:txBody>
          <a:bodyPr wrap="square" rtlCol="0">
            <a:spAutoFit/>
          </a:bodyPr>
          <a:lstStyle/>
          <a:p>
            <a:r>
              <a:rPr lang="en-GB" sz="1600" b="1" dirty="0">
                <a:latin typeface="Consolas" panose="020B0609020204030204" pitchFamily="49" charset="0"/>
                <a:cs typeface="Consolas" panose="020B0609020204030204" pitchFamily="49" charset="0"/>
              </a:rPr>
              <a:t>R2</a:t>
            </a:r>
          </a:p>
        </p:txBody>
      </p:sp>
      <p:sp>
        <p:nvSpPr>
          <p:cNvPr id="12" name="Rectangle 11"/>
          <p:cNvSpPr/>
          <p:nvPr/>
        </p:nvSpPr>
        <p:spPr>
          <a:xfrm>
            <a:off x="4127376" y="270892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13" name="TextBox 12"/>
          <p:cNvSpPr txBox="1"/>
          <p:nvPr/>
        </p:nvSpPr>
        <p:spPr>
          <a:xfrm>
            <a:off x="2971800" y="2708920"/>
            <a:ext cx="1155576" cy="338554"/>
          </a:xfrm>
          <a:prstGeom prst="rect">
            <a:avLst/>
          </a:prstGeom>
          <a:noFill/>
        </p:spPr>
        <p:txBody>
          <a:bodyPr wrap="square" rtlCol="0">
            <a:spAutoFit/>
          </a:bodyPr>
          <a:lstStyle/>
          <a:p>
            <a:pPr algn="r"/>
            <a:r>
              <a:rPr lang="en-GB" sz="1600" b="1" dirty="0" err="1">
                <a:latin typeface="Consolas" panose="020B0609020204030204" pitchFamily="49" charset="0"/>
                <a:cs typeface="Consolas" panose="020B0609020204030204" pitchFamily="49" charset="0"/>
              </a:rPr>
              <a:t>R13</a:t>
            </a:r>
            <a:r>
              <a:rPr lang="en-GB" sz="1600" b="1" dirty="0">
                <a:latin typeface="Consolas" panose="020B0609020204030204" pitchFamily="49" charset="0"/>
                <a:cs typeface="Consolas" panose="020B0609020204030204" pitchFamily="49" charset="0"/>
              </a:rPr>
              <a:t> (</a:t>
            </a:r>
            <a:r>
              <a:rPr lang="en-GB" sz="1600" b="1" dirty="0" err="1">
                <a:latin typeface="Consolas" panose="020B0609020204030204" pitchFamily="49" charset="0"/>
                <a:cs typeface="Consolas" panose="020B0609020204030204" pitchFamily="49" charset="0"/>
              </a:rPr>
              <a:t>SP</a:t>
            </a:r>
            <a:r>
              <a:rPr lang="en-GB" sz="1600" b="1" dirty="0">
                <a:latin typeface="Consolas" panose="020B0609020204030204" pitchFamily="49" charset="0"/>
                <a:cs typeface="Consolas" panose="020B0609020204030204" pitchFamily="49" charset="0"/>
              </a:rPr>
              <a:t>)</a:t>
            </a:r>
          </a:p>
        </p:txBody>
      </p:sp>
      <p:sp>
        <p:nvSpPr>
          <p:cNvPr id="14" name="Rectangle 13"/>
          <p:cNvSpPr/>
          <p:nvPr/>
        </p:nvSpPr>
        <p:spPr>
          <a:xfrm>
            <a:off x="6230164" y="3343275"/>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15" name="TextBox 14"/>
          <p:cNvSpPr txBox="1"/>
          <p:nvPr/>
        </p:nvSpPr>
        <p:spPr>
          <a:xfrm>
            <a:off x="7526308" y="3343275"/>
            <a:ext cx="1368152" cy="338554"/>
          </a:xfrm>
          <a:prstGeom prst="rect">
            <a:avLst/>
          </a:prstGeom>
          <a:noFill/>
        </p:spPr>
        <p:txBody>
          <a:bodyPr wrap="square" rtlCol="0">
            <a:spAutoFit/>
          </a:bodyPr>
          <a:lstStyle/>
          <a:p>
            <a:pPr algn="ctr"/>
            <a:r>
              <a:rPr lang="en-GB" sz="1600" b="1" dirty="0">
                <a:latin typeface="Consolas" panose="020B0609020204030204" pitchFamily="49" charset="0"/>
                <a:cs typeface="Consolas" panose="020B0609020204030204" pitchFamily="49" charset="0"/>
              </a:rPr>
              <a:t>0x20000200</a:t>
            </a:r>
          </a:p>
        </p:txBody>
      </p:sp>
      <p:sp>
        <p:nvSpPr>
          <p:cNvPr id="16" name="Rectangle 15"/>
          <p:cNvSpPr/>
          <p:nvPr/>
        </p:nvSpPr>
        <p:spPr>
          <a:xfrm>
            <a:off x="6230164" y="3703315"/>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17" name="Rectangle 16"/>
          <p:cNvSpPr/>
          <p:nvPr/>
        </p:nvSpPr>
        <p:spPr>
          <a:xfrm>
            <a:off x="6230164" y="4063355"/>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18" name="TextBox 17"/>
          <p:cNvSpPr txBox="1"/>
          <p:nvPr/>
        </p:nvSpPr>
        <p:spPr>
          <a:xfrm>
            <a:off x="7526308" y="3703315"/>
            <a:ext cx="1368152" cy="338554"/>
          </a:xfrm>
          <a:prstGeom prst="rect">
            <a:avLst/>
          </a:prstGeom>
          <a:noFill/>
        </p:spPr>
        <p:txBody>
          <a:bodyPr wrap="square" rtlCol="0">
            <a:spAutoFit/>
          </a:bodyPr>
          <a:lstStyle/>
          <a:p>
            <a:pPr algn="ctr"/>
            <a:r>
              <a:rPr lang="en-GB" sz="1600" b="1" dirty="0">
                <a:latin typeface="Consolas" panose="020B0609020204030204" pitchFamily="49" charset="0"/>
                <a:cs typeface="Consolas" panose="020B0609020204030204" pitchFamily="49" charset="0"/>
              </a:rPr>
              <a:t>0x200001FC</a:t>
            </a:r>
          </a:p>
        </p:txBody>
      </p:sp>
      <p:sp>
        <p:nvSpPr>
          <p:cNvPr id="19" name="TextBox 18"/>
          <p:cNvSpPr txBox="1"/>
          <p:nvPr/>
        </p:nvSpPr>
        <p:spPr>
          <a:xfrm>
            <a:off x="7526308" y="4063355"/>
            <a:ext cx="1368152" cy="338554"/>
          </a:xfrm>
          <a:prstGeom prst="rect">
            <a:avLst/>
          </a:prstGeom>
          <a:noFill/>
        </p:spPr>
        <p:txBody>
          <a:bodyPr wrap="square" rtlCol="0">
            <a:spAutoFit/>
          </a:bodyPr>
          <a:lstStyle/>
          <a:p>
            <a:pPr algn="ctr"/>
            <a:r>
              <a:rPr lang="en-GB" sz="1600" b="1" dirty="0">
                <a:latin typeface="Consolas" panose="020B0609020204030204" pitchFamily="49" charset="0"/>
                <a:cs typeface="Consolas" panose="020B0609020204030204" pitchFamily="49" charset="0"/>
              </a:rPr>
              <a:t>0x200001F8</a:t>
            </a:r>
          </a:p>
        </p:txBody>
      </p:sp>
      <p:sp>
        <p:nvSpPr>
          <p:cNvPr id="20" name="TextBox 19"/>
          <p:cNvSpPr txBox="1"/>
          <p:nvPr/>
        </p:nvSpPr>
        <p:spPr>
          <a:xfrm>
            <a:off x="4127376" y="2708920"/>
            <a:ext cx="1368152" cy="338554"/>
          </a:xfrm>
          <a:prstGeom prst="rect">
            <a:avLst/>
          </a:prstGeom>
          <a:noFill/>
        </p:spPr>
        <p:txBody>
          <a:bodyPr wrap="square" rtlCol="0">
            <a:spAutoFit/>
          </a:bodyPr>
          <a:lstStyle/>
          <a:p>
            <a:pPr algn="ctr"/>
            <a:r>
              <a:rPr lang="en-GB" sz="1600" b="1" dirty="0">
                <a:latin typeface="Consolas" panose="020B0609020204030204" pitchFamily="49" charset="0"/>
                <a:cs typeface="Consolas" panose="020B0609020204030204" pitchFamily="49" charset="0"/>
              </a:rPr>
              <a:t>0x20000200</a:t>
            </a:r>
          </a:p>
        </p:txBody>
      </p:sp>
      <p:sp>
        <p:nvSpPr>
          <p:cNvPr id="21" name="TextBox 20"/>
          <p:cNvSpPr txBox="1"/>
          <p:nvPr/>
        </p:nvSpPr>
        <p:spPr>
          <a:xfrm>
            <a:off x="4127376" y="1988840"/>
            <a:ext cx="1296144" cy="338554"/>
          </a:xfrm>
          <a:prstGeom prst="rect">
            <a:avLst/>
          </a:prstGeom>
          <a:noFill/>
        </p:spPr>
        <p:txBody>
          <a:bodyPr wrap="square" rtlCol="0">
            <a:spAutoFit/>
          </a:bodyPr>
          <a:lstStyle/>
          <a:p>
            <a:pPr algn="r"/>
            <a:r>
              <a:rPr lang="en-GB" sz="1600" b="1" dirty="0" err="1">
                <a:latin typeface="Consolas" panose="020B0609020204030204" pitchFamily="49" charset="0"/>
                <a:cs typeface="Consolas" panose="020B0609020204030204" pitchFamily="49" charset="0"/>
              </a:rPr>
              <a:t>0x22222222</a:t>
            </a:r>
            <a:endParaRPr lang="en-GB" sz="1600" b="1" dirty="0">
              <a:latin typeface="Consolas" panose="020B0609020204030204" pitchFamily="49" charset="0"/>
              <a:cs typeface="Consolas" panose="020B0609020204030204" pitchFamily="49" charset="0"/>
            </a:endParaRPr>
          </a:p>
        </p:txBody>
      </p:sp>
      <p:sp>
        <p:nvSpPr>
          <p:cNvPr id="22" name="TextBox 21"/>
          <p:cNvSpPr txBox="1"/>
          <p:nvPr/>
        </p:nvSpPr>
        <p:spPr>
          <a:xfrm>
            <a:off x="4127376" y="1628800"/>
            <a:ext cx="1296144" cy="338554"/>
          </a:xfrm>
          <a:prstGeom prst="rect">
            <a:avLst/>
          </a:prstGeom>
          <a:noFill/>
        </p:spPr>
        <p:txBody>
          <a:bodyPr wrap="square" rtlCol="0">
            <a:spAutoFit/>
          </a:bodyPr>
          <a:lstStyle/>
          <a:p>
            <a:pPr algn="r"/>
            <a:r>
              <a:rPr lang="en-GB" sz="1600" b="1" dirty="0" err="1">
                <a:latin typeface="Consolas" panose="020B0609020204030204" pitchFamily="49" charset="0"/>
                <a:cs typeface="Consolas" panose="020B0609020204030204" pitchFamily="49" charset="0"/>
              </a:rPr>
              <a:t>0x11111111</a:t>
            </a:r>
            <a:endParaRPr lang="en-GB" sz="1600" b="1" dirty="0">
              <a:latin typeface="Consolas" panose="020B0609020204030204" pitchFamily="49" charset="0"/>
              <a:cs typeface="Consolas" panose="020B0609020204030204" pitchFamily="49" charset="0"/>
            </a:endParaRPr>
          </a:p>
        </p:txBody>
      </p:sp>
      <p:cxnSp>
        <p:nvCxnSpPr>
          <p:cNvPr id="24" name="Straight Arrow Connector 23"/>
          <p:cNvCxnSpPr/>
          <p:nvPr/>
        </p:nvCxnSpPr>
        <p:spPr>
          <a:xfrm>
            <a:off x="5429517" y="2891802"/>
            <a:ext cx="819965" cy="630275"/>
          </a:xfrm>
          <a:prstGeom prst="straightConnector1">
            <a:avLst/>
          </a:prstGeom>
          <a:ln w="19050">
            <a:solidFill>
              <a:srgbClr val="C00000"/>
            </a:solidFill>
            <a:tailEnd type="arrow"/>
          </a:ln>
        </p:spPr>
        <p:style>
          <a:lnRef idx="1">
            <a:schemeClr val="accent1"/>
          </a:lnRef>
          <a:fillRef idx="0">
            <a:schemeClr val="accent1"/>
          </a:fillRef>
          <a:effectRef idx="0">
            <a:schemeClr val="accent1"/>
          </a:effectRef>
          <a:fontRef idx="minor">
            <a:schemeClr val="tx1"/>
          </a:fontRef>
        </p:style>
      </p:cxnSp>
      <p:sp>
        <p:nvSpPr>
          <p:cNvPr id="4" name="Slide Number Placeholder 3"/>
          <p:cNvSpPr>
            <a:spLocks noGrp="1"/>
          </p:cNvSpPr>
          <p:nvPr>
            <p:ph type="sldNum" sz="quarter" idx="12"/>
          </p:nvPr>
        </p:nvSpPr>
        <p:spPr/>
        <p:txBody>
          <a:bodyPr/>
          <a:lstStyle/>
          <a:p>
            <a:fld id="{EA7C8D44-3667-46F6-9772-CC52308E2A7F}" type="slidenum">
              <a:rPr kumimoji="0" lang="en-US" smtClean="0"/>
              <a:pPr/>
              <a:t>10</a:t>
            </a:fld>
            <a:endParaRPr kumimoji="0" lang="en-US"/>
          </a:p>
        </p:txBody>
      </p:sp>
      <p:sp>
        <p:nvSpPr>
          <p:cNvPr id="23" name="TextBox 22"/>
          <p:cNvSpPr txBox="1"/>
          <p:nvPr/>
        </p:nvSpPr>
        <p:spPr>
          <a:xfrm>
            <a:off x="6230165" y="3352800"/>
            <a:ext cx="1296142" cy="338554"/>
          </a:xfrm>
          <a:prstGeom prst="rect">
            <a:avLst/>
          </a:prstGeom>
          <a:noFill/>
        </p:spPr>
        <p:txBody>
          <a:bodyPr wrap="square" rtlCol="0">
            <a:spAutoFit/>
          </a:bodyPr>
          <a:lstStyle/>
          <a:p>
            <a:pPr algn="ctr"/>
            <a:r>
              <a:rPr lang="en-US" sz="1600" b="1" dirty="0" err="1">
                <a:latin typeface="Consolas" panose="020B0609020204030204" pitchFamily="49" charset="0"/>
                <a:cs typeface="Consolas" panose="020B0609020204030204" pitchFamily="49" charset="0"/>
              </a:rPr>
              <a:t>xxxxxxxx</a:t>
            </a:r>
            <a:endParaRPr lang="en-US" sz="1600" b="1" dirty="0">
              <a:latin typeface="Consolas" panose="020B0609020204030204" pitchFamily="49" charset="0"/>
              <a:cs typeface="Consolas" panose="020B0609020204030204" pitchFamily="49" charset="0"/>
            </a:endParaRPr>
          </a:p>
        </p:txBody>
      </p:sp>
      <p:sp>
        <p:nvSpPr>
          <p:cNvPr id="25" name="Rounded Rectangle 24"/>
          <p:cNvSpPr/>
          <p:nvPr/>
        </p:nvSpPr>
        <p:spPr>
          <a:xfrm>
            <a:off x="381000" y="2528900"/>
            <a:ext cx="2438400" cy="2078360"/>
          </a:xfrm>
          <a:prstGeom prst="round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buNone/>
            </a:pPr>
            <a:r>
              <a:rPr lang="en-GB" sz="2400" dirty="0">
                <a:solidFill>
                  <a:schemeClr val="tx1"/>
                </a:solidFill>
                <a:latin typeface="Consolas" panose="020B0609020204030204" pitchFamily="49" charset="0"/>
                <a:cs typeface="Consolas" panose="020B0609020204030204" pitchFamily="49" charset="0"/>
              </a:rPr>
              <a:t>PUSH </a:t>
            </a:r>
            <a:r>
              <a:rPr lang="en-GB" sz="2400">
                <a:solidFill>
                  <a:schemeClr val="tx1"/>
                </a:solidFill>
                <a:latin typeface="Consolas" panose="020B0609020204030204" pitchFamily="49" charset="0"/>
                <a:cs typeface="Consolas" panose="020B0609020204030204" pitchFamily="49" charset="0"/>
              </a:rPr>
              <a:t>{R1,R2}</a:t>
            </a:r>
            <a:endParaRPr lang="en-GB" sz="2400" dirty="0">
              <a:solidFill>
                <a:schemeClr val="tx1"/>
              </a:solidFill>
              <a:latin typeface="Consolas" panose="020B0609020204030204" pitchFamily="49" charset="0"/>
              <a:cs typeface="Consolas" panose="020B0609020204030204" pitchFamily="49" charset="0"/>
            </a:endParaRPr>
          </a:p>
          <a:p>
            <a:pPr>
              <a:buNone/>
            </a:pPr>
            <a:r>
              <a:rPr lang="en-GB" sz="2400" dirty="0">
                <a:solidFill>
                  <a:schemeClr val="tx1"/>
                </a:solidFill>
                <a:latin typeface="Consolas" panose="020B0609020204030204" pitchFamily="49" charset="0"/>
                <a:cs typeface="Consolas" panose="020B0609020204030204" pitchFamily="49" charset="0"/>
              </a:rPr>
              <a:t>POP  {R1}</a:t>
            </a:r>
          </a:p>
          <a:p>
            <a:pPr>
              <a:buNone/>
            </a:pPr>
            <a:r>
              <a:rPr lang="en-GB" sz="2400" dirty="0">
                <a:solidFill>
                  <a:schemeClr val="tx1"/>
                </a:solidFill>
                <a:latin typeface="Consolas" panose="020B0609020204030204" pitchFamily="49" charset="0"/>
                <a:cs typeface="Consolas" panose="020B0609020204030204" pitchFamily="49" charset="0"/>
              </a:rPr>
              <a:t>POP  {</a:t>
            </a:r>
            <a:r>
              <a:rPr lang="en-GB" sz="2400" dirty="0" err="1">
                <a:solidFill>
                  <a:schemeClr val="tx1"/>
                </a:solidFill>
                <a:latin typeface="Consolas" panose="020B0609020204030204" pitchFamily="49" charset="0"/>
                <a:cs typeface="Consolas" panose="020B0609020204030204" pitchFamily="49" charset="0"/>
              </a:rPr>
              <a:t>R2</a:t>
            </a:r>
            <a:r>
              <a:rPr lang="en-GB" sz="2400" dirty="0">
                <a:solidFill>
                  <a:schemeClr val="tx1"/>
                </a:solidFill>
                <a:latin typeface="Consolas" panose="020B0609020204030204" pitchFamily="49" charset="0"/>
                <a:cs typeface="Consolas" panose="020B0609020204030204" pitchFamily="49" charset="0"/>
              </a:rPr>
              <a:t>}</a:t>
            </a:r>
          </a:p>
        </p:txBody>
      </p:sp>
      <p:sp>
        <p:nvSpPr>
          <p:cNvPr id="3" name="TextBox 2"/>
          <p:cNvSpPr txBox="1"/>
          <p:nvPr/>
        </p:nvSpPr>
        <p:spPr>
          <a:xfrm>
            <a:off x="6230164" y="4736068"/>
            <a:ext cx="1298123" cy="369332"/>
          </a:xfrm>
          <a:prstGeom prst="rect">
            <a:avLst/>
          </a:prstGeom>
          <a:noFill/>
        </p:spPr>
        <p:txBody>
          <a:bodyPr wrap="square" rtlCol="0">
            <a:spAutoFit/>
          </a:bodyPr>
          <a:lstStyle/>
          <a:p>
            <a:pPr algn="ctr"/>
            <a:r>
              <a:rPr lang="en-US" dirty="0"/>
              <a:t>memory</a:t>
            </a:r>
          </a:p>
        </p:txBody>
      </p:sp>
      <p:sp>
        <p:nvSpPr>
          <p:cNvPr id="28" name="TextBox 27"/>
          <p:cNvSpPr txBox="1"/>
          <p:nvPr/>
        </p:nvSpPr>
        <p:spPr>
          <a:xfrm>
            <a:off x="7738363" y="2615348"/>
            <a:ext cx="944041" cy="369332"/>
          </a:xfrm>
          <a:prstGeom prst="rect">
            <a:avLst/>
          </a:prstGeom>
          <a:noFill/>
        </p:spPr>
        <p:txBody>
          <a:bodyPr wrap="none" rtlCol="0">
            <a:spAutoFit/>
          </a:bodyPr>
          <a:lstStyle/>
          <a:p>
            <a:r>
              <a:rPr lang="en-US" dirty="0"/>
              <a:t>Address</a:t>
            </a:r>
          </a:p>
        </p:txBody>
      </p:sp>
      <p:sp>
        <p:nvSpPr>
          <p:cNvPr id="34" name="TextBox 33"/>
          <p:cNvSpPr txBox="1"/>
          <p:nvPr/>
        </p:nvSpPr>
        <p:spPr>
          <a:xfrm>
            <a:off x="6232145" y="3724801"/>
            <a:ext cx="1296142" cy="338554"/>
          </a:xfrm>
          <a:prstGeom prst="rect">
            <a:avLst/>
          </a:prstGeom>
          <a:noFill/>
        </p:spPr>
        <p:txBody>
          <a:bodyPr wrap="square" rtlCol="0">
            <a:spAutoFit/>
          </a:bodyPr>
          <a:lstStyle/>
          <a:p>
            <a:pPr algn="ctr"/>
            <a:r>
              <a:rPr lang="en-US" sz="1600" b="1" dirty="0" err="1">
                <a:latin typeface="Consolas" panose="020B0609020204030204" pitchFamily="49" charset="0"/>
                <a:cs typeface="Consolas" panose="020B0609020204030204" pitchFamily="49" charset="0"/>
              </a:rPr>
              <a:t>xxxxxxxx</a:t>
            </a:r>
            <a:endParaRPr lang="en-US" sz="1600" b="1" dirty="0">
              <a:latin typeface="Consolas" panose="020B0609020204030204" pitchFamily="49" charset="0"/>
              <a:cs typeface="Consolas" panose="020B0609020204030204" pitchFamily="49" charset="0"/>
            </a:endParaRPr>
          </a:p>
        </p:txBody>
      </p:sp>
      <p:sp>
        <p:nvSpPr>
          <p:cNvPr id="35" name="TextBox 34"/>
          <p:cNvSpPr txBox="1"/>
          <p:nvPr/>
        </p:nvSpPr>
        <p:spPr>
          <a:xfrm>
            <a:off x="6232145" y="4063355"/>
            <a:ext cx="1296142" cy="338554"/>
          </a:xfrm>
          <a:prstGeom prst="rect">
            <a:avLst/>
          </a:prstGeom>
          <a:noFill/>
        </p:spPr>
        <p:txBody>
          <a:bodyPr wrap="square" rtlCol="0">
            <a:spAutoFit/>
          </a:bodyPr>
          <a:lstStyle/>
          <a:p>
            <a:pPr algn="ctr"/>
            <a:r>
              <a:rPr lang="en-US" sz="1600" b="1" dirty="0" err="1">
                <a:latin typeface="Consolas" panose="020B0609020204030204" pitchFamily="49" charset="0"/>
                <a:cs typeface="Consolas" panose="020B0609020204030204" pitchFamily="49" charset="0"/>
              </a:rPr>
              <a:t>xxxxxxxx</a:t>
            </a:r>
            <a:endParaRPr lang="en-US" sz="1600" b="1" dirty="0">
              <a:latin typeface="Consolas" panose="020B0609020204030204" pitchFamily="49" charset="0"/>
              <a:cs typeface="Consolas" panose="020B0609020204030204" pitchFamily="49" charset="0"/>
            </a:endParaRPr>
          </a:p>
        </p:txBody>
      </p:sp>
      <p:sp>
        <p:nvSpPr>
          <p:cNvPr id="30" name="Rectangle 29"/>
          <p:cNvSpPr/>
          <p:nvPr/>
        </p:nvSpPr>
        <p:spPr>
          <a:xfrm>
            <a:off x="443880" y="1675288"/>
            <a:ext cx="2819400" cy="685274"/>
          </a:xfrm>
          <a:prstGeom prst="rect">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sz="2400" dirty="0">
                <a:solidFill>
                  <a:schemeClr val="tx1"/>
                </a:solidFill>
                <a:latin typeface="Consolas" panose="020B0609020204030204" pitchFamily="49" charset="0"/>
                <a:cs typeface="Consolas" panose="020B0609020204030204" pitchFamily="49" charset="0"/>
              </a:rPr>
              <a:t>R1==0x11111111</a:t>
            </a:r>
          </a:p>
          <a:p>
            <a:pPr algn="ctr"/>
            <a:r>
              <a:rPr lang="en-US" sz="2400" dirty="0">
                <a:solidFill>
                  <a:schemeClr val="tx1"/>
                </a:solidFill>
                <a:latin typeface="Consolas" panose="020B0609020204030204" pitchFamily="49" charset="0"/>
                <a:cs typeface="Consolas" panose="020B0609020204030204" pitchFamily="49" charset="0"/>
              </a:rPr>
              <a:t>R2==0x22222222</a:t>
            </a:r>
          </a:p>
        </p:txBody>
      </p:sp>
      <p:sp>
        <p:nvSpPr>
          <p:cNvPr id="31" name="Rectangle 30"/>
          <p:cNvSpPr/>
          <p:nvPr/>
        </p:nvSpPr>
        <p:spPr>
          <a:xfrm>
            <a:off x="677570" y="1237054"/>
            <a:ext cx="2441694" cy="400110"/>
          </a:xfrm>
          <a:prstGeom prst="rect">
            <a:avLst/>
          </a:prstGeom>
        </p:spPr>
        <p:txBody>
          <a:bodyPr wrap="none">
            <a:spAutoFit/>
          </a:bodyPr>
          <a:lstStyle/>
          <a:p>
            <a:r>
              <a:rPr lang="en-US" sz="2000" dirty="0">
                <a:latin typeface="Consolas" panose="020B0609020204030204" pitchFamily="49" charset="0"/>
                <a:cs typeface="Consolas" panose="020B0609020204030204" pitchFamily="49" charset="0"/>
              </a:rPr>
              <a:t>Before execution</a:t>
            </a:r>
            <a:endParaRPr lang="en-US" sz="2000" dirty="0"/>
          </a:p>
        </p:txBody>
      </p:sp>
      <p:sp>
        <p:nvSpPr>
          <p:cNvPr id="32" name="Content Placeholder 3"/>
          <p:cNvSpPr>
            <a:spLocks noGrp="1"/>
          </p:cNvSpPr>
          <p:nvPr>
            <p:ph sz="quarter" idx="1"/>
          </p:nvPr>
        </p:nvSpPr>
        <p:spPr>
          <a:xfrm>
            <a:off x="443880" y="5044440"/>
            <a:ext cx="8229600" cy="1404500"/>
          </a:xfrm>
        </p:spPr>
        <p:txBody>
          <a:bodyPr/>
          <a:lstStyle/>
          <a:p>
            <a:r>
              <a:rPr lang="en-US" dirty="0"/>
              <a:t>What is content of stack, and position of SP, after PUSH {R2,R1}?</a:t>
            </a:r>
          </a:p>
          <a:p>
            <a:r>
              <a:rPr lang="en-US" dirty="0"/>
              <a:t>What are the values of R1/R2 after POP {R2}?</a:t>
            </a:r>
          </a:p>
        </p:txBody>
      </p:sp>
    </p:spTree>
    <p:extLst>
      <p:ext uri="{BB962C8B-B14F-4D97-AF65-F5344CB8AC3E}">
        <p14:creationId xmlns:p14="http://schemas.microsoft.com/office/powerpoint/2010/main" val="24592689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 name="Rectangle 40"/>
          <p:cNvSpPr/>
          <p:nvPr/>
        </p:nvSpPr>
        <p:spPr>
          <a:xfrm>
            <a:off x="4127376" y="2348880"/>
            <a:ext cx="1296144" cy="360040"/>
          </a:xfrm>
          <a:prstGeom prst="rect">
            <a:avLst/>
          </a:prstGeom>
          <a:solidFill>
            <a:schemeClr val="bg1"/>
          </a:solidFill>
          <a:ln>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29" name="Rectangle 28"/>
          <p:cNvSpPr/>
          <p:nvPr/>
        </p:nvSpPr>
        <p:spPr>
          <a:xfrm>
            <a:off x="6230164" y="2984680"/>
            <a:ext cx="1296144" cy="360040"/>
          </a:xfrm>
          <a:prstGeom prst="rect">
            <a:avLst/>
          </a:prstGeom>
          <a:solidFill>
            <a:schemeClr val="bg1"/>
          </a:solidFill>
          <a:ln>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27" name="Rectangle 26"/>
          <p:cNvSpPr/>
          <p:nvPr/>
        </p:nvSpPr>
        <p:spPr>
          <a:xfrm>
            <a:off x="6230164" y="4423395"/>
            <a:ext cx="1296144" cy="360040"/>
          </a:xfrm>
          <a:prstGeom prst="rect">
            <a:avLst/>
          </a:prstGeom>
          <a:solidFill>
            <a:schemeClr val="bg1"/>
          </a:solidFill>
          <a:ln>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2" name="Title 1"/>
          <p:cNvSpPr>
            <a:spLocks noGrp="1"/>
          </p:cNvSpPr>
          <p:nvPr>
            <p:ph type="title"/>
          </p:nvPr>
        </p:nvSpPr>
        <p:spPr/>
        <p:txBody>
          <a:bodyPr/>
          <a:lstStyle/>
          <a:p>
            <a:r>
              <a:rPr lang="en-GB" dirty="0"/>
              <a:t>Stack ANS</a:t>
            </a:r>
          </a:p>
        </p:txBody>
      </p:sp>
      <p:sp>
        <p:nvSpPr>
          <p:cNvPr id="6" name="Rectangle 5"/>
          <p:cNvSpPr/>
          <p:nvPr/>
        </p:nvSpPr>
        <p:spPr>
          <a:xfrm>
            <a:off x="4127376"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7" name="TextBox 6"/>
          <p:cNvSpPr txBox="1"/>
          <p:nvPr/>
        </p:nvSpPr>
        <p:spPr>
          <a:xfrm>
            <a:off x="3551312" y="1628800"/>
            <a:ext cx="576064" cy="338554"/>
          </a:xfrm>
          <a:prstGeom prst="rect">
            <a:avLst/>
          </a:prstGeom>
          <a:noFill/>
        </p:spPr>
        <p:txBody>
          <a:bodyPr wrap="square" rtlCol="0">
            <a:spAutoFit/>
          </a:bodyPr>
          <a:lstStyle/>
          <a:p>
            <a:r>
              <a:rPr lang="en-GB" sz="1600" b="1" dirty="0">
                <a:latin typeface="Consolas" panose="020B0609020204030204" pitchFamily="49" charset="0"/>
                <a:cs typeface="Consolas" panose="020B0609020204030204" pitchFamily="49" charset="0"/>
              </a:rPr>
              <a:t>R1</a:t>
            </a:r>
          </a:p>
        </p:txBody>
      </p:sp>
      <p:sp>
        <p:nvSpPr>
          <p:cNvPr id="9" name="Rectangle 8"/>
          <p:cNvSpPr/>
          <p:nvPr/>
        </p:nvSpPr>
        <p:spPr>
          <a:xfrm>
            <a:off x="4127376" y="198884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10" name="TextBox 9"/>
          <p:cNvSpPr txBox="1"/>
          <p:nvPr/>
        </p:nvSpPr>
        <p:spPr>
          <a:xfrm>
            <a:off x="3551312" y="1988840"/>
            <a:ext cx="576064" cy="338554"/>
          </a:xfrm>
          <a:prstGeom prst="rect">
            <a:avLst/>
          </a:prstGeom>
          <a:noFill/>
        </p:spPr>
        <p:txBody>
          <a:bodyPr wrap="square" rtlCol="0">
            <a:spAutoFit/>
          </a:bodyPr>
          <a:lstStyle/>
          <a:p>
            <a:r>
              <a:rPr lang="en-GB" sz="1600" b="1" dirty="0">
                <a:latin typeface="Consolas" panose="020B0609020204030204" pitchFamily="49" charset="0"/>
                <a:cs typeface="Consolas" panose="020B0609020204030204" pitchFamily="49" charset="0"/>
              </a:rPr>
              <a:t>R2</a:t>
            </a:r>
          </a:p>
        </p:txBody>
      </p:sp>
      <p:sp>
        <p:nvSpPr>
          <p:cNvPr id="12" name="Rectangle 11"/>
          <p:cNvSpPr/>
          <p:nvPr/>
        </p:nvSpPr>
        <p:spPr>
          <a:xfrm>
            <a:off x="4127376" y="270892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13" name="TextBox 12"/>
          <p:cNvSpPr txBox="1"/>
          <p:nvPr/>
        </p:nvSpPr>
        <p:spPr>
          <a:xfrm>
            <a:off x="2971800" y="2708920"/>
            <a:ext cx="1155576" cy="338554"/>
          </a:xfrm>
          <a:prstGeom prst="rect">
            <a:avLst/>
          </a:prstGeom>
          <a:noFill/>
        </p:spPr>
        <p:txBody>
          <a:bodyPr wrap="square" rtlCol="0">
            <a:spAutoFit/>
          </a:bodyPr>
          <a:lstStyle/>
          <a:p>
            <a:pPr algn="r"/>
            <a:r>
              <a:rPr lang="en-GB" sz="1600" b="1" dirty="0" err="1">
                <a:latin typeface="Consolas" panose="020B0609020204030204" pitchFamily="49" charset="0"/>
                <a:cs typeface="Consolas" panose="020B0609020204030204" pitchFamily="49" charset="0"/>
              </a:rPr>
              <a:t>R13</a:t>
            </a:r>
            <a:r>
              <a:rPr lang="en-GB" sz="1600" b="1" dirty="0">
                <a:latin typeface="Consolas" panose="020B0609020204030204" pitchFamily="49" charset="0"/>
                <a:cs typeface="Consolas" panose="020B0609020204030204" pitchFamily="49" charset="0"/>
              </a:rPr>
              <a:t> (</a:t>
            </a:r>
            <a:r>
              <a:rPr lang="en-GB" sz="1600" b="1" dirty="0" err="1">
                <a:latin typeface="Consolas" panose="020B0609020204030204" pitchFamily="49" charset="0"/>
                <a:cs typeface="Consolas" panose="020B0609020204030204" pitchFamily="49" charset="0"/>
              </a:rPr>
              <a:t>SP</a:t>
            </a:r>
            <a:r>
              <a:rPr lang="en-GB" sz="1600" b="1" dirty="0">
                <a:latin typeface="Consolas" panose="020B0609020204030204" pitchFamily="49" charset="0"/>
                <a:cs typeface="Consolas" panose="020B0609020204030204" pitchFamily="49" charset="0"/>
              </a:rPr>
              <a:t>)</a:t>
            </a:r>
          </a:p>
        </p:txBody>
      </p:sp>
      <p:sp>
        <p:nvSpPr>
          <p:cNvPr id="14" name="Rectangle 13"/>
          <p:cNvSpPr/>
          <p:nvPr/>
        </p:nvSpPr>
        <p:spPr>
          <a:xfrm>
            <a:off x="6230164" y="3343275"/>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15" name="TextBox 14"/>
          <p:cNvSpPr txBox="1"/>
          <p:nvPr/>
        </p:nvSpPr>
        <p:spPr>
          <a:xfrm>
            <a:off x="7526308" y="3343275"/>
            <a:ext cx="1368152" cy="338554"/>
          </a:xfrm>
          <a:prstGeom prst="rect">
            <a:avLst/>
          </a:prstGeom>
          <a:noFill/>
        </p:spPr>
        <p:txBody>
          <a:bodyPr wrap="square" rtlCol="0">
            <a:spAutoFit/>
          </a:bodyPr>
          <a:lstStyle/>
          <a:p>
            <a:pPr algn="ctr"/>
            <a:r>
              <a:rPr lang="en-GB" sz="1600" b="1" dirty="0">
                <a:latin typeface="Consolas" panose="020B0609020204030204" pitchFamily="49" charset="0"/>
                <a:cs typeface="Consolas" panose="020B0609020204030204" pitchFamily="49" charset="0"/>
              </a:rPr>
              <a:t>0x20000200</a:t>
            </a:r>
          </a:p>
        </p:txBody>
      </p:sp>
      <p:sp>
        <p:nvSpPr>
          <p:cNvPr id="16" name="Rectangle 15"/>
          <p:cNvSpPr/>
          <p:nvPr/>
        </p:nvSpPr>
        <p:spPr>
          <a:xfrm>
            <a:off x="6230164" y="3703315"/>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17" name="Rectangle 16"/>
          <p:cNvSpPr/>
          <p:nvPr/>
        </p:nvSpPr>
        <p:spPr>
          <a:xfrm>
            <a:off x="6230164" y="4063355"/>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18" name="TextBox 17"/>
          <p:cNvSpPr txBox="1"/>
          <p:nvPr/>
        </p:nvSpPr>
        <p:spPr>
          <a:xfrm>
            <a:off x="7526308" y="3703315"/>
            <a:ext cx="1368152" cy="338554"/>
          </a:xfrm>
          <a:prstGeom prst="rect">
            <a:avLst/>
          </a:prstGeom>
          <a:noFill/>
        </p:spPr>
        <p:txBody>
          <a:bodyPr wrap="square" rtlCol="0">
            <a:spAutoFit/>
          </a:bodyPr>
          <a:lstStyle/>
          <a:p>
            <a:pPr algn="ctr"/>
            <a:r>
              <a:rPr lang="en-GB" sz="1600" b="1" dirty="0">
                <a:latin typeface="Consolas" panose="020B0609020204030204" pitchFamily="49" charset="0"/>
                <a:cs typeface="Consolas" panose="020B0609020204030204" pitchFamily="49" charset="0"/>
              </a:rPr>
              <a:t>0x200001FC</a:t>
            </a:r>
          </a:p>
        </p:txBody>
      </p:sp>
      <p:sp>
        <p:nvSpPr>
          <p:cNvPr id="19" name="TextBox 18"/>
          <p:cNvSpPr txBox="1"/>
          <p:nvPr/>
        </p:nvSpPr>
        <p:spPr>
          <a:xfrm>
            <a:off x="7526308" y="4063355"/>
            <a:ext cx="1368152" cy="338554"/>
          </a:xfrm>
          <a:prstGeom prst="rect">
            <a:avLst/>
          </a:prstGeom>
          <a:noFill/>
        </p:spPr>
        <p:txBody>
          <a:bodyPr wrap="square" rtlCol="0">
            <a:spAutoFit/>
          </a:bodyPr>
          <a:lstStyle/>
          <a:p>
            <a:pPr algn="ctr"/>
            <a:r>
              <a:rPr lang="en-GB" sz="1600" b="1" dirty="0">
                <a:latin typeface="Consolas" panose="020B0609020204030204" pitchFamily="49" charset="0"/>
                <a:cs typeface="Consolas" panose="020B0609020204030204" pitchFamily="49" charset="0"/>
              </a:rPr>
              <a:t>0x200001F8</a:t>
            </a:r>
          </a:p>
        </p:txBody>
      </p:sp>
      <p:sp>
        <p:nvSpPr>
          <p:cNvPr id="20" name="TextBox 19"/>
          <p:cNvSpPr txBox="1"/>
          <p:nvPr/>
        </p:nvSpPr>
        <p:spPr>
          <a:xfrm>
            <a:off x="4127376" y="2708920"/>
            <a:ext cx="1368152" cy="338554"/>
          </a:xfrm>
          <a:prstGeom prst="rect">
            <a:avLst/>
          </a:prstGeom>
          <a:noFill/>
        </p:spPr>
        <p:txBody>
          <a:bodyPr wrap="square" rtlCol="0">
            <a:spAutoFit/>
          </a:bodyPr>
          <a:lstStyle/>
          <a:p>
            <a:pPr algn="ctr"/>
            <a:r>
              <a:rPr lang="en-GB" sz="1600" b="1" dirty="0">
                <a:latin typeface="Consolas" panose="020B0609020204030204" pitchFamily="49" charset="0"/>
                <a:cs typeface="Consolas" panose="020B0609020204030204" pitchFamily="49" charset="0"/>
              </a:rPr>
              <a:t>0x20000200</a:t>
            </a:r>
          </a:p>
        </p:txBody>
      </p:sp>
      <p:sp>
        <p:nvSpPr>
          <p:cNvPr id="21" name="TextBox 20"/>
          <p:cNvSpPr txBox="1"/>
          <p:nvPr/>
        </p:nvSpPr>
        <p:spPr>
          <a:xfrm>
            <a:off x="4127376" y="1988840"/>
            <a:ext cx="1296144" cy="338554"/>
          </a:xfrm>
          <a:prstGeom prst="rect">
            <a:avLst/>
          </a:prstGeom>
          <a:noFill/>
        </p:spPr>
        <p:txBody>
          <a:bodyPr wrap="square" rtlCol="0">
            <a:spAutoFit/>
          </a:bodyPr>
          <a:lstStyle/>
          <a:p>
            <a:pPr algn="r"/>
            <a:r>
              <a:rPr lang="en-GB" sz="1600" b="1" dirty="0" err="1">
                <a:latin typeface="Consolas" panose="020B0609020204030204" pitchFamily="49" charset="0"/>
                <a:cs typeface="Consolas" panose="020B0609020204030204" pitchFamily="49" charset="0"/>
              </a:rPr>
              <a:t>0x22222222</a:t>
            </a:r>
            <a:endParaRPr lang="en-GB" sz="1600" b="1" dirty="0">
              <a:latin typeface="Consolas" panose="020B0609020204030204" pitchFamily="49" charset="0"/>
              <a:cs typeface="Consolas" panose="020B0609020204030204" pitchFamily="49" charset="0"/>
            </a:endParaRPr>
          </a:p>
        </p:txBody>
      </p:sp>
      <p:sp>
        <p:nvSpPr>
          <p:cNvPr id="22" name="TextBox 21"/>
          <p:cNvSpPr txBox="1"/>
          <p:nvPr/>
        </p:nvSpPr>
        <p:spPr>
          <a:xfrm>
            <a:off x="4127376" y="1628800"/>
            <a:ext cx="1296144" cy="338554"/>
          </a:xfrm>
          <a:prstGeom prst="rect">
            <a:avLst/>
          </a:prstGeom>
          <a:noFill/>
        </p:spPr>
        <p:txBody>
          <a:bodyPr wrap="square" rtlCol="0">
            <a:spAutoFit/>
          </a:bodyPr>
          <a:lstStyle/>
          <a:p>
            <a:pPr algn="r"/>
            <a:r>
              <a:rPr lang="en-GB" sz="1600" b="1" dirty="0" err="1">
                <a:latin typeface="Consolas" panose="020B0609020204030204" pitchFamily="49" charset="0"/>
                <a:cs typeface="Consolas" panose="020B0609020204030204" pitchFamily="49" charset="0"/>
              </a:rPr>
              <a:t>0x11111111</a:t>
            </a:r>
            <a:endParaRPr lang="en-GB" sz="1600" b="1" dirty="0">
              <a:latin typeface="Consolas" panose="020B0609020204030204" pitchFamily="49" charset="0"/>
              <a:cs typeface="Consolas" panose="020B0609020204030204" pitchFamily="49" charset="0"/>
            </a:endParaRPr>
          </a:p>
        </p:txBody>
      </p:sp>
      <p:cxnSp>
        <p:nvCxnSpPr>
          <p:cNvPr id="24" name="Straight Arrow Connector 23"/>
          <p:cNvCxnSpPr>
            <a:endCxn id="35" idx="1"/>
          </p:cNvCxnSpPr>
          <p:nvPr/>
        </p:nvCxnSpPr>
        <p:spPr>
          <a:xfrm>
            <a:off x="5429517" y="2891802"/>
            <a:ext cx="802628" cy="1340830"/>
          </a:xfrm>
          <a:prstGeom prst="straightConnector1">
            <a:avLst/>
          </a:prstGeom>
          <a:ln w="19050">
            <a:solidFill>
              <a:srgbClr val="C00000"/>
            </a:solidFill>
            <a:tailEnd type="arrow"/>
          </a:ln>
        </p:spPr>
        <p:style>
          <a:lnRef idx="1">
            <a:schemeClr val="accent1"/>
          </a:lnRef>
          <a:fillRef idx="0">
            <a:schemeClr val="accent1"/>
          </a:fillRef>
          <a:effectRef idx="0">
            <a:schemeClr val="accent1"/>
          </a:effectRef>
          <a:fontRef idx="minor">
            <a:schemeClr val="tx1"/>
          </a:fontRef>
        </p:style>
      </p:cxnSp>
      <p:sp>
        <p:nvSpPr>
          <p:cNvPr id="4" name="Slide Number Placeholder 3"/>
          <p:cNvSpPr>
            <a:spLocks noGrp="1"/>
          </p:cNvSpPr>
          <p:nvPr>
            <p:ph type="sldNum" sz="quarter" idx="12"/>
          </p:nvPr>
        </p:nvSpPr>
        <p:spPr/>
        <p:txBody>
          <a:bodyPr/>
          <a:lstStyle/>
          <a:p>
            <a:fld id="{EA7C8D44-3667-46F6-9772-CC52308E2A7F}" type="slidenum">
              <a:rPr kumimoji="0" lang="en-US" smtClean="0"/>
              <a:pPr/>
              <a:t>11</a:t>
            </a:fld>
            <a:endParaRPr kumimoji="0" lang="en-US"/>
          </a:p>
        </p:txBody>
      </p:sp>
      <p:sp>
        <p:nvSpPr>
          <p:cNvPr id="23" name="TextBox 22"/>
          <p:cNvSpPr txBox="1"/>
          <p:nvPr/>
        </p:nvSpPr>
        <p:spPr>
          <a:xfrm>
            <a:off x="6230165" y="3352800"/>
            <a:ext cx="1296142" cy="338554"/>
          </a:xfrm>
          <a:prstGeom prst="rect">
            <a:avLst/>
          </a:prstGeom>
          <a:noFill/>
        </p:spPr>
        <p:txBody>
          <a:bodyPr wrap="square" rtlCol="0">
            <a:spAutoFit/>
          </a:bodyPr>
          <a:lstStyle/>
          <a:p>
            <a:pPr algn="ctr"/>
            <a:r>
              <a:rPr lang="en-US" sz="1600" b="1" dirty="0" err="1">
                <a:latin typeface="Consolas" panose="020B0609020204030204" pitchFamily="49" charset="0"/>
                <a:cs typeface="Consolas" panose="020B0609020204030204" pitchFamily="49" charset="0"/>
              </a:rPr>
              <a:t>xxxxxxxx</a:t>
            </a:r>
            <a:endParaRPr lang="en-US" sz="1600" b="1" dirty="0">
              <a:latin typeface="Consolas" panose="020B0609020204030204" pitchFamily="49" charset="0"/>
              <a:cs typeface="Consolas" panose="020B0609020204030204" pitchFamily="49" charset="0"/>
            </a:endParaRPr>
          </a:p>
        </p:txBody>
      </p:sp>
      <p:sp>
        <p:nvSpPr>
          <p:cNvPr id="25" name="Rounded Rectangle 24"/>
          <p:cNvSpPr/>
          <p:nvPr/>
        </p:nvSpPr>
        <p:spPr>
          <a:xfrm>
            <a:off x="381000" y="2528900"/>
            <a:ext cx="2438400" cy="2078360"/>
          </a:xfrm>
          <a:prstGeom prst="round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buNone/>
            </a:pPr>
            <a:r>
              <a:rPr lang="en-GB" sz="2400" dirty="0">
                <a:solidFill>
                  <a:schemeClr val="tx1"/>
                </a:solidFill>
                <a:latin typeface="Consolas" panose="020B0609020204030204" pitchFamily="49" charset="0"/>
                <a:cs typeface="Consolas" panose="020B0609020204030204" pitchFamily="49" charset="0"/>
              </a:rPr>
              <a:t>PUSH {R1,R2}</a:t>
            </a:r>
          </a:p>
          <a:p>
            <a:pPr>
              <a:buNone/>
            </a:pPr>
            <a:r>
              <a:rPr lang="en-GB" sz="2400" dirty="0">
                <a:solidFill>
                  <a:schemeClr val="tx1"/>
                </a:solidFill>
                <a:latin typeface="Consolas" panose="020B0609020204030204" pitchFamily="49" charset="0"/>
                <a:cs typeface="Consolas" panose="020B0609020204030204" pitchFamily="49" charset="0"/>
              </a:rPr>
              <a:t>POP  {R1}</a:t>
            </a:r>
          </a:p>
          <a:p>
            <a:pPr>
              <a:buNone/>
            </a:pPr>
            <a:r>
              <a:rPr lang="en-GB" sz="2400" dirty="0">
                <a:solidFill>
                  <a:schemeClr val="tx1"/>
                </a:solidFill>
                <a:latin typeface="Consolas" panose="020B0609020204030204" pitchFamily="49" charset="0"/>
                <a:cs typeface="Consolas" panose="020B0609020204030204" pitchFamily="49" charset="0"/>
              </a:rPr>
              <a:t>POP  {</a:t>
            </a:r>
            <a:r>
              <a:rPr lang="en-GB" sz="2400" dirty="0" err="1">
                <a:solidFill>
                  <a:schemeClr val="tx1"/>
                </a:solidFill>
                <a:latin typeface="Consolas" panose="020B0609020204030204" pitchFamily="49" charset="0"/>
                <a:cs typeface="Consolas" panose="020B0609020204030204" pitchFamily="49" charset="0"/>
              </a:rPr>
              <a:t>R2</a:t>
            </a:r>
            <a:r>
              <a:rPr lang="en-GB" sz="2400" dirty="0">
                <a:solidFill>
                  <a:schemeClr val="tx1"/>
                </a:solidFill>
                <a:latin typeface="Consolas" panose="020B0609020204030204" pitchFamily="49" charset="0"/>
                <a:cs typeface="Consolas" panose="020B0609020204030204" pitchFamily="49" charset="0"/>
              </a:rPr>
              <a:t>}</a:t>
            </a:r>
          </a:p>
        </p:txBody>
      </p:sp>
      <p:sp>
        <p:nvSpPr>
          <p:cNvPr id="3" name="TextBox 2"/>
          <p:cNvSpPr txBox="1"/>
          <p:nvPr/>
        </p:nvSpPr>
        <p:spPr>
          <a:xfrm>
            <a:off x="6230164" y="4736068"/>
            <a:ext cx="1298123" cy="369332"/>
          </a:xfrm>
          <a:prstGeom prst="rect">
            <a:avLst/>
          </a:prstGeom>
          <a:noFill/>
        </p:spPr>
        <p:txBody>
          <a:bodyPr wrap="square" rtlCol="0">
            <a:spAutoFit/>
          </a:bodyPr>
          <a:lstStyle/>
          <a:p>
            <a:pPr algn="ctr"/>
            <a:r>
              <a:rPr lang="en-US" dirty="0"/>
              <a:t>memory</a:t>
            </a:r>
          </a:p>
        </p:txBody>
      </p:sp>
      <p:sp>
        <p:nvSpPr>
          <p:cNvPr id="28" name="TextBox 27"/>
          <p:cNvSpPr txBox="1"/>
          <p:nvPr/>
        </p:nvSpPr>
        <p:spPr>
          <a:xfrm>
            <a:off x="7738363" y="2615348"/>
            <a:ext cx="944041" cy="369332"/>
          </a:xfrm>
          <a:prstGeom prst="rect">
            <a:avLst/>
          </a:prstGeom>
          <a:noFill/>
        </p:spPr>
        <p:txBody>
          <a:bodyPr wrap="none" rtlCol="0">
            <a:spAutoFit/>
          </a:bodyPr>
          <a:lstStyle/>
          <a:p>
            <a:r>
              <a:rPr lang="en-US" dirty="0"/>
              <a:t>Address</a:t>
            </a:r>
          </a:p>
        </p:txBody>
      </p:sp>
      <p:sp>
        <p:nvSpPr>
          <p:cNvPr id="34" name="TextBox 33"/>
          <p:cNvSpPr txBox="1"/>
          <p:nvPr/>
        </p:nvSpPr>
        <p:spPr>
          <a:xfrm>
            <a:off x="6232145" y="3724801"/>
            <a:ext cx="1296142" cy="338554"/>
          </a:xfrm>
          <a:prstGeom prst="rect">
            <a:avLst/>
          </a:prstGeom>
          <a:noFill/>
        </p:spPr>
        <p:txBody>
          <a:bodyPr wrap="square" rtlCol="0">
            <a:spAutoFit/>
          </a:bodyPr>
          <a:lstStyle/>
          <a:p>
            <a:pPr algn="ctr"/>
            <a:r>
              <a:rPr lang="en-US" sz="1600" dirty="0">
                <a:latin typeface="Consolas" panose="020B0609020204030204" pitchFamily="49" charset="0"/>
                <a:cs typeface="Consolas" panose="020B0609020204030204" pitchFamily="49" charset="0"/>
              </a:rPr>
              <a:t>0x22222222</a:t>
            </a:r>
            <a:endParaRPr lang="en-US" sz="1600" b="1" dirty="0">
              <a:latin typeface="Consolas" panose="020B0609020204030204" pitchFamily="49" charset="0"/>
              <a:cs typeface="Consolas" panose="020B0609020204030204" pitchFamily="49" charset="0"/>
            </a:endParaRPr>
          </a:p>
        </p:txBody>
      </p:sp>
      <p:sp>
        <p:nvSpPr>
          <p:cNvPr id="35" name="TextBox 34"/>
          <p:cNvSpPr txBox="1"/>
          <p:nvPr/>
        </p:nvSpPr>
        <p:spPr>
          <a:xfrm>
            <a:off x="6232145" y="4063355"/>
            <a:ext cx="1296142" cy="338554"/>
          </a:xfrm>
          <a:prstGeom prst="rect">
            <a:avLst/>
          </a:prstGeom>
          <a:noFill/>
        </p:spPr>
        <p:txBody>
          <a:bodyPr wrap="square" rtlCol="0">
            <a:spAutoFit/>
          </a:bodyPr>
          <a:lstStyle/>
          <a:p>
            <a:pPr algn="ctr"/>
            <a:r>
              <a:rPr lang="en-US" sz="1600" dirty="0">
                <a:latin typeface="Consolas" panose="020B0609020204030204" pitchFamily="49" charset="0"/>
                <a:cs typeface="Consolas" panose="020B0609020204030204" pitchFamily="49" charset="0"/>
              </a:rPr>
              <a:t>0x11111111</a:t>
            </a:r>
            <a:endParaRPr lang="en-US" sz="1600" b="1" dirty="0">
              <a:latin typeface="Consolas" panose="020B0609020204030204" pitchFamily="49" charset="0"/>
              <a:cs typeface="Consolas" panose="020B0609020204030204" pitchFamily="49" charset="0"/>
            </a:endParaRPr>
          </a:p>
        </p:txBody>
      </p:sp>
      <p:sp>
        <p:nvSpPr>
          <p:cNvPr id="30" name="Rectangle 29"/>
          <p:cNvSpPr/>
          <p:nvPr/>
        </p:nvSpPr>
        <p:spPr>
          <a:xfrm>
            <a:off x="443880" y="1675288"/>
            <a:ext cx="2819400" cy="685274"/>
          </a:xfrm>
          <a:prstGeom prst="rect">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sz="2400" dirty="0">
                <a:solidFill>
                  <a:schemeClr val="tx1"/>
                </a:solidFill>
                <a:latin typeface="Consolas" panose="020B0609020204030204" pitchFamily="49" charset="0"/>
                <a:cs typeface="Consolas" panose="020B0609020204030204" pitchFamily="49" charset="0"/>
              </a:rPr>
              <a:t>R1==0x11111111</a:t>
            </a:r>
          </a:p>
          <a:p>
            <a:pPr algn="ctr"/>
            <a:r>
              <a:rPr lang="en-US" sz="2400" dirty="0">
                <a:solidFill>
                  <a:schemeClr val="tx1"/>
                </a:solidFill>
                <a:latin typeface="Consolas" panose="020B0609020204030204" pitchFamily="49" charset="0"/>
                <a:cs typeface="Consolas" panose="020B0609020204030204" pitchFamily="49" charset="0"/>
              </a:rPr>
              <a:t>R2==0x22222222</a:t>
            </a:r>
          </a:p>
        </p:txBody>
      </p:sp>
      <p:sp>
        <p:nvSpPr>
          <p:cNvPr id="31" name="Rectangle 30"/>
          <p:cNvSpPr/>
          <p:nvPr/>
        </p:nvSpPr>
        <p:spPr>
          <a:xfrm>
            <a:off x="677570" y="1237054"/>
            <a:ext cx="2441694" cy="400110"/>
          </a:xfrm>
          <a:prstGeom prst="rect">
            <a:avLst/>
          </a:prstGeom>
        </p:spPr>
        <p:txBody>
          <a:bodyPr wrap="none">
            <a:spAutoFit/>
          </a:bodyPr>
          <a:lstStyle/>
          <a:p>
            <a:r>
              <a:rPr lang="en-US" sz="2000" dirty="0">
                <a:latin typeface="Consolas" panose="020B0609020204030204" pitchFamily="49" charset="0"/>
                <a:cs typeface="Consolas" panose="020B0609020204030204" pitchFamily="49" charset="0"/>
              </a:rPr>
              <a:t>Before execution</a:t>
            </a:r>
            <a:endParaRPr lang="en-US" sz="2000" dirty="0"/>
          </a:p>
        </p:txBody>
      </p:sp>
      <p:sp>
        <p:nvSpPr>
          <p:cNvPr id="32" name="Content Placeholder 3"/>
          <p:cNvSpPr>
            <a:spLocks noGrp="1"/>
          </p:cNvSpPr>
          <p:nvPr>
            <p:ph sz="quarter" idx="1"/>
          </p:nvPr>
        </p:nvSpPr>
        <p:spPr>
          <a:xfrm>
            <a:off x="443880" y="5044440"/>
            <a:ext cx="8229600" cy="1333396"/>
          </a:xfrm>
        </p:spPr>
        <p:txBody>
          <a:bodyPr/>
          <a:lstStyle/>
          <a:p>
            <a:r>
              <a:rPr lang="en-US" dirty="0"/>
              <a:t>Stack content </a:t>
            </a:r>
            <a:r>
              <a:rPr lang="en-US"/>
              <a:t>and SP shown </a:t>
            </a:r>
            <a:r>
              <a:rPr lang="en-US" dirty="0"/>
              <a:t>in figure</a:t>
            </a:r>
          </a:p>
          <a:p>
            <a:r>
              <a:rPr lang="en-US" dirty="0"/>
              <a:t>After POP {R2}, R1==0x11111111, R2==0x22222222</a:t>
            </a:r>
          </a:p>
        </p:txBody>
      </p:sp>
    </p:spTree>
    <p:extLst>
      <p:ext uri="{BB962C8B-B14F-4D97-AF65-F5344CB8AC3E}">
        <p14:creationId xmlns:p14="http://schemas.microsoft.com/office/powerpoint/2010/main" val="209883174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 name="Rectangle 40"/>
          <p:cNvSpPr/>
          <p:nvPr/>
        </p:nvSpPr>
        <p:spPr>
          <a:xfrm>
            <a:off x="4127376" y="2348880"/>
            <a:ext cx="1296144" cy="360040"/>
          </a:xfrm>
          <a:prstGeom prst="rect">
            <a:avLst/>
          </a:prstGeom>
          <a:solidFill>
            <a:schemeClr val="bg1"/>
          </a:solidFill>
          <a:ln>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29" name="Rectangle 28"/>
          <p:cNvSpPr/>
          <p:nvPr/>
        </p:nvSpPr>
        <p:spPr>
          <a:xfrm>
            <a:off x="6230164" y="2984680"/>
            <a:ext cx="1296144" cy="360040"/>
          </a:xfrm>
          <a:prstGeom prst="rect">
            <a:avLst/>
          </a:prstGeom>
          <a:solidFill>
            <a:schemeClr val="bg1"/>
          </a:solidFill>
          <a:ln>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27" name="Rectangle 26"/>
          <p:cNvSpPr/>
          <p:nvPr/>
        </p:nvSpPr>
        <p:spPr>
          <a:xfrm>
            <a:off x="6230164" y="4423395"/>
            <a:ext cx="1296144" cy="360040"/>
          </a:xfrm>
          <a:prstGeom prst="rect">
            <a:avLst/>
          </a:prstGeom>
          <a:solidFill>
            <a:schemeClr val="bg1"/>
          </a:solidFill>
          <a:ln>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2" name="Title 1"/>
          <p:cNvSpPr>
            <a:spLocks noGrp="1"/>
          </p:cNvSpPr>
          <p:nvPr>
            <p:ph type="title"/>
          </p:nvPr>
        </p:nvSpPr>
        <p:spPr/>
        <p:txBody>
          <a:bodyPr/>
          <a:lstStyle/>
          <a:p>
            <a:r>
              <a:rPr lang="en-GB" dirty="0"/>
              <a:t>Example: Swap R1 &amp; R2</a:t>
            </a:r>
          </a:p>
        </p:txBody>
      </p:sp>
      <p:sp>
        <p:nvSpPr>
          <p:cNvPr id="6" name="Rectangle 5"/>
          <p:cNvSpPr/>
          <p:nvPr/>
        </p:nvSpPr>
        <p:spPr>
          <a:xfrm>
            <a:off x="4127376"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7" name="TextBox 6"/>
          <p:cNvSpPr txBox="1"/>
          <p:nvPr/>
        </p:nvSpPr>
        <p:spPr>
          <a:xfrm>
            <a:off x="3551312" y="1628800"/>
            <a:ext cx="576064" cy="338554"/>
          </a:xfrm>
          <a:prstGeom prst="rect">
            <a:avLst/>
          </a:prstGeom>
          <a:noFill/>
        </p:spPr>
        <p:txBody>
          <a:bodyPr wrap="square" rtlCol="0">
            <a:spAutoFit/>
          </a:bodyPr>
          <a:lstStyle/>
          <a:p>
            <a:r>
              <a:rPr lang="en-GB" sz="1600" b="1" dirty="0">
                <a:latin typeface="Consolas" panose="020B0609020204030204" pitchFamily="49" charset="0"/>
                <a:cs typeface="Consolas" panose="020B0609020204030204" pitchFamily="49" charset="0"/>
              </a:rPr>
              <a:t>R1</a:t>
            </a:r>
          </a:p>
        </p:txBody>
      </p:sp>
      <p:sp>
        <p:nvSpPr>
          <p:cNvPr id="9" name="Rectangle 8"/>
          <p:cNvSpPr/>
          <p:nvPr/>
        </p:nvSpPr>
        <p:spPr>
          <a:xfrm>
            <a:off x="4127376" y="198884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10" name="TextBox 9"/>
          <p:cNvSpPr txBox="1"/>
          <p:nvPr/>
        </p:nvSpPr>
        <p:spPr>
          <a:xfrm>
            <a:off x="3551312" y="1988840"/>
            <a:ext cx="576064" cy="338554"/>
          </a:xfrm>
          <a:prstGeom prst="rect">
            <a:avLst/>
          </a:prstGeom>
          <a:noFill/>
        </p:spPr>
        <p:txBody>
          <a:bodyPr wrap="square" rtlCol="0">
            <a:spAutoFit/>
          </a:bodyPr>
          <a:lstStyle/>
          <a:p>
            <a:r>
              <a:rPr lang="en-GB" sz="1600" b="1" dirty="0">
                <a:latin typeface="Consolas" panose="020B0609020204030204" pitchFamily="49" charset="0"/>
                <a:cs typeface="Consolas" panose="020B0609020204030204" pitchFamily="49" charset="0"/>
              </a:rPr>
              <a:t>R2</a:t>
            </a:r>
          </a:p>
        </p:txBody>
      </p:sp>
      <p:sp>
        <p:nvSpPr>
          <p:cNvPr id="12" name="Rectangle 11"/>
          <p:cNvSpPr/>
          <p:nvPr/>
        </p:nvSpPr>
        <p:spPr>
          <a:xfrm>
            <a:off x="4127376" y="270892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13" name="TextBox 12"/>
          <p:cNvSpPr txBox="1"/>
          <p:nvPr/>
        </p:nvSpPr>
        <p:spPr>
          <a:xfrm>
            <a:off x="2971800" y="2708920"/>
            <a:ext cx="1155576" cy="338554"/>
          </a:xfrm>
          <a:prstGeom prst="rect">
            <a:avLst/>
          </a:prstGeom>
          <a:noFill/>
        </p:spPr>
        <p:txBody>
          <a:bodyPr wrap="square" rtlCol="0">
            <a:spAutoFit/>
          </a:bodyPr>
          <a:lstStyle/>
          <a:p>
            <a:pPr algn="r"/>
            <a:r>
              <a:rPr lang="en-GB" sz="1600" b="1" dirty="0" err="1">
                <a:latin typeface="Consolas" panose="020B0609020204030204" pitchFamily="49" charset="0"/>
                <a:cs typeface="Consolas" panose="020B0609020204030204" pitchFamily="49" charset="0"/>
              </a:rPr>
              <a:t>R13</a:t>
            </a:r>
            <a:r>
              <a:rPr lang="en-GB" sz="1600" b="1" dirty="0">
                <a:latin typeface="Consolas" panose="020B0609020204030204" pitchFamily="49" charset="0"/>
                <a:cs typeface="Consolas" panose="020B0609020204030204" pitchFamily="49" charset="0"/>
              </a:rPr>
              <a:t> (</a:t>
            </a:r>
            <a:r>
              <a:rPr lang="en-GB" sz="1600" b="1" dirty="0" err="1">
                <a:latin typeface="Consolas" panose="020B0609020204030204" pitchFamily="49" charset="0"/>
                <a:cs typeface="Consolas" panose="020B0609020204030204" pitchFamily="49" charset="0"/>
              </a:rPr>
              <a:t>SP</a:t>
            </a:r>
            <a:r>
              <a:rPr lang="en-GB" sz="1600" b="1" dirty="0">
                <a:latin typeface="Consolas" panose="020B0609020204030204" pitchFamily="49" charset="0"/>
                <a:cs typeface="Consolas" panose="020B0609020204030204" pitchFamily="49" charset="0"/>
              </a:rPr>
              <a:t>)</a:t>
            </a:r>
          </a:p>
        </p:txBody>
      </p:sp>
      <p:sp>
        <p:nvSpPr>
          <p:cNvPr id="14" name="Rectangle 13"/>
          <p:cNvSpPr/>
          <p:nvPr/>
        </p:nvSpPr>
        <p:spPr>
          <a:xfrm>
            <a:off x="6230164" y="3343275"/>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15" name="TextBox 14"/>
          <p:cNvSpPr txBox="1"/>
          <p:nvPr/>
        </p:nvSpPr>
        <p:spPr>
          <a:xfrm>
            <a:off x="7526308" y="3343275"/>
            <a:ext cx="1368152" cy="338554"/>
          </a:xfrm>
          <a:prstGeom prst="rect">
            <a:avLst/>
          </a:prstGeom>
          <a:noFill/>
        </p:spPr>
        <p:txBody>
          <a:bodyPr wrap="square" rtlCol="0">
            <a:spAutoFit/>
          </a:bodyPr>
          <a:lstStyle/>
          <a:p>
            <a:pPr algn="ctr"/>
            <a:r>
              <a:rPr lang="en-GB" sz="1600" b="1" dirty="0">
                <a:latin typeface="Consolas" panose="020B0609020204030204" pitchFamily="49" charset="0"/>
                <a:cs typeface="Consolas" panose="020B0609020204030204" pitchFamily="49" charset="0"/>
              </a:rPr>
              <a:t>0x20000200</a:t>
            </a:r>
          </a:p>
        </p:txBody>
      </p:sp>
      <p:sp>
        <p:nvSpPr>
          <p:cNvPr id="16" name="Rectangle 15"/>
          <p:cNvSpPr/>
          <p:nvPr/>
        </p:nvSpPr>
        <p:spPr>
          <a:xfrm>
            <a:off x="6230164" y="3703315"/>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17" name="Rectangle 16"/>
          <p:cNvSpPr/>
          <p:nvPr/>
        </p:nvSpPr>
        <p:spPr>
          <a:xfrm>
            <a:off x="6230164" y="4063355"/>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18" name="TextBox 17"/>
          <p:cNvSpPr txBox="1"/>
          <p:nvPr/>
        </p:nvSpPr>
        <p:spPr>
          <a:xfrm>
            <a:off x="7526308" y="3703315"/>
            <a:ext cx="1368152" cy="338554"/>
          </a:xfrm>
          <a:prstGeom prst="rect">
            <a:avLst/>
          </a:prstGeom>
          <a:noFill/>
        </p:spPr>
        <p:txBody>
          <a:bodyPr wrap="square" rtlCol="0">
            <a:spAutoFit/>
          </a:bodyPr>
          <a:lstStyle/>
          <a:p>
            <a:pPr algn="ctr"/>
            <a:r>
              <a:rPr lang="en-GB" sz="1600" b="1" dirty="0">
                <a:latin typeface="Consolas" panose="020B0609020204030204" pitchFamily="49" charset="0"/>
                <a:cs typeface="Consolas" panose="020B0609020204030204" pitchFamily="49" charset="0"/>
              </a:rPr>
              <a:t>0x200001FC</a:t>
            </a:r>
          </a:p>
        </p:txBody>
      </p:sp>
      <p:sp>
        <p:nvSpPr>
          <p:cNvPr id="19" name="TextBox 18"/>
          <p:cNvSpPr txBox="1"/>
          <p:nvPr/>
        </p:nvSpPr>
        <p:spPr>
          <a:xfrm>
            <a:off x="7526308" y="4063355"/>
            <a:ext cx="1368152" cy="338554"/>
          </a:xfrm>
          <a:prstGeom prst="rect">
            <a:avLst/>
          </a:prstGeom>
          <a:noFill/>
        </p:spPr>
        <p:txBody>
          <a:bodyPr wrap="square" rtlCol="0">
            <a:spAutoFit/>
          </a:bodyPr>
          <a:lstStyle/>
          <a:p>
            <a:pPr algn="ctr"/>
            <a:r>
              <a:rPr lang="en-GB" sz="1600" b="1" dirty="0">
                <a:latin typeface="Consolas" panose="020B0609020204030204" pitchFamily="49" charset="0"/>
                <a:cs typeface="Consolas" panose="020B0609020204030204" pitchFamily="49" charset="0"/>
              </a:rPr>
              <a:t>0x200001F8</a:t>
            </a:r>
          </a:p>
        </p:txBody>
      </p:sp>
      <p:sp>
        <p:nvSpPr>
          <p:cNvPr id="20" name="TextBox 19"/>
          <p:cNvSpPr txBox="1"/>
          <p:nvPr/>
        </p:nvSpPr>
        <p:spPr>
          <a:xfrm>
            <a:off x="4127376" y="2708920"/>
            <a:ext cx="1368152" cy="338554"/>
          </a:xfrm>
          <a:prstGeom prst="rect">
            <a:avLst/>
          </a:prstGeom>
          <a:noFill/>
        </p:spPr>
        <p:txBody>
          <a:bodyPr wrap="square" rtlCol="0">
            <a:spAutoFit/>
          </a:bodyPr>
          <a:lstStyle/>
          <a:p>
            <a:pPr algn="ctr"/>
            <a:r>
              <a:rPr lang="en-GB" sz="1600" b="1" dirty="0" err="1">
                <a:latin typeface="Consolas" panose="020B0609020204030204" pitchFamily="49" charset="0"/>
                <a:cs typeface="Consolas" panose="020B0609020204030204" pitchFamily="49" charset="0"/>
              </a:rPr>
              <a:t>0x20000</a:t>
            </a:r>
            <a:r>
              <a:rPr lang="en-GB" sz="1600" b="1" dirty="0" err="1">
                <a:solidFill>
                  <a:srgbClr val="C00000"/>
                </a:solidFill>
                <a:latin typeface="Consolas" panose="020B0609020204030204" pitchFamily="49" charset="0"/>
                <a:cs typeface="Consolas" panose="020B0609020204030204" pitchFamily="49" charset="0"/>
              </a:rPr>
              <a:t>1F8</a:t>
            </a:r>
            <a:endParaRPr lang="en-GB" sz="1600" b="1" dirty="0">
              <a:solidFill>
                <a:srgbClr val="C00000"/>
              </a:solidFill>
              <a:latin typeface="Consolas" panose="020B0609020204030204" pitchFamily="49" charset="0"/>
              <a:cs typeface="Consolas" panose="020B0609020204030204" pitchFamily="49" charset="0"/>
            </a:endParaRPr>
          </a:p>
        </p:txBody>
      </p:sp>
      <p:sp>
        <p:nvSpPr>
          <p:cNvPr id="21" name="TextBox 20"/>
          <p:cNvSpPr txBox="1"/>
          <p:nvPr/>
        </p:nvSpPr>
        <p:spPr>
          <a:xfrm>
            <a:off x="4127376" y="1988840"/>
            <a:ext cx="1296144" cy="338554"/>
          </a:xfrm>
          <a:prstGeom prst="rect">
            <a:avLst/>
          </a:prstGeom>
          <a:noFill/>
        </p:spPr>
        <p:txBody>
          <a:bodyPr wrap="square" rtlCol="0">
            <a:spAutoFit/>
          </a:bodyPr>
          <a:lstStyle/>
          <a:p>
            <a:pPr algn="r"/>
            <a:r>
              <a:rPr lang="en-GB" sz="1600" b="1" dirty="0" err="1">
                <a:latin typeface="Consolas" panose="020B0609020204030204" pitchFamily="49" charset="0"/>
                <a:cs typeface="Consolas" panose="020B0609020204030204" pitchFamily="49" charset="0"/>
              </a:rPr>
              <a:t>0x22222222</a:t>
            </a:r>
            <a:endParaRPr lang="en-GB" sz="1600" b="1" dirty="0">
              <a:latin typeface="Consolas" panose="020B0609020204030204" pitchFamily="49" charset="0"/>
              <a:cs typeface="Consolas" panose="020B0609020204030204" pitchFamily="49" charset="0"/>
            </a:endParaRPr>
          </a:p>
        </p:txBody>
      </p:sp>
      <p:sp>
        <p:nvSpPr>
          <p:cNvPr id="22" name="TextBox 21"/>
          <p:cNvSpPr txBox="1"/>
          <p:nvPr/>
        </p:nvSpPr>
        <p:spPr>
          <a:xfrm>
            <a:off x="4127376" y="1628800"/>
            <a:ext cx="1296144" cy="338554"/>
          </a:xfrm>
          <a:prstGeom prst="rect">
            <a:avLst/>
          </a:prstGeom>
          <a:noFill/>
        </p:spPr>
        <p:txBody>
          <a:bodyPr wrap="square" rtlCol="0">
            <a:spAutoFit/>
          </a:bodyPr>
          <a:lstStyle/>
          <a:p>
            <a:pPr algn="r"/>
            <a:r>
              <a:rPr lang="en-GB" sz="1600" b="1" dirty="0" err="1">
                <a:latin typeface="Consolas" panose="020B0609020204030204" pitchFamily="49" charset="0"/>
                <a:cs typeface="Consolas" panose="020B0609020204030204" pitchFamily="49" charset="0"/>
              </a:rPr>
              <a:t>0x11111111</a:t>
            </a:r>
            <a:endParaRPr lang="en-GB" sz="1600" b="1" dirty="0">
              <a:latin typeface="Consolas" panose="020B0609020204030204" pitchFamily="49" charset="0"/>
              <a:cs typeface="Consolas" panose="020B0609020204030204" pitchFamily="49" charset="0"/>
            </a:endParaRPr>
          </a:p>
        </p:txBody>
      </p:sp>
      <p:cxnSp>
        <p:nvCxnSpPr>
          <p:cNvPr id="24" name="Straight Arrow Connector 23"/>
          <p:cNvCxnSpPr>
            <a:endCxn id="17" idx="1"/>
          </p:cNvCxnSpPr>
          <p:nvPr/>
        </p:nvCxnSpPr>
        <p:spPr>
          <a:xfrm>
            <a:off x="5429517" y="2891802"/>
            <a:ext cx="800647" cy="1351573"/>
          </a:xfrm>
          <a:prstGeom prst="straightConnector1">
            <a:avLst/>
          </a:prstGeom>
          <a:ln w="19050">
            <a:solidFill>
              <a:srgbClr val="C00000"/>
            </a:solidFill>
            <a:tailEnd type="arrow"/>
          </a:ln>
        </p:spPr>
        <p:style>
          <a:lnRef idx="1">
            <a:schemeClr val="accent1"/>
          </a:lnRef>
          <a:fillRef idx="0">
            <a:schemeClr val="accent1"/>
          </a:fillRef>
          <a:effectRef idx="0">
            <a:schemeClr val="accent1"/>
          </a:effectRef>
          <a:fontRef idx="minor">
            <a:schemeClr val="tx1"/>
          </a:fontRef>
        </p:style>
      </p:cxnSp>
      <p:sp>
        <p:nvSpPr>
          <p:cNvPr id="4" name="Slide Number Placeholder 3"/>
          <p:cNvSpPr>
            <a:spLocks noGrp="1"/>
          </p:cNvSpPr>
          <p:nvPr>
            <p:ph type="sldNum" sz="quarter" idx="12"/>
          </p:nvPr>
        </p:nvSpPr>
        <p:spPr/>
        <p:txBody>
          <a:bodyPr/>
          <a:lstStyle/>
          <a:p>
            <a:fld id="{EA7C8D44-3667-46F6-9772-CC52308E2A7F}" type="slidenum">
              <a:rPr kumimoji="0" lang="en-US" smtClean="0"/>
              <a:pPr/>
              <a:t>12</a:t>
            </a:fld>
            <a:endParaRPr kumimoji="0" lang="en-US"/>
          </a:p>
        </p:txBody>
      </p:sp>
      <p:sp>
        <p:nvSpPr>
          <p:cNvPr id="23" name="TextBox 22"/>
          <p:cNvSpPr txBox="1"/>
          <p:nvPr/>
        </p:nvSpPr>
        <p:spPr>
          <a:xfrm>
            <a:off x="6230165" y="3352800"/>
            <a:ext cx="1296142" cy="338554"/>
          </a:xfrm>
          <a:prstGeom prst="rect">
            <a:avLst/>
          </a:prstGeom>
          <a:noFill/>
        </p:spPr>
        <p:txBody>
          <a:bodyPr wrap="square" rtlCol="0">
            <a:spAutoFit/>
          </a:bodyPr>
          <a:lstStyle/>
          <a:p>
            <a:pPr algn="ctr"/>
            <a:r>
              <a:rPr lang="en-US" sz="1600" b="1" dirty="0" err="1">
                <a:latin typeface="Consolas" panose="020B0609020204030204" pitchFamily="49" charset="0"/>
                <a:cs typeface="Consolas" panose="020B0609020204030204" pitchFamily="49" charset="0"/>
              </a:rPr>
              <a:t>xxxxxxxx</a:t>
            </a:r>
            <a:endParaRPr lang="en-US" sz="1600" b="1" dirty="0">
              <a:latin typeface="Consolas" panose="020B0609020204030204" pitchFamily="49" charset="0"/>
              <a:cs typeface="Consolas" panose="020B0609020204030204" pitchFamily="49" charset="0"/>
            </a:endParaRPr>
          </a:p>
        </p:txBody>
      </p:sp>
      <p:sp>
        <p:nvSpPr>
          <p:cNvPr id="25" name="Rounded Rectangle 24"/>
          <p:cNvSpPr/>
          <p:nvPr/>
        </p:nvSpPr>
        <p:spPr>
          <a:xfrm>
            <a:off x="914400" y="2528900"/>
            <a:ext cx="1905000" cy="2078360"/>
          </a:xfrm>
          <a:prstGeom prst="round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buNone/>
            </a:pPr>
            <a:r>
              <a:rPr lang="en-GB" sz="2400" dirty="0">
                <a:solidFill>
                  <a:schemeClr val="tx1"/>
                </a:solidFill>
                <a:latin typeface="Consolas" panose="020B0609020204030204" pitchFamily="49" charset="0"/>
                <a:cs typeface="Consolas" panose="020B0609020204030204" pitchFamily="49" charset="0"/>
              </a:rPr>
              <a:t>PUSH {</a:t>
            </a:r>
            <a:r>
              <a:rPr lang="en-GB" sz="2400" dirty="0" err="1">
                <a:solidFill>
                  <a:schemeClr val="tx1"/>
                </a:solidFill>
                <a:latin typeface="Consolas" panose="020B0609020204030204" pitchFamily="49" charset="0"/>
                <a:cs typeface="Consolas" panose="020B0609020204030204" pitchFamily="49" charset="0"/>
              </a:rPr>
              <a:t>R1</a:t>
            </a:r>
            <a:r>
              <a:rPr lang="en-GB" sz="2400" dirty="0">
                <a:solidFill>
                  <a:schemeClr val="tx1"/>
                </a:solidFill>
                <a:latin typeface="Consolas" panose="020B0609020204030204" pitchFamily="49" charset="0"/>
                <a:cs typeface="Consolas" panose="020B0609020204030204" pitchFamily="49" charset="0"/>
              </a:rPr>
              <a:t>}</a:t>
            </a:r>
          </a:p>
          <a:p>
            <a:pPr>
              <a:buNone/>
            </a:pPr>
            <a:r>
              <a:rPr lang="en-GB" sz="2400" dirty="0">
                <a:solidFill>
                  <a:srgbClr val="C00000"/>
                </a:solidFill>
                <a:latin typeface="Consolas" panose="020B0609020204030204" pitchFamily="49" charset="0"/>
                <a:cs typeface="Consolas" panose="020B0609020204030204" pitchFamily="49" charset="0"/>
              </a:rPr>
              <a:t>PUSH {</a:t>
            </a:r>
            <a:r>
              <a:rPr lang="en-GB" sz="2400" dirty="0" err="1">
                <a:solidFill>
                  <a:srgbClr val="C00000"/>
                </a:solidFill>
                <a:latin typeface="Consolas" panose="020B0609020204030204" pitchFamily="49" charset="0"/>
                <a:cs typeface="Consolas" panose="020B0609020204030204" pitchFamily="49" charset="0"/>
              </a:rPr>
              <a:t>R2</a:t>
            </a:r>
            <a:r>
              <a:rPr lang="en-GB" sz="2400" dirty="0">
                <a:solidFill>
                  <a:srgbClr val="C00000"/>
                </a:solidFill>
                <a:latin typeface="Consolas" panose="020B0609020204030204" pitchFamily="49" charset="0"/>
                <a:cs typeface="Consolas" panose="020B0609020204030204" pitchFamily="49" charset="0"/>
              </a:rPr>
              <a:t>}</a:t>
            </a:r>
          </a:p>
          <a:p>
            <a:pPr>
              <a:buNone/>
            </a:pPr>
            <a:r>
              <a:rPr lang="en-GB" sz="2400" dirty="0">
                <a:solidFill>
                  <a:schemeClr val="tx1"/>
                </a:solidFill>
                <a:latin typeface="Consolas" panose="020B0609020204030204" pitchFamily="49" charset="0"/>
                <a:cs typeface="Consolas" panose="020B0609020204030204" pitchFamily="49" charset="0"/>
              </a:rPr>
              <a:t>POP  {</a:t>
            </a:r>
            <a:r>
              <a:rPr lang="en-GB" sz="2400" dirty="0" err="1">
                <a:solidFill>
                  <a:schemeClr val="tx1"/>
                </a:solidFill>
                <a:latin typeface="Consolas" panose="020B0609020204030204" pitchFamily="49" charset="0"/>
                <a:cs typeface="Consolas" panose="020B0609020204030204" pitchFamily="49" charset="0"/>
              </a:rPr>
              <a:t>R1</a:t>
            </a:r>
            <a:r>
              <a:rPr lang="en-GB" sz="2400" dirty="0">
                <a:solidFill>
                  <a:schemeClr val="tx1"/>
                </a:solidFill>
                <a:latin typeface="Consolas" panose="020B0609020204030204" pitchFamily="49" charset="0"/>
                <a:cs typeface="Consolas" panose="020B0609020204030204" pitchFamily="49" charset="0"/>
              </a:rPr>
              <a:t>}</a:t>
            </a:r>
          </a:p>
          <a:p>
            <a:pPr>
              <a:buNone/>
            </a:pPr>
            <a:r>
              <a:rPr lang="en-GB" sz="2400" dirty="0">
                <a:solidFill>
                  <a:schemeClr val="tx1"/>
                </a:solidFill>
                <a:latin typeface="Consolas" panose="020B0609020204030204" pitchFamily="49" charset="0"/>
                <a:cs typeface="Consolas" panose="020B0609020204030204" pitchFamily="49" charset="0"/>
              </a:rPr>
              <a:t>POP  {</a:t>
            </a:r>
            <a:r>
              <a:rPr lang="en-GB" sz="2400" dirty="0" err="1">
                <a:solidFill>
                  <a:schemeClr val="tx1"/>
                </a:solidFill>
                <a:latin typeface="Consolas" panose="020B0609020204030204" pitchFamily="49" charset="0"/>
                <a:cs typeface="Consolas" panose="020B0609020204030204" pitchFamily="49" charset="0"/>
              </a:rPr>
              <a:t>R2</a:t>
            </a:r>
            <a:r>
              <a:rPr lang="en-GB" sz="2400" dirty="0">
                <a:solidFill>
                  <a:schemeClr val="tx1"/>
                </a:solidFill>
                <a:latin typeface="Consolas" panose="020B0609020204030204" pitchFamily="49" charset="0"/>
                <a:cs typeface="Consolas" panose="020B0609020204030204" pitchFamily="49" charset="0"/>
              </a:rPr>
              <a:t>}</a:t>
            </a:r>
          </a:p>
        </p:txBody>
      </p:sp>
      <p:sp>
        <p:nvSpPr>
          <p:cNvPr id="3" name="TextBox 2"/>
          <p:cNvSpPr txBox="1"/>
          <p:nvPr/>
        </p:nvSpPr>
        <p:spPr>
          <a:xfrm>
            <a:off x="6230164" y="4989423"/>
            <a:ext cx="1298123" cy="369332"/>
          </a:xfrm>
          <a:prstGeom prst="rect">
            <a:avLst/>
          </a:prstGeom>
          <a:noFill/>
        </p:spPr>
        <p:txBody>
          <a:bodyPr wrap="square" rtlCol="0">
            <a:spAutoFit/>
          </a:bodyPr>
          <a:lstStyle/>
          <a:p>
            <a:pPr algn="ctr"/>
            <a:r>
              <a:rPr lang="en-US" dirty="0"/>
              <a:t>memory</a:t>
            </a:r>
          </a:p>
        </p:txBody>
      </p:sp>
      <p:sp>
        <p:nvSpPr>
          <p:cNvPr id="28" name="TextBox 27"/>
          <p:cNvSpPr txBox="1"/>
          <p:nvPr/>
        </p:nvSpPr>
        <p:spPr>
          <a:xfrm>
            <a:off x="7738363" y="2615348"/>
            <a:ext cx="944041" cy="369332"/>
          </a:xfrm>
          <a:prstGeom prst="rect">
            <a:avLst/>
          </a:prstGeom>
          <a:noFill/>
        </p:spPr>
        <p:txBody>
          <a:bodyPr wrap="none" rtlCol="0">
            <a:spAutoFit/>
          </a:bodyPr>
          <a:lstStyle/>
          <a:p>
            <a:r>
              <a:rPr lang="en-US" dirty="0"/>
              <a:t>Address</a:t>
            </a:r>
          </a:p>
        </p:txBody>
      </p:sp>
      <p:sp>
        <p:nvSpPr>
          <p:cNvPr id="30" name="TextBox 29"/>
          <p:cNvSpPr txBox="1"/>
          <p:nvPr/>
        </p:nvSpPr>
        <p:spPr>
          <a:xfrm>
            <a:off x="152400" y="3200400"/>
            <a:ext cx="465192" cy="369332"/>
          </a:xfrm>
          <a:prstGeom prst="rect">
            <a:avLst/>
          </a:prstGeom>
          <a:noFill/>
        </p:spPr>
        <p:txBody>
          <a:bodyPr wrap="none" rtlCol="0">
            <a:spAutoFit/>
          </a:bodyPr>
          <a:lstStyle/>
          <a:p>
            <a:r>
              <a:rPr lang="en-US" dirty="0">
                <a:solidFill>
                  <a:srgbClr val="C00000"/>
                </a:solidFill>
              </a:rPr>
              <a:t>PC</a:t>
            </a:r>
          </a:p>
        </p:txBody>
      </p:sp>
      <p:cxnSp>
        <p:nvCxnSpPr>
          <p:cNvPr id="32" name="Straight Arrow Connector 31"/>
          <p:cNvCxnSpPr/>
          <p:nvPr/>
        </p:nvCxnSpPr>
        <p:spPr>
          <a:xfrm>
            <a:off x="533400" y="3378764"/>
            <a:ext cx="525408" cy="0"/>
          </a:xfrm>
          <a:prstGeom prst="straightConnector1">
            <a:avLst/>
          </a:prstGeom>
          <a:ln w="28575">
            <a:solidFill>
              <a:srgbClr val="C00000"/>
            </a:solidFill>
            <a:tailEnd type="arrow"/>
          </a:ln>
        </p:spPr>
        <p:style>
          <a:lnRef idx="1">
            <a:schemeClr val="accent1"/>
          </a:lnRef>
          <a:fillRef idx="0">
            <a:schemeClr val="accent1"/>
          </a:fillRef>
          <a:effectRef idx="0">
            <a:schemeClr val="accent1"/>
          </a:effectRef>
          <a:fontRef idx="minor">
            <a:schemeClr val="tx1"/>
          </a:fontRef>
        </p:style>
      </p:cxnSp>
      <p:sp>
        <p:nvSpPr>
          <p:cNvPr id="34" name="TextBox 33"/>
          <p:cNvSpPr txBox="1"/>
          <p:nvPr/>
        </p:nvSpPr>
        <p:spPr>
          <a:xfrm>
            <a:off x="6232145" y="3724801"/>
            <a:ext cx="1296142" cy="338554"/>
          </a:xfrm>
          <a:prstGeom prst="rect">
            <a:avLst/>
          </a:prstGeom>
          <a:noFill/>
        </p:spPr>
        <p:txBody>
          <a:bodyPr wrap="square" rtlCol="0">
            <a:spAutoFit/>
          </a:bodyPr>
          <a:lstStyle/>
          <a:p>
            <a:pPr algn="ctr"/>
            <a:r>
              <a:rPr lang="en-GB" sz="1600" b="1" dirty="0" err="1">
                <a:solidFill>
                  <a:srgbClr val="C00000"/>
                </a:solidFill>
                <a:latin typeface="Consolas" panose="020B0609020204030204" pitchFamily="49" charset="0"/>
                <a:cs typeface="Consolas" panose="020B0609020204030204" pitchFamily="49" charset="0"/>
              </a:rPr>
              <a:t>0x11111111</a:t>
            </a:r>
            <a:endParaRPr lang="en-US" sz="1600" b="1" dirty="0">
              <a:solidFill>
                <a:srgbClr val="C00000"/>
              </a:solidFill>
              <a:latin typeface="Consolas" panose="020B0609020204030204" pitchFamily="49" charset="0"/>
              <a:cs typeface="Consolas" panose="020B0609020204030204" pitchFamily="49" charset="0"/>
            </a:endParaRPr>
          </a:p>
        </p:txBody>
      </p:sp>
      <p:sp>
        <p:nvSpPr>
          <p:cNvPr id="35" name="TextBox 34"/>
          <p:cNvSpPr txBox="1"/>
          <p:nvPr/>
        </p:nvSpPr>
        <p:spPr>
          <a:xfrm>
            <a:off x="6232145" y="4063355"/>
            <a:ext cx="1296142" cy="584775"/>
          </a:xfrm>
          <a:prstGeom prst="rect">
            <a:avLst/>
          </a:prstGeom>
          <a:noFill/>
        </p:spPr>
        <p:txBody>
          <a:bodyPr wrap="square" rtlCol="0">
            <a:spAutoFit/>
          </a:bodyPr>
          <a:lstStyle/>
          <a:p>
            <a:pPr algn="ctr"/>
            <a:r>
              <a:rPr lang="en-GB" sz="1600" b="1" dirty="0" err="1">
                <a:solidFill>
                  <a:srgbClr val="C00000"/>
                </a:solidFill>
                <a:latin typeface="Consolas" panose="020B0609020204030204" pitchFamily="49" charset="0"/>
                <a:cs typeface="Consolas" panose="020B0609020204030204" pitchFamily="49" charset="0"/>
              </a:rPr>
              <a:t>0x22222222</a:t>
            </a:r>
            <a:endParaRPr lang="en-GB" sz="1600" b="1" dirty="0">
              <a:solidFill>
                <a:srgbClr val="C00000"/>
              </a:solidFill>
              <a:latin typeface="Consolas" panose="020B0609020204030204" pitchFamily="49" charset="0"/>
              <a:cs typeface="Consolas" panose="020B0609020204030204" pitchFamily="49" charset="0"/>
            </a:endParaRPr>
          </a:p>
          <a:p>
            <a:pPr algn="ctr"/>
            <a:endParaRPr lang="en-US" sz="1600" b="1" dirty="0">
              <a:latin typeface="Consolas" panose="020B0609020204030204" pitchFamily="49" charset="0"/>
              <a:cs typeface="Consolas" panose="020B0609020204030204" pitchFamily="49" charset="0"/>
            </a:endParaRPr>
          </a:p>
        </p:txBody>
      </p:sp>
    </p:spTree>
    <p:extLst>
      <p:ext uri="{BB962C8B-B14F-4D97-AF65-F5344CB8AC3E}">
        <p14:creationId xmlns:p14="http://schemas.microsoft.com/office/powerpoint/2010/main" val="73465099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Argument Passing</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13</a:t>
            </a:fld>
            <a:endParaRPr kumimoji="0" lang="en-US" dirty="0"/>
          </a:p>
        </p:txBody>
      </p:sp>
      <p:sp>
        <p:nvSpPr>
          <p:cNvPr id="4" name="Content Placeholder 3"/>
          <p:cNvSpPr>
            <a:spLocks noGrp="1"/>
          </p:cNvSpPr>
          <p:nvPr>
            <p:ph sz="quarter" idx="1"/>
          </p:nvPr>
        </p:nvSpPr>
        <p:spPr/>
        <p:txBody>
          <a:bodyPr/>
          <a:lstStyle/>
          <a:p>
            <a:r>
              <a:rPr lang="en-US" altLang="zh-CN" dirty="0"/>
              <a:t>W</a:t>
            </a:r>
            <a:r>
              <a:rPr lang="en-US" dirty="0"/>
              <a:t>hich registers are used to pass the arguments and return the result? </a:t>
            </a:r>
          </a:p>
        </p:txBody>
      </p:sp>
      <p:sp>
        <p:nvSpPr>
          <p:cNvPr id="5" name="Rectangle 4"/>
          <p:cNvSpPr/>
          <p:nvPr/>
        </p:nvSpPr>
        <p:spPr>
          <a:xfrm>
            <a:off x="304800" y="2279674"/>
            <a:ext cx="5582234" cy="369332"/>
          </a:xfrm>
          <a:prstGeom prst="rect">
            <a:avLst/>
          </a:prstGeom>
        </p:spPr>
        <p:style>
          <a:lnRef idx="1">
            <a:schemeClr val="accent1"/>
          </a:lnRef>
          <a:fillRef idx="2">
            <a:schemeClr val="accent1"/>
          </a:fillRef>
          <a:effectRef idx="1">
            <a:schemeClr val="accent1"/>
          </a:effectRef>
          <a:fontRef idx="minor">
            <a:schemeClr val="dk1"/>
          </a:fontRef>
        </p:style>
        <p:txBody>
          <a:bodyPr wrap="none">
            <a:spAutoFit/>
          </a:bodyPr>
          <a:lstStyle/>
          <a:p>
            <a:r>
              <a:rPr lang="en-US" dirty="0">
                <a:solidFill>
                  <a:srgbClr val="333333"/>
                </a:solidFill>
                <a:latin typeface="Segoe UI" panose="020B0502040204020203" pitchFamily="34" charset="0"/>
              </a:rPr>
              <a:t>long fun (short a1, char a2, double a3, </a:t>
            </a:r>
            <a:r>
              <a:rPr lang="en-US" dirty="0" err="1">
                <a:solidFill>
                  <a:srgbClr val="333333"/>
                </a:solidFill>
                <a:latin typeface="Segoe UI" panose="020B0502040204020203" pitchFamily="34" charset="0"/>
              </a:rPr>
              <a:t>int</a:t>
            </a:r>
            <a:r>
              <a:rPr lang="en-US" dirty="0">
                <a:solidFill>
                  <a:srgbClr val="333333"/>
                </a:solidFill>
                <a:latin typeface="Segoe UI" panose="020B0502040204020203" pitchFamily="34" charset="0"/>
              </a:rPr>
              <a:t> a4, char a5)</a:t>
            </a:r>
          </a:p>
        </p:txBody>
      </p:sp>
      <p:graphicFrame>
        <p:nvGraphicFramePr>
          <p:cNvPr id="6" name="Content Placeholder 12"/>
          <p:cNvGraphicFramePr>
            <a:graphicFrameLocks/>
          </p:cNvGraphicFramePr>
          <p:nvPr/>
        </p:nvGraphicFramePr>
        <p:xfrm>
          <a:off x="685800" y="2981960"/>
          <a:ext cx="2971800" cy="370840"/>
        </p:xfrm>
        <a:graphic>
          <a:graphicData uri="http://schemas.openxmlformats.org/drawingml/2006/table">
            <a:tbl>
              <a:tblPr firstRow="1" bandRow="1">
                <a:tableStyleId>{5940675A-B579-460E-94D1-54222C63F5DA}</a:tableStyleId>
              </a:tblPr>
              <a:tblGrid>
                <a:gridCol w="742950">
                  <a:extLst>
                    <a:ext uri="{9D8B030D-6E8A-4147-A177-3AD203B41FA5}">
                      <a16:colId xmlns:a16="http://schemas.microsoft.com/office/drawing/2014/main" val="242172939"/>
                    </a:ext>
                  </a:extLst>
                </a:gridCol>
                <a:gridCol w="742950">
                  <a:extLst>
                    <a:ext uri="{9D8B030D-6E8A-4147-A177-3AD203B41FA5}">
                      <a16:colId xmlns:a16="http://schemas.microsoft.com/office/drawing/2014/main" val="2188387863"/>
                    </a:ext>
                  </a:extLst>
                </a:gridCol>
                <a:gridCol w="742950">
                  <a:extLst>
                    <a:ext uri="{9D8B030D-6E8A-4147-A177-3AD203B41FA5}">
                      <a16:colId xmlns:a16="http://schemas.microsoft.com/office/drawing/2014/main" val="85967061"/>
                    </a:ext>
                  </a:extLst>
                </a:gridCol>
                <a:gridCol w="742950">
                  <a:extLst>
                    <a:ext uri="{9D8B030D-6E8A-4147-A177-3AD203B41FA5}">
                      <a16:colId xmlns:a16="http://schemas.microsoft.com/office/drawing/2014/main" val="2525421763"/>
                    </a:ext>
                  </a:extLst>
                </a:gridCol>
              </a:tblGrid>
              <a:tr h="370840">
                <a:tc>
                  <a:txBody>
                    <a:bodyPr/>
                    <a:lstStyle/>
                    <a:p>
                      <a:pPr algn="ctr"/>
                      <a:endParaRPr lang="en-US" dirty="0"/>
                    </a:p>
                  </a:txBody>
                  <a:tcPr/>
                </a:tc>
                <a:tc>
                  <a:txBody>
                    <a:bodyPr/>
                    <a:lstStyle/>
                    <a:p>
                      <a:pPr algn="ctr"/>
                      <a:endParaRPr lang="en-US" dirty="0"/>
                    </a:p>
                  </a:txBody>
                  <a:tcPr/>
                </a:tc>
                <a:tc>
                  <a:txBody>
                    <a:bodyPr/>
                    <a:lstStyle/>
                    <a:p>
                      <a:pPr algn="ctr"/>
                      <a:endParaRPr lang="en-US" dirty="0"/>
                    </a:p>
                  </a:txBody>
                  <a:tcPr/>
                </a:tc>
                <a:tc>
                  <a:txBody>
                    <a:bodyPr/>
                    <a:lstStyle/>
                    <a:p>
                      <a:pPr algn="ctr"/>
                      <a:endParaRPr lang="en-US" dirty="0"/>
                    </a:p>
                  </a:txBody>
                  <a:tcPr/>
                </a:tc>
                <a:extLst>
                  <a:ext uri="{0D108BD9-81ED-4DB2-BD59-A6C34878D82A}">
                    <a16:rowId xmlns:a16="http://schemas.microsoft.com/office/drawing/2014/main" val="3892313521"/>
                  </a:ext>
                </a:extLst>
              </a:tr>
            </a:tbl>
          </a:graphicData>
        </a:graphic>
      </p:graphicFrame>
      <p:graphicFrame>
        <p:nvGraphicFramePr>
          <p:cNvPr id="7" name="Content Placeholder 12"/>
          <p:cNvGraphicFramePr>
            <a:graphicFrameLocks/>
          </p:cNvGraphicFramePr>
          <p:nvPr/>
        </p:nvGraphicFramePr>
        <p:xfrm>
          <a:off x="3962397" y="2981960"/>
          <a:ext cx="4648203" cy="370840"/>
        </p:xfrm>
        <a:graphic>
          <a:graphicData uri="http://schemas.openxmlformats.org/drawingml/2006/table">
            <a:tbl>
              <a:tblPr firstRow="1" bandRow="1">
                <a:tableStyleId>{5940675A-B579-460E-94D1-54222C63F5DA}</a:tableStyleId>
              </a:tblPr>
              <a:tblGrid>
                <a:gridCol w="664029">
                  <a:extLst>
                    <a:ext uri="{9D8B030D-6E8A-4147-A177-3AD203B41FA5}">
                      <a16:colId xmlns:a16="http://schemas.microsoft.com/office/drawing/2014/main" val="242172939"/>
                    </a:ext>
                  </a:extLst>
                </a:gridCol>
                <a:gridCol w="664029">
                  <a:extLst>
                    <a:ext uri="{9D8B030D-6E8A-4147-A177-3AD203B41FA5}">
                      <a16:colId xmlns:a16="http://schemas.microsoft.com/office/drawing/2014/main" val="2188387863"/>
                    </a:ext>
                  </a:extLst>
                </a:gridCol>
                <a:gridCol w="664029">
                  <a:extLst>
                    <a:ext uri="{9D8B030D-6E8A-4147-A177-3AD203B41FA5}">
                      <a16:colId xmlns:a16="http://schemas.microsoft.com/office/drawing/2014/main" val="85967061"/>
                    </a:ext>
                  </a:extLst>
                </a:gridCol>
                <a:gridCol w="664029">
                  <a:extLst>
                    <a:ext uri="{9D8B030D-6E8A-4147-A177-3AD203B41FA5}">
                      <a16:colId xmlns:a16="http://schemas.microsoft.com/office/drawing/2014/main" val="2525421763"/>
                    </a:ext>
                  </a:extLst>
                </a:gridCol>
                <a:gridCol w="664029">
                  <a:extLst>
                    <a:ext uri="{9D8B030D-6E8A-4147-A177-3AD203B41FA5}">
                      <a16:colId xmlns:a16="http://schemas.microsoft.com/office/drawing/2014/main" val="620484926"/>
                    </a:ext>
                  </a:extLst>
                </a:gridCol>
                <a:gridCol w="664029">
                  <a:extLst>
                    <a:ext uri="{9D8B030D-6E8A-4147-A177-3AD203B41FA5}">
                      <a16:colId xmlns:a16="http://schemas.microsoft.com/office/drawing/2014/main" val="1648192157"/>
                    </a:ext>
                  </a:extLst>
                </a:gridCol>
                <a:gridCol w="664029">
                  <a:extLst>
                    <a:ext uri="{9D8B030D-6E8A-4147-A177-3AD203B41FA5}">
                      <a16:colId xmlns:a16="http://schemas.microsoft.com/office/drawing/2014/main" val="3500636327"/>
                    </a:ext>
                  </a:extLst>
                </a:gridCol>
              </a:tblGrid>
              <a:tr h="370840">
                <a:tc>
                  <a:txBody>
                    <a:bodyPr/>
                    <a:lstStyle/>
                    <a:p>
                      <a:endParaRPr lang="en-US" dirty="0"/>
                    </a:p>
                  </a:txBody>
                  <a:tcPr/>
                </a:tc>
                <a:tc>
                  <a:txBody>
                    <a:bodyPr/>
                    <a:lstStyle/>
                    <a:p>
                      <a:endParaRPr lang="en-US" dirty="0"/>
                    </a:p>
                  </a:txBody>
                  <a:tcPr/>
                </a:tc>
                <a:tc>
                  <a:txBody>
                    <a:bodyPr/>
                    <a:lstStyle/>
                    <a:p>
                      <a:endParaRPr lang="en-US" dirty="0"/>
                    </a:p>
                  </a:txBody>
                  <a:tcPr/>
                </a:tc>
                <a:tc>
                  <a:txBody>
                    <a:bodyPr/>
                    <a:lstStyle/>
                    <a:p>
                      <a:endParaRPr lang="en-US" dirty="0"/>
                    </a:p>
                  </a:txBody>
                  <a:tcPr/>
                </a:tc>
                <a:tc>
                  <a:txBody>
                    <a:bodyPr/>
                    <a:lstStyle/>
                    <a:p>
                      <a:endParaRPr lang="en-US" dirty="0"/>
                    </a:p>
                  </a:txBody>
                  <a:tcPr/>
                </a:tc>
                <a:tc>
                  <a:txBody>
                    <a:bodyPr/>
                    <a:lstStyle/>
                    <a:p>
                      <a:endParaRPr lang="en-US" dirty="0"/>
                    </a:p>
                  </a:txBody>
                  <a:tcPr/>
                </a:tc>
                <a:tc>
                  <a:txBody>
                    <a:bodyPr/>
                    <a:lstStyle/>
                    <a:p>
                      <a:endParaRPr lang="en-US" dirty="0"/>
                    </a:p>
                  </a:txBody>
                  <a:tcPr/>
                </a:tc>
                <a:extLst>
                  <a:ext uri="{0D108BD9-81ED-4DB2-BD59-A6C34878D82A}">
                    <a16:rowId xmlns:a16="http://schemas.microsoft.com/office/drawing/2014/main" val="3892313521"/>
                  </a:ext>
                </a:extLst>
              </a:tr>
            </a:tbl>
          </a:graphicData>
        </a:graphic>
      </p:graphicFrame>
      <p:sp>
        <p:nvSpPr>
          <p:cNvPr id="8" name="TextBox 7"/>
          <p:cNvSpPr txBox="1"/>
          <p:nvPr/>
        </p:nvSpPr>
        <p:spPr>
          <a:xfrm>
            <a:off x="1905000" y="2626900"/>
            <a:ext cx="1039067" cy="369332"/>
          </a:xfrm>
          <a:prstGeom prst="rect">
            <a:avLst/>
          </a:prstGeom>
          <a:noFill/>
        </p:spPr>
        <p:txBody>
          <a:bodyPr wrap="none" rtlCol="0">
            <a:spAutoFit/>
          </a:bodyPr>
          <a:lstStyle/>
          <a:p>
            <a:r>
              <a:rPr lang="en-US" dirty="0"/>
              <a:t>Registers</a:t>
            </a:r>
          </a:p>
        </p:txBody>
      </p:sp>
      <p:sp>
        <p:nvSpPr>
          <p:cNvPr id="9" name="TextBox 8"/>
          <p:cNvSpPr txBox="1"/>
          <p:nvPr/>
        </p:nvSpPr>
        <p:spPr>
          <a:xfrm>
            <a:off x="5334000" y="2626900"/>
            <a:ext cx="1765676" cy="646331"/>
          </a:xfrm>
          <a:prstGeom prst="rect">
            <a:avLst/>
          </a:prstGeom>
          <a:noFill/>
        </p:spPr>
        <p:txBody>
          <a:bodyPr wrap="none" rtlCol="0">
            <a:spAutoFit/>
          </a:bodyPr>
          <a:lstStyle/>
          <a:p>
            <a:r>
              <a:rPr lang="en-US" dirty="0"/>
              <a:t>Stack </a:t>
            </a:r>
            <a:r>
              <a:rPr lang="en-US" altLang="zh-CN" dirty="0"/>
              <a:t>in Memory</a:t>
            </a:r>
            <a:endParaRPr lang="en-US" dirty="0"/>
          </a:p>
          <a:p>
            <a:endParaRPr lang="en-US" dirty="0"/>
          </a:p>
        </p:txBody>
      </p:sp>
    </p:spTree>
    <p:extLst>
      <p:ext uri="{BB962C8B-B14F-4D97-AF65-F5344CB8AC3E}">
        <p14:creationId xmlns:p14="http://schemas.microsoft.com/office/powerpoint/2010/main" val="325233749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Argument Passing ANS</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14</a:t>
            </a:fld>
            <a:endParaRPr kumimoji="0" lang="en-US" dirty="0"/>
          </a:p>
        </p:txBody>
      </p:sp>
      <p:sp>
        <p:nvSpPr>
          <p:cNvPr id="4" name="Content Placeholder 3"/>
          <p:cNvSpPr>
            <a:spLocks noGrp="1"/>
          </p:cNvSpPr>
          <p:nvPr>
            <p:ph sz="quarter" idx="1"/>
          </p:nvPr>
        </p:nvSpPr>
        <p:spPr/>
        <p:txBody>
          <a:bodyPr/>
          <a:lstStyle/>
          <a:p>
            <a:r>
              <a:rPr lang="en-US" altLang="zh-CN" dirty="0"/>
              <a:t>W</a:t>
            </a:r>
            <a:r>
              <a:rPr lang="en-US" dirty="0"/>
              <a:t>hich registers are used to pass the arguments and return the result? </a:t>
            </a:r>
          </a:p>
          <a:p>
            <a:endParaRPr lang="en-US" dirty="0"/>
          </a:p>
          <a:p>
            <a:endParaRPr lang="en-US" dirty="0"/>
          </a:p>
          <a:p>
            <a:endParaRPr lang="en-US" dirty="0"/>
          </a:p>
          <a:p>
            <a:r>
              <a:rPr lang="en-US" dirty="0"/>
              <a:t>Each argument of 8-bit char, or 16-bit short, is passed in 1 32-bit register; cannot use 1 register to pass more than 1 arguments</a:t>
            </a:r>
          </a:p>
          <a:p>
            <a:endParaRPr lang="en-US" dirty="0"/>
          </a:p>
        </p:txBody>
      </p:sp>
      <p:sp>
        <p:nvSpPr>
          <p:cNvPr id="5" name="Rectangle 4"/>
          <p:cNvSpPr/>
          <p:nvPr/>
        </p:nvSpPr>
        <p:spPr>
          <a:xfrm>
            <a:off x="304800" y="2279674"/>
            <a:ext cx="5582234" cy="369332"/>
          </a:xfrm>
          <a:prstGeom prst="rect">
            <a:avLst/>
          </a:prstGeom>
        </p:spPr>
        <p:style>
          <a:lnRef idx="1">
            <a:schemeClr val="accent1"/>
          </a:lnRef>
          <a:fillRef idx="2">
            <a:schemeClr val="accent1"/>
          </a:fillRef>
          <a:effectRef idx="1">
            <a:schemeClr val="accent1"/>
          </a:effectRef>
          <a:fontRef idx="minor">
            <a:schemeClr val="dk1"/>
          </a:fontRef>
        </p:style>
        <p:txBody>
          <a:bodyPr wrap="none">
            <a:spAutoFit/>
          </a:bodyPr>
          <a:lstStyle/>
          <a:p>
            <a:r>
              <a:rPr lang="en-US" dirty="0">
                <a:solidFill>
                  <a:srgbClr val="333333"/>
                </a:solidFill>
                <a:latin typeface="Segoe UI" panose="020B0502040204020203" pitchFamily="34" charset="0"/>
              </a:rPr>
              <a:t>long fun (short a1, char a2, double a3, </a:t>
            </a:r>
            <a:r>
              <a:rPr lang="en-US" dirty="0" err="1">
                <a:solidFill>
                  <a:srgbClr val="333333"/>
                </a:solidFill>
                <a:latin typeface="Segoe UI" panose="020B0502040204020203" pitchFamily="34" charset="0"/>
              </a:rPr>
              <a:t>int</a:t>
            </a:r>
            <a:r>
              <a:rPr lang="en-US" dirty="0">
                <a:solidFill>
                  <a:srgbClr val="333333"/>
                </a:solidFill>
                <a:latin typeface="Segoe UI" panose="020B0502040204020203" pitchFamily="34" charset="0"/>
              </a:rPr>
              <a:t> a4, char a5)</a:t>
            </a:r>
          </a:p>
        </p:txBody>
      </p:sp>
      <p:graphicFrame>
        <p:nvGraphicFramePr>
          <p:cNvPr id="6" name="Content Placeholder 12"/>
          <p:cNvGraphicFramePr>
            <a:graphicFrameLocks/>
          </p:cNvGraphicFramePr>
          <p:nvPr/>
        </p:nvGraphicFramePr>
        <p:xfrm>
          <a:off x="685800" y="2981960"/>
          <a:ext cx="2971800" cy="370840"/>
        </p:xfrm>
        <a:graphic>
          <a:graphicData uri="http://schemas.openxmlformats.org/drawingml/2006/table">
            <a:tbl>
              <a:tblPr firstRow="1" bandRow="1">
                <a:tableStyleId>{5940675A-B579-460E-94D1-54222C63F5DA}</a:tableStyleId>
              </a:tblPr>
              <a:tblGrid>
                <a:gridCol w="742950">
                  <a:extLst>
                    <a:ext uri="{9D8B030D-6E8A-4147-A177-3AD203B41FA5}">
                      <a16:colId xmlns:a16="http://schemas.microsoft.com/office/drawing/2014/main" val="242172939"/>
                    </a:ext>
                  </a:extLst>
                </a:gridCol>
                <a:gridCol w="742950">
                  <a:extLst>
                    <a:ext uri="{9D8B030D-6E8A-4147-A177-3AD203B41FA5}">
                      <a16:colId xmlns:a16="http://schemas.microsoft.com/office/drawing/2014/main" val="2188387863"/>
                    </a:ext>
                  </a:extLst>
                </a:gridCol>
                <a:gridCol w="1485900">
                  <a:extLst>
                    <a:ext uri="{9D8B030D-6E8A-4147-A177-3AD203B41FA5}">
                      <a16:colId xmlns:a16="http://schemas.microsoft.com/office/drawing/2014/main" val="85967061"/>
                    </a:ext>
                  </a:extLst>
                </a:gridCol>
              </a:tblGrid>
              <a:tr h="370840">
                <a:tc>
                  <a:txBody>
                    <a:bodyPr/>
                    <a:lstStyle/>
                    <a:p>
                      <a:pPr algn="ctr"/>
                      <a:r>
                        <a:rPr lang="en-US" altLang="zh-CN" dirty="0"/>
                        <a:t>a1</a:t>
                      </a:r>
                      <a:endParaRPr lang="en-US" dirty="0"/>
                    </a:p>
                  </a:txBody>
                  <a:tcPr/>
                </a:tc>
                <a:tc>
                  <a:txBody>
                    <a:bodyPr/>
                    <a:lstStyle/>
                    <a:p>
                      <a:pPr algn="ctr"/>
                      <a:r>
                        <a:rPr lang="en-US" dirty="0"/>
                        <a:t>a2</a:t>
                      </a:r>
                    </a:p>
                  </a:txBody>
                  <a:tcPr/>
                </a:tc>
                <a:tc>
                  <a:txBody>
                    <a:bodyPr/>
                    <a:lstStyle/>
                    <a:p>
                      <a:pPr algn="ctr"/>
                      <a:r>
                        <a:rPr lang="en-US" dirty="0"/>
                        <a:t>a3</a:t>
                      </a:r>
                    </a:p>
                  </a:txBody>
                  <a:tcPr/>
                </a:tc>
                <a:extLst>
                  <a:ext uri="{0D108BD9-81ED-4DB2-BD59-A6C34878D82A}">
                    <a16:rowId xmlns:a16="http://schemas.microsoft.com/office/drawing/2014/main" val="3892313521"/>
                  </a:ext>
                </a:extLst>
              </a:tr>
            </a:tbl>
          </a:graphicData>
        </a:graphic>
      </p:graphicFrame>
      <p:graphicFrame>
        <p:nvGraphicFramePr>
          <p:cNvPr id="7" name="Content Placeholder 12"/>
          <p:cNvGraphicFramePr>
            <a:graphicFrameLocks/>
          </p:cNvGraphicFramePr>
          <p:nvPr/>
        </p:nvGraphicFramePr>
        <p:xfrm>
          <a:off x="3962397" y="2981960"/>
          <a:ext cx="4648203" cy="370840"/>
        </p:xfrm>
        <a:graphic>
          <a:graphicData uri="http://schemas.openxmlformats.org/drawingml/2006/table">
            <a:tbl>
              <a:tblPr firstRow="1" bandRow="1">
                <a:tableStyleId>{5940675A-B579-460E-94D1-54222C63F5DA}</a:tableStyleId>
              </a:tblPr>
              <a:tblGrid>
                <a:gridCol w="664029">
                  <a:extLst>
                    <a:ext uri="{9D8B030D-6E8A-4147-A177-3AD203B41FA5}">
                      <a16:colId xmlns:a16="http://schemas.microsoft.com/office/drawing/2014/main" val="242172939"/>
                    </a:ext>
                  </a:extLst>
                </a:gridCol>
                <a:gridCol w="664029">
                  <a:extLst>
                    <a:ext uri="{9D8B030D-6E8A-4147-A177-3AD203B41FA5}">
                      <a16:colId xmlns:a16="http://schemas.microsoft.com/office/drawing/2014/main" val="2188387863"/>
                    </a:ext>
                  </a:extLst>
                </a:gridCol>
                <a:gridCol w="664029">
                  <a:extLst>
                    <a:ext uri="{9D8B030D-6E8A-4147-A177-3AD203B41FA5}">
                      <a16:colId xmlns:a16="http://schemas.microsoft.com/office/drawing/2014/main" val="85967061"/>
                    </a:ext>
                  </a:extLst>
                </a:gridCol>
                <a:gridCol w="664029">
                  <a:extLst>
                    <a:ext uri="{9D8B030D-6E8A-4147-A177-3AD203B41FA5}">
                      <a16:colId xmlns:a16="http://schemas.microsoft.com/office/drawing/2014/main" val="2525421763"/>
                    </a:ext>
                  </a:extLst>
                </a:gridCol>
                <a:gridCol w="664029">
                  <a:extLst>
                    <a:ext uri="{9D8B030D-6E8A-4147-A177-3AD203B41FA5}">
                      <a16:colId xmlns:a16="http://schemas.microsoft.com/office/drawing/2014/main" val="620484926"/>
                    </a:ext>
                  </a:extLst>
                </a:gridCol>
                <a:gridCol w="664029">
                  <a:extLst>
                    <a:ext uri="{9D8B030D-6E8A-4147-A177-3AD203B41FA5}">
                      <a16:colId xmlns:a16="http://schemas.microsoft.com/office/drawing/2014/main" val="1648192157"/>
                    </a:ext>
                  </a:extLst>
                </a:gridCol>
                <a:gridCol w="664029">
                  <a:extLst>
                    <a:ext uri="{9D8B030D-6E8A-4147-A177-3AD203B41FA5}">
                      <a16:colId xmlns:a16="http://schemas.microsoft.com/office/drawing/2014/main" val="3500636327"/>
                    </a:ext>
                  </a:extLst>
                </a:gridCol>
              </a:tblGrid>
              <a:tr h="370840">
                <a:tc>
                  <a:txBody>
                    <a:bodyPr/>
                    <a:lstStyle/>
                    <a:p>
                      <a:pPr algn="ctr"/>
                      <a:r>
                        <a:rPr lang="en-US"/>
                        <a:t>a4</a:t>
                      </a:r>
                      <a:endParaRPr lang="en-US" dirty="0"/>
                    </a:p>
                  </a:txBody>
                  <a:tcPr/>
                </a:tc>
                <a:tc>
                  <a:txBody>
                    <a:bodyPr/>
                    <a:lstStyle/>
                    <a:p>
                      <a:pPr algn="ctr"/>
                      <a:r>
                        <a:rPr lang="en-US" dirty="0"/>
                        <a:t>a5</a:t>
                      </a:r>
                    </a:p>
                  </a:txBody>
                  <a:tcPr/>
                </a:tc>
                <a:tc>
                  <a:txBody>
                    <a:bodyPr/>
                    <a:lstStyle/>
                    <a:p>
                      <a:pPr algn="ctr"/>
                      <a:endParaRPr lang="en-US" dirty="0"/>
                    </a:p>
                  </a:txBody>
                  <a:tcPr/>
                </a:tc>
                <a:tc>
                  <a:txBody>
                    <a:bodyPr/>
                    <a:lstStyle/>
                    <a:p>
                      <a:pPr algn="ctr"/>
                      <a:endParaRPr lang="en-US" dirty="0"/>
                    </a:p>
                  </a:txBody>
                  <a:tcPr/>
                </a:tc>
                <a:tc>
                  <a:txBody>
                    <a:bodyPr/>
                    <a:lstStyle/>
                    <a:p>
                      <a:pPr algn="ctr"/>
                      <a:endParaRPr lang="en-US" dirty="0"/>
                    </a:p>
                  </a:txBody>
                  <a:tcPr/>
                </a:tc>
                <a:tc>
                  <a:txBody>
                    <a:bodyPr/>
                    <a:lstStyle/>
                    <a:p>
                      <a:pPr algn="ctr"/>
                      <a:endParaRPr lang="en-US" dirty="0"/>
                    </a:p>
                  </a:txBody>
                  <a:tcPr/>
                </a:tc>
                <a:tc>
                  <a:txBody>
                    <a:bodyPr/>
                    <a:lstStyle/>
                    <a:p>
                      <a:pPr algn="ctr"/>
                      <a:endParaRPr lang="en-US" dirty="0"/>
                    </a:p>
                  </a:txBody>
                  <a:tcPr/>
                </a:tc>
                <a:extLst>
                  <a:ext uri="{0D108BD9-81ED-4DB2-BD59-A6C34878D82A}">
                    <a16:rowId xmlns:a16="http://schemas.microsoft.com/office/drawing/2014/main" val="3892313521"/>
                  </a:ext>
                </a:extLst>
              </a:tr>
            </a:tbl>
          </a:graphicData>
        </a:graphic>
      </p:graphicFrame>
      <p:sp>
        <p:nvSpPr>
          <p:cNvPr id="8" name="TextBox 7"/>
          <p:cNvSpPr txBox="1"/>
          <p:nvPr/>
        </p:nvSpPr>
        <p:spPr>
          <a:xfrm>
            <a:off x="1905000" y="2626900"/>
            <a:ext cx="1039067" cy="369332"/>
          </a:xfrm>
          <a:prstGeom prst="rect">
            <a:avLst/>
          </a:prstGeom>
          <a:noFill/>
        </p:spPr>
        <p:txBody>
          <a:bodyPr wrap="none" rtlCol="0">
            <a:spAutoFit/>
          </a:bodyPr>
          <a:lstStyle/>
          <a:p>
            <a:r>
              <a:rPr lang="en-US" dirty="0"/>
              <a:t>Registers</a:t>
            </a:r>
          </a:p>
        </p:txBody>
      </p:sp>
      <p:sp>
        <p:nvSpPr>
          <p:cNvPr id="9" name="TextBox 8"/>
          <p:cNvSpPr txBox="1"/>
          <p:nvPr/>
        </p:nvSpPr>
        <p:spPr>
          <a:xfrm>
            <a:off x="5334000" y="2626900"/>
            <a:ext cx="1765676" cy="646331"/>
          </a:xfrm>
          <a:prstGeom prst="rect">
            <a:avLst/>
          </a:prstGeom>
          <a:noFill/>
        </p:spPr>
        <p:txBody>
          <a:bodyPr wrap="none" rtlCol="0">
            <a:spAutoFit/>
          </a:bodyPr>
          <a:lstStyle/>
          <a:p>
            <a:r>
              <a:rPr lang="en-US" dirty="0"/>
              <a:t>Stack </a:t>
            </a:r>
            <a:r>
              <a:rPr lang="en-US" altLang="zh-CN" dirty="0"/>
              <a:t>in Memory</a:t>
            </a:r>
            <a:endParaRPr lang="en-US" dirty="0"/>
          </a:p>
          <a:p>
            <a:endParaRPr lang="en-US" dirty="0"/>
          </a:p>
        </p:txBody>
      </p:sp>
    </p:spTree>
    <p:extLst>
      <p:ext uri="{BB962C8B-B14F-4D97-AF65-F5344CB8AC3E}">
        <p14:creationId xmlns:p14="http://schemas.microsoft.com/office/powerpoint/2010/main" val="41479674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DFCAEB-CD92-F6E6-96EC-622670592FF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8B35D03-E63B-948E-7B28-FE2BC0D48EA8}"/>
              </a:ext>
            </a:extLst>
          </p:cNvPr>
          <p:cNvSpPr>
            <a:spLocks noGrp="1"/>
          </p:cNvSpPr>
          <p:nvPr>
            <p:ph type="title"/>
          </p:nvPr>
        </p:nvSpPr>
        <p:spPr/>
        <p:txBody>
          <a:bodyPr>
            <a:normAutofit fontScale="90000"/>
          </a:bodyPr>
          <a:lstStyle/>
          <a:p>
            <a:r>
              <a:rPr lang="en-US" dirty="0"/>
              <a:t>What’s wrong? Passing arguments and Returning Value</a:t>
            </a:r>
          </a:p>
        </p:txBody>
      </p:sp>
      <p:sp>
        <p:nvSpPr>
          <p:cNvPr id="3" name="Slide Number Placeholder 2">
            <a:extLst>
              <a:ext uri="{FF2B5EF4-FFF2-40B4-BE49-F238E27FC236}">
                <a16:creationId xmlns:a16="http://schemas.microsoft.com/office/drawing/2014/main" id="{F2A24FAD-DC69-0014-9A87-E1D9B0AFB91E}"/>
              </a:ext>
            </a:extLst>
          </p:cNvPr>
          <p:cNvSpPr>
            <a:spLocks noGrp="1"/>
          </p:cNvSpPr>
          <p:nvPr>
            <p:ph type="sldNum" sz="quarter" idx="12"/>
          </p:nvPr>
        </p:nvSpPr>
        <p:spPr/>
        <p:txBody>
          <a:bodyPr/>
          <a:lstStyle/>
          <a:p>
            <a:fld id="{EA7C8D44-3667-46F6-9772-CC52308E2A7F}" type="slidenum">
              <a:rPr kumimoji="0" lang="en-US" smtClean="0"/>
              <a:pPr/>
              <a:t>15</a:t>
            </a:fld>
            <a:endParaRPr kumimoji="0" lang="en-US" dirty="0"/>
          </a:p>
        </p:txBody>
      </p:sp>
      <p:sp>
        <p:nvSpPr>
          <p:cNvPr id="11" name="Rectangle 10">
            <a:extLst>
              <a:ext uri="{FF2B5EF4-FFF2-40B4-BE49-F238E27FC236}">
                <a16:creationId xmlns:a16="http://schemas.microsoft.com/office/drawing/2014/main" id="{41B1B8CA-B3E7-1ACE-322F-D0B4A4D4E57D}"/>
              </a:ext>
            </a:extLst>
          </p:cNvPr>
          <p:cNvSpPr/>
          <p:nvPr/>
        </p:nvSpPr>
        <p:spPr>
          <a:xfrm>
            <a:off x="76200" y="1593468"/>
            <a:ext cx="9163050" cy="646331"/>
          </a:xfrm>
          <a:prstGeom prst="rect">
            <a:avLst/>
          </a:prstGeom>
        </p:spPr>
        <p:txBody>
          <a:bodyPr wrap="square">
            <a:spAutoFit/>
          </a:bodyPr>
          <a:lstStyle/>
          <a:p>
            <a:r>
              <a:rPr lang="en-US" b="1" dirty="0">
                <a:latin typeface="Consolas" panose="020B0609020204030204" pitchFamily="49" charset="0"/>
              </a:rPr>
              <a:t>uint32_t sum(uint8_t a8, uint8_t b8, uint16_t c16, uint16_t d16, </a:t>
            </a:r>
            <a:r>
              <a:rPr lang="en-US" b="1" dirty="0">
                <a:solidFill>
                  <a:srgbClr val="FF0000"/>
                </a:solidFill>
                <a:latin typeface="Consolas" panose="020B0609020204030204" pitchFamily="49" charset="0"/>
              </a:rPr>
              <a:t>uint32_t e32</a:t>
            </a:r>
            <a:r>
              <a:rPr lang="en-US" b="1" dirty="0">
                <a:latin typeface="Consolas" panose="020B0609020204030204" pitchFamily="49" charset="0"/>
              </a:rPr>
              <a:t>);</a:t>
            </a:r>
          </a:p>
        </p:txBody>
      </p:sp>
      <p:sp>
        <p:nvSpPr>
          <p:cNvPr id="4" name="TextBox 3">
            <a:extLst>
              <a:ext uri="{FF2B5EF4-FFF2-40B4-BE49-F238E27FC236}">
                <a16:creationId xmlns:a16="http://schemas.microsoft.com/office/drawing/2014/main" id="{9BD5669A-1FE1-C6BC-0617-481BE80F1863}"/>
              </a:ext>
            </a:extLst>
          </p:cNvPr>
          <p:cNvSpPr txBox="1"/>
          <p:nvPr/>
        </p:nvSpPr>
        <p:spPr>
          <a:xfrm>
            <a:off x="304800" y="2754035"/>
            <a:ext cx="750526" cy="369332"/>
          </a:xfrm>
          <a:prstGeom prst="rect">
            <a:avLst/>
          </a:prstGeom>
          <a:noFill/>
        </p:spPr>
        <p:txBody>
          <a:bodyPr wrap="none" rtlCol="0">
            <a:spAutoFit/>
          </a:bodyPr>
          <a:lstStyle/>
          <a:p>
            <a:r>
              <a:rPr lang="en-US" dirty="0"/>
              <a:t>Caller</a:t>
            </a:r>
          </a:p>
        </p:txBody>
      </p:sp>
      <p:sp>
        <p:nvSpPr>
          <p:cNvPr id="23" name="Rectangle 22">
            <a:extLst>
              <a:ext uri="{FF2B5EF4-FFF2-40B4-BE49-F238E27FC236}">
                <a16:creationId xmlns:a16="http://schemas.microsoft.com/office/drawing/2014/main" id="{B5A46639-51AC-D259-C3DB-1521D258BD49}"/>
              </a:ext>
            </a:extLst>
          </p:cNvPr>
          <p:cNvSpPr/>
          <p:nvPr/>
        </p:nvSpPr>
        <p:spPr>
          <a:xfrm>
            <a:off x="33528" y="2251948"/>
            <a:ext cx="9163050" cy="369332"/>
          </a:xfrm>
          <a:prstGeom prst="rect">
            <a:avLst/>
          </a:prstGeom>
        </p:spPr>
        <p:txBody>
          <a:bodyPr wrap="square">
            <a:spAutoFit/>
          </a:bodyPr>
          <a:lstStyle/>
          <a:p>
            <a:r>
              <a:rPr lang="en-US" b="1" dirty="0">
                <a:solidFill>
                  <a:srgbClr val="FF0000"/>
                </a:solidFill>
                <a:latin typeface="Consolas" panose="020B0609020204030204" pitchFamily="49" charset="0"/>
              </a:rPr>
              <a:t>s = sum(1, 2, 3, 4, 5);</a:t>
            </a:r>
          </a:p>
        </p:txBody>
      </p:sp>
      <p:sp>
        <p:nvSpPr>
          <p:cNvPr id="15" name="TextBox 14">
            <a:extLst>
              <a:ext uri="{FF2B5EF4-FFF2-40B4-BE49-F238E27FC236}">
                <a16:creationId xmlns:a16="http://schemas.microsoft.com/office/drawing/2014/main" id="{D4F04556-2048-4F19-A763-9BBFFFCAD277}"/>
              </a:ext>
            </a:extLst>
          </p:cNvPr>
          <p:cNvSpPr txBox="1"/>
          <p:nvPr/>
        </p:nvSpPr>
        <p:spPr>
          <a:xfrm>
            <a:off x="449580" y="3256122"/>
            <a:ext cx="2464136" cy="2031325"/>
          </a:xfrm>
          <a:prstGeom prst="rect">
            <a:avLst/>
          </a:prstGeom>
        </p:spPr>
        <p:style>
          <a:lnRef idx="2">
            <a:schemeClr val="accent1"/>
          </a:lnRef>
          <a:fillRef idx="1">
            <a:schemeClr val="lt1"/>
          </a:fillRef>
          <a:effectRef idx="0">
            <a:schemeClr val="accent1"/>
          </a:effectRef>
          <a:fontRef idx="minor">
            <a:schemeClr val="dk1"/>
          </a:fontRef>
        </p:style>
        <p:txBody>
          <a:bodyPr wrap="none" rtlCol="0">
            <a:spAutoFit/>
          </a:bodyPr>
          <a:lstStyle/>
          <a:p>
            <a:r>
              <a:rPr lang="en-US" dirty="0">
                <a:latin typeface="Consolas" panose="020B0609020204030204" pitchFamily="49" charset="0"/>
              </a:rPr>
              <a:t>  MOV r0, #5 </a:t>
            </a:r>
            <a:r>
              <a:rPr lang="en-US" dirty="0">
                <a:solidFill>
                  <a:schemeClr val="bg1">
                    <a:lumMod val="50000"/>
                  </a:schemeClr>
                </a:solidFill>
                <a:latin typeface="Consolas" panose="020B0609020204030204" pitchFamily="49" charset="0"/>
              </a:rPr>
              <a:t>; e32</a:t>
            </a:r>
          </a:p>
          <a:p>
            <a:r>
              <a:rPr lang="en-US" dirty="0">
                <a:solidFill>
                  <a:schemeClr val="tx1"/>
                </a:solidFill>
                <a:latin typeface="Consolas" panose="020B0609020204030204" pitchFamily="49" charset="0"/>
              </a:rPr>
              <a:t>  MOV r0, #1 </a:t>
            </a:r>
            <a:r>
              <a:rPr lang="en-US" dirty="0">
                <a:solidFill>
                  <a:schemeClr val="bg1">
                    <a:lumMod val="50000"/>
                  </a:schemeClr>
                </a:solidFill>
                <a:latin typeface="Consolas" panose="020B0609020204030204" pitchFamily="49" charset="0"/>
              </a:rPr>
              <a:t>; a8</a:t>
            </a:r>
          </a:p>
          <a:p>
            <a:r>
              <a:rPr lang="en-US" dirty="0">
                <a:latin typeface="Consolas" panose="020B0609020204030204" pitchFamily="49" charset="0"/>
              </a:rPr>
              <a:t>  MOV r1, #2 </a:t>
            </a:r>
            <a:r>
              <a:rPr lang="en-US" dirty="0">
                <a:solidFill>
                  <a:schemeClr val="bg1">
                    <a:lumMod val="50000"/>
                  </a:schemeClr>
                </a:solidFill>
                <a:latin typeface="Consolas" panose="020B0609020204030204" pitchFamily="49" charset="0"/>
              </a:rPr>
              <a:t>; b8</a:t>
            </a:r>
          </a:p>
          <a:p>
            <a:r>
              <a:rPr lang="en-US" dirty="0">
                <a:latin typeface="Consolas" panose="020B0609020204030204" pitchFamily="49" charset="0"/>
              </a:rPr>
              <a:t>  MOV r2, #3 </a:t>
            </a:r>
            <a:r>
              <a:rPr lang="en-US" dirty="0">
                <a:solidFill>
                  <a:schemeClr val="bg1">
                    <a:lumMod val="50000"/>
                  </a:schemeClr>
                </a:solidFill>
                <a:latin typeface="Consolas" panose="020B0609020204030204" pitchFamily="49" charset="0"/>
              </a:rPr>
              <a:t>; c16</a:t>
            </a:r>
          </a:p>
          <a:p>
            <a:r>
              <a:rPr lang="en-US" dirty="0">
                <a:latin typeface="Consolas" panose="020B0609020204030204" pitchFamily="49" charset="0"/>
              </a:rPr>
              <a:t>  MOV r3, #4 </a:t>
            </a:r>
            <a:r>
              <a:rPr lang="en-US" dirty="0">
                <a:solidFill>
                  <a:schemeClr val="bg1">
                    <a:lumMod val="50000"/>
                  </a:schemeClr>
                </a:solidFill>
                <a:latin typeface="Consolas" panose="020B0609020204030204" pitchFamily="49" charset="0"/>
              </a:rPr>
              <a:t>; d16</a:t>
            </a:r>
          </a:p>
          <a:p>
            <a:r>
              <a:rPr lang="en-US" dirty="0">
                <a:latin typeface="Consolas" panose="020B0609020204030204" pitchFamily="49" charset="0"/>
              </a:rPr>
              <a:t>  BL  sum</a:t>
            </a:r>
          </a:p>
          <a:p>
            <a:r>
              <a:rPr lang="en-US" dirty="0">
                <a:latin typeface="Consolas" panose="020B0609020204030204" pitchFamily="49" charset="0"/>
              </a:rPr>
              <a:t>  ...</a:t>
            </a:r>
          </a:p>
        </p:txBody>
      </p:sp>
      <p:sp>
        <p:nvSpPr>
          <p:cNvPr id="27" name="TextBox 26">
            <a:extLst>
              <a:ext uri="{FF2B5EF4-FFF2-40B4-BE49-F238E27FC236}">
                <a16:creationId xmlns:a16="http://schemas.microsoft.com/office/drawing/2014/main" id="{6AC2BFAF-703A-1607-3F8B-C3C6EAC24548}"/>
              </a:ext>
            </a:extLst>
          </p:cNvPr>
          <p:cNvSpPr txBox="1"/>
          <p:nvPr/>
        </p:nvSpPr>
        <p:spPr>
          <a:xfrm>
            <a:off x="3581400" y="2840938"/>
            <a:ext cx="769763" cy="369332"/>
          </a:xfrm>
          <a:prstGeom prst="rect">
            <a:avLst/>
          </a:prstGeom>
          <a:noFill/>
        </p:spPr>
        <p:txBody>
          <a:bodyPr wrap="none" rtlCol="0">
            <a:spAutoFit/>
          </a:bodyPr>
          <a:lstStyle/>
          <a:p>
            <a:r>
              <a:rPr lang="en-US" dirty="0" err="1"/>
              <a:t>Callee</a:t>
            </a:r>
            <a:endParaRPr lang="en-US" dirty="0"/>
          </a:p>
        </p:txBody>
      </p:sp>
      <p:sp>
        <p:nvSpPr>
          <p:cNvPr id="28" name="TextBox 27">
            <a:extLst>
              <a:ext uri="{FF2B5EF4-FFF2-40B4-BE49-F238E27FC236}">
                <a16:creationId xmlns:a16="http://schemas.microsoft.com/office/drawing/2014/main" id="{5A07EE5F-FDFB-4DFD-A418-4743BE043075}"/>
              </a:ext>
            </a:extLst>
          </p:cNvPr>
          <p:cNvSpPr txBox="1"/>
          <p:nvPr/>
        </p:nvSpPr>
        <p:spPr>
          <a:xfrm>
            <a:off x="3607914" y="3305718"/>
            <a:ext cx="3730508" cy="2031325"/>
          </a:xfrm>
          <a:prstGeom prst="rect">
            <a:avLst/>
          </a:prstGeom>
        </p:spPr>
        <p:style>
          <a:lnRef idx="2">
            <a:schemeClr val="accent1"/>
          </a:lnRef>
          <a:fillRef idx="1">
            <a:schemeClr val="lt1"/>
          </a:fillRef>
          <a:effectRef idx="0">
            <a:schemeClr val="accent1"/>
          </a:effectRef>
          <a:fontRef idx="minor">
            <a:schemeClr val="dk1"/>
          </a:fontRef>
        </p:style>
        <p:txBody>
          <a:bodyPr wrap="none" rtlCol="0">
            <a:spAutoFit/>
          </a:bodyPr>
          <a:lstStyle/>
          <a:p>
            <a:r>
              <a:rPr lang="en-US" b="1" dirty="0">
                <a:solidFill>
                  <a:srgbClr val="0000FF"/>
                </a:solidFill>
                <a:latin typeface="Consolas" panose="020B0609020204030204" pitchFamily="49" charset="0"/>
              </a:rPr>
              <a:t>sum</a:t>
            </a:r>
            <a:r>
              <a:rPr lang="en-US" dirty="0">
                <a:latin typeface="Consolas" panose="020B0609020204030204" pitchFamily="49" charset="0"/>
              </a:rPr>
              <a:t> PROC    </a:t>
            </a:r>
          </a:p>
          <a:p>
            <a:r>
              <a:rPr lang="en-US" dirty="0">
                <a:latin typeface="Consolas" panose="020B0609020204030204" pitchFamily="49" charset="0"/>
              </a:rPr>
              <a:t>  ADD r0, r0, r1   </a:t>
            </a:r>
            <a:r>
              <a:rPr lang="en-US" dirty="0">
                <a:solidFill>
                  <a:schemeClr val="bg1">
                    <a:lumMod val="50000"/>
                  </a:schemeClr>
                </a:solidFill>
                <a:latin typeface="Consolas" panose="020B0609020204030204" pitchFamily="49" charset="0"/>
              </a:rPr>
              <a:t>; a8 + b8</a:t>
            </a:r>
          </a:p>
          <a:p>
            <a:r>
              <a:rPr lang="en-US" dirty="0">
                <a:latin typeface="Consolas" panose="020B0609020204030204" pitchFamily="49" charset="0"/>
              </a:rPr>
              <a:t>  ADD r0, r0, r2   </a:t>
            </a:r>
            <a:r>
              <a:rPr lang="en-US" dirty="0">
                <a:solidFill>
                  <a:schemeClr val="bg1">
                    <a:lumMod val="50000"/>
                  </a:schemeClr>
                </a:solidFill>
                <a:latin typeface="Consolas" panose="020B0609020204030204" pitchFamily="49" charset="0"/>
              </a:rPr>
              <a:t>; add c16</a:t>
            </a:r>
          </a:p>
          <a:p>
            <a:r>
              <a:rPr lang="en-US" dirty="0">
                <a:latin typeface="Consolas" panose="020B0609020204030204" pitchFamily="49" charset="0"/>
              </a:rPr>
              <a:t>  ADD r0, r0, r3   </a:t>
            </a:r>
            <a:r>
              <a:rPr lang="en-US" dirty="0">
                <a:solidFill>
                  <a:schemeClr val="bg1">
                    <a:lumMod val="50000"/>
                  </a:schemeClr>
                </a:solidFill>
                <a:latin typeface="Consolas" panose="020B0609020204030204" pitchFamily="49" charset="0"/>
              </a:rPr>
              <a:t>; add d16</a:t>
            </a:r>
          </a:p>
          <a:p>
            <a:r>
              <a:rPr lang="en-US" dirty="0">
                <a:solidFill>
                  <a:schemeClr val="tx1"/>
                </a:solidFill>
                <a:latin typeface="Consolas" panose="020B0609020204030204" pitchFamily="49" charset="0"/>
              </a:rPr>
              <a:t>  ADD r0, r0, r1   </a:t>
            </a:r>
            <a:r>
              <a:rPr lang="en-US" dirty="0">
                <a:solidFill>
                  <a:schemeClr val="bg1">
                    <a:lumMod val="50000"/>
                  </a:schemeClr>
                </a:solidFill>
                <a:latin typeface="Consolas" panose="020B0609020204030204" pitchFamily="49" charset="0"/>
              </a:rPr>
              <a:t>; add e32</a:t>
            </a:r>
          </a:p>
          <a:p>
            <a:r>
              <a:rPr lang="en-US" dirty="0">
                <a:latin typeface="Consolas" panose="020B0609020204030204" pitchFamily="49" charset="0"/>
              </a:rPr>
              <a:t>  BX  LR</a:t>
            </a:r>
          </a:p>
          <a:p>
            <a:r>
              <a:rPr lang="en-US" dirty="0">
                <a:latin typeface="Consolas" panose="020B0609020204030204" pitchFamily="49" charset="0"/>
              </a:rPr>
              <a:t>  ENDP</a:t>
            </a:r>
          </a:p>
        </p:txBody>
      </p:sp>
    </p:spTree>
    <p:extLst>
      <p:ext uri="{BB962C8B-B14F-4D97-AF65-F5344CB8AC3E}">
        <p14:creationId xmlns:p14="http://schemas.microsoft.com/office/powerpoint/2010/main" val="397021332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What’s wrong? Passing arguments and Returning Value ANS</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16</a:t>
            </a:fld>
            <a:endParaRPr kumimoji="0" lang="en-US" dirty="0"/>
          </a:p>
        </p:txBody>
      </p:sp>
      <p:sp>
        <p:nvSpPr>
          <p:cNvPr id="11" name="Rectangle 10"/>
          <p:cNvSpPr/>
          <p:nvPr/>
        </p:nvSpPr>
        <p:spPr>
          <a:xfrm>
            <a:off x="76200" y="1593468"/>
            <a:ext cx="9163050" cy="646331"/>
          </a:xfrm>
          <a:prstGeom prst="rect">
            <a:avLst/>
          </a:prstGeom>
        </p:spPr>
        <p:txBody>
          <a:bodyPr wrap="square">
            <a:spAutoFit/>
          </a:bodyPr>
          <a:lstStyle/>
          <a:p>
            <a:r>
              <a:rPr lang="en-US" b="1" dirty="0">
                <a:latin typeface="Consolas" panose="020B0609020204030204" pitchFamily="49" charset="0"/>
              </a:rPr>
              <a:t>uint32_t sum(uint8_t a8, uint8_t b8, uint16_t c16, uint16_t d16, </a:t>
            </a:r>
            <a:r>
              <a:rPr lang="en-US" b="1" dirty="0">
                <a:solidFill>
                  <a:srgbClr val="FF0000"/>
                </a:solidFill>
                <a:latin typeface="Consolas" panose="020B0609020204030204" pitchFamily="49" charset="0"/>
              </a:rPr>
              <a:t>uint32_t e32</a:t>
            </a:r>
            <a:r>
              <a:rPr lang="en-US" b="1" dirty="0">
                <a:latin typeface="Consolas" panose="020B0609020204030204" pitchFamily="49" charset="0"/>
              </a:rPr>
              <a:t>);</a:t>
            </a:r>
          </a:p>
        </p:txBody>
      </p:sp>
      <p:sp>
        <p:nvSpPr>
          <p:cNvPr id="4" name="TextBox 3"/>
          <p:cNvSpPr txBox="1"/>
          <p:nvPr/>
        </p:nvSpPr>
        <p:spPr>
          <a:xfrm>
            <a:off x="304800" y="2754035"/>
            <a:ext cx="750526" cy="369332"/>
          </a:xfrm>
          <a:prstGeom prst="rect">
            <a:avLst/>
          </a:prstGeom>
          <a:noFill/>
        </p:spPr>
        <p:txBody>
          <a:bodyPr wrap="none" rtlCol="0">
            <a:spAutoFit/>
          </a:bodyPr>
          <a:lstStyle/>
          <a:p>
            <a:r>
              <a:rPr lang="en-US" dirty="0"/>
              <a:t>Caller</a:t>
            </a:r>
          </a:p>
        </p:txBody>
      </p:sp>
      <p:sp>
        <p:nvSpPr>
          <p:cNvPr id="23" name="Rectangle 22"/>
          <p:cNvSpPr/>
          <p:nvPr/>
        </p:nvSpPr>
        <p:spPr>
          <a:xfrm>
            <a:off x="33528" y="2251948"/>
            <a:ext cx="9163050" cy="369332"/>
          </a:xfrm>
          <a:prstGeom prst="rect">
            <a:avLst/>
          </a:prstGeom>
        </p:spPr>
        <p:txBody>
          <a:bodyPr wrap="square">
            <a:spAutoFit/>
          </a:bodyPr>
          <a:lstStyle/>
          <a:p>
            <a:r>
              <a:rPr lang="en-US" b="1" dirty="0">
                <a:solidFill>
                  <a:srgbClr val="FF0000"/>
                </a:solidFill>
                <a:latin typeface="Consolas" panose="020B0609020204030204" pitchFamily="49" charset="0"/>
              </a:rPr>
              <a:t>s = sum(1, 2, 3, 4, 5);</a:t>
            </a:r>
          </a:p>
        </p:txBody>
      </p:sp>
      <p:sp>
        <p:nvSpPr>
          <p:cNvPr id="15" name="TextBox 14"/>
          <p:cNvSpPr txBox="1"/>
          <p:nvPr/>
        </p:nvSpPr>
        <p:spPr>
          <a:xfrm>
            <a:off x="449580" y="3256122"/>
            <a:ext cx="2464136" cy="2585323"/>
          </a:xfrm>
          <a:prstGeom prst="rect">
            <a:avLst/>
          </a:prstGeom>
        </p:spPr>
        <p:style>
          <a:lnRef idx="2">
            <a:schemeClr val="accent1"/>
          </a:lnRef>
          <a:fillRef idx="1">
            <a:schemeClr val="lt1"/>
          </a:fillRef>
          <a:effectRef idx="0">
            <a:schemeClr val="accent1"/>
          </a:effectRef>
          <a:fontRef idx="minor">
            <a:schemeClr val="dk1"/>
          </a:fontRef>
        </p:style>
        <p:txBody>
          <a:bodyPr wrap="none" rtlCol="0">
            <a:spAutoFit/>
          </a:bodyPr>
          <a:lstStyle/>
          <a:p>
            <a:r>
              <a:rPr lang="en-US" dirty="0">
                <a:latin typeface="Consolas" panose="020B0609020204030204" pitchFamily="49" charset="0"/>
              </a:rPr>
              <a:t>  MOV r0, #5 </a:t>
            </a:r>
            <a:r>
              <a:rPr lang="en-US" dirty="0">
                <a:solidFill>
                  <a:schemeClr val="bg1">
                    <a:lumMod val="50000"/>
                  </a:schemeClr>
                </a:solidFill>
                <a:latin typeface="Consolas" panose="020B0609020204030204" pitchFamily="49" charset="0"/>
              </a:rPr>
              <a:t>; e32</a:t>
            </a:r>
          </a:p>
          <a:p>
            <a:r>
              <a:rPr lang="en-US" dirty="0">
                <a:latin typeface="Consolas" panose="020B0609020204030204" pitchFamily="49" charset="0"/>
              </a:rPr>
              <a:t>  </a:t>
            </a:r>
            <a:r>
              <a:rPr lang="en-US" b="1" dirty="0">
                <a:solidFill>
                  <a:srgbClr val="FF0000"/>
                </a:solidFill>
                <a:latin typeface="Consolas" panose="020B0609020204030204" pitchFamily="49" charset="0"/>
              </a:rPr>
              <a:t>PUSH {r0}</a:t>
            </a:r>
          </a:p>
          <a:p>
            <a:r>
              <a:rPr lang="en-US" dirty="0">
                <a:solidFill>
                  <a:schemeClr val="tx1"/>
                </a:solidFill>
                <a:latin typeface="Consolas" panose="020B0609020204030204" pitchFamily="49" charset="0"/>
              </a:rPr>
              <a:t>  MOV r0, #1 </a:t>
            </a:r>
            <a:r>
              <a:rPr lang="en-US" dirty="0">
                <a:solidFill>
                  <a:schemeClr val="bg1">
                    <a:lumMod val="50000"/>
                  </a:schemeClr>
                </a:solidFill>
                <a:latin typeface="Consolas" panose="020B0609020204030204" pitchFamily="49" charset="0"/>
              </a:rPr>
              <a:t>; a8</a:t>
            </a:r>
          </a:p>
          <a:p>
            <a:r>
              <a:rPr lang="en-US" dirty="0">
                <a:latin typeface="Consolas" panose="020B0609020204030204" pitchFamily="49" charset="0"/>
              </a:rPr>
              <a:t>  MOV r1, #2 </a:t>
            </a:r>
            <a:r>
              <a:rPr lang="en-US" dirty="0">
                <a:solidFill>
                  <a:schemeClr val="bg1">
                    <a:lumMod val="50000"/>
                  </a:schemeClr>
                </a:solidFill>
                <a:latin typeface="Consolas" panose="020B0609020204030204" pitchFamily="49" charset="0"/>
              </a:rPr>
              <a:t>; b8</a:t>
            </a:r>
          </a:p>
          <a:p>
            <a:r>
              <a:rPr lang="en-US" dirty="0">
                <a:latin typeface="Consolas" panose="020B0609020204030204" pitchFamily="49" charset="0"/>
              </a:rPr>
              <a:t>  MOV r2, #3 </a:t>
            </a:r>
            <a:r>
              <a:rPr lang="en-US" dirty="0">
                <a:solidFill>
                  <a:schemeClr val="bg1">
                    <a:lumMod val="50000"/>
                  </a:schemeClr>
                </a:solidFill>
                <a:latin typeface="Consolas" panose="020B0609020204030204" pitchFamily="49" charset="0"/>
              </a:rPr>
              <a:t>; c16</a:t>
            </a:r>
          </a:p>
          <a:p>
            <a:r>
              <a:rPr lang="en-US" dirty="0">
                <a:latin typeface="Consolas" panose="020B0609020204030204" pitchFamily="49" charset="0"/>
              </a:rPr>
              <a:t>  MOV r3, #4 </a:t>
            </a:r>
            <a:r>
              <a:rPr lang="en-US" dirty="0">
                <a:solidFill>
                  <a:schemeClr val="bg1">
                    <a:lumMod val="50000"/>
                  </a:schemeClr>
                </a:solidFill>
                <a:latin typeface="Consolas" panose="020B0609020204030204" pitchFamily="49" charset="0"/>
              </a:rPr>
              <a:t>; d16</a:t>
            </a:r>
          </a:p>
          <a:p>
            <a:r>
              <a:rPr lang="en-US" dirty="0">
                <a:latin typeface="Consolas" panose="020B0609020204030204" pitchFamily="49" charset="0"/>
              </a:rPr>
              <a:t>  BL  sum</a:t>
            </a:r>
          </a:p>
          <a:p>
            <a:r>
              <a:rPr lang="en-US" dirty="0">
                <a:latin typeface="Consolas" panose="020B0609020204030204" pitchFamily="49" charset="0"/>
              </a:rPr>
              <a:t>  ...</a:t>
            </a:r>
          </a:p>
          <a:p>
            <a:r>
              <a:rPr lang="en-US" dirty="0">
                <a:latin typeface="Consolas" panose="020B0609020204030204" pitchFamily="49" charset="0"/>
              </a:rPr>
              <a:t>  </a:t>
            </a:r>
            <a:r>
              <a:rPr lang="en-US" b="1" dirty="0">
                <a:solidFill>
                  <a:srgbClr val="FF0000"/>
                </a:solidFill>
                <a:latin typeface="Consolas" panose="020B0609020204030204" pitchFamily="49" charset="0"/>
              </a:rPr>
              <a:t>POP {r0}</a:t>
            </a:r>
          </a:p>
        </p:txBody>
      </p:sp>
      <p:sp>
        <p:nvSpPr>
          <p:cNvPr id="27" name="TextBox 26"/>
          <p:cNvSpPr txBox="1"/>
          <p:nvPr/>
        </p:nvSpPr>
        <p:spPr>
          <a:xfrm>
            <a:off x="3581400" y="2840938"/>
            <a:ext cx="769763" cy="369332"/>
          </a:xfrm>
          <a:prstGeom prst="rect">
            <a:avLst/>
          </a:prstGeom>
          <a:noFill/>
        </p:spPr>
        <p:txBody>
          <a:bodyPr wrap="none" rtlCol="0">
            <a:spAutoFit/>
          </a:bodyPr>
          <a:lstStyle/>
          <a:p>
            <a:r>
              <a:rPr lang="en-US" dirty="0" err="1"/>
              <a:t>Callee</a:t>
            </a:r>
            <a:endParaRPr lang="en-US" dirty="0"/>
          </a:p>
        </p:txBody>
      </p:sp>
      <p:sp>
        <p:nvSpPr>
          <p:cNvPr id="28" name="TextBox 27"/>
          <p:cNvSpPr txBox="1"/>
          <p:nvPr/>
        </p:nvSpPr>
        <p:spPr>
          <a:xfrm>
            <a:off x="3607914" y="3305718"/>
            <a:ext cx="4996881" cy="2308324"/>
          </a:xfrm>
          <a:prstGeom prst="rect">
            <a:avLst/>
          </a:prstGeom>
        </p:spPr>
        <p:style>
          <a:lnRef idx="2">
            <a:schemeClr val="accent1"/>
          </a:lnRef>
          <a:fillRef idx="1">
            <a:schemeClr val="lt1"/>
          </a:fillRef>
          <a:effectRef idx="0">
            <a:schemeClr val="accent1"/>
          </a:effectRef>
          <a:fontRef idx="minor">
            <a:schemeClr val="dk1"/>
          </a:fontRef>
        </p:style>
        <p:txBody>
          <a:bodyPr wrap="none" rtlCol="0">
            <a:spAutoFit/>
          </a:bodyPr>
          <a:lstStyle/>
          <a:p>
            <a:r>
              <a:rPr lang="en-US" b="1" dirty="0">
                <a:solidFill>
                  <a:srgbClr val="0000FF"/>
                </a:solidFill>
                <a:latin typeface="Consolas" panose="020B0609020204030204" pitchFamily="49" charset="0"/>
              </a:rPr>
              <a:t>sum</a:t>
            </a:r>
            <a:r>
              <a:rPr lang="en-US" dirty="0">
                <a:latin typeface="Consolas" panose="020B0609020204030204" pitchFamily="49" charset="0"/>
              </a:rPr>
              <a:t> PROC    </a:t>
            </a:r>
          </a:p>
          <a:p>
            <a:r>
              <a:rPr lang="en-US" dirty="0">
                <a:latin typeface="Consolas" panose="020B0609020204030204" pitchFamily="49" charset="0"/>
              </a:rPr>
              <a:t>  ADD r0, r0, r1   </a:t>
            </a:r>
            <a:r>
              <a:rPr lang="en-US" dirty="0">
                <a:solidFill>
                  <a:schemeClr val="bg1">
                    <a:lumMod val="50000"/>
                  </a:schemeClr>
                </a:solidFill>
                <a:latin typeface="Consolas" panose="020B0609020204030204" pitchFamily="49" charset="0"/>
              </a:rPr>
              <a:t>; a8 + b8</a:t>
            </a:r>
          </a:p>
          <a:p>
            <a:r>
              <a:rPr lang="en-US" dirty="0">
                <a:latin typeface="Consolas" panose="020B0609020204030204" pitchFamily="49" charset="0"/>
              </a:rPr>
              <a:t>  ADD r0, r0, r2   </a:t>
            </a:r>
            <a:r>
              <a:rPr lang="en-US" dirty="0">
                <a:solidFill>
                  <a:schemeClr val="bg1">
                    <a:lumMod val="50000"/>
                  </a:schemeClr>
                </a:solidFill>
                <a:latin typeface="Consolas" panose="020B0609020204030204" pitchFamily="49" charset="0"/>
              </a:rPr>
              <a:t>; add c16</a:t>
            </a:r>
          </a:p>
          <a:p>
            <a:r>
              <a:rPr lang="en-US" dirty="0">
                <a:latin typeface="Consolas" panose="020B0609020204030204" pitchFamily="49" charset="0"/>
              </a:rPr>
              <a:t>  ADD r0, r0, r3   </a:t>
            </a:r>
            <a:r>
              <a:rPr lang="en-US" dirty="0">
                <a:solidFill>
                  <a:schemeClr val="bg1">
                    <a:lumMod val="50000"/>
                  </a:schemeClr>
                </a:solidFill>
                <a:latin typeface="Consolas" panose="020B0609020204030204" pitchFamily="49" charset="0"/>
              </a:rPr>
              <a:t>; add d16</a:t>
            </a:r>
          </a:p>
          <a:p>
            <a:r>
              <a:rPr lang="en-US" b="1" dirty="0">
                <a:solidFill>
                  <a:srgbClr val="FF0000"/>
                </a:solidFill>
                <a:latin typeface="Consolas" panose="020B0609020204030204" pitchFamily="49" charset="0"/>
              </a:rPr>
              <a:t>  LDR r1, [</a:t>
            </a:r>
            <a:r>
              <a:rPr lang="en-US" b="1" dirty="0" err="1">
                <a:solidFill>
                  <a:srgbClr val="FF0000"/>
                </a:solidFill>
                <a:latin typeface="Consolas" panose="020B0609020204030204" pitchFamily="49" charset="0"/>
              </a:rPr>
              <a:t>sp</a:t>
            </a:r>
            <a:r>
              <a:rPr lang="en-US" b="1" dirty="0">
                <a:solidFill>
                  <a:srgbClr val="FF0000"/>
                </a:solidFill>
                <a:latin typeface="Consolas" panose="020B0609020204030204" pitchFamily="49" charset="0"/>
              </a:rPr>
              <a:t>, #0] </a:t>
            </a:r>
            <a:r>
              <a:rPr lang="en-US" b="1" dirty="0">
                <a:solidFill>
                  <a:schemeClr val="bg1">
                    <a:lumMod val="50000"/>
                  </a:schemeClr>
                </a:solidFill>
                <a:latin typeface="Consolas" panose="020B0609020204030204" pitchFamily="49" charset="0"/>
              </a:rPr>
              <a:t>; read argument e32</a:t>
            </a:r>
          </a:p>
          <a:p>
            <a:r>
              <a:rPr lang="en-US" dirty="0">
                <a:solidFill>
                  <a:schemeClr val="bg1">
                    <a:lumMod val="50000"/>
                  </a:schemeClr>
                </a:solidFill>
                <a:latin typeface="Consolas" panose="020B0609020204030204" pitchFamily="49" charset="0"/>
              </a:rPr>
              <a:t>  </a:t>
            </a:r>
            <a:r>
              <a:rPr lang="en-US" dirty="0">
                <a:solidFill>
                  <a:schemeClr val="tx1"/>
                </a:solidFill>
                <a:latin typeface="Consolas" panose="020B0609020204030204" pitchFamily="49" charset="0"/>
              </a:rPr>
              <a:t>ADD r0, r0, r1   </a:t>
            </a:r>
            <a:r>
              <a:rPr lang="en-US" dirty="0">
                <a:solidFill>
                  <a:schemeClr val="bg1">
                    <a:lumMod val="50000"/>
                  </a:schemeClr>
                </a:solidFill>
                <a:latin typeface="Consolas" panose="020B0609020204030204" pitchFamily="49" charset="0"/>
              </a:rPr>
              <a:t>; add e32</a:t>
            </a:r>
          </a:p>
          <a:p>
            <a:r>
              <a:rPr lang="en-US" dirty="0">
                <a:latin typeface="Consolas" panose="020B0609020204030204" pitchFamily="49" charset="0"/>
              </a:rPr>
              <a:t>  BX  LR</a:t>
            </a:r>
          </a:p>
          <a:p>
            <a:r>
              <a:rPr lang="en-US" dirty="0">
                <a:latin typeface="Consolas" panose="020B0609020204030204" pitchFamily="49" charset="0"/>
              </a:rPr>
              <a:t>  ENDP</a:t>
            </a:r>
          </a:p>
        </p:txBody>
      </p:sp>
      <p:sp>
        <p:nvSpPr>
          <p:cNvPr id="6" name="Rectangle 5"/>
          <p:cNvSpPr/>
          <p:nvPr/>
        </p:nvSpPr>
        <p:spPr>
          <a:xfrm>
            <a:off x="914400" y="5854799"/>
            <a:ext cx="4861560" cy="646331"/>
          </a:xfrm>
          <a:prstGeom prst="rect">
            <a:avLst/>
          </a:prstGeom>
        </p:spPr>
        <p:txBody>
          <a:bodyPr wrap="square">
            <a:spAutoFit/>
          </a:bodyPr>
          <a:lstStyle/>
          <a:p>
            <a:r>
              <a:rPr lang="en-US" dirty="0"/>
              <a:t>The caller is responsible to pop extra arguments out of the stack after the subroutine returns.</a:t>
            </a:r>
          </a:p>
        </p:txBody>
      </p:sp>
    </p:spTree>
    <p:extLst>
      <p:ext uri="{BB962C8B-B14F-4D97-AF65-F5344CB8AC3E}">
        <p14:creationId xmlns:p14="http://schemas.microsoft.com/office/powerpoint/2010/main" val="234575541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Passing arguments and Returning Value</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17</a:t>
            </a:fld>
            <a:endParaRPr kumimoji="0" lang="en-US" dirty="0"/>
          </a:p>
        </p:txBody>
      </p:sp>
      <p:sp>
        <p:nvSpPr>
          <p:cNvPr id="5" name="Rectangle 4"/>
          <p:cNvSpPr/>
          <p:nvPr/>
        </p:nvSpPr>
        <p:spPr>
          <a:xfrm>
            <a:off x="1219200" y="2590800"/>
            <a:ext cx="1447800" cy="3810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dirty="0">
                <a:latin typeface="Consolas" panose="020B0609020204030204" pitchFamily="49" charset="0"/>
                <a:cs typeface="Consolas" panose="020B0609020204030204" pitchFamily="49" charset="0"/>
              </a:rPr>
              <a:t>a64</a:t>
            </a:r>
          </a:p>
        </p:txBody>
      </p:sp>
      <p:sp>
        <p:nvSpPr>
          <p:cNvPr id="6" name="Rectangle 5"/>
          <p:cNvSpPr/>
          <p:nvPr/>
        </p:nvSpPr>
        <p:spPr>
          <a:xfrm>
            <a:off x="2971800" y="2590800"/>
            <a:ext cx="1447800" cy="3810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dirty="0">
                <a:latin typeface="Consolas" panose="020B0609020204030204" pitchFamily="49" charset="0"/>
                <a:cs typeface="Consolas" panose="020B0609020204030204" pitchFamily="49" charset="0"/>
              </a:rPr>
              <a:t>b8</a:t>
            </a:r>
          </a:p>
        </p:txBody>
      </p:sp>
      <p:sp>
        <p:nvSpPr>
          <p:cNvPr id="7" name="Rectangle 6"/>
          <p:cNvSpPr/>
          <p:nvPr/>
        </p:nvSpPr>
        <p:spPr>
          <a:xfrm>
            <a:off x="4724400" y="2590800"/>
            <a:ext cx="1447800" cy="3810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dirty="0">
                <a:latin typeface="Consolas" panose="020B0609020204030204" pitchFamily="49" charset="0"/>
                <a:cs typeface="Consolas" panose="020B0609020204030204" pitchFamily="49" charset="0"/>
              </a:rPr>
              <a:t>c16</a:t>
            </a:r>
          </a:p>
        </p:txBody>
      </p:sp>
      <p:sp>
        <p:nvSpPr>
          <p:cNvPr id="8" name="Rectangle 7"/>
          <p:cNvSpPr/>
          <p:nvPr/>
        </p:nvSpPr>
        <p:spPr>
          <a:xfrm>
            <a:off x="6438900" y="2590800"/>
            <a:ext cx="1447800" cy="3810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dirty="0">
                <a:solidFill>
                  <a:srgbClr val="FF0000"/>
                </a:solidFill>
                <a:latin typeface="Consolas" panose="020B0609020204030204" pitchFamily="49" charset="0"/>
                <a:cs typeface="Consolas" panose="020B0609020204030204" pitchFamily="49" charset="0"/>
              </a:rPr>
              <a:t>d16</a:t>
            </a:r>
          </a:p>
        </p:txBody>
      </p:sp>
      <p:sp>
        <p:nvSpPr>
          <p:cNvPr id="9" name="Rectangle 8"/>
          <p:cNvSpPr/>
          <p:nvPr/>
        </p:nvSpPr>
        <p:spPr>
          <a:xfrm>
            <a:off x="2308438" y="4053483"/>
            <a:ext cx="4495800" cy="8382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Subroutine</a:t>
            </a:r>
          </a:p>
        </p:txBody>
      </p:sp>
      <p:sp>
        <p:nvSpPr>
          <p:cNvPr id="10" name="TextBox 9"/>
          <p:cNvSpPr txBox="1"/>
          <p:nvPr/>
        </p:nvSpPr>
        <p:spPr>
          <a:xfrm>
            <a:off x="1126316" y="2971800"/>
            <a:ext cx="1011431" cy="369332"/>
          </a:xfrm>
          <a:prstGeom prst="rect">
            <a:avLst/>
          </a:prstGeom>
          <a:noFill/>
        </p:spPr>
        <p:txBody>
          <a:bodyPr wrap="none" rtlCol="0">
            <a:spAutoFit/>
          </a:bodyPr>
          <a:lstStyle/>
          <a:p>
            <a:r>
              <a:rPr lang="en-US" dirty="0"/>
              <a:t>Register:</a:t>
            </a:r>
            <a:endParaRPr lang="en-US" b="1" dirty="0">
              <a:solidFill>
                <a:srgbClr val="FF0000"/>
              </a:solidFill>
              <a:latin typeface="Consolas" panose="020B0609020204030204" pitchFamily="49" charset="0"/>
            </a:endParaRPr>
          </a:p>
        </p:txBody>
      </p:sp>
      <p:sp>
        <p:nvSpPr>
          <p:cNvPr id="12" name="TextBox 11"/>
          <p:cNvSpPr txBox="1"/>
          <p:nvPr/>
        </p:nvSpPr>
        <p:spPr>
          <a:xfrm>
            <a:off x="3060750" y="2971800"/>
            <a:ext cx="1013034" cy="369332"/>
          </a:xfrm>
          <a:prstGeom prst="rect">
            <a:avLst/>
          </a:prstGeom>
          <a:noFill/>
        </p:spPr>
        <p:txBody>
          <a:bodyPr wrap="none" rtlCol="0">
            <a:spAutoFit/>
          </a:bodyPr>
          <a:lstStyle/>
          <a:p>
            <a:r>
              <a:rPr lang="en-US" dirty="0"/>
              <a:t>Register;</a:t>
            </a:r>
            <a:endParaRPr lang="en-US" b="1" dirty="0">
              <a:solidFill>
                <a:srgbClr val="FF0000"/>
              </a:solidFill>
              <a:latin typeface="Consolas" panose="020B0609020204030204" pitchFamily="49" charset="0"/>
            </a:endParaRPr>
          </a:p>
        </p:txBody>
      </p:sp>
      <p:sp>
        <p:nvSpPr>
          <p:cNvPr id="13" name="TextBox 12"/>
          <p:cNvSpPr txBox="1"/>
          <p:nvPr/>
        </p:nvSpPr>
        <p:spPr>
          <a:xfrm>
            <a:off x="4814152" y="2971800"/>
            <a:ext cx="1052468" cy="369332"/>
          </a:xfrm>
          <a:prstGeom prst="rect">
            <a:avLst/>
          </a:prstGeom>
          <a:noFill/>
        </p:spPr>
        <p:txBody>
          <a:bodyPr wrap="none" rtlCol="0">
            <a:spAutoFit/>
          </a:bodyPr>
          <a:lstStyle/>
          <a:p>
            <a:r>
              <a:rPr lang="en-US" dirty="0"/>
              <a:t>Register: </a:t>
            </a:r>
            <a:endParaRPr lang="en-US" b="1" dirty="0">
              <a:solidFill>
                <a:srgbClr val="FF0000"/>
              </a:solidFill>
              <a:latin typeface="Consolas" panose="020B0609020204030204" pitchFamily="49" charset="0"/>
            </a:endParaRPr>
          </a:p>
        </p:txBody>
      </p:sp>
      <p:cxnSp>
        <p:nvCxnSpPr>
          <p:cNvPr id="16" name="Straight Arrow Connector 15"/>
          <p:cNvCxnSpPr/>
          <p:nvPr/>
        </p:nvCxnSpPr>
        <p:spPr>
          <a:xfrm>
            <a:off x="1940328" y="3285966"/>
            <a:ext cx="1038809" cy="648851"/>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cxnSp>
        <p:nvCxnSpPr>
          <p:cNvPr id="22" name="Straight Arrow Connector 21"/>
          <p:cNvCxnSpPr/>
          <p:nvPr/>
        </p:nvCxnSpPr>
        <p:spPr>
          <a:xfrm>
            <a:off x="3705159" y="3341132"/>
            <a:ext cx="392313" cy="545068"/>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cxnSp>
        <p:nvCxnSpPr>
          <p:cNvPr id="24" name="Straight Arrow Connector 23"/>
          <p:cNvCxnSpPr/>
          <p:nvPr/>
        </p:nvCxnSpPr>
        <p:spPr>
          <a:xfrm flipH="1">
            <a:off x="5055068" y="3327042"/>
            <a:ext cx="392313" cy="545068"/>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sp>
        <p:nvSpPr>
          <p:cNvPr id="25" name="Rectangle 24"/>
          <p:cNvSpPr/>
          <p:nvPr/>
        </p:nvSpPr>
        <p:spPr>
          <a:xfrm>
            <a:off x="3848100" y="5489615"/>
            <a:ext cx="1447800" cy="3810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Return Value </a:t>
            </a:r>
          </a:p>
        </p:txBody>
      </p:sp>
      <p:cxnSp>
        <p:nvCxnSpPr>
          <p:cNvPr id="26" name="Straight Arrow Connector 25"/>
          <p:cNvCxnSpPr/>
          <p:nvPr/>
        </p:nvCxnSpPr>
        <p:spPr>
          <a:xfrm>
            <a:off x="4556338" y="5000090"/>
            <a:ext cx="15661" cy="457244"/>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sp>
        <p:nvSpPr>
          <p:cNvPr id="30" name="TextBox 29"/>
          <p:cNvSpPr txBox="1"/>
          <p:nvPr/>
        </p:nvSpPr>
        <p:spPr>
          <a:xfrm>
            <a:off x="3937050" y="5850017"/>
            <a:ext cx="1269899" cy="369332"/>
          </a:xfrm>
          <a:prstGeom prst="rect">
            <a:avLst/>
          </a:prstGeom>
          <a:noFill/>
        </p:spPr>
        <p:txBody>
          <a:bodyPr wrap="none" rtlCol="0">
            <a:spAutoFit/>
          </a:bodyPr>
          <a:lstStyle/>
          <a:p>
            <a:r>
              <a:rPr lang="en-US" dirty="0"/>
              <a:t>Register </a:t>
            </a:r>
            <a:r>
              <a:rPr lang="en-US" b="1" dirty="0">
                <a:solidFill>
                  <a:srgbClr val="FF0000"/>
                </a:solidFill>
                <a:latin typeface="Consolas" panose="020B0609020204030204" pitchFamily="49" charset="0"/>
              </a:rPr>
              <a:t>R0</a:t>
            </a:r>
          </a:p>
        </p:txBody>
      </p:sp>
      <p:sp>
        <p:nvSpPr>
          <p:cNvPr id="11" name="Rectangle 10"/>
          <p:cNvSpPr/>
          <p:nvPr/>
        </p:nvSpPr>
        <p:spPr>
          <a:xfrm>
            <a:off x="76200" y="1593468"/>
            <a:ext cx="9163050" cy="369332"/>
          </a:xfrm>
          <a:prstGeom prst="rect">
            <a:avLst/>
          </a:prstGeom>
        </p:spPr>
        <p:txBody>
          <a:bodyPr wrap="square">
            <a:spAutoFit/>
          </a:bodyPr>
          <a:lstStyle/>
          <a:p>
            <a:r>
              <a:rPr lang="en-US" b="1" dirty="0">
                <a:latin typeface="Consolas" panose="020B0609020204030204" pitchFamily="49" charset="0"/>
              </a:rPr>
              <a:t>uint64_t sum(</a:t>
            </a:r>
            <a:r>
              <a:rPr lang="en-US" b="1" dirty="0">
                <a:solidFill>
                  <a:srgbClr val="FF0000"/>
                </a:solidFill>
                <a:latin typeface="Consolas" panose="020B0609020204030204" pitchFamily="49" charset="0"/>
              </a:rPr>
              <a:t>uint64_t</a:t>
            </a:r>
            <a:r>
              <a:rPr lang="en-US" b="1" dirty="0">
                <a:latin typeface="Consolas" panose="020B0609020204030204" pitchFamily="49" charset="0"/>
              </a:rPr>
              <a:t> a64, uint8_t b8, uint16_t c16, uint16_t d16);</a:t>
            </a:r>
          </a:p>
        </p:txBody>
      </p:sp>
      <p:sp>
        <p:nvSpPr>
          <p:cNvPr id="23" name="TextBox 22"/>
          <p:cNvSpPr txBox="1"/>
          <p:nvPr/>
        </p:nvSpPr>
        <p:spPr>
          <a:xfrm>
            <a:off x="5688297" y="3233683"/>
            <a:ext cx="3254417" cy="646331"/>
          </a:xfrm>
          <a:prstGeom prst="rect">
            <a:avLst/>
          </a:prstGeom>
          <a:noFill/>
        </p:spPr>
        <p:txBody>
          <a:bodyPr wrap="none" rtlCol="0">
            <a:spAutoFit/>
          </a:bodyPr>
          <a:lstStyle/>
          <a:p>
            <a:pPr marL="342900" indent="-342900">
              <a:buFont typeface="Arial" panose="020B0604020202020204" pitchFamily="34" charset="0"/>
              <a:buChar char="•"/>
            </a:pPr>
            <a:r>
              <a:rPr lang="en-US" dirty="0">
                <a:solidFill>
                  <a:srgbClr val="FF0000"/>
                </a:solidFill>
              </a:rPr>
              <a:t>Caller pushes d16 onto stack</a:t>
            </a:r>
          </a:p>
          <a:p>
            <a:pPr marL="342900" indent="-342900">
              <a:buFont typeface="Arial" panose="020B0604020202020204" pitchFamily="34" charset="0"/>
              <a:buChar char="•"/>
            </a:pPr>
            <a:r>
              <a:rPr lang="en-US" dirty="0">
                <a:solidFill>
                  <a:srgbClr val="FF0000"/>
                </a:solidFill>
              </a:rPr>
              <a:t>Callee reads d16 from stack</a:t>
            </a:r>
          </a:p>
        </p:txBody>
      </p:sp>
      <p:sp>
        <p:nvSpPr>
          <p:cNvPr id="4" name="Content Placeholder 3">
            <a:extLst>
              <a:ext uri="{FF2B5EF4-FFF2-40B4-BE49-F238E27FC236}">
                <a16:creationId xmlns:a16="http://schemas.microsoft.com/office/drawing/2014/main" id="{42BCDBB7-71A9-FB4A-2F12-ED2860D67D85}"/>
              </a:ext>
            </a:extLst>
          </p:cNvPr>
          <p:cNvSpPr>
            <a:spLocks noGrp="1"/>
          </p:cNvSpPr>
          <p:nvPr>
            <p:ph sz="quarter" idx="1"/>
          </p:nvPr>
        </p:nvSpPr>
        <p:spPr>
          <a:xfrm>
            <a:off x="457200" y="1962800"/>
            <a:ext cx="8229600" cy="594761"/>
          </a:xfrm>
        </p:spPr>
        <p:txBody>
          <a:bodyPr/>
          <a:lstStyle/>
          <a:p>
            <a:r>
              <a:rPr lang="en-US" dirty="0"/>
              <a:t>Fill in register names.</a:t>
            </a:r>
          </a:p>
        </p:txBody>
      </p:sp>
      <p:sp>
        <p:nvSpPr>
          <p:cNvPr id="14" name="TextBox 13">
            <a:extLst>
              <a:ext uri="{FF2B5EF4-FFF2-40B4-BE49-F238E27FC236}">
                <a16:creationId xmlns:a16="http://schemas.microsoft.com/office/drawing/2014/main" id="{778CF141-54B6-E918-D23B-B3681FDA3C22}"/>
              </a:ext>
            </a:extLst>
          </p:cNvPr>
          <p:cNvSpPr txBox="1"/>
          <p:nvPr/>
        </p:nvSpPr>
        <p:spPr>
          <a:xfrm>
            <a:off x="6438900" y="2971800"/>
            <a:ext cx="1052468" cy="369332"/>
          </a:xfrm>
          <a:prstGeom prst="rect">
            <a:avLst/>
          </a:prstGeom>
          <a:noFill/>
        </p:spPr>
        <p:txBody>
          <a:bodyPr wrap="none" rtlCol="0">
            <a:spAutoFit/>
          </a:bodyPr>
          <a:lstStyle/>
          <a:p>
            <a:r>
              <a:rPr lang="en-US" dirty="0"/>
              <a:t>Register: </a:t>
            </a:r>
            <a:endParaRPr lang="en-US" b="1" dirty="0">
              <a:solidFill>
                <a:srgbClr val="FF0000"/>
              </a:solidFill>
              <a:latin typeface="Consolas" panose="020B0609020204030204" pitchFamily="49" charset="0"/>
            </a:endParaRPr>
          </a:p>
        </p:txBody>
      </p:sp>
    </p:spTree>
    <p:extLst>
      <p:ext uri="{BB962C8B-B14F-4D97-AF65-F5344CB8AC3E}">
        <p14:creationId xmlns:p14="http://schemas.microsoft.com/office/powerpoint/2010/main" val="42577164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12F123-61BE-0A54-6048-312CB4AFDC0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26C5184-5A3F-8285-0FB9-846B988E0081}"/>
              </a:ext>
            </a:extLst>
          </p:cNvPr>
          <p:cNvSpPr>
            <a:spLocks noGrp="1"/>
          </p:cNvSpPr>
          <p:nvPr>
            <p:ph type="title"/>
          </p:nvPr>
        </p:nvSpPr>
        <p:spPr/>
        <p:txBody>
          <a:bodyPr>
            <a:normAutofit fontScale="90000"/>
          </a:bodyPr>
          <a:lstStyle/>
          <a:p>
            <a:r>
              <a:rPr lang="en-US" dirty="0"/>
              <a:t>Passing arguments and Returning Value ANS</a:t>
            </a:r>
          </a:p>
        </p:txBody>
      </p:sp>
      <p:sp>
        <p:nvSpPr>
          <p:cNvPr id="3" name="Slide Number Placeholder 2">
            <a:extLst>
              <a:ext uri="{FF2B5EF4-FFF2-40B4-BE49-F238E27FC236}">
                <a16:creationId xmlns:a16="http://schemas.microsoft.com/office/drawing/2014/main" id="{C5FC2F61-7664-A486-BB3B-2D444E9E0A8B}"/>
              </a:ext>
            </a:extLst>
          </p:cNvPr>
          <p:cNvSpPr>
            <a:spLocks noGrp="1"/>
          </p:cNvSpPr>
          <p:nvPr>
            <p:ph type="sldNum" sz="quarter" idx="12"/>
          </p:nvPr>
        </p:nvSpPr>
        <p:spPr/>
        <p:txBody>
          <a:bodyPr/>
          <a:lstStyle/>
          <a:p>
            <a:fld id="{EA7C8D44-3667-46F6-9772-CC52308E2A7F}" type="slidenum">
              <a:rPr kumimoji="0" lang="en-US" smtClean="0"/>
              <a:pPr/>
              <a:t>18</a:t>
            </a:fld>
            <a:endParaRPr kumimoji="0" lang="en-US" dirty="0"/>
          </a:p>
        </p:txBody>
      </p:sp>
      <p:sp>
        <p:nvSpPr>
          <p:cNvPr id="5" name="Rectangle 4">
            <a:extLst>
              <a:ext uri="{FF2B5EF4-FFF2-40B4-BE49-F238E27FC236}">
                <a16:creationId xmlns:a16="http://schemas.microsoft.com/office/drawing/2014/main" id="{C421C88C-3034-FB0D-28E9-3DEB10FE7D0E}"/>
              </a:ext>
            </a:extLst>
          </p:cNvPr>
          <p:cNvSpPr/>
          <p:nvPr/>
        </p:nvSpPr>
        <p:spPr>
          <a:xfrm>
            <a:off x="1219200" y="2590800"/>
            <a:ext cx="1447800" cy="3810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dirty="0">
                <a:latin typeface="Consolas" panose="020B0609020204030204" pitchFamily="49" charset="0"/>
                <a:cs typeface="Consolas" panose="020B0609020204030204" pitchFamily="49" charset="0"/>
              </a:rPr>
              <a:t>a64</a:t>
            </a:r>
          </a:p>
        </p:txBody>
      </p:sp>
      <p:sp>
        <p:nvSpPr>
          <p:cNvPr id="6" name="Rectangle 5">
            <a:extLst>
              <a:ext uri="{FF2B5EF4-FFF2-40B4-BE49-F238E27FC236}">
                <a16:creationId xmlns:a16="http://schemas.microsoft.com/office/drawing/2014/main" id="{9ECC6E59-0FDE-A291-0344-D331F27C560E}"/>
              </a:ext>
            </a:extLst>
          </p:cNvPr>
          <p:cNvSpPr/>
          <p:nvPr/>
        </p:nvSpPr>
        <p:spPr>
          <a:xfrm>
            <a:off x="2971800" y="2590800"/>
            <a:ext cx="1447800" cy="3810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dirty="0">
                <a:latin typeface="Consolas" panose="020B0609020204030204" pitchFamily="49" charset="0"/>
                <a:cs typeface="Consolas" panose="020B0609020204030204" pitchFamily="49" charset="0"/>
              </a:rPr>
              <a:t>b8</a:t>
            </a:r>
          </a:p>
        </p:txBody>
      </p:sp>
      <p:sp>
        <p:nvSpPr>
          <p:cNvPr id="7" name="Rectangle 6">
            <a:extLst>
              <a:ext uri="{FF2B5EF4-FFF2-40B4-BE49-F238E27FC236}">
                <a16:creationId xmlns:a16="http://schemas.microsoft.com/office/drawing/2014/main" id="{7D804E98-9DCB-BE7E-0343-C88E43AA13BE}"/>
              </a:ext>
            </a:extLst>
          </p:cNvPr>
          <p:cNvSpPr/>
          <p:nvPr/>
        </p:nvSpPr>
        <p:spPr>
          <a:xfrm>
            <a:off x="4724400" y="2590800"/>
            <a:ext cx="1447800" cy="3810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dirty="0">
                <a:latin typeface="Consolas" panose="020B0609020204030204" pitchFamily="49" charset="0"/>
                <a:cs typeface="Consolas" panose="020B0609020204030204" pitchFamily="49" charset="0"/>
              </a:rPr>
              <a:t>c16</a:t>
            </a:r>
          </a:p>
        </p:txBody>
      </p:sp>
      <p:sp>
        <p:nvSpPr>
          <p:cNvPr id="8" name="Rectangle 7">
            <a:extLst>
              <a:ext uri="{FF2B5EF4-FFF2-40B4-BE49-F238E27FC236}">
                <a16:creationId xmlns:a16="http://schemas.microsoft.com/office/drawing/2014/main" id="{C52CD9AA-6268-F0F7-4215-97D8AE8E32BD}"/>
              </a:ext>
            </a:extLst>
          </p:cNvPr>
          <p:cNvSpPr/>
          <p:nvPr/>
        </p:nvSpPr>
        <p:spPr>
          <a:xfrm>
            <a:off x="6438900" y="2590800"/>
            <a:ext cx="1447800" cy="3810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dirty="0">
                <a:solidFill>
                  <a:srgbClr val="FF0000"/>
                </a:solidFill>
                <a:latin typeface="Consolas" panose="020B0609020204030204" pitchFamily="49" charset="0"/>
                <a:cs typeface="Consolas" panose="020B0609020204030204" pitchFamily="49" charset="0"/>
              </a:rPr>
              <a:t>d16</a:t>
            </a:r>
          </a:p>
        </p:txBody>
      </p:sp>
      <p:sp>
        <p:nvSpPr>
          <p:cNvPr id="9" name="Rectangle 8">
            <a:extLst>
              <a:ext uri="{FF2B5EF4-FFF2-40B4-BE49-F238E27FC236}">
                <a16:creationId xmlns:a16="http://schemas.microsoft.com/office/drawing/2014/main" id="{FBBDAD45-29FF-62DB-0790-4129EF0FFE0E}"/>
              </a:ext>
            </a:extLst>
          </p:cNvPr>
          <p:cNvSpPr/>
          <p:nvPr/>
        </p:nvSpPr>
        <p:spPr>
          <a:xfrm>
            <a:off x="2308438" y="4053483"/>
            <a:ext cx="4495800" cy="8382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Subroutine</a:t>
            </a:r>
          </a:p>
        </p:txBody>
      </p:sp>
      <p:sp>
        <p:nvSpPr>
          <p:cNvPr id="10" name="TextBox 9">
            <a:extLst>
              <a:ext uri="{FF2B5EF4-FFF2-40B4-BE49-F238E27FC236}">
                <a16:creationId xmlns:a16="http://schemas.microsoft.com/office/drawing/2014/main" id="{0CE50D12-7EEF-2322-4458-9E6BB251A31B}"/>
              </a:ext>
            </a:extLst>
          </p:cNvPr>
          <p:cNvSpPr txBox="1"/>
          <p:nvPr/>
        </p:nvSpPr>
        <p:spPr>
          <a:xfrm>
            <a:off x="1126316" y="2971800"/>
            <a:ext cx="1648208" cy="369332"/>
          </a:xfrm>
          <a:prstGeom prst="rect">
            <a:avLst/>
          </a:prstGeom>
          <a:noFill/>
        </p:spPr>
        <p:txBody>
          <a:bodyPr wrap="none" rtlCol="0">
            <a:spAutoFit/>
          </a:bodyPr>
          <a:lstStyle/>
          <a:p>
            <a:r>
              <a:rPr lang="en-US" dirty="0"/>
              <a:t>Register </a:t>
            </a:r>
            <a:r>
              <a:rPr lang="en-US" b="1" dirty="0">
                <a:solidFill>
                  <a:srgbClr val="FF0000"/>
                </a:solidFill>
                <a:latin typeface="Consolas" panose="020B0609020204030204" pitchFamily="49" charset="0"/>
              </a:rPr>
              <a:t>r1:r0</a:t>
            </a:r>
          </a:p>
        </p:txBody>
      </p:sp>
      <p:sp>
        <p:nvSpPr>
          <p:cNvPr id="12" name="TextBox 11">
            <a:extLst>
              <a:ext uri="{FF2B5EF4-FFF2-40B4-BE49-F238E27FC236}">
                <a16:creationId xmlns:a16="http://schemas.microsoft.com/office/drawing/2014/main" id="{1BF6FCE4-B778-D891-A539-32C9F31C665C}"/>
              </a:ext>
            </a:extLst>
          </p:cNvPr>
          <p:cNvSpPr txBox="1"/>
          <p:nvPr/>
        </p:nvSpPr>
        <p:spPr>
          <a:xfrm>
            <a:off x="3060750" y="2971800"/>
            <a:ext cx="1268296" cy="369332"/>
          </a:xfrm>
          <a:prstGeom prst="rect">
            <a:avLst/>
          </a:prstGeom>
          <a:noFill/>
        </p:spPr>
        <p:txBody>
          <a:bodyPr wrap="none" rtlCol="0">
            <a:spAutoFit/>
          </a:bodyPr>
          <a:lstStyle/>
          <a:p>
            <a:r>
              <a:rPr lang="en-US" dirty="0"/>
              <a:t>Register </a:t>
            </a:r>
            <a:r>
              <a:rPr lang="en-US" b="1" dirty="0">
                <a:solidFill>
                  <a:srgbClr val="FF0000"/>
                </a:solidFill>
                <a:latin typeface="Consolas" panose="020B0609020204030204" pitchFamily="49" charset="0"/>
              </a:rPr>
              <a:t>r2</a:t>
            </a:r>
          </a:p>
        </p:txBody>
      </p:sp>
      <p:sp>
        <p:nvSpPr>
          <p:cNvPr id="13" name="TextBox 12">
            <a:extLst>
              <a:ext uri="{FF2B5EF4-FFF2-40B4-BE49-F238E27FC236}">
                <a16:creationId xmlns:a16="http://schemas.microsoft.com/office/drawing/2014/main" id="{92808386-3B22-1A70-1D2E-E9457F9ACA75}"/>
              </a:ext>
            </a:extLst>
          </p:cNvPr>
          <p:cNvSpPr txBox="1"/>
          <p:nvPr/>
        </p:nvSpPr>
        <p:spPr>
          <a:xfrm>
            <a:off x="4814152" y="2971800"/>
            <a:ext cx="1268296" cy="369332"/>
          </a:xfrm>
          <a:prstGeom prst="rect">
            <a:avLst/>
          </a:prstGeom>
          <a:noFill/>
        </p:spPr>
        <p:txBody>
          <a:bodyPr wrap="none" rtlCol="0">
            <a:spAutoFit/>
          </a:bodyPr>
          <a:lstStyle/>
          <a:p>
            <a:r>
              <a:rPr lang="en-US" dirty="0"/>
              <a:t>Register </a:t>
            </a:r>
            <a:r>
              <a:rPr lang="en-US" b="1" dirty="0">
                <a:solidFill>
                  <a:srgbClr val="FF0000"/>
                </a:solidFill>
                <a:latin typeface="Consolas" panose="020B0609020204030204" pitchFamily="49" charset="0"/>
              </a:rPr>
              <a:t>r3</a:t>
            </a:r>
          </a:p>
        </p:txBody>
      </p:sp>
      <p:cxnSp>
        <p:nvCxnSpPr>
          <p:cNvPr id="16" name="Straight Arrow Connector 15">
            <a:extLst>
              <a:ext uri="{FF2B5EF4-FFF2-40B4-BE49-F238E27FC236}">
                <a16:creationId xmlns:a16="http://schemas.microsoft.com/office/drawing/2014/main" id="{A0A48D20-9467-A211-65EB-9B7D3330D92D}"/>
              </a:ext>
            </a:extLst>
          </p:cNvPr>
          <p:cNvCxnSpPr/>
          <p:nvPr/>
        </p:nvCxnSpPr>
        <p:spPr>
          <a:xfrm>
            <a:off x="1940328" y="3285966"/>
            <a:ext cx="1038809" cy="648851"/>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38805BED-252D-C0B1-BCD5-C98E0E7BC7E0}"/>
              </a:ext>
            </a:extLst>
          </p:cNvPr>
          <p:cNvCxnSpPr/>
          <p:nvPr/>
        </p:nvCxnSpPr>
        <p:spPr>
          <a:xfrm>
            <a:off x="3705159" y="3341132"/>
            <a:ext cx="392313" cy="545068"/>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0539C0E9-CC64-D6E3-CE9D-3442B3E00ED2}"/>
              </a:ext>
            </a:extLst>
          </p:cNvPr>
          <p:cNvCxnSpPr/>
          <p:nvPr/>
        </p:nvCxnSpPr>
        <p:spPr>
          <a:xfrm flipH="1">
            <a:off x="5055068" y="3327042"/>
            <a:ext cx="392313" cy="545068"/>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sp>
        <p:nvSpPr>
          <p:cNvPr id="25" name="Rectangle 24">
            <a:extLst>
              <a:ext uri="{FF2B5EF4-FFF2-40B4-BE49-F238E27FC236}">
                <a16:creationId xmlns:a16="http://schemas.microsoft.com/office/drawing/2014/main" id="{CE738B46-A3CD-B7DE-13FF-CB07BD7708E0}"/>
              </a:ext>
            </a:extLst>
          </p:cNvPr>
          <p:cNvSpPr/>
          <p:nvPr/>
        </p:nvSpPr>
        <p:spPr>
          <a:xfrm>
            <a:off x="3848100" y="5489615"/>
            <a:ext cx="1447800" cy="3810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Return Value </a:t>
            </a:r>
          </a:p>
        </p:txBody>
      </p:sp>
      <p:cxnSp>
        <p:nvCxnSpPr>
          <p:cNvPr id="26" name="Straight Arrow Connector 25">
            <a:extLst>
              <a:ext uri="{FF2B5EF4-FFF2-40B4-BE49-F238E27FC236}">
                <a16:creationId xmlns:a16="http://schemas.microsoft.com/office/drawing/2014/main" id="{41D2F895-770F-85D2-1B67-C58EE3AC98FF}"/>
              </a:ext>
            </a:extLst>
          </p:cNvPr>
          <p:cNvCxnSpPr/>
          <p:nvPr/>
        </p:nvCxnSpPr>
        <p:spPr>
          <a:xfrm>
            <a:off x="4556338" y="5000090"/>
            <a:ext cx="15661" cy="457244"/>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sp>
        <p:nvSpPr>
          <p:cNvPr id="30" name="TextBox 29">
            <a:extLst>
              <a:ext uri="{FF2B5EF4-FFF2-40B4-BE49-F238E27FC236}">
                <a16:creationId xmlns:a16="http://schemas.microsoft.com/office/drawing/2014/main" id="{C0AE8DF0-7A95-F76D-8ABB-A1480862A3A8}"/>
              </a:ext>
            </a:extLst>
          </p:cNvPr>
          <p:cNvSpPr txBox="1"/>
          <p:nvPr/>
        </p:nvSpPr>
        <p:spPr>
          <a:xfrm>
            <a:off x="3937050" y="5850017"/>
            <a:ext cx="1269899" cy="369332"/>
          </a:xfrm>
          <a:prstGeom prst="rect">
            <a:avLst/>
          </a:prstGeom>
          <a:noFill/>
        </p:spPr>
        <p:txBody>
          <a:bodyPr wrap="none" rtlCol="0">
            <a:spAutoFit/>
          </a:bodyPr>
          <a:lstStyle/>
          <a:p>
            <a:r>
              <a:rPr lang="en-US" dirty="0"/>
              <a:t>Register </a:t>
            </a:r>
            <a:r>
              <a:rPr lang="en-US" b="1" dirty="0">
                <a:solidFill>
                  <a:srgbClr val="FF0000"/>
                </a:solidFill>
                <a:latin typeface="Consolas" panose="020B0609020204030204" pitchFamily="49" charset="0"/>
              </a:rPr>
              <a:t>R0</a:t>
            </a:r>
          </a:p>
        </p:txBody>
      </p:sp>
      <p:sp>
        <p:nvSpPr>
          <p:cNvPr id="11" name="Rectangle 10">
            <a:extLst>
              <a:ext uri="{FF2B5EF4-FFF2-40B4-BE49-F238E27FC236}">
                <a16:creationId xmlns:a16="http://schemas.microsoft.com/office/drawing/2014/main" id="{E9E03112-E023-013F-1E04-3E5790D7A556}"/>
              </a:ext>
            </a:extLst>
          </p:cNvPr>
          <p:cNvSpPr/>
          <p:nvPr/>
        </p:nvSpPr>
        <p:spPr>
          <a:xfrm>
            <a:off x="76200" y="1593468"/>
            <a:ext cx="9163050" cy="369332"/>
          </a:xfrm>
          <a:prstGeom prst="rect">
            <a:avLst/>
          </a:prstGeom>
        </p:spPr>
        <p:txBody>
          <a:bodyPr wrap="square">
            <a:spAutoFit/>
          </a:bodyPr>
          <a:lstStyle/>
          <a:p>
            <a:r>
              <a:rPr lang="en-US" b="1" dirty="0">
                <a:latin typeface="Consolas" panose="020B0609020204030204" pitchFamily="49" charset="0"/>
              </a:rPr>
              <a:t>uint64_t sum(</a:t>
            </a:r>
            <a:r>
              <a:rPr lang="en-US" b="1" dirty="0">
                <a:solidFill>
                  <a:srgbClr val="FF0000"/>
                </a:solidFill>
                <a:latin typeface="Consolas" panose="020B0609020204030204" pitchFamily="49" charset="0"/>
              </a:rPr>
              <a:t>uint64_t</a:t>
            </a:r>
            <a:r>
              <a:rPr lang="en-US" b="1" dirty="0">
                <a:latin typeface="Consolas" panose="020B0609020204030204" pitchFamily="49" charset="0"/>
              </a:rPr>
              <a:t> a64, uint8_t b8, uint16_t c16, uint16_t d16);</a:t>
            </a:r>
          </a:p>
        </p:txBody>
      </p:sp>
      <p:sp>
        <p:nvSpPr>
          <p:cNvPr id="23" name="TextBox 22">
            <a:extLst>
              <a:ext uri="{FF2B5EF4-FFF2-40B4-BE49-F238E27FC236}">
                <a16:creationId xmlns:a16="http://schemas.microsoft.com/office/drawing/2014/main" id="{2A09A543-6103-44EB-8B1D-8744EF784763}"/>
              </a:ext>
            </a:extLst>
          </p:cNvPr>
          <p:cNvSpPr txBox="1"/>
          <p:nvPr/>
        </p:nvSpPr>
        <p:spPr>
          <a:xfrm>
            <a:off x="5688297" y="3233683"/>
            <a:ext cx="3254417" cy="646331"/>
          </a:xfrm>
          <a:prstGeom prst="rect">
            <a:avLst/>
          </a:prstGeom>
          <a:noFill/>
        </p:spPr>
        <p:txBody>
          <a:bodyPr wrap="none" rtlCol="0">
            <a:spAutoFit/>
          </a:bodyPr>
          <a:lstStyle/>
          <a:p>
            <a:pPr marL="342900" indent="-342900">
              <a:buFont typeface="Arial" panose="020B0604020202020204" pitchFamily="34" charset="0"/>
              <a:buChar char="•"/>
            </a:pPr>
            <a:r>
              <a:rPr lang="en-US" dirty="0">
                <a:solidFill>
                  <a:srgbClr val="FF0000"/>
                </a:solidFill>
              </a:rPr>
              <a:t>Caller pushes d16 onto stack</a:t>
            </a:r>
          </a:p>
          <a:p>
            <a:pPr marL="342900" indent="-342900">
              <a:buFont typeface="Arial" panose="020B0604020202020204" pitchFamily="34" charset="0"/>
              <a:buChar char="•"/>
            </a:pPr>
            <a:r>
              <a:rPr lang="en-US" dirty="0">
                <a:solidFill>
                  <a:srgbClr val="FF0000"/>
                </a:solidFill>
              </a:rPr>
              <a:t>Callee reads d16 from stack</a:t>
            </a:r>
          </a:p>
        </p:txBody>
      </p:sp>
      <p:sp>
        <p:nvSpPr>
          <p:cNvPr id="4" name="Content Placeholder 3">
            <a:extLst>
              <a:ext uri="{FF2B5EF4-FFF2-40B4-BE49-F238E27FC236}">
                <a16:creationId xmlns:a16="http://schemas.microsoft.com/office/drawing/2014/main" id="{72717BE0-5FBD-4A0E-563C-52EA77FE0BE1}"/>
              </a:ext>
            </a:extLst>
          </p:cNvPr>
          <p:cNvSpPr>
            <a:spLocks noGrp="1"/>
          </p:cNvSpPr>
          <p:nvPr>
            <p:ph sz="quarter" idx="1"/>
          </p:nvPr>
        </p:nvSpPr>
        <p:spPr>
          <a:xfrm>
            <a:off x="457200" y="1962800"/>
            <a:ext cx="8229600" cy="595719"/>
          </a:xfrm>
        </p:spPr>
        <p:txBody>
          <a:bodyPr/>
          <a:lstStyle/>
          <a:p>
            <a:r>
              <a:rPr lang="en-US" dirty="0"/>
              <a:t>Fill in register names.</a:t>
            </a:r>
          </a:p>
        </p:txBody>
      </p:sp>
    </p:spTree>
    <p:extLst>
      <p:ext uri="{BB962C8B-B14F-4D97-AF65-F5344CB8AC3E}">
        <p14:creationId xmlns:p14="http://schemas.microsoft.com/office/powerpoint/2010/main" val="25749400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769777-22BA-A4F2-A717-CA88FA78E82B}"/>
              </a:ext>
            </a:extLst>
          </p:cNvPr>
          <p:cNvSpPr>
            <a:spLocks noGrp="1"/>
          </p:cNvSpPr>
          <p:nvPr>
            <p:ph type="title"/>
          </p:nvPr>
        </p:nvSpPr>
        <p:spPr/>
        <p:txBody>
          <a:bodyPr/>
          <a:lstStyle/>
          <a:p>
            <a:r>
              <a:rPr lang="en-US" altLang="zh-CN" dirty="0"/>
              <a:t>What </a:t>
            </a:r>
            <a:r>
              <a:rPr lang="en-US" altLang="zh-CN"/>
              <a:t>is Wrong?</a:t>
            </a:r>
            <a:endParaRPr lang="en-US"/>
          </a:p>
        </p:txBody>
      </p:sp>
      <p:sp>
        <p:nvSpPr>
          <p:cNvPr id="3" name="Slide Number Placeholder 2">
            <a:extLst>
              <a:ext uri="{FF2B5EF4-FFF2-40B4-BE49-F238E27FC236}">
                <a16:creationId xmlns:a16="http://schemas.microsoft.com/office/drawing/2014/main" id="{B3A26B7A-A91C-8739-59F7-FED523EC9EA9}"/>
              </a:ext>
            </a:extLst>
          </p:cNvPr>
          <p:cNvSpPr>
            <a:spLocks noGrp="1"/>
          </p:cNvSpPr>
          <p:nvPr>
            <p:ph type="sldNum" sz="quarter" idx="12"/>
          </p:nvPr>
        </p:nvSpPr>
        <p:spPr/>
        <p:txBody>
          <a:bodyPr/>
          <a:lstStyle/>
          <a:p>
            <a:fld id="{EA7C8D44-3667-46F6-9772-CC52308E2A7F}" type="slidenum">
              <a:rPr kumimoji="0" lang="en-US" smtClean="0"/>
              <a:pPr/>
              <a:t>19</a:t>
            </a:fld>
            <a:endParaRPr kumimoji="0" lang="en-US" dirty="0"/>
          </a:p>
        </p:txBody>
      </p:sp>
      <p:sp>
        <p:nvSpPr>
          <p:cNvPr id="4" name="Content Placeholder 3">
            <a:extLst>
              <a:ext uri="{FF2B5EF4-FFF2-40B4-BE49-F238E27FC236}">
                <a16:creationId xmlns:a16="http://schemas.microsoft.com/office/drawing/2014/main" id="{5998200F-E2E0-2FC9-A24B-3D85B65165B0}"/>
              </a:ext>
            </a:extLst>
          </p:cNvPr>
          <p:cNvSpPr>
            <a:spLocks noGrp="1"/>
          </p:cNvSpPr>
          <p:nvPr>
            <p:ph sz="quarter" idx="1"/>
          </p:nvPr>
        </p:nvSpPr>
        <p:spPr/>
        <p:txBody>
          <a:bodyPr/>
          <a:lstStyle/>
          <a:p>
            <a:endParaRPr lang="en-US" dirty="0"/>
          </a:p>
        </p:txBody>
      </p:sp>
      <p:graphicFrame>
        <p:nvGraphicFramePr>
          <p:cNvPr id="5" name="Table 4">
            <a:extLst>
              <a:ext uri="{FF2B5EF4-FFF2-40B4-BE49-F238E27FC236}">
                <a16:creationId xmlns:a16="http://schemas.microsoft.com/office/drawing/2014/main" id="{A554D579-850A-433C-2F4C-D7CBDE33F5FD}"/>
              </a:ext>
            </a:extLst>
          </p:cNvPr>
          <p:cNvGraphicFramePr>
            <a:graphicFrameLocks noGrp="1"/>
          </p:cNvGraphicFramePr>
          <p:nvPr>
            <p:extLst>
              <p:ext uri="{D42A27DB-BD31-4B8C-83A1-F6EECF244321}">
                <p14:modId xmlns:p14="http://schemas.microsoft.com/office/powerpoint/2010/main" val="1546225091"/>
              </p:ext>
            </p:extLst>
          </p:nvPr>
        </p:nvGraphicFramePr>
        <p:xfrm>
          <a:off x="2696497" y="1731779"/>
          <a:ext cx="5791200" cy="2018941"/>
        </p:xfrm>
        <a:graphic>
          <a:graphicData uri="http://schemas.openxmlformats.org/drawingml/2006/table">
            <a:tbl>
              <a:tblPr firstRow="1" firstCol="1" bandRow="1">
                <a:tableStyleId>{5940675A-B579-460E-94D1-54222C63F5DA}</a:tableStyleId>
              </a:tblPr>
              <a:tblGrid>
                <a:gridCol w="5791200">
                  <a:extLst>
                    <a:ext uri="{9D8B030D-6E8A-4147-A177-3AD203B41FA5}">
                      <a16:colId xmlns:a16="http://schemas.microsoft.com/office/drawing/2014/main" val="20000"/>
                    </a:ext>
                  </a:extLst>
                </a:gridCol>
              </a:tblGrid>
              <a:tr h="175619">
                <a:tc>
                  <a:txBody>
                    <a:bodyPr/>
                    <a:lstStyle/>
                    <a:p>
                      <a:pPr marL="0" marR="0" algn="l">
                        <a:spcBef>
                          <a:spcPts val="0"/>
                        </a:spcBef>
                        <a:spcAft>
                          <a:spcPts val="0"/>
                        </a:spcAft>
                      </a:pPr>
                      <a:r>
                        <a:rPr lang="en-US" sz="1400" b="1" dirty="0">
                          <a:solidFill>
                            <a:schemeClr val="bg1"/>
                          </a:solidFill>
                          <a:effectLst/>
                          <a:latin typeface="Consolas" panose="020B0609020204030204" pitchFamily="49" charset="0"/>
                          <a:cs typeface="Consolas" panose="020B0609020204030204" pitchFamily="49" charset="0"/>
                        </a:rPr>
                        <a:t>Caller Program</a:t>
                      </a:r>
                      <a:endParaRPr lang="en-US" sz="14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solidFill>
                      <a:schemeClr val="accent1"/>
                    </a:solidFill>
                  </a:tcPr>
                </a:tc>
                <a:extLst>
                  <a:ext uri="{0D108BD9-81ED-4DB2-BD59-A6C34878D82A}">
                    <a16:rowId xmlns:a16="http://schemas.microsoft.com/office/drawing/2014/main" val="10000"/>
                  </a:ext>
                </a:extLst>
              </a:tr>
              <a:tr h="1805581">
                <a:tc>
                  <a:txBody>
                    <a:bodyPr/>
                    <a:lstStyle/>
                    <a:p>
                      <a:pPr marL="0" marR="0" algn="l">
                        <a:spcBef>
                          <a:spcPts val="0"/>
                        </a:spcBef>
                        <a:spcAft>
                          <a:spcPts val="0"/>
                        </a:spcAft>
                      </a:pPr>
                      <a:r>
                        <a:rPr lang="fr-FR" sz="1400" dirty="0" err="1">
                          <a:effectLst/>
                          <a:latin typeface="Consolas" panose="020B0609020204030204" pitchFamily="49" charset="0"/>
                          <a:cs typeface="Consolas" panose="020B0609020204030204" pitchFamily="49" charset="0"/>
                        </a:rPr>
                        <a:t>Extern</a:t>
                      </a:r>
                      <a:r>
                        <a:rPr lang="fr-FR" sz="1400" dirty="0">
                          <a:effectLst/>
                          <a:latin typeface="Consolas" panose="020B0609020204030204" pitchFamily="49" charset="0"/>
                          <a:cs typeface="Consolas" panose="020B0609020204030204" pitchFamily="49" charset="0"/>
                        </a:rPr>
                        <a:t> int32_t sum3(int32_t a1, int32_t a2, int32_t a3);</a:t>
                      </a:r>
                    </a:p>
                    <a:p>
                      <a:pPr marL="0" marR="0" algn="l">
                        <a:spcBef>
                          <a:spcPts val="0"/>
                        </a:spcBef>
                        <a:spcAft>
                          <a:spcPts val="0"/>
                        </a:spcAft>
                      </a:pPr>
                      <a:endParaRPr lang="fr-FR" sz="1400" dirty="0">
                        <a:effectLst/>
                        <a:latin typeface="Consolas" panose="020B0609020204030204" pitchFamily="49" charset="0"/>
                        <a:cs typeface="Consolas" panose="020B0609020204030204" pitchFamily="49" charset="0"/>
                      </a:endParaRPr>
                    </a:p>
                    <a:p>
                      <a:pPr marL="0" marR="0" algn="l">
                        <a:spcBef>
                          <a:spcPts val="0"/>
                        </a:spcBef>
                        <a:spcAft>
                          <a:spcPts val="0"/>
                        </a:spcAft>
                      </a:pPr>
                      <a:r>
                        <a:rPr lang="fr-FR" sz="1400" dirty="0" err="1">
                          <a:effectLst/>
                          <a:latin typeface="Consolas" panose="020B0609020204030204" pitchFamily="49" charset="0"/>
                          <a:cs typeface="Consolas" panose="020B0609020204030204" pitchFamily="49" charset="0"/>
                        </a:rPr>
                        <a:t>int</a:t>
                      </a:r>
                      <a:r>
                        <a:rPr lang="fr-FR" sz="1400" dirty="0">
                          <a:effectLst/>
                          <a:latin typeface="Consolas" panose="020B0609020204030204" pitchFamily="49" charset="0"/>
                          <a:cs typeface="Consolas" panose="020B0609020204030204" pitchFamily="49" charset="0"/>
                        </a:rPr>
                        <a:t> main(</a:t>
                      </a:r>
                      <a:r>
                        <a:rPr lang="fr-FR" sz="1400" dirty="0" err="1">
                          <a:effectLst/>
                          <a:latin typeface="Consolas" panose="020B0609020204030204" pitchFamily="49" charset="0"/>
                          <a:cs typeface="Consolas" panose="020B0609020204030204" pitchFamily="49" charset="0"/>
                        </a:rPr>
                        <a:t>void</a:t>
                      </a:r>
                      <a:r>
                        <a:rPr lang="fr-FR" sz="1400" dirty="0">
                          <a:effectLst/>
                          <a:latin typeface="Consolas" panose="020B0609020204030204" pitchFamily="49" charset="0"/>
                          <a:cs typeface="Consolas" panose="020B0609020204030204" pitchFamily="49" charset="0"/>
                        </a:rPr>
                        <a:t>){</a:t>
                      </a:r>
                    </a:p>
                    <a:p>
                      <a:pPr marL="0" marR="0" algn="l">
                        <a:spcBef>
                          <a:spcPts val="0"/>
                        </a:spcBef>
                        <a:spcAft>
                          <a:spcPts val="0"/>
                        </a:spcAft>
                      </a:pPr>
                      <a:r>
                        <a:rPr lang="fr-FR" sz="1400" dirty="0">
                          <a:effectLst/>
                          <a:latin typeface="Consolas" panose="020B0609020204030204" pitchFamily="49" charset="0"/>
                          <a:cs typeface="Consolas" panose="020B0609020204030204" pitchFamily="49" charset="0"/>
                        </a:rPr>
                        <a:t>int32_t s</a:t>
                      </a:r>
                    </a:p>
                    <a:p>
                      <a:pPr marL="0" marR="0" algn="l">
                        <a:spcBef>
                          <a:spcPts val="0"/>
                        </a:spcBef>
                        <a:spcAft>
                          <a:spcPts val="0"/>
                        </a:spcAft>
                      </a:pPr>
                      <a:r>
                        <a:rPr lang="fr-FR" sz="1400" dirty="0">
                          <a:effectLst/>
                          <a:latin typeface="Consolas" panose="020B0609020204030204" pitchFamily="49" charset="0"/>
                          <a:cs typeface="Consolas" panose="020B0609020204030204" pitchFamily="49" charset="0"/>
                        </a:rPr>
                        <a:t>...</a:t>
                      </a:r>
                    </a:p>
                    <a:p>
                      <a:pPr marL="0" marR="0" algn="l">
                        <a:spcBef>
                          <a:spcPts val="0"/>
                        </a:spcBef>
                        <a:spcAft>
                          <a:spcPts val="0"/>
                        </a:spcAft>
                      </a:pPr>
                      <a:r>
                        <a:rPr lang="fr-FR" sz="1400" dirty="0">
                          <a:effectLst/>
                          <a:latin typeface="Consolas" panose="020B0609020204030204" pitchFamily="49" charset="0"/>
                          <a:cs typeface="Consolas" panose="020B0609020204030204" pitchFamily="49" charset="0"/>
                        </a:rPr>
                        <a:t>s = sum3(-1, -2, -3) + sum3(4, 5, 6);</a:t>
                      </a:r>
                    </a:p>
                    <a:p>
                      <a:pPr marL="0" marR="0" lvl="0" indent="0" algn="l" defTabSz="914400" rtl="0" eaLnBrk="1" fontAlgn="auto" latinLnBrk="0" hangingPunct="1">
                        <a:lnSpc>
                          <a:spcPct val="100000"/>
                        </a:lnSpc>
                        <a:spcBef>
                          <a:spcPts val="0"/>
                        </a:spcBef>
                        <a:spcAft>
                          <a:spcPts val="0"/>
                        </a:spcAft>
                        <a:buClrTx/>
                        <a:buSzTx/>
                        <a:buFontTx/>
                        <a:buNone/>
                        <a:tabLst/>
                        <a:defRPr/>
                      </a:pPr>
                      <a:r>
                        <a:rPr lang="fr-FR" sz="1400" dirty="0">
                          <a:effectLst/>
                          <a:latin typeface="Consolas" panose="020B0609020204030204" pitchFamily="49" charset="0"/>
                          <a:cs typeface="Consolas" panose="020B0609020204030204" pitchFamily="49" charset="0"/>
                        </a:rPr>
                        <a:t>...</a:t>
                      </a:r>
                      <a:endParaRPr lang="en-US" sz="1400" dirty="0">
                        <a:effectLst/>
                        <a:latin typeface="Consolas" panose="020B0609020204030204" pitchFamily="49" charset="0"/>
                        <a:cs typeface="Consolas" panose="020B0609020204030204" pitchFamily="49" charset="0"/>
                      </a:endParaRPr>
                    </a:p>
                  </a:txBody>
                  <a:tcPr marL="68580" marR="68580" marT="0" marB="0"/>
                </a:tc>
                <a:extLst>
                  <a:ext uri="{0D108BD9-81ED-4DB2-BD59-A6C34878D82A}">
                    <a16:rowId xmlns:a16="http://schemas.microsoft.com/office/drawing/2014/main" val="10001"/>
                  </a:ext>
                </a:extLst>
              </a:tr>
            </a:tbl>
          </a:graphicData>
        </a:graphic>
      </p:graphicFrame>
      <p:graphicFrame>
        <p:nvGraphicFramePr>
          <p:cNvPr id="7" name="Table 6">
            <a:extLst>
              <a:ext uri="{FF2B5EF4-FFF2-40B4-BE49-F238E27FC236}">
                <a16:creationId xmlns:a16="http://schemas.microsoft.com/office/drawing/2014/main" id="{7F3EEF33-13EC-BB93-CE67-9DD4DBFC221D}"/>
              </a:ext>
            </a:extLst>
          </p:cNvPr>
          <p:cNvGraphicFramePr>
            <a:graphicFrameLocks noGrp="1"/>
          </p:cNvGraphicFramePr>
          <p:nvPr>
            <p:extLst>
              <p:ext uri="{D42A27DB-BD31-4B8C-83A1-F6EECF244321}">
                <p14:modId xmlns:p14="http://schemas.microsoft.com/office/powerpoint/2010/main" val="3133712184"/>
              </p:ext>
            </p:extLst>
          </p:nvPr>
        </p:nvGraphicFramePr>
        <p:xfrm>
          <a:off x="4847303" y="3856560"/>
          <a:ext cx="3657600" cy="2194560"/>
        </p:xfrm>
        <a:graphic>
          <a:graphicData uri="http://schemas.openxmlformats.org/drawingml/2006/table">
            <a:tbl>
              <a:tblPr firstRow="1" firstCol="1" bandRow="1">
                <a:tableStyleId>{5940675A-B579-460E-94D1-54222C63F5DA}</a:tableStyleId>
              </a:tblPr>
              <a:tblGrid>
                <a:gridCol w="3657600">
                  <a:extLst>
                    <a:ext uri="{9D8B030D-6E8A-4147-A177-3AD203B41FA5}">
                      <a16:colId xmlns:a16="http://schemas.microsoft.com/office/drawing/2014/main" val="20000"/>
                    </a:ext>
                  </a:extLst>
                </a:gridCol>
              </a:tblGrid>
              <a:tr h="175619">
                <a:tc>
                  <a:txBody>
                    <a:bodyPr/>
                    <a:lstStyle/>
                    <a:p>
                      <a:pPr marL="0" marR="0" algn="just">
                        <a:spcBef>
                          <a:spcPts val="0"/>
                        </a:spcBef>
                        <a:spcAft>
                          <a:spcPts val="0"/>
                        </a:spcAft>
                      </a:pPr>
                      <a:r>
                        <a:rPr lang="en-US" sz="1600" b="1" dirty="0">
                          <a:solidFill>
                            <a:schemeClr val="bg1"/>
                          </a:solidFill>
                          <a:effectLst/>
                          <a:latin typeface="Consolas" panose="020B0609020204030204" pitchFamily="49" charset="0"/>
                          <a:cs typeface="Consolas" panose="020B0609020204030204" pitchFamily="49" charset="0"/>
                        </a:rPr>
                        <a:t>Calle</a:t>
                      </a:r>
                      <a:r>
                        <a:rPr lang="en-US" altLang="zh-CN" sz="1600" b="1" dirty="0">
                          <a:solidFill>
                            <a:schemeClr val="bg1"/>
                          </a:solidFill>
                          <a:effectLst/>
                          <a:latin typeface="Consolas" panose="020B0609020204030204" pitchFamily="49" charset="0"/>
                          <a:cs typeface="Consolas" panose="020B0609020204030204" pitchFamily="49" charset="0"/>
                        </a:rPr>
                        <a:t>e</a:t>
                      </a:r>
                      <a:r>
                        <a:rPr lang="en-US" sz="1600" b="1" dirty="0">
                          <a:solidFill>
                            <a:schemeClr val="bg1"/>
                          </a:solidFill>
                          <a:effectLst/>
                          <a:latin typeface="Consolas" panose="020B0609020204030204" pitchFamily="49" charset="0"/>
                          <a:cs typeface="Consolas" panose="020B0609020204030204" pitchFamily="49" charset="0"/>
                        </a:rPr>
                        <a:t> Program</a:t>
                      </a:r>
                      <a:endParaRPr lang="en-US" sz="16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solidFill>
                      <a:schemeClr val="accent1"/>
                    </a:solidFill>
                  </a:tcPr>
                </a:tc>
                <a:extLst>
                  <a:ext uri="{0D108BD9-81ED-4DB2-BD59-A6C34878D82A}">
                    <a16:rowId xmlns:a16="http://schemas.microsoft.com/office/drawing/2014/main" val="10000"/>
                  </a:ext>
                </a:extLst>
              </a:tr>
              <a:tr h="1805581">
                <a:tc>
                  <a:txBody>
                    <a:bodyPr/>
                    <a:lstStyle/>
                    <a:p>
                      <a:pPr marL="0" marR="0" algn="just">
                        <a:spcBef>
                          <a:spcPts val="0"/>
                        </a:spcBef>
                        <a:spcAft>
                          <a:spcPts val="0"/>
                        </a:spcAft>
                      </a:pPr>
                      <a:r>
                        <a:rPr lang="pt-BR" sz="1600" dirty="0">
                          <a:effectLst/>
                          <a:latin typeface="Consolas" panose="020B0609020204030204" pitchFamily="49" charset="0"/>
                          <a:cs typeface="Consolas" panose="020B0609020204030204" pitchFamily="49" charset="0"/>
                        </a:rPr>
                        <a:t>sum3 PROC</a:t>
                      </a:r>
                    </a:p>
                    <a:p>
                      <a:pPr marL="0" marR="0" algn="just">
                        <a:spcBef>
                          <a:spcPts val="0"/>
                        </a:spcBef>
                        <a:spcAft>
                          <a:spcPts val="0"/>
                        </a:spcAft>
                      </a:pPr>
                      <a:r>
                        <a:rPr lang="pt-BR" sz="1600" dirty="0">
                          <a:effectLst/>
                          <a:latin typeface="Consolas" panose="020B0609020204030204" pitchFamily="49" charset="0"/>
                          <a:cs typeface="Consolas" panose="020B0609020204030204" pitchFamily="49" charset="0"/>
                        </a:rPr>
                        <a:t>EXPORT sum3</a:t>
                      </a:r>
                    </a:p>
                    <a:p>
                      <a:pPr marL="0" marR="0" algn="just">
                        <a:spcBef>
                          <a:spcPts val="0"/>
                        </a:spcBef>
                        <a:spcAft>
                          <a:spcPts val="0"/>
                        </a:spcAft>
                      </a:pPr>
                      <a:r>
                        <a:rPr lang="pt-BR" sz="1600" dirty="0">
                          <a:effectLst/>
                          <a:latin typeface="Consolas" panose="020B0609020204030204" pitchFamily="49" charset="0"/>
                          <a:cs typeface="Consolas" panose="020B0609020204030204" pitchFamily="49" charset="0"/>
                        </a:rPr>
                        <a:t>; r3 = sum</a:t>
                      </a:r>
                    </a:p>
                    <a:p>
                      <a:pPr marL="0" marR="0" algn="just">
                        <a:spcBef>
                          <a:spcPts val="0"/>
                        </a:spcBef>
                        <a:spcAft>
                          <a:spcPts val="0"/>
                        </a:spcAft>
                      </a:pPr>
                      <a:r>
                        <a:rPr lang="pt-BR" sz="1600" dirty="0">
                          <a:effectLst/>
                          <a:latin typeface="Consolas" panose="020B0609020204030204" pitchFamily="49" charset="0"/>
                          <a:cs typeface="Consolas" panose="020B0609020204030204" pitchFamily="49" charset="0"/>
                        </a:rPr>
                        <a:t>ADD r3, r0, r1 ; sum = a1 + a2</a:t>
                      </a:r>
                    </a:p>
                    <a:p>
                      <a:pPr marL="0" marR="0" algn="just">
                        <a:spcBef>
                          <a:spcPts val="0"/>
                        </a:spcBef>
                        <a:spcAft>
                          <a:spcPts val="0"/>
                        </a:spcAft>
                      </a:pPr>
                      <a:r>
                        <a:rPr lang="pt-BR" sz="1600" dirty="0">
                          <a:effectLst/>
                          <a:latin typeface="Consolas" panose="020B0609020204030204" pitchFamily="49" charset="0"/>
                          <a:cs typeface="Consolas" panose="020B0609020204030204" pitchFamily="49" charset="0"/>
                        </a:rPr>
                        <a:t>ADD r3, r0, r2 ; sum += a3</a:t>
                      </a:r>
                    </a:p>
                    <a:p>
                      <a:pPr marL="0" marR="0" algn="just">
                        <a:spcBef>
                          <a:spcPts val="0"/>
                        </a:spcBef>
                        <a:spcAft>
                          <a:spcPts val="0"/>
                        </a:spcAft>
                      </a:pPr>
                      <a:r>
                        <a:rPr lang="pt-BR" sz="1600" dirty="0">
                          <a:effectLst/>
                          <a:latin typeface="Consolas" panose="020B0609020204030204" pitchFamily="49" charset="0"/>
                          <a:cs typeface="Consolas" panose="020B0609020204030204" pitchFamily="49" charset="0"/>
                        </a:rPr>
                        <a:t>MOV r1, r3</a:t>
                      </a:r>
                    </a:p>
                    <a:p>
                      <a:pPr marL="0" marR="0" algn="just">
                        <a:spcBef>
                          <a:spcPts val="0"/>
                        </a:spcBef>
                        <a:spcAft>
                          <a:spcPts val="0"/>
                        </a:spcAft>
                      </a:pPr>
                      <a:r>
                        <a:rPr lang="pt-BR" sz="1600" dirty="0">
                          <a:effectLst/>
                          <a:latin typeface="Consolas" panose="020B0609020204030204" pitchFamily="49" charset="0"/>
                          <a:cs typeface="Consolas" panose="020B0609020204030204" pitchFamily="49" charset="0"/>
                        </a:rPr>
                        <a:t>BX pc</a:t>
                      </a:r>
                    </a:p>
                    <a:p>
                      <a:pPr marL="0" marR="0" algn="just">
                        <a:spcBef>
                          <a:spcPts val="0"/>
                        </a:spcBef>
                        <a:spcAft>
                          <a:spcPts val="0"/>
                        </a:spcAft>
                      </a:pPr>
                      <a:r>
                        <a:rPr lang="pt-BR" sz="1600" dirty="0">
                          <a:effectLst/>
                          <a:latin typeface="Consolas" panose="020B0609020204030204" pitchFamily="49" charset="0"/>
                          <a:cs typeface="Consolas" panose="020B0609020204030204" pitchFamily="49" charset="0"/>
                        </a:rPr>
                        <a:t>ENDP</a:t>
                      </a:r>
                      <a:endParaRPr lang="en-US" sz="1600" dirty="0">
                        <a:effectLst/>
                        <a:latin typeface="Consolas" panose="020B0609020204030204" pitchFamily="49" charset="0"/>
                        <a:cs typeface="Consolas" panose="020B0609020204030204" pitchFamily="49" charset="0"/>
                      </a:endParaRPr>
                    </a:p>
                  </a:txBody>
                  <a:tcPr marL="68580" marR="68580" marT="0" marB="0"/>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412005110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013AA5-7512-22DD-1951-CBA6BFFCB26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6AB2E9D-CA3F-A924-BCF5-E675F73BE73B}"/>
              </a:ext>
            </a:extLst>
          </p:cNvPr>
          <p:cNvSpPr>
            <a:spLocks noGrp="1"/>
          </p:cNvSpPr>
          <p:nvPr>
            <p:ph type="title"/>
          </p:nvPr>
        </p:nvSpPr>
        <p:spPr/>
        <p:txBody>
          <a:bodyPr/>
          <a:lstStyle/>
          <a:p>
            <a:r>
              <a:rPr lang="en-US" altLang="zh-CN" dirty="0"/>
              <a:t>What is Wrong? ANS</a:t>
            </a:r>
            <a:endParaRPr lang="en-US" dirty="0"/>
          </a:p>
        </p:txBody>
      </p:sp>
      <p:sp>
        <p:nvSpPr>
          <p:cNvPr id="3" name="Slide Number Placeholder 2">
            <a:extLst>
              <a:ext uri="{FF2B5EF4-FFF2-40B4-BE49-F238E27FC236}">
                <a16:creationId xmlns:a16="http://schemas.microsoft.com/office/drawing/2014/main" id="{239BD184-7857-E916-5337-0E4E92B37032}"/>
              </a:ext>
            </a:extLst>
          </p:cNvPr>
          <p:cNvSpPr>
            <a:spLocks noGrp="1"/>
          </p:cNvSpPr>
          <p:nvPr>
            <p:ph type="sldNum" sz="quarter" idx="12"/>
          </p:nvPr>
        </p:nvSpPr>
        <p:spPr/>
        <p:txBody>
          <a:bodyPr/>
          <a:lstStyle/>
          <a:p>
            <a:fld id="{EA7C8D44-3667-46F6-9772-CC52308E2A7F}" type="slidenum">
              <a:rPr kumimoji="0" lang="en-US" smtClean="0"/>
              <a:pPr/>
              <a:t>20</a:t>
            </a:fld>
            <a:endParaRPr kumimoji="0" lang="en-US" dirty="0"/>
          </a:p>
        </p:txBody>
      </p:sp>
      <p:sp>
        <p:nvSpPr>
          <p:cNvPr id="4" name="Content Placeholder 3">
            <a:extLst>
              <a:ext uri="{FF2B5EF4-FFF2-40B4-BE49-F238E27FC236}">
                <a16:creationId xmlns:a16="http://schemas.microsoft.com/office/drawing/2014/main" id="{888CA4B8-E23A-61B6-D388-BD1EFFC38D5F}"/>
              </a:ext>
            </a:extLst>
          </p:cNvPr>
          <p:cNvSpPr>
            <a:spLocks noGrp="1"/>
          </p:cNvSpPr>
          <p:nvPr>
            <p:ph sz="quarter" idx="1"/>
          </p:nvPr>
        </p:nvSpPr>
        <p:spPr>
          <a:xfrm>
            <a:off x="152400" y="1270963"/>
            <a:ext cx="2667000" cy="4937760"/>
          </a:xfrm>
        </p:spPr>
        <p:txBody>
          <a:bodyPr/>
          <a:lstStyle/>
          <a:p>
            <a:r>
              <a:rPr lang="en-US" dirty="0"/>
              <a:t>Return result should be put into r0, not r1</a:t>
            </a:r>
          </a:p>
          <a:p>
            <a:r>
              <a:rPr lang="en-US" dirty="0"/>
              <a:t>BX </a:t>
            </a:r>
            <a:r>
              <a:rPr lang="en-US" dirty="0" err="1"/>
              <a:t>lr</a:t>
            </a:r>
            <a:r>
              <a:rPr lang="en-US" dirty="0"/>
              <a:t> returns to caller</a:t>
            </a:r>
          </a:p>
        </p:txBody>
      </p:sp>
      <p:graphicFrame>
        <p:nvGraphicFramePr>
          <p:cNvPr id="5" name="Table 4">
            <a:extLst>
              <a:ext uri="{FF2B5EF4-FFF2-40B4-BE49-F238E27FC236}">
                <a16:creationId xmlns:a16="http://schemas.microsoft.com/office/drawing/2014/main" id="{28ABCD11-A9ED-D44F-DB84-BC8E920599B7}"/>
              </a:ext>
            </a:extLst>
          </p:cNvPr>
          <p:cNvGraphicFramePr>
            <a:graphicFrameLocks noGrp="1"/>
          </p:cNvGraphicFramePr>
          <p:nvPr/>
        </p:nvGraphicFramePr>
        <p:xfrm>
          <a:off x="2696497" y="1731779"/>
          <a:ext cx="5791200" cy="2018941"/>
        </p:xfrm>
        <a:graphic>
          <a:graphicData uri="http://schemas.openxmlformats.org/drawingml/2006/table">
            <a:tbl>
              <a:tblPr firstRow="1" firstCol="1" bandRow="1">
                <a:tableStyleId>{5940675A-B579-460E-94D1-54222C63F5DA}</a:tableStyleId>
              </a:tblPr>
              <a:tblGrid>
                <a:gridCol w="5791200">
                  <a:extLst>
                    <a:ext uri="{9D8B030D-6E8A-4147-A177-3AD203B41FA5}">
                      <a16:colId xmlns:a16="http://schemas.microsoft.com/office/drawing/2014/main" val="20000"/>
                    </a:ext>
                  </a:extLst>
                </a:gridCol>
              </a:tblGrid>
              <a:tr h="175619">
                <a:tc>
                  <a:txBody>
                    <a:bodyPr/>
                    <a:lstStyle/>
                    <a:p>
                      <a:pPr marL="0" marR="0" algn="l">
                        <a:spcBef>
                          <a:spcPts val="0"/>
                        </a:spcBef>
                        <a:spcAft>
                          <a:spcPts val="0"/>
                        </a:spcAft>
                      </a:pPr>
                      <a:r>
                        <a:rPr lang="en-US" sz="1400" b="1" dirty="0">
                          <a:solidFill>
                            <a:schemeClr val="bg1"/>
                          </a:solidFill>
                          <a:effectLst/>
                          <a:latin typeface="Consolas" panose="020B0609020204030204" pitchFamily="49" charset="0"/>
                          <a:cs typeface="Consolas" panose="020B0609020204030204" pitchFamily="49" charset="0"/>
                        </a:rPr>
                        <a:t>Caller Program</a:t>
                      </a:r>
                      <a:endParaRPr lang="en-US" sz="14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solidFill>
                      <a:schemeClr val="accent1"/>
                    </a:solidFill>
                  </a:tcPr>
                </a:tc>
                <a:extLst>
                  <a:ext uri="{0D108BD9-81ED-4DB2-BD59-A6C34878D82A}">
                    <a16:rowId xmlns:a16="http://schemas.microsoft.com/office/drawing/2014/main" val="10000"/>
                  </a:ext>
                </a:extLst>
              </a:tr>
              <a:tr h="1805581">
                <a:tc>
                  <a:txBody>
                    <a:bodyPr/>
                    <a:lstStyle/>
                    <a:p>
                      <a:pPr marL="0" marR="0" algn="l">
                        <a:spcBef>
                          <a:spcPts val="0"/>
                        </a:spcBef>
                        <a:spcAft>
                          <a:spcPts val="0"/>
                        </a:spcAft>
                      </a:pPr>
                      <a:r>
                        <a:rPr lang="fr-FR" sz="1400" dirty="0" err="1">
                          <a:effectLst/>
                          <a:latin typeface="Consolas" panose="020B0609020204030204" pitchFamily="49" charset="0"/>
                          <a:cs typeface="Consolas" panose="020B0609020204030204" pitchFamily="49" charset="0"/>
                        </a:rPr>
                        <a:t>Extern</a:t>
                      </a:r>
                      <a:r>
                        <a:rPr lang="fr-FR" sz="1400" dirty="0">
                          <a:effectLst/>
                          <a:latin typeface="Consolas" panose="020B0609020204030204" pitchFamily="49" charset="0"/>
                          <a:cs typeface="Consolas" panose="020B0609020204030204" pitchFamily="49" charset="0"/>
                        </a:rPr>
                        <a:t> int32_t sum3(int32_t a1, int32_t a2, int32_t a3);</a:t>
                      </a:r>
                    </a:p>
                    <a:p>
                      <a:pPr marL="0" marR="0" algn="l">
                        <a:spcBef>
                          <a:spcPts val="0"/>
                        </a:spcBef>
                        <a:spcAft>
                          <a:spcPts val="0"/>
                        </a:spcAft>
                      </a:pPr>
                      <a:endParaRPr lang="fr-FR" sz="1400" dirty="0">
                        <a:effectLst/>
                        <a:latin typeface="Consolas" panose="020B0609020204030204" pitchFamily="49" charset="0"/>
                        <a:cs typeface="Consolas" panose="020B0609020204030204" pitchFamily="49" charset="0"/>
                      </a:endParaRPr>
                    </a:p>
                    <a:p>
                      <a:pPr marL="0" marR="0" algn="l">
                        <a:spcBef>
                          <a:spcPts val="0"/>
                        </a:spcBef>
                        <a:spcAft>
                          <a:spcPts val="0"/>
                        </a:spcAft>
                      </a:pPr>
                      <a:r>
                        <a:rPr lang="fr-FR" sz="1400" dirty="0" err="1">
                          <a:effectLst/>
                          <a:latin typeface="Consolas" panose="020B0609020204030204" pitchFamily="49" charset="0"/>
                          <a:cs typeface="Consolas" panose="020B0609020204030204" pitchFamily="49" charset="0"/>
                        </a:rPr>
                        <a:t>int</a:t>
                      </a:r>
                      <a:r>
                        <a:rPr lang="fr-FR" sz="1400" dirty="0">
                          <a:effectLst/>
                          <a:latin typeface="Consolas" panose="020B0609020204030204" pitchFamily="49" charset="0"/>
                          <a:cs typeface="Consolas" panose="020B0609020204030204" pitchFamily="49" charset="0"/>
                        </a:rPr>
                        <a:t> main(</a:t>
                      </a:r>
                      <a:r>
                        <a:rPr lang="fr-FR" sz="1400" dirty="0" err="1">
                          <a:effectLst/>
                          <a:latin typeface="Consolas" panose="020B0609020204030204" pitchFamily="49" charset="0"/>
                          <a:cs typeface="Consolas" panose="020B0609020204030204" pitchFamily="49" charset="0"/>
                        </a:rPr>
                        <a:t>void</a:t>
                      </a:r>
                      <a:r>
                        <a:rPr lang="fr-FR" sz="1400" dirty="0">
                          <a:effectLst/>
                          <a:latin typeface="Consolas" panose="020B0609020204030204" pitchFamily="49" charset="0"/>
                          <a:cs typeface="Consolas" panose="020B0609020204030204" pitchFamily="49" charset="0"/>
                        </a:rPr>
                        <a:t>){</a:t>
                      </a:r>
                    </a:p>
                    <a:p>
                      <a:pPr marL="0" marR="0" algn="l">
                        <a:spcBef>
                          <a:spcPts val="0"/>
                        </a:spcBef>
                        <a:spcAft>
                          <a:spcPts val="0"/>
                        </a:spcAft>
                      </a:pPr>
                      <a:r>
                        <a:rPr lang="fr-FR" sz="1400" dirty="0">
                          <a:effectLst/>
                          <a:latin typeface="Consolas" panose="020B0609020204030204" pitchFamily="49" charset="0"/>
                          <a:cs typeface="Consolas" panose="020B0609020204030204" pitchFamily="49" charset="0"/>
                        </a:rPr>
                        <a:t>int32_t s</a:t>
                      </a:r>
                    </a:p>
                    <a:p>
                      <a:pPr marL="0" marR="0" algn="l">
                        <a:spcBef>
                          <a:spcPts val="0"/>
                        </a:spcBef>
                        <a:spcAft>
                          <a:spcPts val="0"/>
                        </a:spcAft>
                      </a:pPr>
                      <a:r>
                        <a:rPr lang="fr-FR" sz="1400" dirty="0">
                          <a:effectLst/>
                          <a:latin typeface="Consolas" panose="020B0609020204030204" pitchFamily="49" charset="0"/>
                          <a:cs typeface="Consolas" panose="020B0609020204030204" pitchFamily="49" charset="0"/>
                        </a:rPr>
                        <a:t>...</a:t>
                      </a:r>
                    </a:p>
                    <a:p>
                      <a:pPr marL="0" marR="0" algn="l">
                        <a:spcBef>
                          <a:spcPts val="0"/>
                        </a:spcBef>
                        <a:spcAft>
                          <a:spcPts val="0"/>
                        </a:spcAft>
                      </a:pPr>
                      <a:r>
                        <a:rPr lang="fr-FR" sz="1400" dirty="0">
                          <a:effectLst/>
                          <a:latin typeface="Consolas" panose="020B0609020204030204" pitchFamily="49" charset="0"/>
                          <a:cs typeface="Consolas" panose="020B0609020204030204" pitchFamily="49" charset="0"/>
                        </a:rPr>
                        <a:t>s = sum3(-1, -2, -3) + sum3(4, 5, 6);</a:t>
                      </a:r>
                    </a:p>
                    <a:p>
                      <a:pPr marL="0" marR="0" lvl="0" indent="0" algn="l" defTabSz="914400" rtl="0" eaLnBrk="1" fontAlgn="auto" latinLnBrk="0" hangingPunct="1">
                        <a:lnSpc>
                          <a:spcPct val="100000"/>
                        </a:lnSpc>
                        <a:spcBef>
                          <a:spcPts val="0"/>
                        </a:spcBef>
                        <a:spcAft>
                          <a:spcPts val="0"/>
                        </a:spcAft>
                        <a:buClrTx/>
                        <a:buSzTx/>
                        <a:buFontTx/>
                        <a:buNone/>
                        <a:tabLst/>
                        <a:defRPr/>
                      </a:pPr>
                      <a:r>
                        <a:rPr lang="fr-FR" sz="1400" dirty="0">
                          <a:effectLst/>
                          <a:latin typeface="Consolas" panose="020B0609020204030204" pitchFamily="49" charset="0"/>
                          <a:cs typeface="Consolas" panose="020B0609020204030204" pitchFamily="49" charset="0"/>
                        </a:rPr>
                        <a:t>...</a:t>
                      </a:r>
                      <a:endParaRPr lang="en-US" sz="1400" dirty="0">
                        <a:effectLst/>
                        <a:latin typeface="Consolas" panose="020B0609020204030204" pitchFamily="49" charset="0"/>
                        <a:cs typeface="Consolas" panose="020B0609020204030204" pitchFamily="49" charset="0"/>
                      </a:endParaRPr>
                    </a:p>
                  </a:txBody>
                  <a:tcPr marL="68580" marR="68580" marT="0" marB="0"/>
                </a:tc>
                <a:extLst>
                  <a:ext uri="{0D108BD9-81ED-4DB2-BD59-A6C34878D82A}">
                    <a16:rowId xmlns:a16="http://schemas.microsoft.com/office/drawing/2014/main" val="10001"/>
                  </a:ext>
                </a:extLst>
              </a:tr>
            </a:tbl>
          </a:graphicData>
        </a:graphic>
      </p:graphicFrame>
      <p:graphicFrame>
        <p:nvGraphicFramePr>
          <p:cNvPr id="7" name="Table 6">
            <a:extLst>
              <a:ext uri="{FF2B5EF4-FFF2-40B4-BE49-F238E27FC236}">
                <a16:creationId xmlns:a16="http://schemas.microsoft.com/office/drawing/2014/main" id="{63F81107-A59E-5244-C57F-4AFF69A7D613}"/>
              </a:ext>
            </a:extLst>
          </p:cNvPr>
          <p:cNvGraphicFramePr>
            <a:graphicFrameLocks noGrp="1"/>
          </p:cNvGraphicFramePr>
          <p:nvPr>
            <p:extLst>
              <p:ext uri="{D42A27DB-BD31-4B8C-83A1-F6EECF244321}">
                <p14:modId xmlns:p14="http://schemas.microsoft.com/office/powerpoint/2010/main" val="2021965596"/>
              </p:ext>
            </p:extLst>
          </p:nvPr>
        </p:nvGraphicFramePr>
        <p:xfrm>
          <a:off x="4847303" y="3856560"/>
          <a:ext cx="3657600" cy="2194560"/>
        </p:xfrm>
        <a:graphic>
          <a:graphicData uri="http://schemas.openxmlformats.org/drawingml/2006/table">
            <a:tbl>
              <a:tblPr firstRow="1" firstCol="1" bandRow="1">
                <a:tableStyleId>{5940675A-B579-460E-94D1-54222C63F5DA}</a:tableStyleId>
              </a:tblPr>
              <a:tblGrid>
                <a:gridCol w="3657600">
                  <a:extLst>
                    <a:ext uri="{9D8B030D-6E8A-4147-A177-3AD203B41FA5}">
                      <a16:colId xmlns:a16="http://schemas.microsoft.com/office/drawing/2014/main" val="20000"/>
                    </a:ext>
                  </a:extLst>
                </a:gridCol>
              </a:tblGrid>
              <a:tr h="175619">
                <a:tc>
                  <a:txBody>
                    <a:bodyPr/>
                    <a:lstStyle/>
                    <a:p>
                      <a:pPr marL="0" marR="0" algn="just">
                        <a:spcBef>
                          <a:spcPts val="0"/>
                        </a:spcBef>
                        <a:spcAft>
                          <a:spcPts val="0"/>
                        </a:spcAft>
                      </a:pPr>
                      <a:r>
                        <a:rPr lang="en-US" sz="1600" b="1" dirty="0">
                          <a:solidFill>
                            <a:schemeClr val="bg1"/>
                          </a:solidFill>
                          <a:effectLst/>
                          <a:latin typeface="Consolas" panose="020B0609020204030204" pitchFamily="49" charset="0"/>
                          <a:cs typeface="Consolas" panose="020B0609020204030204" pitchFamily="49" charset="0"/>
                        </a:rPr>
                        <a:t>Calle</a:t>
                      </a:r>
                      <a:r>
                        <a:rPr lang="en-US" altLang="zh-CN" sz="1600" b="1" dirty="0">
                          <a:solidFill>
                            <a:schemeClr val="bg1"/>
                          </a:solidFill>
                          <a:effectLst/>
                          <a:latin typeface="Consolas" panose="020B0609020204030204" pitchFamily="49" charset="0"/>
                          <a:cs typeface="Consolas" panose="020B0609020204030204" pitchFamily="49" charset="0"/>
                        </a:rPr>
                        <a:t>e</a:t>
                      </a:r>
                      <a:r>
                        <a:rPr lang="en-US" sz="1600" b="1" dirty="0">
                          <a:solidFill>
                            <a:schemeClr val="bg1"/>
                          </a:solidFill>
                          <a:effectLst/>
                          <a:latin typeface="Consolas" panose="020B0609020204030204" pitchFamily="49" charset="0"/>
                          <a:cs typeface="Consolas" panose="020B0609020204030204" pitchFamily="49" charset="0"/>
                        </a:rPr>
                        <a:t> Program</a:t>
                      </a:r>
                      <a:endParaRPr lang="en-US" sz="16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solidFill>
                      <a:schemeClr val="accent1"/>
                    </a:solidFill>
                  </a:tcPr>
                </a:tc>
                <a:extLst>
                  <a:ext uri="{0D108BD9-81ED-4DB2-BD59-A6C34878D82A}">
                    <a16:rowId xmlns:a16="http://schemas.microsoft.com/office/drawing/2014/main" val="10000"/>
                  </a:ext>
                </a:extLst>
              </a:tr>
              <a:tr h="1805581">
                <a:tc>
                  <a:txBody>
                    <a:bodyPr/>
                    <a:lstStyle/>
                    <a:p>
                      <a:pPr marL="0" marR="0" algn="just">
                        <a:spcBef>
                          <a:spcPts val="0"/>
                        </a:spcBef>
                        <a:spcAft>
                          <a:spcPts val="0"/>
                        </a:spcAft>
                      </a:pPr>
                      <a:r>
                        <a:rPr lang="pt-BR" sz="1600" dirty="0">
                          <a:effectLst/>
                          <a:latin typeface="Consolas" panose="020B0609020204030204" pitchFamily="49" charset="0"/>
                          <a:cs typeface="Consolas" panose="020B0609020204030204" pitchFamily="49" charset="0"/>
                        </a:rPr>
                        <a:t>sum3 PROC</a:t>
                      </a:r>
                    </a:p>
                    <a:p>
                      <a:pPr marL="0" marR="0" algn="just">
                        <a:spcBef>
                          <a:spcPts val="0"/>
                        </a:spcBef>
                        <a:spcAft>
                          <a:spcPts val="0"/>
                        </a:spcAft>
                      </a:pPr>
                      <a:r>
                        <a:rPr lang="pt-BR" sz="1600" dirty="0">
                          <a:effectLst/>
                          <a:latin typeface="Consolas" panose="020B0609020204030204" pitchFamily="49" charset="0"/>
                          <a:cs typeface="Consolas" panose="020B0609020204030204" pitchFamily="49" charset="0"/>
                        </a:rPr>
                        <a:t>EXPORT sum3</a:t>
                      </a:r>
                    </a:p>
                    <a:p>
                      <a:pPr marL="0" marR="0" algn="just">
                        <a:spcBef>
                          <a:spcPts val="0"/>
                        </a:spcBef>
                        <a:spcAft>
                          <a:spcPts val="0"/>
                        </a:spcAft>
                      </a:pPr>
                      <a:r>
                        <a:rPr lang="pt-BR" sz="1600" dirty="0">
                          <a:effectLst/>
                          <a:latin typeface="Consolas" panose="020B0609020204030204" pitchFamily="49" charset="0"/>
                          <a:cs typeface="Consolas" panose="020B0609020204030204" pitchFamily="49" charset="0"/>
                        </a:rPr>
                        <a:t>; r3 = sum</a:t>
                      </a:r>
                    </a:p>
                    <a:p>
                      <a:pPr marL="0" marR="0" algn="just">
                        <a:spcBef>
                          <a:spcPts val="0"/>
                        </a:spcBef>
                        <a:spcAft>
                          <a:spcPts val="0"/>
                        </a:spcAft>
                      </a:pPr>
                      <a:r>
                        <a:rPr lang="pt-BR" sz="1600" dirty="0">
                          <a:effectLst/>
                          <a:latin typeface="Consolas" panose="020B0609020204030204" pitchFamily="49" charset="0"/>
                          <a:cs typeface="Consolas" panose="020B0609020204030204" pitchFamily="49" charset="0"/>
                        </a:rPr>
                        <a:t>ADD r3, r0, r1 ; sum = a1 + a2</a:t>
                      </a:r>
                    </a:p>
                    <a:p>
                      <a:pPr marL="0" marR="0" algn="just">
                        <a:spcBef>
                          <a:spcPts val="0"/>
                        </a:spcBef>
                        <a:spcAft>
                          <a:spcPts val="0"/>
                        </a:spcAft>
                      </a:pPr>
                      <a:r>
                        <a:rPr lang="pt-BR" sz="1600" dirty="0">
                          <a:effectLst/>
                          <a:latin typeface="Consolas" panose="020B0609020204030204" pitchFamily="49" charset="0"/>
                          <a:cs typeface="Consolas" panose="020B0609020204030204" pitchFamily="49" charset="0"/>
                        </a:rPr>
                        <a:t>ADD r3, r0, r2 ; sum += a3</a:t>
                      </a:r>
                    </a:p>
                    <a:p>
                      <a:pPr marL="0" marR="0" algn="just">
                        <a:spcBef>
                          <a:spcPts val="0"/>
                        </a:spcBef>
                        <a:spcAft>
                          <a:spcPts val="0"/>
                        </a:spcAft>
                      </a:pPr>
                      <a:r>
                        <a:rPr lang="pt-BR" sz="1600" dirty="0">
                          <a:solidFill>
                            <a:srgbClr val="FF0000"/>
                          </a:solidFill>
                          <a:effectLst/>
                          <a:latin typeface="Consolas" panose="020B0609020204030204" pitchFamily="49" charset="0"/>
                          <a:cs typeface="Consolas" panose="020B0609020204030204" pitchFamily="49" charset="0"/>
                        </a:rPr>
                        <a:t>MOV r0, r3</a:t>
                      </a:r>
                    </a:p>
                    <a:p>
                      <a:pPr marL="0" marR="0" algn="just">
                        <a:spcBef>
                          <a:spcPts val="0"/>
                        </a:spcBef>
                        <a:spcAft>
                          <a:spcPts val="0"/>
                        </a:spcAft>
                      </a:pPr>
                      <a:r>
                        <a:rPr lang="pt-BR" sz="1600" dirty="0">
                          <a:solidFill>
                            <a:srgbClr val="FF0000"/>
                          </a:solidFill>
                          <a:effectLst/>
                          <a:latin typeface="Consolas" panose="020B0609020204030204" pitchFamily="49" charset="0"/>
                          <a:cs typeface="Consolas" panose="020B0609020204030204" pitchFamily="49" charset="0"/>
                        </a:rPr>
                        <a:t>BX </a:t>
                      </a:r>
                      <a:r>
                        <a:rPr lang="en-US" altLang="zh-CN" sz="1600" dirty="0" err="1">
                          <a:solidFill>
                            <a:srgbClr val="FF0000"/>
                          </a:solidFill>
                          <a:effectLst/>
                          <a:latin typeface="Consolas" panose="020B0609020204030204" pitchFamily="49" charset="0"/>
                          <a:cs typeface="Consolas" panose="020B0609020204030204" pitchFamily="49" charset="0"/>
                        </a:rPr>
                        <a:t>lr</a:t>
                      </a:r>
                      <a:endParaRPr lang="pt-BR" sz="1600" dirty="0">
                        <a:solidFill>
                          <a:srgbClr val="FF0000"/>
                        </a:solidFill>
                        <a:effectLst/>
                        <a:latin typeface="Consolas" panose="020B0609020204030204" pitchFamily="49" charset="0"/>
                        <a:cs typeface="Consolas" panose="020B0609020204030204" pitchFamily="49" charset="0"/>
                      </a:endParaRPr>
                    </a:p>
                    <a:p>
                      <a:pPr marL="0" marR="0" algn="just">
                        <a:spcBef>
                          <a:spcPts val="0"/>
                        </a:spcBef>
                        <a:spcAft>
                          <a:spcPts val="0"/>
                        </a:spcAft>
                      </a:pPr>
                      <a:r>
                        <a:rPr lang="pt-BR" sz="1600" dirty="0">
                          <a:effectLst/>
                          <a:latin typeface="Consolas" panose="020B0609020204030204" pitchFamily="49" charset="0"/>
                          <a:cs typeface="Consolas" panose="020B0609020204030204" pitchFamily="49" charset="0"/>
                        </a:rPr>
                        <a:t>ENDP</a:t>
                      </a:r>
                      <a:endParaRPr lang="en-US" sz="1600" dirty="0">
                        <a:effectLst/>
                        <a:latin typeface="Consolas" panose="020B0609020204030204" pitchFamily="49" charset="0"/>
                        <a:cs typeface="Consolas" panose="020B0609020204030204" pitchFamily="49" charset="0"/>
                      </a:endParaRPr>
                    </a:p>
                  </a:txBody>
                  <a:tcPr marL="68580" marR="68580" marT="0" marB="0"/>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181427812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91FAD6-E4B6-9B88-FA7A-9F38A7C51248}"/>
              </a:ext>
            </a:extLst>
          </p:cNvPr>
          <p:cNvSpPr>
            <a:spLocks noGrp="1"/>
          </p:cNvSpPr>
          <p:nvPr>
            <p:ph type="title"/>
          </p:nvPr>
        </p:nvSpPr>
        <p:spPr/>
        <p:txBody>
          <a:bodyPr/>
          <a:lstStyle/>
          <a:p>
            <a:r>
              <a:rPr lang="en-US" dirty="0" err="1"/>
              <a:t>toLower</a:t>
            </a:r>
            <a:endParaRPr lang="en-US" dirty="0"/>
          </a:p>
        </p:txBody>
      </p:sp>
      <p:sp>
        <p:nvSpPr>
          <p:cNvPr id="3" name="Slide Number Placeholder 2">
            <a:extLst>
              <a:ext uri="{FF2B5EF4-FFF2-40B4-BE49-F238E27FC236}">
                <a16:creationId xmlns:a16="http://schemas.microsoft.com/office/drawing/2014/main" id="{406B6A81-95A1-E1AF-809E-6F8C58EA574E}"/>
              </a:ext>
            </a:extLst>
          </p:cNvPr>
          <p:cNvSpPr>
            <a:spLocks noGrp="1"/>
          </p:cNvSpPr>
          <p:nvPr>
            <p:ph type="sldNum" sz="quarter" idx="12"/>
          </p:nvPr>
        </p:nvSpPr>
        <p:spPr/>
        <p:txBody>
          <a:bodyPr/>
          <a:lstStyle/>
          <a:p>
            <a:fld id="{EA7C8D44-3667-46F6-9772-CC52308E2A7F}" type="slidenum">
              <a:rPr kumimoji="0" lang="en-US" smtClean="0"/>
              <a:pPr/>
              <a:t>21</a:t>
            </a:fld>
            <a:endParaRPr kumimoji="0" lang="en-US" dirty="0"/>
          </a:p>
        </p:txBody>
      </p:sp>
      <p:graphicFrame>
        <p:nvGraphicFramePr>
          <p:cNvPr id="5" name="Table 4">
            <a:extLst>
              <a:ext uri="{FF2B5EF4-FFF2-40B4-BE49-F238E27FC236}">
                <a16:creationId xmlns:a16="http://schemas.microsoft.com/office/drawing/2014/main" id="{B1EBE5EF-493B-E11A-1B1D-CCABF51AA9D7}"/>
              </a:ext>
            </a:extLst>
          </p:cNvPr>
          <p:cNvGraphicFramePr>
            <a:graphicFrameLocks noGrp="1"/>
          </p:cNvGraphicFramePr>
          <p:nvPr>
            <p:extLst>
              <p:ext uri="{D42A27DB-BD31-4B8C-83A1-F6EECF244321}">
                <p14:modId xmlns:p14="http://schemas.microsoft.com/office/powerpoint/2010/main" val="678379025"/>
              </p:ext>
            </p:extLst>
          </p:nvPr>
        </p:nvGraphicFramePr>
        <p:xfrm>
          <a:off x="228600" y="1385857"/>
          <a:ext cx="4800600" cy="4693920"/>
        </p:xfrm>
        <a:graphic>
          <a:graphicData uri="http://schemas.openxmlformats.org/drawingml/2006/table">
            <a:tbl>
              <a:tblPr firstRow="1" firstCol="1" bandRow="1">
                <a:tableStyleId>{5940675A-B579-460E-94D1-54222C63F5DA}</a:tableStyleId>
              </a:tblPr>
              <a:tblGrid>
                <a:gridCol w="4800600">
                  <a:extLst>
                    <a:ext uri="{9D8B030D-6E8A-4147-A177-3AD203B41FA5}">
                      <a16:colId xmlns:a16="http://schemas.microsoft.com/office/drawing/2014/main" val="20000"/>
                    </a:ext>
                  </a:extLst>
                </a:gridCol>
              </a:tblGrid>
              <a:tr h="175619">
                <a:tc>
                  <a:txBody>
                    <a:bodyPr/>
                    <a:lstStyle/>
                    <a:p>
                      <a:pPr marL="0" marR="0" algn="l">
                        <a:spcBef>
                          <a:spcPts val="0"/>
                        </a:spcBef>
                        <a:spcAft>
                          <a:spcPts val="0"/>
                        </a:spcAft>
                      </a:pPr>
                      <a:r>
                        <a:rPr lang="en-US" sz="1400" b="1" dirty="0">
                          <a:solidFill>
                            <a:schemeClr val="bg1"/>
                          </a:solidFill>
                          <a:effectLst/>
                          <a:latin typeface="Consolas" panose="020B0609020204030204" pitchFamily="49" charset="0"/>
                          <a:cs typeface="Consolas" panose="020B0609020204030204" pitchFamily="49" charset="0"/>
                        </a:rPr>
                        <a:t>Caller Program</a:t>
                      </a:r>
                      <a:endParaRPr lang="en-US" sz="14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solidFill>
                      <a:schemeClr val="accent1"/>
                    </a:solidFill>
                  </a:tcPr>
                </a:tc>
                <a:extLst>
                  <a:ext uri="{0D108BD9-81ED-4DB2-BD59-A6C34878D82A}">
                    <a16:rowId xmlns:a16="http://schemas.microsoft.com/office/drawing/2014/main" val="10000"/>
                  </a:ext>
                </a:extLst>
              </a:tr>
              <a:tr h="1805581">
                <a:tc>
                  <a:txBody>
                    <a:bodyPr/>
                    <a:lstStyle/>
                    <a:p>
                      <a:r>
                        <a:rPr kumimoji="0" lang="en-US" sz="1400" b="0" i="0" kern="1200" dirty="0">
                          <a:solidFill>
                            <a:schemeClr val="tx1"/>
                          </a:solidFill>
                          <a:effectLst/>
                          <a:latin typeface="Consolas" panose="020B0609020204030204" pitchFamily="49" charset="0"/>
                          <a:ea typeface="+mn-ea"/>
                          <a:cs typeface="+mn-cs"/>
                        </a:rPr>
                        <a:t>#include &lt;</a:t>
                      </a:r>
                      <a:r>
                        <a:rPr kumimoji="0" lang="en-US" sz="1400" b="0" i="0" kern="1200" dirty="0" err="1">
                          <a:solidFill>
                            <a:schemeClr val="tx1"/>
                          </a:solidFill>
                          <a:effectLst/>
                          <a:latin typeface="Consolas" panose="020B0609020204030204" pitchFamily="49" charset="0"/>
                          <a:ea typeface="+mn-ea"/>
                          <a:cs typeface="+mn-cs"/>
                        </a:rPr>
                        <a:t>stdio.h</a:t>
                      </a:r>
                      <a:r>
                        <a:rPr kumimoji="0" lang="en-US" sz="1400" b="0" i="0" kern="1200" dirty="0">
                          <a:solidFill>
                            <a:schemeClr val="tx1"/>
                          </a:solidFill>
                          <a:effectLst/>
                          <a:latin typeface="Consolas" panose="020B0609020204030204" pitchFamily="49" charset="0"/>
                          <a:ea typeface="+mn-ea"/>
                          <a:cs typeface="+mn-cs"/>
                        </a:rPr>
                        <a:t>&gt;</a:t>
                      </a:r>
                    </a:p>
                    <a:p>
                      <a:endParaRPr kumimoji="0" lang="en-US" sz="1400" b="0" i="0" kern="1200" dirty="0">
                        <a:solidFill>
                          <a:schemeClr val="tx1"/>
                        </a:solidFill>
                        <a:effectLst/>
                        <a:latin typeface="Consolas" panose="020B0609020204030204" pitchFamily="49" charset="0"/>
                        <a:ea typeface="+mn-ea"/>
                        <a:cs typeface="+mn-cs"/>
                      </a:endParaRPr>
                    </a:p>
                    <a:p>
                      <a:r>
                        <a:rPr kumimoji="0" lang="en-US" sz="1400" b="1" i="0" kern="1200" dirty="0">
                          <a:solidFill>
                            <a:schemeClr val="tx1"/>
                          </a:solidFill>
                          <a:effectLst/>
                          <a:latin typeface="Consolas" panose="020B0609020204030204" pitchFamily="49" charset="0"/>
                          <a:ea typeface="+mn-ea"/>
                          <a:cs typeface="+mn-cs"/>
                        </a:rPr>
                        <a:t>extern</a:t>
                      </a:r>
                      <a:r>
                        <a:rPr kumimoji="0" lang="en-US" sz="1400" b="0" i="0" kern="1200" dirty="0">
                          <a:solidFill>
                            <a:schemeClr val="tx1"/>
                          </a:solidFill>
                          <a:effectLst/>
                          <a:latin typeface="Consolas" panose="020B0609020204030204" pitchFamily="49" charset="0"/>
                          <a:ea typeface="+mn-ea"/>
                          <a:cs typeface="+mn-cs"/>
                        </a:rPr>
                        <a:t> </a:t>
                      </a:r>
                      <a:r>
                        <a:rPr kumimoji="0" lang="en-US" sz="1400" b="1" i="0" kern="1200" dirty="0">
                          <a:solidFill>
                            <a:schemeClr val="tx1"/>
                          </a:solidFill>
                          <a:effectLst/>
                          <a:latin typeface="Consolas" panose="020B0609020204030204" pitchFamily="49" charset="0"/>
                          <a:ea typeface="+mn-ea"/>
                          <a:cs typeface="+mn-cs"/>
                        </a:rPr>
                        <a:t>int</a:t>
                      </a:r>
                      <a:r>
                        <a:rPr kumimoji="0" lang="en-US" sz="1400" b="0" i="0" kern="1200" dirty="0">
                          <a:solidFill>
                            <a:schemeClr val="tx1"/>
                          </a:solidFill>
                          <a:effectLst/>
                          <a:latin typeface="Consolas" panose="020B0609020204030204" pitchFamily="49" charset="0"/>
                          <a:ea typeface="+mn-ea"/>
                          <a:cs typeface="+mn-cs"/>
                        </a:rPr>
                        <a:t> mystery(</a:t>
                      </a:r>
                      <a:r>
                        <a:rPr kumimoji="0" lang="en-US" sz="1400" b="1" i="0" kern="1200" dirty="0">
                          <a:solidFill>
                            <a:schemeClr val="tx1"/>
                          </a:solidFill>
                          <a:effectLst/>
                          <a:latin typeface="Consolas" panose="020B0609020204030204" pitchFamily="49" charset="0"/>
                          <a:ea typeface="+mn-ea"/>
                          <a:cs typeface="+mn-cs"/>
                        </a:rPr>
                        <a:t>int</a:t>
                      </a:r>
                      <a:r>
                        <a:rPr kumimoji="0" lang="en-US" sz="1400" b="0" i="0" kern="1200" dirty="0">
                          <a:solidFill>
                            <a:schemeClr val="tx1"/>
                          </a:solidFill>
                          <a:effectLst/>
                          <a:latin typeface="Consolas" panose="020B0609020204030204" pitchFamily="49" charset="0"/>
                          <a:ea typeface="+mn-ea"/>
                          <a:cs typeface="+mn-cs"/>
                        </a:rPr>
                        <a:t>); </a:t>
                      </a:r>
                      <a:r>
                        <a:rPr kumimoji="0" lang="en-US" sz="1400" b="0" i="1" kern="1200" dirty="0">
                          <a:solidFill>
                            <a:schemeClr val="tx1"/>
                          </a:solidFill>
                          <a:effectLst/>
                          <a:latin typeface="Consolas" panose="020B0609020204030204" pitchFamily="49" charset="0"/>
                          <a:ea typeface="+mn-ea"/>
                          <a:cs typeface="+mn-cs"/>
                        </a:rPr>
                        <a:t>/* mystery assembler routine */</a:t>
                      </a:r>
                      <a:endParaRPr kumimoji="0" lang="en-US" sz="1400" b="0" i="0" kern="1200" dirty="0">
                        <a:solidFill>
                          <a:schemeClr val="tx1"/>
                        </a:solidFill>
                        <a:effectLst/>
                        <a:latin typeface="Consolas" panose="020B0609020204030204" pitchFamily="49" charset="0"/>
                        <a:ea typeface="+mn-ea"/>
                        <a:cs typeface="+mn-cs"/>
                      </a:endParaRPr>
                    </a:p>
                    <a:p>
                      <a:endParaRPr kumimoji="0" lang="en-US" sz="1400" b="0" i="0" kern="1200" dirty="0">
                        <a:solidFill>
                          <a:schemeClr val="tx1"/>
                        </a:solidFill>
                        <a:effectLst/>
                        <a:latin typeface="Consolas" panose="020B0609020204030204" pitchFamily="49" charset="0"/>
                        <a:ea typeface="+mn-ea"/>
                        <a:cs typeface="+mn-cs"/>
                      </a:endParaRPr>
                    </a:p>
                    <a:p>
                      <a:r>
                        <a:rPr kumimoji="0" lang="en-US" sz="1400" b="1" i="0" kern="1200" dirty="0">
                          <a:solidFill>
                            <a:schemeClr val="tx1"/>
                          </a:solidFill>
                          <a:effectLst/>
                          <a:latin typeface="Consolas" panose="020B0609020204030204" pitchFamily="49" charset="0"/>
                          <a:ea typeface="+mn-ea"/>
                          <a:cs typeface="+mn-cs"/>
                        </a:rPr>
                        <a:t>int</a:t>
                      </a:r>
                      <a:r>
                        <a:rPr kumimoji="0" lang="en-US" sz="1400" b="0" i="0" kern="1200" dirty="0">
                          <a:solidFill>
                            <a:schemeClr val="tx1"/>
                          </a:solidFill>
                          <a:effectLst/>
                          <a:latin typeface="Consolas" panose="020B0609020204030204" pitchFamily="49" charset="0"/>
                          <a:ea typeface="+mn-ea"/>
                          <a:cs typeface="+mn-cs"/>
                        </a:rPr>
                        <a:t> main(</a:t>
                      </a:r>
                      <a:r>
                        <a:rPr kumimoji="0" lang="en-US" sz="1400" b="1" i="0" kern="1200" dirty="0">
                          <a:solidFill>
                            <a:schemeClr val="tx1"/>
                          </a:solidFill>
                          <a:effectLst/>
                          <a:latin typeface="Consolas" panose="020B0609020204030204" pitchFamily="49" charset="0"/>
                          <a:ea typeface="+mn-ea"/>
                          <a:cs typeface="+mn-cs"/>
                        </a:rPr>
                        <a:t>void</a:t>
                      </a:r>
                      <a:r>
                        <a:rPr kumimoji="0" lang="en-US" sz="1400" b="0" i="0" kern="1200" dirty="0">
                          <a:solidFill>
                            <a:schemeClr val="tx1"/>
                          </a:solidFill>
                          <a:effectLst/>
                          <a:latin typeface="Consolas" panose="020B0609020204030204" pitchFamily="49" charset="0"/>
                          <a:ea typeface="+mn-ea"/>
                          <a:cs typeface="+mn-cs"/>
                        </a:rPr>
                        <a:t>)</a:t>
                      </a:r>
                    </a:p>
                    <a:p>
                      <a:r>
                        <a:rPr kumimoji="0" lang="en-US" sz="1400" b="0" i="0" kern="1200" dirty="0">
                          <a:solidFill>
                            <a:schemeClr val="tx1"/>
                          </a:solidFill>
                          <a:effectLst/>
                          <a:latin typeface="Consolas" panose="020B0609020204030204" pitchFamily="49" charset="0"/>
                          <a:ea typeface="+mn-ea"/>
                          <a:cs typeface="+mn-cs"/>
                        </a:rPr>
                        <a:t>{</a:t>
                      </a:r>
                    </a:p>
                    <a:p>
                      <a:r>
                        <a:rPr kumimoji="0" lang="en-US" sz="1400" b="0" i="0" kern="1200" dirty="0">
                          <a:solidFill>
                            <a:schemeClr val="tx1"/>
                          </a:solidFill>
                          <a:effectLst/>
                          <a:latin typeface="Consolas" panose="020B0609020204030204" pitchFamily="49" charset="0"/>
                          <a:ea typeface="+mn-ea"/>
                          <a:cs typeface="+mn-cs"/>
                        </a:rPr>
                        <a:t>    </a:t>
                      </a:r>
                      <a:r>
                        <a:rPr kumimoji="0" lang="en-US" sz="1400" b="1" i="0" kern="1200" dirty="0">
                          <a:solidFill>
                            <a:schemeClr val="tx1"/>
                          </a:solidFill>
                          <a:effectLst/>
                          <a:latin typeface="Consolas" panose="020B0609020204030204" pitchFamily="49" charset="0"/>
                          <a:ea typeface="+mn-ea"/>
                          <a:cs typeface="+mn-cs"/>
                        </a:rPr>
                        <a:t>static</a:t>
                      </a:r>
                      <a:r>
                        <a:rPr kumimoji="0" lang="en-US" sz="1400" b="0" i="0" kern="1200" dirty="0">
                          <a:solidFill>
                            <a:schemeClr val="tx1"/>
                          </a:solidFill>
                          <a:effectLst/>
                          <a:latin typeface="Consolas" panose="020B0609020204030204" pitchFamily="49" charset="0"/>
                          <a:ea typeface="+mn-ea"/>
                          <a:cs typeface="+mn-cs"/>
                        </a:rPr>
                        <a:t> </a:t>
                      </a:r>
                      <a:r>
                        <a:rPr kumimoji="0" lang="en-US" sz="1400" b="1" i="0" kern="1200" dirty="0">
                          <a:solidFill>
                            <a:schemeClr val="tx1"/>
                          </a:solidFill>
                          <a:effectLst/>
                          <a:latin typeface="Consolas" panose="020B0609020204030204" pitchFamily="49" charset="0"/>
                          <a:ea typeface="+mn-ea"/>
                          <a:cs typeface="+mn-cs"/>
                        </a:rPr>
                        <a:t>const</a:t>
                      </a:r>
                      <a:r>
                        <a:rPr kumimoji="0" lang="en-US" sz="1400" b="0" i="0" kern="1200" dirty="0">
                          <a:solidFill>
                            <a:schemeClr val="tx1"/>
                          </a:solidFill>
                          <a:effectLst/>
                          <a:latin typeface="Consolas" panose="020B0609020204030204" pitchFamily="49" charset="0"/>
                          <a:ea typeface="+mn-ea"/>
                          <a:cs typeface="+mn-cs"/>
                        </a:rPr>
                        <a:t> </a:t>
                      </a:r>
                      <a:r>
                        <a:rPr kumimoji="0" lang="en-US" sz="1400" b="1" i="0" kern="1200" dirty="0">
                          <a:solidFill>
                            <a:schemeClr val="tx1"/>
                          </a:solidFill>
                          <a:effectLst/>
                          <a:latin typeface="Consolas" panose="020B0609020204030204" pitchFamily="49" charset="0"/>
                          <a:ea typeface="+mn-ea"/>
                          <a:cs typeface="+mn-cs"/>
                        </a:rPr>
                        <a:t>char</a:t>
                      </a:r>
                      <a:r>
                        <a:rPr kumimoji="0" lang="en-US" sz="1400" b="0" i="0" kern="1200" dirty="0">
                          <a:solidFill>
                            <a:schemeClr val="tx1"/>
                          </a:solidFill>
                          <a:effectLst/>
                          <a:latin typeface="Consolas" panose="020B0609020204030204" pitchFamily="49" charset="0"/>
                          <a:ea typeface="+mn-ea"/>
                          <a:cs typeface="+mn-cs"/>
                        </a:rPr>
                        <a:t> str[] </a:t>
                      </a:r>
                      <a:r>
                        <a:rPr kumimoji="0" lang="en-US" sz="1400" b="1" i="0" kern="1200" dirty="0">
                          <a:solidFill>
                            <a:schemeClr val="tx1"/>
                          </a:solidFill>
                          <a:effectLst/>
                          <a:latin typeface="Consolas" panose="020B0609020204030204" pitchFamily="49" charset="0"/>
                          <a:ea typeface="+mn-ea"/>
                          <a:cs typeface="+mn-cs"/>
                        </a:rPr>
                        <a:t>=</a:t>
                      </a:r>
                      <a:r>
                        <a:rPr kumimoji="0" lang="en-US" sz="1400" b="0" i="0" kern="1200" dirty="0">
                          <a:solidFill>
                            <a:schemeClr val="tx1"/>
                          </a:solidFill>
                          <a:effectLst/>
                          <a:latin typeface="Consolas" panose="020B0609020204030204" pitchFamily="49" charset="0"/>
                          <a:ea typeface="+mn-ea"/>
                          <a:cs typeface="+mn-cs"/>
                        </a:rPr>
                        <a:t> "Hello, World!";</a:t>
                      </a:r>
                    </a:p>
                    <a:p>
                      <a:endParaRPr kumimoji="0" lang="en-US" sz="1400" b="0" i="0" kern="1200" dirty="0">
                        <a:solidFill>
                          <a:schemeClr val="tx1"/>
                        </a:solidFill>
                        <a:effectLst/>
                        <a:latin typeface="Consolas" panose="020B0609020204030204" pitchFamily="49" charset="0"/>
                        <a:ea typeface="+mn-ea"/>
                        <a:cs typeface="+mn-cs"/>
                      </a:endParaRPr>
                    </a:p>
                    <a:p>
                      <a:r>
                        <a:rPr kumimoji="0" lang="en-US" sz="1400" b="0" i="0" kern="1200" dirty="0">
                          <a:solidFill>
                            <a:schemeClr val="tx1"/>
                          </a:solidFill>
                          <a:effectLst/>
                          <a:latin typeface="Consolas" panose="020B0609020204030204" pitchFamily="49" charset="0"/>
                          <a:ea typeface="+mn-ea"/>
                          <a:cs typeface="+mn-cs"/>
                        </a:rPr>
                        <a:t>    </a:t>
                      </a:r>
                      <a:r>
                        <a:rPr kumimoji="0" lang="en-US" sz="1400" b="1" i="0" kern="1200" dirty="0">
                          <a:solidFill>
                            <a:schemeClr val="tx1"/>
                          </a:solidFill>
                          <a:effectLst/>
                          <a:latin typeface="Consolas" panose="020B0609020204030204" pitchFamily="49" charset="0"/>
                          <a:ea typeface="+mn-ea"/>
                          <a:cs typeface="+mn-cs"/>
                        </a:rPr>
                        <a:t>const</a:t>
                      </a:r>
                      <a:r>
                        <a:rPr kumimoji="0" lang="en-US" sz="1400" b="0" i="0" kern="1200" dirty="0">
                          <a:solidFill>
                            <a:schemeClr val="tx1"/>
                          </a:solidFill>
                          <a:effectLst/>
                          <a:latin typeface="Consolas" panose="020B0609020204030204" pitchFamily="49" charset="0"/>
                          <a:ea typeface="+mn-ea"/>
                          <a:cs typeface="+mn-cs"/>
                        </a:rPr>
                        <a:t> </a:t>
                      </a:r>
                      <a:r>
                        <a:rPr kumimoji="0" lang="en-US" sz="1400" b="1" i="0" kern="1200" dirty="0">
                          <a:solidFill>
                            <a:schemeClr val="tx1"/>
                          </a:solidFill>
                          <a:effectLst/>
                          <a:latin typeface="Consolas" panose="020B0609020204030204" pitchFamily="49" charset="0"/>
                          <a:ea typeface="+mn-ea"/>
                          <a:cs typeface="+mn-cs"/>
                        </a:rPr>
                        <a:t>int</a:t>
                      </a:r>
                      <a:r>
                        <a:rPr kumimoji="0" lang="en-US" sz="1400" b="0" i="0" kern="1200" dirty="0">
                          <a:solidFill>
                            <a:schemeClr val="tx1"/>
                          </a:solidFill>
                          <a:effectLst/>
                          <a:latin typeface="Consolas" panose="020B0609020204030204" pitchFamily="49" charset="0"/>
                          <a:ea typeface="+mn-ea"/>
                          <a:cs typeface="+mn-cs"/>
                        </a:rPr>
                        <a:t> </a:t>
                      </a:r>
                      <a:r>
                        <a:rPr kumimoji="0" lang="en-US" sz="1400" b="0" i="0" kern="1200" dirty="0" err="1">
                          <a:solidFill>
                            <a:schemeClr val="tx1"/>
                          </a:solidFill>
                          <a:effectLst/>
                          <a:latin typeface="Consolas" panose="020B0609020204030204" pitchFamily="49" charset="0"/>
                          <a:ea typeface="+mn-ea"/>
                          <a:cs typeface="+mn-cs"/>
                        </a:rPr>
                        <a:t>len</a:t>
                      </a:r>
                      <a:r>
                        <a:rPr kumimoji="0" lang="en-US" sz="1400" b="0" i="0" kern="1200" dirty="0">
                          <a:solidFill>
                            <a:schemeClr val="tx1"/>
                          </a:solidFill>
                          <a:effectLst/>
                          <a:latin typeface="Consolas" panose="020B0609020204030204" pitchFamily="49" charset="0"/>
                          <a:ea typeface="+mn-ea"/>
                          <a:cs typeface="+mn-cs"/>
                        </a:rPr>
                        <a:t> </a:t>
                      </a:r>
                      <a:r>
                        <a:rPr kumimoji="0" lang="en-US" sz="1400" b="1" i="0" kern="1200" dirty="0">
                          <a:solidFill>
                            <a:schemeClr val="tx1"/>
                          </a:solidFill>
                          <a:effectLst/>
                          <a:latin typeface="Consolas" panose="020B0609020204030204" pitchFamily="49" charset="0"/>
                          <a:ea typeface="+mn-ea"/>
                          <a:cs typeface="+mn-cs"/>
                        </a:rPr>
                        <a:t>=</a:t>
                      </a:r>
                      <a:r>
                        <a:rPr kumimoji="0" lang="en-US" sz="1400" b="0" i="0" kern="1200" dirty="0">
                          <a:solidFill>
                            <a:schemeClr val="tx1"/>
                          </a:solidFill>
                          <a:effectLst/>
                          <a:latin typeface="Consolas" panose="020B0609020204030204" pitchFamily="49" charset="0"/>
                          <a:ea typeface="+mn-ea"/>
                          <a:cs typeface="+mn-cs"/>
                        </a:rPr>
                        <a:t> </a:t>
                      </a:r>
                      <a:r>
                        <a:rPr kumimoji="0" lang="en-US" sz="1400" b="1" i="0" kern="1200" dirty="0" err="1">
                          <a:solidFill>
                            <a:schemeClr val="tx1"/>
                          </a:solidFill>
                          <a:effectLst/>
                          <a:latin typeface="Consolas" panose="020B0609020204030204" pitchFamily="49" charset="0"/>
                          <a:ea typeface="+mn-ea"/>
                          <a:cs typeface="+mn-cs"/>
                        </a:rPr>
                        <a:t>sizeof</a:t>
                      </a:r>
                      <a:r>
                        <a:rPr kumimoji="0" lang="en-US" sz="1400" b="0" i="0" kern="1200" dirty="0">
                          <a:solidFill>
                            <a:schemeClr val="tx1"/>
                          </a:solidFill>
                          <a:effectLst/>
                          <a:latin typeface="Consolas" panose="020B0609020204030204" pitchFamily="49" charset="0"/>
                          <a:ea typeface="+mn-ea"/>
                          <a:cs typeface="+mn-cs"/>
                        </a:rPr>
                        <a:t>(str)</a:t>
                      </a:r>
                      <a:r>
                        <a:rPr kumimoji="0" lang="en-US" sz="1400" b="1" i="0" kern="1200" dirty="0">
                          <a:solidFill>
                            <a:schemeClr val="tx1"/>
                          </a:solidFill>
                          <a:effectLst/>
                          <a:latin typeface="Consolas" panose="020B0609020204030204" pitchFamily="49" charset="0"/>
                          <a:ea typeface="+mn-ea"/>
                          <a:cs typeface="+mn-cs"/>
                        </a:rPr>
                        <a:t>/</a:t>
                      </a:r>
                      <a:r>
                        <a:rPr kumimoji="0" lang="en-US" sz="1400" b="1" i="0" kern="1200" dirty="0" err="1">
                          <a:solidFill>
                            <a:schemeClr val="tx1"/>
                          </a:solidFill>
                          <a:effectLst/>
                          <a:latin typeface="Consolas" panose="020B0609020204030204" pitchFamily="49" charset="0"/>
                          <a:ea typeface="+mn-ea"/>
                          <a:cs typeface="+mn-cs"/>
                        </a:rPr>
                        <a:t>sizeof</a:t>
                      </a:r>
                      <a:r>
                        <a:rPr kumimoji="0" lang="en-US" sz="1400" b="0" i="0" kern="1200" dirty="0">
                          <a:solidFill>
                            <a:schemeClr val="tx1"/>
                          </a:solidFill>
                          <a:effectLst/>
                          <a:latin typeface="Consolas" panose="020B0609020204030204" pitchFamily="49" charset="0"/>
                          <a:ea typeface="+mn-ea"/>
                          <a:cs typeface="+mn-cs"/>
                        </a:rPr>
                        <a:t>(str[0]);</a:t>
                      </a:r>
                    </a:p>
                    <a:p>
                      <a:r>
                        <a:rPr kumimoji="0" lang="en-US" sz="1400" b="0" i="0" kern="1200" dirty="0">
                          <a:solidFill>
                            <a:schemeClr val="tx1"/>
                          </a:solidFill>
                          <a:effectLst/>
                          <a:latin typeface="Consolas" panose="020B0609020204030204" pitchFamily="49" charset="0"/>
                          <a:ea typeface="+mn-ea"/>
                          <a:cs typeface="+mn-cs"/>
                        </a:rPr>
                        <a:t>    </a:t>
                      </a:r>
                      <a:r>
                        <a:rPr kumimoji="0" lang="en-US" sz="1400" b="1" i="0" kern="1200" dirty="0">
                          <a:solidFill>
                            <a:schemeClr val="tx1"/>
                          </a:solidFill>
                          <a:effectLst/>
                          <a:latin typeface="Consolas" panose="020B0609020204030204" pitchFamily="49" charset="0"/>
                          <a:ea typeface="+mn-ea"/>
                          <a:cs typeface="+mn-cs"/>
                        </a:rPr>
                        <a:t>char</a:t>
                      </a:r>
                      <a:r>
                        <a:rPr kumimoji="0" lang="en-US" sz="1400" b="0" i="0" kern="1200" dirty="0">
                          <a:solidFill>
                            <a:schemeClr val="tx1"/>
                          </a:solidFill>
                          <a:effectLst/>
                          <a:latin typeface="Consolas" panose="020B0609020204030204" pitchFamily="49" charset="0"/>
                          <a:ea typeface="+mn-ea"/>
                          <a:cs typeface="+mn-cs"/>
                        </a:rPr>
                        <a:t>      </a:t>
                      </a:r>
                      <a:r>
                        <a:rPr kumimoji="0" lang="en-US" sz="1400" b="0" i="0" kern="1200" dirty="0" err="1">
                          <a:solidFill>
                            <a:schemeClr val="tx1"/>
                          </a:solidFill>
                          <a:effectLst/>
                          <a:latin typeface="Consolas" panose="020B0609020204030204" pitchFamily="49" charset="0"/>
                          <a:ea typeface="+mn-ea"/>
                          <a:cs typeface="+mn-cs"/>
                        </a:rPr>
                        <a:t>newstr</a:t>
                      </a:r>
                      <a:r>
                        <a:rPr kumimoji="0" lang="en-US" sz="1400" b="0" i="0" kern="1200" dirty="0">
                          <a:solidFill>
                            <a:schemeClr val="tx1"/>
                          </a:solidFill>
                          <a:effectLst/>
                          <a:latin typeface="Consolas" panose="020B0609020204030204" pitchFamily="49" charset="0"/>
                          <a:ea typeface="+mn-ea"/>
                          <a:cs typeface="+mn-cs"/>
                        </a:rPr>
                        <a:t>[</a:t>
                      </a:r>
                      <a:r>
                        <a:rPr kumimoji="0" lang="en-US" sz="1400" b="0" i="0" kern="1200" dirty="0" err="1">
                          <a:solidFill>
                            <a:schemeClr val="tx1"/>
                          </a:solidFill>
                          <a:effectLst/>
                          <a:latin typeface="Consolas" panose="020B0609020204030204" pitchFamily="49" charset="0"/>
                          <a:ea typeface="+mn-ea"/>
                          <a:cs typeface="+mn-cs"/>
                        </a:rPr>
                        <a:t>len</a:t>
                      </a:r>
                      <a:r>
                        <a:rPr kumimoji="0" lang="en-US" sz="1400" b="0" i="0" kern="1200" dirty="0">
                          <a:solidFill>
                            <a:schemeClr val="tx1"/>
                          </a:solidFill>
                          <a:effectLst/>
                          <a:latin typeface="Consolas" panose="020B0609020204030204" pitchFamily="49" charset="0"/>
                          <a:ea typeface="+mn-ea"/>
                          <a:cs typeface="+mn-cs"/>
                        </a:rPr>
                        <a:t>];</a:t>
                      </a:r>
                    </a:p>
                    <a:p>
                      <a:r>
                        <a:rPr kumimoji="0" lang="en-US" sz="1400" b="0" i="0" kern="1200" dirty="0">
                          <a:solidFill>
                            <a:schemeClr val="tx1"/>
                          </a:solidFill>
                          <a:effectLst/>
                          <a:latin typeface="Consolas" panose="020B0609020204030204" pitchFamily="49" charset="0"/>
                          <a:ea typeface="+mn-ea"/>
                          <a:cs typeface="+mn-cs"/>
                        </a:rPr>
                        <a:t>    </a:t>
                      </a:r>
                      <a:r>
                        <a:rPr kumimoji="0" lang="en-US" sz="1400" b="1" i="0" kern="1200" dirty="0">
                          <a:solidFill>
                            <a:schemeClr val="tx1"/>
                          </a:solidFill>
                          <a:effectLst/>
                          <a:latin typeface="Consolas" panose="020B0609020204030204" pitchFamily="49" charset="0"/>
                          <a:ea typeface="+mn-ea"/>
                          <a:cs typeface="+mn-cs"/>
                        </a:rPr>
                        <a:t>int</a:t>
                      </a:r>
                      <a:r>
                        <a:rPr kumimoji="0" lang="en-US" sz="1400" b="0" i="0" kern="1200" dirty="0">
                          <a:solidFill>
                            <a:schemeClr val="tx1"/>
                          </a:solidFill>
                          <a:effectLst/>
                          <a:latin typeface="Consolas" panose="020B0609020204030204" pitchFamily="49" charset="0"/>
                          <a:ea typeface="+mn-ea"/>
                          <a:cs typeface="+mn-cs"/>
                        </a:rPr>
                        <a:t>       </a:t>
                      </a:r>
                      <a:r>
                        <a:rPr kumimoji="0" lang="en-US" sz="1400" b="0" i="0" kern="1200" dirty="0" err="1">
                          <a:solidFill>
                            <a:schemeClr val="tx1"/>
                          </a:solidFill>
                          <a:effectLst/>
                          <a:latin typeface="Consolas" panose="020B0609020204030204" pitchFamily="49" charset="0"/>
                          <a:ea typeface="+mn-ea"/>
                          <a:cs typeface="+mn-cs"/>
                        </a:rPr>
                        <a:t>i</a:t>
                      </a:r>
                      <a:r>
                        <a:rPr kumimoji="0" lang="en-US" sz="1400" b="0" i="0" kern="1200" dirty="0">
                          <a:solidFill>
                            <a:schemeClr val="tx1"/>
                          </a:solidFill>
                          <a:effectLst/>
                          <a:latin typeface="Consolas" panose="020B0609020204030204" pitchFamily="49" charset="0"/>
                          <a:ea typeface="+mn-ea"/>
                          <a:cs typeface="+mn-cs"/>
                        </a:rPr>
                        <a:t>;</a:t>
                      </a:r>
                    </a:p>
                    <a:p>
                      <a:endParaRPr kumimoji="0" lang="en-US" sz="1400" b="0" i="0" kern="1200" dirty="0">
                        <a:solidFill>
                          <a:schemeClr val="tx1"/>
                        </a:solidFill>
                        <a:effectLst/>
                        <a:latin typeface="Consolas" panose="020B0609020204030204" pitchFamily="49" charset="0"/>
                        <a:ea typeface="+mn-ea"/>
                        <a:cs typeface="+mn-cs"/>
                      </a:endParaRPr>
                    </a:p>
                    <a:p>
                      <a:r>
                        <a:rPr kumimoji="0" lang="en-US" sz="1400" b="0" i="0" kern="1200" dirty="0">
                          <a:solidFill>
                            <a:schemeClr val="tx1"/>
                          </a:solidFill>
                          <a:effectLst/>
                          <a:latin typeface="Consolas" panose="020B0609020204030204" pitchFamily="49" charset="0"/>
                          <a:ea typeface="+mn-ea"/>
                          <a:cs typeface="+mn-cs"/>
                        </a:rPr>
                        <a:t>    </a:t>
                      </a:r>
                      <a:r>
                        <a:rPr kumimoji="0" lang="en-US" sz="1400" b="1" i="0" kern="1200" dirty="0">
                          <a:solidFill>
                            <a:schemeClr val="tx1"/>
                          </a:solidFill>
                          <a:effectLst/>
                          <a:latin typeface="Consolas" panose="020B0609020204030204" pitchFamily="49" charset="0"/>
                          <a:ea typeface="+mn-ea"/>
                          <a:cs typeface="+mn-cs"/>
                        </a:rPr>
                        <a:t>for</a:t>
                      </a:r>
                      <a:r>
                        <a:rPr kumimoji="0" lang="en-US" sz="1400" b="0" i="0" kern="1200" dirty="0">
                          <a:solidFill>
                            <a:schemeClr val="tx1"/>
                          </a:solidFill>
                          <a:effectLst/>
                          <a:latin typeface="Consolas" panose="020B0609020204030204" pitchFamily="49" charset="0"/>
                          <a:ea typeface="+mn-ea"/>
                          <a:cs typeface="+mn-cs"/>
                        </a:rPr>
                        <a:t> (</a:t>
                      </a:r>
                      <a:r>
                        <a:rPr kumimoji="0" lang="en-US" sz="1400" b="0" i="0" kern="1200" dirty="0" err="1">
                          <a:solidFill>
                            <a:schemeClr val="tx1"/>
                          </a:solidFill>
                          <a:effectLst/>
                          <a:latin typeface="Consolas" panose="020B0609020204030204" pitchFamily="49" charset="0"/>
                          <a:ea typeface="+mn-ea"/>
                          <a:cs typeface="+mn-cs"/>
                        </a:rPr>
                        <a:t>i</a:t>
                      </a:r>
                      <a:r>
                        <a:rPr kumimoji="0" lang="en-US" sz="1400" b="0" i="0" kern="1200" dirty="0">
                          <a:solidFill>
                            <a:schemeClr val="tx1"/>
                          </a:solidFill>
                          <a:effectLst/>
                          <a:latin typeface="Consolas" panose="020B0609020204030204" pitchFamily="49" charset="0"/>
                          <a:ea typeface="+mn-ea"/>
                          <a:cs typeface="+mn-cs"/>
                        </a:rPr>
                        <a:t> </a:t>
                      </a:r>
                      <a:r>
                        <a:rPr kumimoji="0" lang="en-US" sz="1400" b="1" i="0" kern="1200" dirty="0">
                          <a:solidFill>
                            <a:schemeClr val="tx1"/>
                          </a:solidFill>
                          <a:effectLst/>
                          <a:latin typeface="Consolas" panose="020B0609020204030204" pitchFamily="49" charset="0"/>
                          <a:ea typeface="+mn-ea"/>
                          <a:cs typeface="+mn-cs"/>
                        </a:rPr>
                        <a:t>=</a:t>
                      </a:r>
                      <a:r>
                        <a:rPr kumimoji="0" lang="en-US" sz="1400" b="0" i="0" kern="1200" dirty="0">
                          <a:solidFill>
                            <a:schemeClr val="tx1"/>
                          </a:solidFill>
                          <a:effectLst/>
                          <a:latin typeface="Consolas" panose="020B0609020204030204" pitchFamily="49" charset="0"/>
                          <a:ea typeface="+mn-ea"/>
                          <a:cs typeface="+mn-cs"/>
                        </a:rPr>
                        <a:t> 0; </a:t>
                      </a:r>
                      <a:r>
                        <a:rPr kumimoji="0" lang="en-US" sz="1400" b="0" i="0" kern="1200" dirty="0" err="1">
                          <a:solidFill>
                            <a:schemeClr val="tx1"/>
                          </a:solidFill>
                          <a:effectLst/>
                          <a:latin typeface="Consolas" panose="020B0609020204030204" pitchFamily="49" charset="0"/>
                          <a:ea typeface="+mn-ea"/>
                          <a:cs typeface="+mn-cs"/>
                        </a:rPr>
                        <a:t>i</a:t>
                      </a:r>
                      <a:r>
                        <a:rPr kumimoji="0" lang="en-US" sz="1400" b="0" i="0" kern="1200" dirty="0">
                          <a:solidFill>
                            <a:schemeClr val="tx1"/>
                          </a:solidFill>
                          <a:effectLst/>
                          <a:latin typeface="Consolas" panose="020B0609020204030204" pitchFamily="49" charset="0"/>
                          <a:ea typeface="+mn-ea"/>
                          <a:cs typeface="+mn-cs"/>
                        </a:rPr>
                        <a:t> </a:t>
                      </a:r>
                      <a:r>
                        <a:rPr kumimoji="0" lang="en-US" sz="1400" b="1" i="0" kern="1200" dirty="0">
                          <a:solidFill>
                            <a:schemeClr val="tx1"/>
                          </a:solidFill>
                          <a:effectLst/>
                          <a:latin typeface="Consolas" panose="020B0609020204030204" pitchFamily="49" charset="0"/>
                          <a:ea typeface="+mn-ea"/>
                          <a:cs typeface="+mn-cs"/>
                        </a:rPr>
                        <a:t>&lt;</a:t>
                      </a:r>
                      <a:r>
                        <a:rPr kumimoji="0" lang="en-US" sz="1400" b="0" i="0" kern="1200" dirty="0">
                          <a:solidFill>
                            <a:schemeClr val="tx1"/>
                          </a:solidFill>
                          <a:effectLst/>
                          <a:latin typeface="Consolas" panose="020B0609020204030204" pitchFamily="49" charset="0"/>
                          <a:ea typeface="+mn-ea"/>
                          <a:cs typeface="+mn-cs"/>
                        </a:rPr>
                        <a:t> </a:t>
                      </a:r>
                      <a:r>
                        <a:rPr kumimoji="0" lang="en-US" sz="1400" b="0" i="0" kern="1200" dirty="0" err="1">
                          <a:solidFill>
                            <a:schemeClr val="tx1"/>
                          </a:solidFill>
                          <a:effectLst/>
                          <a:latin typeface="Consolas" panose="020B0609020204030204" pitchFamily="49" charset="0"/>
                          <a:ea typeface="+mn-ea"/>
                          <a:cs typeface="+mn-cs"/>
                        </a:rPr>
                        <a:t>len</a:t>
                      </a:r>
                      <a:r>
                        <a:rPr kumimoji="0" lang="en-US" sz="1400" b="0" i="0" kern="1200" dirty="0">
                          <a:solidFill>
                            <a:schemeClr val="tx1"/>
                          </a:solidFill>
                          <a:effectLst/>
                          <a:latin typeface="Consolas" panose="020B0609020204030204" pitchFamily="49" charset="0"/>
                          <a:ea typeface="+mn-ea"/>
                          <a:cs typeface="+mn-cs"/>
                        </a:rPr>
                        <a:t>; </a:t>
                      </a:r>
                      <a:r>
                        <a:rPr kumimoji="0" lang="en-US" sz="1400" b="0" i="0" kern="1200" dirty="0" err="1">
                          <a:solidFill>
                            <a:schemeClr val="tx1"/>
                          </a:solidFill>
                          <a:effectLst/>
                          <a:latin typeface="Consolas" panose="020B0609020204030204" pitchFamily="49" charset="0"/>
                          <a:ea typeface="+mn-ea"/>
                          <a:cs typeface="+mn-cs"/>
                        </a:rPr>
                        <a:t>i</a:t>
                      </a:r>
                      <a:r>
                        <a:rPr kumimoji="0" lang="en-US" sz="1400" b="1" i="0" kern="1200" dirty="0">
                          <a:solidFill>
                            <a:schemeClr val="tx1"/>
                          </a:solidFill>
                          <a:effectLst/>
                          <a:latin typeface="Consolas" panose="020B0609020204030204" pitchFamily="49" charset="0"/>
                          <a:ea typeface="+mn-ea"/>
                          <a:cs typeface="+mn-cs"/>
                        </a:rPr>
                        <a:t>++</a:t>
                      </a:r>
                      <a:r>
                        <a:rPr kumimoji="0" lang="en-US" sz="1400" b="0" i="0" kern="1200" dirty="0">
                          <a:solidFill>
                            <a:schemeClr val="tx1"/>
                          </a:solidFill>
                          <a:effectLst/>
                          <a:latin typeface="Consolas" panose="020B0609020204030204" pitchFamily="49" charset="0"/>
                          <a:ea typeface="+mn-ea"/>
                          <a:cs typeface="+mn-cs"/>
                        </a:rPr>
                        <a:t>)</a:t>
                      </a:r>
                    </a:p>
                    <a:p>
                      <a:r>
                        <a:rPr kumimoji="0" lang="en-US" sz="1400" b="0" i="0" kern="1200" dirty="0">
                          <a:solidFill>
                            <a:schemeClr val="tx1"/>
                          </a:solidFill>
                          <a:effectLst/>
                          <a:latin typeface="Consolas" panose="020B0609020204030204" pitchFamily="49" charset="0"/>
                          <a:ea typeface="+mn-ea"/>
                          <a:cs typeface="+mn-cs"/>
                        </a:rPr>
                        <a:t>        </a:t>
                      </a:r>
                      <a:r>
                        <a:rPr kumimoji="0" lang="en-US" sz="1400" b="0" i="0" kern="1200" dirty="0" err="1">
                          <a:solidFill>
                            <a:schemeClr val="tx1"/>
                          </a:solidFill>
                          <a:effectLst/>
                          <a:latin typeface="Consolas" panose="020B0609020204030204" pitchFamily="49" charset="0"/>
                          <a:ea typeface="+mn-ea"/>
                          <a:cs typeface="+mn-cs"/>
                        </a:rPr>
                        <a:t>newstr</a:t>
                      </a:r>
                      <a:r>
                        <a:rPr kumimoji="0" lang="en-US" sz="1400" b="0" i="0" kern="1200" dirty="0">
                          <a:solidFill>
                            <a:schemeClr val="tx1"/>
                          </a:solidFill>
                          <a:effectLst/>
                          <a:latin typeface="Consolas" panose="020B0609020204030204" pitchFamily="49" charset="0"/>
                          <a:ea typeface="+mn-ea"/>
                          <a:cs typeface="+mn-cs"/>
                        </a:rPr>
                        <a:t>[</a:t>
                      </a:r>
                      <a:r>
                        <a:rPr kumimoji="0" lang="en-US" sz="1400" b="0" i="0" kern="1200" dirty="0" err="1">
                          <a:solidFill>
                            <a:schemeClr val="tx1"/>
                          </a:solidFill>
                          <a:effectLst/>
                          <a:latin typeface="Consolas" panose="020B0609020204030204" pitchFamily="49" charset="0"/>
                          <a:ea typeface="+mn-ea"/>
                          <a:cs typeface="+mn-cs"/>
                        </a:rPr>
                        <a:t>i</a:t>
                      </a:r>
                      <a:r>
                        <a:rPr kumimoji="0" lang="en-US" sz="1400" b="0" i="0" kern="1200" dirty="0">
                          <a:solidFill>
                            <a:schemeClr val="tx1"/>
                          </a:solidFill>
                          <a:effectLst/>
                          <a:latin typeface="Consolas" panose="020B0609020204030204" pitchFamily="49" charset="0"/>
                          <a:ea typeface="+mn-ea"/>
                          <a:cs typeface="+mn-cs"/>
                        </a:rPr>
                        <a:t>] </a:t>
                      </a:r>
                      <a:r>
                        <a:rPr kumimoji="0" lang="en-US" sz="1400" b="1" i="0" kern="1200" dirty="0">
                          <a:solidFill>
                            <a:schemeClr val="tx1"/>
                          </a:solidFill>
                          <a:effectLst/>
                          <a:latin typeface="Consolas" panose="020B0609020204030204" pitchFamily="49" charset="0"/>
                          <a:ea typeface="+mn-ea"/>
                          <a:cs typeface="+mn-cs"/>
                        </a:rPr>
                        <a:t>=</a:t>
                      </a:r>
                      <a:r>
                        <a:rPr kumimoji="0" lang="en-US" sz="1400" b="0" i="0" kern="1200" dirty="0">
                          <a:solidFill>
                            <a:schemeClr val="tx1"/>
                          </a:solidFill>
                          <a:effectLst/>
                          <a:latin typeface="Consolas" panose="020B0609020204030204" pitchFamily="49" charset="0"/>
                          <a:ea typeface="+mn-ea"/>
                          <a:cs typeface="+mn-cs"/>
                        </a:rPr>
                        <a:t> </a:t>
                      </a:r>
                      <a:r>
                        <a:rPr kumimoji="0" lang="en-US" sz="1400" b="0" i="0" kern="1200" dirty="0" err="1">
                          <a:solidFill>
                            <a:schemeClr val="tx1"/>
                          </a:solidFill>
                          <a:effectLst/>
                          <a:latin typeface="Consolas" panose="020B0609020204030204" pitchFamily="49" charset="0"/>
                          <a:ea typeface="+mn-ea"/>
                          <a:cs typeface="+mn-cs"/>
                        </a:rPr>
                        <a:t>toLower</a:t>
                      </a:r>
                      <a:r>
                        <a:rPr kumimoji="0" lang="en-US" sz="1400" b="0" i="0" kern="1200" dirty="0">
                          <a:solidFill>
                            <a:schemeClr val="tx1"/>
                          </a:solidFill>
                          <a:effectLst/>
                          <a:latin typeface="Consolas" panose="020B0609020204030204" pitchFamily="49" charset="0"/>
                          <a:ea typeface="+mn-ea"/>
                          <a:cs typeface="+mn-cs"/>
                        </a:rPr>
                        <a:t> (str[</a:t>
                      </a:r>
                      <a:r>
                        <a:rPr kumimoji="0" lang="en-US" sz="1400" b="0" i="0" kern="1200" dirty="0" err="1">
                          <a:solidFill>
                            <a:schemeClr val="tx1"/>
                          </a:solidFill>
                          <a:effectLst/>
                          <a:latin typeface="Consolas" panose="020B0609020204030204" pitchFamily="49" charset="0"/>
                          <a:ea typeface="+mn-ea"/>
                          <a:cs typeface="+mn-cs"/>
                        </a:rPr>
                        <a:t>i</a:t>
                      </a:r>
                      <a:r>
                        <a:rPr kumimoji="0" lang="en-US" sz="1400" b="0" i="0" kern="1200" dirty="0">
                          <a:solidFill>
                            <a:schemeClr val="tx1"/>
                          </a:solidFill>
                          <a:effectLst/>
                          <a:latin typeface="Consolas" panose="020B0609020204030204" pitchFamily="49" charset="0"/>
                          <a:ea typeface="+mn-ea"/>
                          <a:cs typeface="+mn-cs"/>
                        </a:rPr>
                        <a:t>]);</a:t>
                      </a:r>
                    </a:p>
                    <a:p>
                      <a:endParaRPr kumimoji="0" lang="en-US" sz="1400" b="0" i="0" kern="1200" dirty="0">
                        <a:solidFill>
                          <a:schemeClr val="tx1"/>
                        </a:solidFill>
                        <a:effectLst/>
                        <a:latin typeface="Consolas" panose="020B0609020204030204" pitchFamily="49" charset="0"/>
                        <a:ea typeface="+mn-ea"/>
                        <a:cs typeface="+mn-cs"/>
                      </a:endParaRPr>
                    </a:p>
                    <a:p>
                      <a:r>
                        <a:rPr kumimoji="0" lang="en-US" sz="1400" b="0" i="0" kern="1200" dirty="0">
                          <a:solidFill>
                            <a:schemeClr val="tx1"/>
                          </a:solidFill>
                          <a:effectLst/>
                          <a:latin typeface="Consolas" panose="020B0609020204030204" pitchFamily="49" charset="0"/>
                          <a:ea typeface="+mn-ea"/>
                          <a:cs typeface="+mn-cs"/>
                        </a:rPr>
                        <a:t>    </a:t>
                      </a:r>
                      <a:r>
                        <a:rPr kumimoji="0" lang="en-US" sz="1400" b="0" i="0" kern="1200" dirty="0" err="1">
                          <a:solidFill>
                            <a:schemeClr val="tx1"/>
                          </a:solidFill>
                          <a:effectLst/>
                          <a:latin typeface="Consolas" panose="020B0609020204030204" pitchFamily="49" charset="0"/>
                          <a:ea typeface="+mn-ea"/>
                          <a:cs typeface="+mn-cs"/>
                        </a:rPr>
                        <a:t>printf</a:t>
                      </a:r>
                      <a:r>
                        <a:rPr kumimoji="0" lang="en-US" sz="1400" b="0" i="0" kern="1200" dirty="0">
                          <a:solidFill>
                            <a:schemeClr val="tx1"/>
                          </a:solidFill>
                          <a:effectLst/>
                          <a:latin typeface="Consolas" panose="020B0609020204030204" pitchFamily="49" charset="0"/>
                          <a:ea typeface="+mn-ea"/>
                          <a:cs typeface="+mn-cs"/>
                        </a:rPr>
                        <a:t>("%s\n", </a:t>
                      </a:r>
                      <a:r>
                        <a:rPr kumimoji="0" lang="en-US" sz="1400" b="0" i="0" kern="1200" dirty="0" err="1">
                          <a:solidFill>
                            <a:schemeClr val="tx1"/>
                          </a:solidFill>
                          <a:effectLst/>
                          <a:latin typeface="Consolas" panose="020B0609020204030204" pitchFamily="49" charset="0"/>
                          <a:ea typeface="+mn-ea"/>
                          <a:cs typeface="+mn-cs"/>
                        </a:rPr>
                        <a:t>newstr</a:t>
                      </a:r>
                      <a:r>
                        <a:rPr kumimoji="0" lang="en-US" sz="1400" b="0" i="0" kern="1200" dirty="0">
                          <a:solidFill>
                            <a:schemeClr val="tx1"/>
                          </a:solidFill>
                          <a:effectLst/>
                          <a:latin typeface="Consolas" panose="020B0609020204030204" pitchFamily="49" charset="0"/>
                          <a:ea typeface="+mn-ea"/>
                          <a:cs typeface="+mn-cs"/>
                        </a:rPr>
                        <a:t>);</a:t>
                      </a:r>
                    </a:p>
                    <a:p>
                      <a:endParaRPr kumimoji="0" lang="en-US" sz="1400" b="0" i="0" kern="1200" dirty="0">
                        <a:solidFill>
                          <a:schemeClr val="tx1"/>
                        </a:solidFill>
                        <a:effectLst/>
                        <a:latin typeface="Consolas" panose="020B0609020204030204" pitchFamily="49" charset="0"/>
                        <a:ea typeface="+mn-ea"/>
                        <a:cs typeface="+mn-cs"/>
                      </a:endParaRPr>
                    </a:p>
                    <a:p>
                      <a:r>
                        <a:rPr kumimoji="0" lang="en-US" sz="1400" b="0" i="0" kern="1200" dirty="0">
                          <a:solidFill>
                            <a:schemeClr val="tx1"/>
                          </a:solidFill>
                          <a:effectLst/>
                          <a:latin typeface="Consolas" panose="020B0609020204030204" pitchFamily="49" charset="0"/>
                          <a:ea typeface="+mn-ea"/>
                          <a:cs typeface="+mn-cs"/>
                        </a:rPr>
                        <a:t>    </a:t>
                      </a:r>
                      <a:r>
                        <a:rPr kumimoji="0" lang="en-US" sz="1400" b="1" i="0" kern="1200" dirty="0">
                          <a:solidFill>
                            <a:schemeClr val="tx1"/>
                          </a:solidFill>
                          <a:effectLst/>
                          <a:latin typeface="Consolas" panose="020B0609020204030204" pitchFamily="49" charset="0"/>
                          <a:ea typeface="+mn-ea"/>
                          <a:cs typeface="+mn-cs"/>
                        </a:rPr>
                        <a:t>return</a:t>
                      </a:r>
                      <a:r>
                        <a:rPr kumimoji="0" lang="en-US" sz="1400" b="0" i="0" kern="1200" dirty="0">
                          <a:solidFill>
                            <a:schemeClr val="tx1"/>
                          </a:solidFill>
                          <a:effectLst/>
                          <a:latin typeface="Consolas" panose="020B0609020204030204" pitchFamily="49" charset="0"/>
                          <a:ea typeface="+mn-ea"/>
                          <a:cs typeface="+mn-cs"/>
                        </a:rPr>
                        <a:t> 0;</a:t>
                      </a:r>
                    </a:p>
                    <a:p>
                      <a:r>
                        <a:rPr kumimoji="0" lang="en-US" sz="1400" b="0" i="0" kern="1200" dirty="0">
                          <a:solidFill>
                            <a:schemeClr val="tx1"/>
                          </a:solidFill>
                          <a:effectLst/>
                          <a:latin typeface="Consolas" panose="020B0609020204030204" pitchFamily="49" charset="0"/>
                          <a:ea typeface="+mn-ea"/>
                          <a:cs typeface="+mn-cs"/>
                        </a:rPr>
                        <a:t>}</a:t>
                      </a:r>
                    </a:p>
                    <a:p>
                      <a:pPr marL="0" marR="0" algn="l">
                        <a:spcBef>
                          <a:spcPts val="0"/>
                        </a:spcBef>
                        <a:spcAft>
                          <a:spcPts val="0"/>
                        </a:spcAft>
                      </a:pPr>
                      <a:endParaRPr lang="en-US" sz="1400" dirty="0">
                        <a:effectLst/>
                        <a:latin typeface="Consolas" panose="020B0609020204030204" pitchFamily="49" charset="0"/>
                        <a:cs typeface="Consolas" panose="020B0609020204030204" pitchFamily="49" charset="0"/>
                      </a:endParaRPr>
                    </a:p>
                  </a:txBody>
                  <a:tcPr marL="68580" marR="68580" marT="0" marB="0"/>
                </a:tc>
                <a:extLst>
                  <a:ext uri="{0D108BD9-81ED-4DB2-BD59-A6C34878D82A}">
                    <a16:rowId xmlns:a16="http://schemas.microsoft.com/office/drawing/2014/main" val="10001"/>
                  </a:ext>
                </a:extLst>
              </a:tr>
            </a:tbl>
          </a:graphicData>
        </a:graphic>
      </p:graphicFrame>
      <p:graphicFrame>
        <p:nvGraphicFramePr>
          <p:cNvPr id="6" name="Table 5">
            <a:extLst>
              <a:ext uri="{FF2B5EF4-FFF2-40B4-BE49-F238E27FC236}">
                <a16:creationId xmlns:a16="http://schemas.microsoft.com/office/drawing/2014/main" id="{441ADC90-ADB8-D7DD-0AC3-9F57EB29BD9E}"/>
              </a:ext>
            </a:extLst>
          </p:cNvPr>
          <p:cNvGraphicFramePr>
            <a:graphicFrameLocks noGrp="1"/>
          </p:cNvGraphicFramePr>
          <p:nvPr>
            <p:extLst>
              <p:ext uri="{D42A27DB-BD31-4B8C-83A1-F6EECF244321}">
                <p14:modId xmlns:p14="http://schemas.microsoft.com/office/powerpoint/2010/main" val="3135758298"/>
              </p:ext>
            </p:extLst>
          </p:nvPr>
        </p:nvGraphicFramePr>
        <p:xfrm>
          <a:off x="5139813" y="2133601"/>
          <a:ext cx="3657600" cy="1787916"/>
        </p:xfrm>
        <a:graphic>
          <a:graphicData uri="http://schemas.openxmlformats.org/drawingml/2006/table">
            <a:tbl>
              <a:tblPr firstRow="1" firstCol="1" bandRow="1">
                <a:tableStyleId>{5940675A-B579-460E-94D1-54222C63F5DA}</a:tableStyleId>
              </a:tblPr>
              <a:tblGrid>
                <a:gridCol w="3657600">
                  <a:extLst>
                    <a:ext uri="{9D8B030D-6E8A-4147-A177-3AD203B41FA5}">
                      <a16:colId xmlns:a16="http://schemas.microsoft.com/office/drawing/2014/main" val="20000"/>
                    </a:ext>
                  </a:extLst>
                </a:gridCol>
              </a:tblGrid>
              <a:tr h="208524">
                <a:tc>
                  <a:txBody>
                    <a:bodyPr/>
                    <a:lstStyle/>
                    <a:p>
                      <a:pPr marL="0" marR="0" algn="just">
                        <a:spcBef>
                          <a:spcPts val="0"/>
                        </a:spcBef>
                        <a:spcAft>
                          <a:spcPts val="0"/>
                        </a:spcAft>
                      </a:pPr>
                      <a:r>
                        <a:rPr lang="en-US" sz="1600" b="1">
                          <a:solidFill>
                            <a:schemeClr val="bg1"/>
                          </a:solidFill>
                          <a:effectLst/>
                          <a:latin typeface="Consolas" panose="020B0609020204030204" pitchFamily="49" charset="0"/>
                          <a:cs typeface="Consolas" panose="020B0609020204030204" pitchFamily="49" charset="0"/>
                        </a:rPr>
                        <a:t>Calle</a:t>
                      </a:r>
                      <a:r>
                        <a:rPr lang="en-US" altLang="zh-CN" sz="1600" b="1">
                          <a:solidFill>
                            <a:schemeClr val="bg1"/>
                          </a:solidFill>
                          <a:effectLst/>
                          <a:latin typeface="Consolas" panose="020B0609020204030204" pitchFamily="49" charset="0"/>
                          <a:cs typeface="Consolas" panose="020B0609020204030204" pitchFamily="49" charset="0"/>
                        </a:rPr>
                        <a:t>e</a:t>
                      </a:r>
                      <a:r>
                        <a:rPr lang="en-US" sz="1600" b="1">
                          <a:solidFill>
                            <a:schemeClr val="bg1"/>
                          </a:solidFill>
                          <a:effectLst/>
                          <a:latin typeface="Consolas" panose="020B0609020204030204" pitchFamily="49" charset="0"/>
                          <a:cs typeface="Consolas" panose="020B0609020204030204" pitchFamily="49" charset="0"/>
                        </a:rPr>
                        <a:t> Program</a:t>
                      </a:r>
                      <a:endParaRPr lang="en-US" sz="16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solidFill>
                      <a:schemeClr val="accent1"/>
                    </a:solidFill>
                  </a:tcPr>
                </a:tc>
                <a:extLst>
                  <a:ext uri="{0D108BD9-81ED-4DB2-BD59-A6C34878D82A}">
                    <a16:rowId xmlns:a16="http://schemas.microsoft.com/office/drawing/2014/main" val="10000"/>
                  </a:ext>
                </a:extLst>
              </a:tr>
              <a:tr h="1544076">
                <a:tc>
                  <a:txBody>
                    <a:bodyPr/>
                    <a:lstStyle/>
                    <a:p>
                      <a:r>
                        <a:rPr kumimoji="0" lang="en-US" sz="1400" b="0" i="0" kern="1200" dirty="0">
                          <a:solidFill>
                            <a:schemeClr val="tx1"/>
                          </a:solidFill>
                          <a:effectLst/>
                          <a:latin typeface="Consolas" panose="020B0609020204030204" pitchFamily="49" charset="0"/>
                          <a:ea typeface="+mn-ea"/>
                          <a:cs typeface="+mn-cs"/>
                        </a:rPr>
                        <a:t>int </a:t>
                      </a:r>
                      <a:r>
                        <a:rPr kumimoji="0" lang="en-US" sz="1400" b="0" i="0" kern="1200" dirty="0" err="1">
                          <a:solidFill>
                            <a:schemeClr val="tx1"/>
                          </a:solidFill>
                          <a:effectLst/>
                          <a:latin typeface="Consolas" panose="020B0609020204030204" pitchFamily="49" charset="0"/>
                          <a:ea typeface="+mn-ea"/>
                          <a:cs typeface="+mn-cs"/>
                        </a:rPr>
                        <a:t>toLower</a:t>
                      </a:r>
                      <a:r>
                        <a:rPr kumimoji="0" lang="en-US" sz="1400" b="0" i="0" kern="1200" dirty="0">
                          <a:solidFill>
                            <a:schemeClr val="tx1"/>
                          </a:solidFill>
                          <a:effectLst/>
                          <a:latin typeface="Consolas" panose="020B0609020204030204" pitchFamily="49" charset="0"/>
                          <a:ea typeface="+mn-ea"/>
                          <a:cs typeface="+mn-cs"/>
                        </a:rPr>
                        <a:t> (int c)</a:t>
                      </a:r>
                    </a:p>
                    <a:p>
                      <a:r>
                        <a:rPr kumimoji="0" lang="en-US" sz="1400" b="0" i="0" kern="1200" dirty="0">
                          <a:solidFill>
                            <a:schemeClr val="tx1"/>
                          </a:solidFill>
                          <a:effectLst/>
                          <a:latin typeface="Consolas" panose="020B0609020204030204" pitchFamily="49" charset="0"/>
                          <a:ea typeface="+mn-ea"/>
                          <a:cs typeface="+mn-cs"/>
                        </a:rPr>
                        <a:t>{</a:t>
                      </a:r>
                    </a:p>
                    <a:p>
                      <a:r>
                        <a:rPr kumimoji="0" lang="en-US" sz="1400" b="0" i="0" kern="1200" dirty="0">
                          <a:solidFill>
                            <a:schemeClr val="tx1"/>
                          </a:solidFill>
                          <a:effectLst/>
                          <a:latin typeface="Consolas" panose="020B0609020204030204" pitchFamily="49" charset="0"/>
                          <a:ea typeface="+mn-ea"/>
                          <a:cs typeface="+mn-cs"/>
                        </a:rPr>
                        <a:t>  if (c &gt;= 'A' &amp;&amp; c &lt;= 'Z')</a:t>
                      </a:r>
                    </a:p>
                    <a:p>
                      <a:r>
                        <a:rPr kumimoji="0" lang="en-US" sz="1400" b="0" i="0" kern="1200" dirty="0">
                          <a:solidFill>
                            <a:schemeClr val="tx1"/>
                          </a:solidFill>
                          <a:effectLst/>
                          <a:latin typeface="Consolas" panose="020B0609020204030204" pitchFamily="49" charset="0"/>
                          <a:ea typeface="+mn-ea"/>
                          <a:cs typeface="+mn-cs"/>
                        </a:rPr>
                        <a:t>     c += 'a' - 'A';</a:t>
                      </a:r>
                    </a:p>
                    <a:p>
                      <a:endParaRPr kumimoji="0" lang="en-US" sz="1400" b="0" i="0" kern="1200" dirty="0">
                        <a:solidFill>
                          <a:schemeClr val="tx1"/>
                        </a:solidFill>
                        <a:effectLst/>
                        <a:latin typeface="Consolas" panose="020B0609020204030204" pitchFamily="49" charset="0"/>
                        <a:ea typeface="+mn-ea"/>
                        <a:cs typeface="+mn-cs"/>
                      </a:endParaRPr>
                    </a:p>
                    <a:p>
                      <a:r>
                        <a:rPr kumimoji="0" lang="en-US" sz="1400" b="0" i="0" kern="1200" dirty="0">
                          <a:solidFill>
                            <a:schemeClr val="tx1"/>
                          </a:solidFill>
                          <a:effectLst/>
                          <a:latin typeface="Consolas" panose="020B0609020204030204" pitchFamily="49" charset="0"/>
                          <a:ea typeface="+mn-ea"/>
                          <a:cs typeface="+mn-cs"/>
                        </a:rPr>
                        <a:t>  return c;</a:t>
                      </a:r>
                    </a:p>
                    <a:p>
                      <a:r>
                        <a:rPr kumimoji="0" lang="en-US" sz="1400" b="0" i="0" kern="1200" dirty="0">
                          <a:solidFill>
                            <a:schemeClr val="tx1"/>
                          </a:solidFill>
                          <a:effectLst/>
                          <a:latin typeface="Consolas" panose="020B0609020204030204" pitchFamily="49" charset="0"/>
                          <a:ea typeface="+mn-ea"/>
                          <a:cs typeface="+mn-cs"/>
                        </a:rPr>
                        <a:t>}</a:t>
                      </a:r>
                    </a:p>
                  </a:txBody>
                  <a:tcPr marL="68580" marR="68580" marT="0" marB="0"/>
                </a:tc>
                <a:extLst>
                  <a:ext uri="{0D108BD9-81ED-4DB2-BD59-A6C34878D82A}">
                    <a16:rowId xmlns:a16="http://schemas.microsoft.com/office/drawing/2014/main" val="10001"/>
                  </a:ext>
                </a:extLst>
              </a:tr>
            </a:tbl>
          </a:graphicData>
        </a:graphic>
      </p:graphicFrame>
      <p:sp>
        <p:nvSpPr>
          <p:cNvPr id="7" name="Content Placeholder 3">
            <a:extLst>
              <a:ext uri="{FF2B5EF4-FFF2-40B4-BE49-F238E27FC236}">
                <a16:creationId xmlns:a16="http://schemas.microsoft.com/office/drawing/2014/main" id="{A8877E1E-4738-45CE-9CC3-2C75B88FD72F}"/>
              </a:ext>
            </a:extLst>
          </p:cNvPr>
          <p:cNvSpPr>
            <a:spLocks noGrp="1"/>
          </p:cNvSpPr>
          <p:nvPr>
            <p:ph sz="quarter" idx="1"/>
          </p:nvPr>
        </p:nvSpPr>
        <p:spPr>
          <a:xfrm>
            <a:off x="5029200" y="1125794"/>
            <a:ext cx="3581400" cy="1115961"/>
          </a:xfrm>
        </p:spPr>
        <p:txBody>
          <a:bodyPr>
            <a:normAutofit fontScale="85000" lnSpcReduction="10000"/>
          </a:bodyPr>
          <a:lstStyle/>
          <a:p>
            <a:r>
              <a:rPr lang="en-US" sz="2000" dirty="0"/>
              <a:t>Consider the following C program that converts all ASCII letters to lower case. Write the </a:t>
            </a:r>
            <a:r>
              <a:rPr lang="en-US" sz="2000" dirty="0" err="1"/>
              <a:t>toLower</a:t>
            </a:r>
            <a:r>
              <a:rPr lang="en-US" sz="2000" dirty="0"/>
              <a:t> function in ARMv7 assembly code.</a:t>
            </a:r>
          </a:p>
        </p:txBody>
      </p:sp>
      <p:graphicFrame>
        <p:nvGraphicFramePr>
          <p:cNvPr id="8" name="Table 7">
            <a:extLst>
              <a:ext uri="{FF2B5EF4-FFF2-40B4-BE49-F238E27FC236}">
                <a16:creationId xmlns:a16="http://schemas.microsoft.com/office/drawing/2014/main" id="{AA01F272-373C-24EF-CF3E-2DDED1980174}"/>
              </a:ext>
            </a:extLst>
          </p:cNvPr>
          <p:cNvGraphicFramePr>
            <a:graphicFrameLocks noGrp="1"/>
          </p:cNvGraphicFramePr>
          <p:nvPr>
            <p:extLst>
              <p:ext uri="{D42A27DB-BD31-4B8C-83A1-F6EECF244321}">
                <p14:modId xmlns:p14="http://schemas.microsoft.com/office/powerpoint/2010/main" val="918362635"/>
              </p:ext>
            </p:extLst>
          </p:nvPr>
        </p:nvGraphicFramePr>
        <p:xfrm>
          <a:off x="5139813" y="4030356"/>
          <a:ext cx="3657600" cy="2049421"/>
        </p:xfrm>
        <a:graphic>
          <a:graphicData uri="http://schemas.openxmlformats.org/drawingml/2006/table">
            <a:tbl>
              <a:tblPr firstRow="1" firstCol="1" bandRow="1">
                <a:tableStyleId>{5940675A-B579-460E-94D1-54222C63F5DA}</a:tableStyleId>
              </a:tblPr>
              <a:tblGrid>
                <a:gridCol w="3657600">
                  <a:extLst>
                    <a:ext uri="{9D8B030D-6E8A-4147-A177-3AD203B41FA5}">
                      <a16:colId xmlns:a16="http://schemas.microsoft.com/office/drawing/2014/main" val="20000"/>
                    </a:ext>
                  </a:extLst>
                </a:gridCol>
              </a:tblGrid>
              <a:tr h="175619">
                <a:tc>
                  <a:txBody>
                    <a:bodyPr/>
                    <a:lstStyle/>
                    <a:p>
                      <a:pPr marL="0" marR="0" algn="just">
                        <a:spcBef>
                          <a:spcPts val="0"/>
                        </a:spcBef>
                        <a:spcAft>
                          <a:spcPts val="0"/>
                        </a:spcAft>
                      </a:pPr>
                      <a:r>
                        <a:rPr lang="en-US" sz="1600" b="1" dirty="0">
                          <a:solidFill>
                            <a:schemeClr val="bg1"/>
                          </a:solidFill>
                          <a:effectLst/>
                          <a:latin typeface="Consolas" panose="020B0609020204030204" pitchFamily="49" charset="0"/>
                          <a:cs typeface="Consolas" panose="020B0609020204030204" pitchFamily="49" charset="0"/>
                        </a:rPr>
                        <a:t>Calle</a:t>
                      </a:r>
                      <a:r>
                        <a:rPr lang="en-US" altLang="zh-CN" sz="1600" b="1" dirty="0">
                          <a:solidFill>
                            <a:schemeClr val="bg1"/>
                          </a:solidFill>
                          <a:effectLst/>
                          <a:latin typeface="Consolas" panose="020B0609020204030204" pitchFamily="49" charset="0"/>
                          <a:cs typeface="Consolas" panose="020B0609020204030204" pitchFamily="49" charset="0"/>
                        </a:rPr>
                        <a:t>e</a:t>
                      </a:r>
                      <a:r>
                        <a:rPr lang="en-US" sz="1600" b="1" dirty="0">
                          <a:solidFill>
                            <a:schemeClr val="bg1"/>
                          </a:solidFill>
                          <a:effectLst/>
                          <a:latin typeface="Consolas" panose="020B0609020204030204" pitchFamily="49" charset="0"/>
                          <a:cs typeface="Consolas" panose="020B0609020204030204" pitchFamily="49" charset="0"/>
                        </a:rPr>
                        <a:t> Program Assembly</a:t>
                      </a:r>
                      <a:endParaRPr lang="en-US" sz="16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solidFill>
                      <a:schemeClr val="accent1"/>
                    </a:solidFill>
                  </a:tcPr>
                </a:tc>
                <a:extLst>
                  <a:ext uri="{0D108BD9-81ED-4DB2-BD59-A6C34878D82A}">
                    <a16:rowId xmlns:a16="http://schemas.microsoft.com/office/drawing/2014/main" val="10000"/>
                  </a:ext>
                </a:extLst>
              </a:tr>
              <a:tr h="1805581">
                <a:tc>
                  <a:txBody>
                    <a:bodyPr/>
                    <a:lstStyle/>
                    <a:p>
                      <a:r>
                        <a:rPr kumimoji="0" lang="en-US" sz="1400" b="0" i="0" kern="1200" dirty="0">
                          <a:solidFill>
                            <a:schemeClr val="tx1"/>
                          </a:solidFill>
                          <a:effectLst/>
                          <a:latin typeface="Consolas" panose="020B0609020204030204" pitchFamily="49" charset="0"/>
                          <a:ea typeface="+mn-ea"/>
                          <a:cs typeface="+mn-cs"/>
                        </a:rPr>
                        <a:t>    .text</a:t>
                      </a:r>
                    </a:p>
                    <a:p>
                      <a:r>
                        <a:rPr kumimoji="0" lang="en-US" sz="1400" b="0" i="0" kern="1200" dirty="0">
                          <a:solidFill>
                            <a:schemeClr val="tx1"/>
                          </a:solidFill>
                          <a:effectLst/>
                          <a:latin typeface="Consolas" panose="020B0609020204030204" pitchFamily="49" charset="0"/>
                          <a:ea typeface="+mn-ea"/>
                          <a:cs typeface="+mn-cs"/>
                        </a:rPr>
                        <a:t>    .global </a:t>
                      </a:r>
                      <a:r>
                        <a:rPr kumimoji="0" lang="en-US" sz="1400" b="0" i="0" kern="1200" dirty="0" err="1">
                          <a:solidFill>
                            <a:schemeClr val="tx1"/>
                          </a:solidFill>
                          <a:effectLst/>
                          <a:latin typeface="Consolas" panose="020B0609020204030204" pitchFamily="49" charset="0"/>
                          <a:ea typeface="+mn-ea"/>
                          <a:cs typeface="+mn-cs"/>
                        </a:rPr>
                        <a:t>toLower</a:t>
                      </a:r>
                      <a:endParaRPr kumimoji="0" lang="en-US" sz="1400" b="0" i="0" kern="1200" dirty="0">
                        <a:solidFill>
                          <a:schemeClr val="tx1"/>
                        </a:solidFill>
                        <a:effectLst/>
                        <a:latin typeface="Consolas" panose="020B0609020204030204" pitchFamily="49" charset="0"/>
                        <a:ea typeface="+mn-ea"/>
                        <a:cs typeface="+mn-cs"/>
                      </a:endParaRPr>
                    </a:p>
                    <a:p>
                      <a:r>
                        <a:rPr kumimoji="0" lang="en-US" sz="1400" b="0" i="0" kern="1200" dirty="0" err="1">
                          <a:solidFill>
                            <a:schemeClr val="tx1"/>
                          </a:solidFill>
                          <a:effectLst/>
                          <a:latin typeface="Consolas" panose="020B0609020204030204" pitchFamily="49" charset="0"/>
                          <a:ea typeface="+mn-ea"/>
                          <a:cs typeface="+mn-cs"/>
                        </a:rPr>
                        <a:t>toLower</a:t>
                      </a:r>
                      <a:r>
                        <a:rPr kumimoji="0" lang="en-US" sz="1400" b="0" i="0" kern="1200" dirty="0">
                          <a:solidFill>
                            <a:schemeClr val="tx1"/>
                          </a:solidFill>
                          <a:effectLst/>
                          <a:latin typeface="Consolas" panose="020B0609020204030204" pitchFamily="49" charset="0"/>
                          <a:ea typeface="+mn-ea"/>
                          <a:cs typeface="+mn-cs"/>
                        </a:rPr>
                        <a:t>:</a:t>
                      </a:r>
                    </a:p>
                  </a:txBody>
                  <a:tcPr marL="68580" marR="68580" marT="0" marB="0"/>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401874942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A11246-2B88-B4D4-DF6F-83B838798BE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5E58B75-95E0-2541-7E04-055CF0C60C5B}"/>
              </a:ext>
            </a:extLst>
          </p:cNvPr>
          <p:cNvSpPr>
            <a:spLocks noGrp="1"/>
          </p:cNvSpPr>
          <p:nvPr>
            <p:ph type="title"/>
          </p:nvPr>
        </p:nvSpPr>
        <p:spPr/>
        <p:txBody>
          <a:bodyPr/>
          <a:lstStyle/>
          <a:p>
            <a:r>
              <a:rPr lang="en-US" dirty="0" err="1"/>
              <a:t>toLower</a:t>
            </a:r>
            <a:r>
              <a:rPr lang="en-US" dirty="0"/>
              <a:t> ANS</a:t>
            </a:r>
          </a:p>
        </p:txBody>
      </p:sp>
      <p:sp>
        <p:nvSpPr>
          <p:cNvPr id="3" name="Slide Number Placeholder 2">
            <a:extLst>
              <a:ext uri="{FF2B5EF4-FFF2-40B4-BE49-F238E27FC236}">
                <a16:creationId xmlns:a16="http://schemas.microsoft.com/office/drawing/2014/main" id="{2055FFEA-1824-B30B-B2F0-65F1865F3262}"/>
              </a:ext>
            </a:extLst>
          </p:cNvPr>
          <p:cNvSpPr>
            <a:spLocks noGrp="1"/>
          </p:cNvSpPr>
          <p:nvPr>
            <p:ph type="sldNum" sz="quarter" idx="12"/>
          </p:nvPr>
        </p:nvSpPr>
        <p:spPr/>
        <p:txBody>
          <a:bodyPr/>
          <a:lstStyle/>
          <a:p>
            <a:fld id="{EA7C8D44-3667-46F6-9772-CC52308E2A7F}" type="slidenum">
              <a:rPr kumimoji="0" lang="en-US" smtClean="0"/>
              <a:pPr/>
              <a:t>22</a:t>
            </a:fld>
            <a:endParaRPr kumimoji="0" lang="en-US" dirty="0"/>
          </a:p>
        </p:txBody>
      </p:sp>
      <p:graphicFrame>
        <p:nvGraphicFramePr>
          <p:cNvPr id="6" name="Table 5">
            <a:extLst>
              <a:ext uri="{FF2B5EF4-FFF2-40B4-BE49-F238E27FC236}">
                <a16:creationId xmlns:a16="http://schemas.microsoft.com/office/drawing/2014/main" id="{CC203EDA-BA4D-8B0A-42B8-FE11C464F19D}"/>
              </a:ext>
            </a:extLst>
          </p:cNvPr>
          <p:cNvGraphicFramePr>
            <a:graphicFrameLocks noGrp="1"/>
          </p:cNvGraphicFramePr>
          <p:nvPr>
            <p:extLst>
              <p:ext uri="{D42A27DB-BD31-4B8C-83A1-F6EECF244321}">
                <p14:modId xmlns:p14="http://schemas.microsoft.com/office/powerpoint/2010/main" val="2484914283"/>
              </p:ext>
            </p:extLst>
          </p:nvPr>
        </p:nvGraphicFramePr>
        <p:xfrm>
          <a:off x="457200" y="1219200"/>
          <a:ext cx="3657600" cy="1787916"/>
        </p:xfrm>
        <a:graphic>
          <a:graphicData uri="http://schemas.openxmlformats.org/drawingml/2006/table">
            <a:tbl>
              <a:tblPr firstRow="1" firstCol="1" bandRow="1">
                <a:tableStyleId>{5940675A-B579-460E-94D1-54222C63F5DA}</a:tableStyleId>
              </a:tblPr>
              <a:tblGrid>
                <a:gridCol w="3657600">
                  <a:extLst>
                    <a:ext uri="{9D8B030D-6E8A-4147-A177-3AD203B41FA5}">
                      <a16:colId xmlns:a16="http://schemas.microsoft.com/office/drawing/2014/main" val="20000"/>
                    </a:ext>
                  </a:extLst>
                </a:gridCol>
              </a:tblGrid>
              <a:tr h="208524">
                <a:tc>
                  <a:txBody>
                    <a:bodyPr/>
                    <a:lstStyle/>
                    <a:p>
                      <a:pPr marL="0" marR="0" algn="just">
                        <a:spcBef>
                          <a:spcPts val="0"/>
                        </a:spcBef>
                        <a:spcAft>
                          <a:spcPts val="0"/>
                        </a:spcAft>
                      </a:pPr>
                      <a:r>
                        <a:rPr lang="en-US" sz="1600" b="1">
                          <a:solidFill>
                            <a:schemeClr val="bg1"/>
                          </a:solidFill>
                          <a:effectLst/>
                          <a:latin typeface="Consolas" panose="020B0609020204030204" pitchFamily="49" charset="0"/>
                          <a:cs typeface="Consolas" panose="020B0609020204030204" pitchFamily="49" charset="0"/>
                        </a:rPr>
                        <a:t>Calle</a:t>
                      </a:r>
                      <a:r>
                        <a:rPr lang="en-US" altLang="zh-CN" sz="1600" b="1">
                          <a:solidFill>
                            <a:schemeClr val="bg1"/>
                          </a:solidFill>
                          <a:effectLst/>
                          <a:latin typeface="Consolas" panose="020B0609020204030204" pitchFamily="49" charset="0"/>
                          <a:cs typeface="Consolas" panose="020B0609020204030204" pitchFamily="49" charset="0"/>
                        </a:rPr>
                        <a:t>e</a:t>
                      </a:r>
                      <a:r>
                        <a:rPr lang="en-US" sz="1600" b="1">
                          <a:solidFill>
                            <a:schemeClr val="bg1"/>
                          </a:solidFill>
                          <a:effectLst/>
                          <a:latin typeface="Consolas" panose="020B0609020204030204" pitchFamily="49" charset="0"/>
                          <a:cs typeface="Consolas" panose="020B0609020204030204" pitchFamily="49" charset="0"/>
                        </a:rPr>
                        <a:t> Program</a:t>
                      </a:r>
                      <a:endParaRPr lang="en-US" sz="16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solidFill>
                      <a:schemeClr val="accent1"/>
                    </a:solidFill>
                  </a:tcPr>
                </a:tc>
                <a:extLst>
                  <a:ext uri="{0D108BD9-81ED-4DB2-BD59-A6C34878D82A}">
                    <a16:rowId xmlns:a16="http://schemas.microsoft.com/office/drawing/2014/main" val="10000"/>
                  </a:ext>
                </a:extLst>
              </a:tr>
              <a:tr h="1544076">
                <a:tc>
                  <a:txBody>
                    <a:bodyPr/>
                    <a:lstStyle/>
                    <a:p>
                      <a:r>
                        <a:rPr kumimoji="0" lang="en-US" sz="1400" b="0" i="0" kern="1200" dirty="0">
                          <a:solidFill>
                            <a:schemeClr val="tx1"/>
                          </a:solidFill>
                          <a:effectLst/>
                          <a:latin typeface="Consolas" panose="020B0609020204030204" pitchFamily="49" charset="0"/>
                          <a:ea typeface="+mn-ea"/>
                          <a:cs typeface="+mn-cs"/>
                        </a:rPr>
                        <a:t>int </a:t>
                      </a:r>
                      <a:r>
                        <a:rPr kumimoji="0" lang="en-US" sz="1400" b="0" i="0" kern="1200" dirty="0" err="1">
                          <a:solidFill>
                            <a:schemeClr val="tx1"/>
                          </a:solidFill>
                          <a:effectLst/>
                          <a:latin typeface="Consolas" panose="020B0609020204030204" pitchFamily="49" charset="0"/>
                          <a:ea typeface="+mn-ea"/>
                          <a:cs typeface="+mn-cs"/>
                        </a:rPr>
                        <a:t>toLower</a:t>
                      </a:r>
                      <a:r>
                        <a:rPr kumimoji="0" lang="en-US" sz="1400" b="0" i="0" kern="1200" dirty="0">
                          <a:solidFill>
                            <a:schemeClr val="tx1"/>
                          </a:solidFill>
                          <a:effectLst/>
                          <a:latin typeface="Consolas" panose="020B0609020204030204" pitchFamily="49" charset="0"/>
                          <a:ea typeface="+mn-ea"/>
                          <a:cs typeface="+mn-cs"/>
                        </a:rPr>
                        <a:t> (int c)</a:t>
                      </a:r>
                    </a:p>
                    <a:p>
                      <a:r>
                        <a:rPr kumimoji="0" lang="en-US" sz="1400" b="0" i="0" kern="1200" dirty="0">
                          <a:solidFill>
                            <a:schemeClr val="tx1"/>
                          </a:solidFill>
                          <a:effectLst/>
                          <a:latin typeface="Consolas" panose="020B0609020204030204" pitchFamily="49" charset="0"/>
                          <a:ea typeface="+mn-ea"/>
                          <a:cs typeface="+mn-cs"/>
                        </a:rPr>
                        <a:t>{</a:t>
                      </a:r>
                    </a:p>
                    <a:p>
                      <a:r>
                        <a:rPr kumimoji="0" lang="en-US" sz="1400" b="0" i="0" kern="1200" dirty="0">
                          <a:solidFill>
                            <a:schemeClr val="tx1"/>
                          </a:solidFill>
                          <a:effectLst/>
                          <a:latin typeface="Consolas" panose="020B0609020204030204" pitchFamily="49" charset="0"/>
                          <a:ea typeface="+mn-ea"/>
                          <a:cs typeface="+mn-cs"/>
                        </a:rPr>
                        <a:t>  if (c &gt;= 'A' &amp;&amp; c &lt;= 'Z')</a:t>
                      </a:r>
                    </a:p>
                    <a:p>
                      <a:r>
                        <a:rPr kumimoji="0" lang="en-US" sz="1400" b="0" i="0" kern="1200" dirty="0">
                          <a:solidFill>
                            <a:schemeClr val="tx1"/>
                          </a:solidFill>
                          <a:effectLst/>
                          <a:latin typeface="Consolas" panose="020B0609020204030204" pitchFamily="49" charset="0"/>
                          <a:ea typeface="+mn-ea"/>
                          <a:cs typeface="+mn-cs"/>
                        </a:rPr>
                        <a:t>     c += 'a' - 'A';</a:t>
                      </a:r>
                    </a:p>
                    <a:p>
                      <a:endParaRPr kumimoji="0" lang="en-US" sz="1400" b="0" i="0" kern="1200" dirty="0">
                        <a:solidFill>
                          <a:schemeClr val="tx1"/>
                        </a:solidFill>
                        <a:effectLst/>
                        <a:latin typeface="Consolas" panose="020B0609020204030204" pitchFamily="49" charset="0"/>
                        <a:ea typeface="+mn-ea"/>
                        <a:cs typeface="+mn-cs"/>
                      </a:endParaRPr>
                    </a:p>
                    <a:p>
                      <a:r>
                        <a:rPr kumimoji="0" lang="en-US" sz="1400" b="0" i="0" kern="1200" dirty="0">
                          <a:solidFill>
                            <a:schemeClr val="tx1"/>
                          </a:solidFill>
                          <a:effectLst/>
                          <a:latin typeface="Consolas" panose="020B0609020204030204" pitchFamily="49" charset="0"/>
                          <a:ea typeface="+mn-ea"/>
                          <a:cs typeface="+mn-cs"/>
                        </a:rPr>
                        <a:t>  return c;</a:t>
                      </a:r>
                    </a:p>
                    <a:p>
                      <a:r>
                        <a:rPr kumimoji="0" lang="en-US" sz="1400" b="0" i="0" kern="1200" dirty="0">
                          <a:solidFill>
                            <a:schemeClr val="tx1"/>
                          </a:solidFill>
                          <a:effectLst/>
                          <a:latin typeface="Consolas" panose="020B0609020204030204" pitchFamily="49" charset="0"/>
                          <a:ea typeface="+mn-ea"/>
                          <a:cs typeface="+mn-cs"/>
                        </a:rPr>
                        <a:t>}</a:t>
                      </a:r>
                    </a:p>
                  </a:txBody>
                  <a:tcPr marL="68580" marR="68580" marT="0" marB="0"/>
                </a:tc>
                <a:extLst>
                  <a:ext uri="{0D108BD9-81ED-4DB2-BD59-A6C34878D82A}">
                    <a16:rowId xmlns:a16="http://schemas.microsoft.com/office/drawing/2014/main" val="10001"/>
                  </a:ext>
                </a:extLst>
              </a:tr>
            </a:tbl>
          </a:graphicData>
        </a:graphic>
      </p:graphicFrame>
      <p:graphicFrame>
        <p:nvGraphicFramePr>
          <p:cNvPr id="4" name="Table 3">
            <a:extLst>
              <a:ext uri="{FF2B5EF4-FFF2-40B4-BE49-F238E27FC236}">
                <a16:creationId xmlns:a16="http://schemas.microsoft.com/office/drawing/2014/main" id="{058C7988-0F62-036F-DDF3-1121F4620528}"/>
              </a:ext>
            </a:extLst>
          </p:cNvPr>
          <p:cNvGraphicFramePr>
            <a:graphicFrameLocks noGrp="1"/>
          </p:cNvGraphicFramePr>
          <p:nvPr>
            <p:extLst>
              <p:ext uri="{D42A27DB-BD31-4B8C-83A1-F6EECF244321}">
                <p14:modId xmlns:p14="http://schemas.microsoft.com/office/powerpoint/2010/main" val="3738326912"/>
              </p:ext>
            </p:extLst>
          </p:nvPr>
        </p:nvGraphicFramePr>
        <p:xfrm>
          <a:off x="459658" y="3112813"/>
          <a:ext cx="6474542" cy="2590800"/>
        </p:xfrm>
        <a:graphic>
          <a:graphicData uri="http://schemas.openxmlformats.org/drawingml/2006/table">
            <a:tbl>
              <a:tblPr firstRow="1" firstCol="1" bandRow="1">
                <a:tableStyleId>{5940675A-B579-460E-94D1-54222C63F5DA}</a:tableStyleId>
              </a:tblPr>
              <a:tblGrid>
                <a:gridCol w="6474542">
                  <a:extLst>
                    <a:ext uri="{9D8B030D-6E8A-4147-A177-3AD203B41FA5}">
                      <a16:colId xmlns:a16="http://schemas.microsoft.com/office/drawing/2014/main" val="20000"/>
                    </a:ext>
                  </a:extLst>
                </a:gridCol>
              </a:tblGrid>
              <a:tr h="175619">
                <a:tc>
                  <a:txBody>
                    <a:bodyPr/>
                    <a:lstStyle/>
                    <a:p>
                      <a:pPr marL="0" marR="0" algn="just">
                        <a:spcBef>
                          <a:spcPts val="0"/>
                        </a:spcBef>
                        <a:spcAft>
                          <a:spcPts val="0"/>
                        </a:spcAft>
                      </a:pPr>
                      <a:r>
                        <a:rPr lang="en-US" sz="1600" b="1" dirty="0">
                          <a:solidFill>
                            <a:schemeClr val="bg1"/>
                          </a:solidFill>
                          <a:effectLst/>
                          <a:latin typeface="Consolas" panose="020B0609020204030204" pitchFamily="49" charset="0"/>
                          <a:cs typeface="Consolas" panose="020B0609020204030204" pitchFamily="49" charset="0"/>
                        </a:rPr>
                        <a:t>Calle</a:t>
                      </a:r>
                      <a:r>
                        <a:rPr lang="en-US" altLang="zh-CN" sz="1600" b="1" dirty="0">
                          <a:solidFill>
                            <a:schemeClr val="bg1"/>
                          </a:solidFill>
                          <a:effectLst/>
                          <a:latin typeface="Consolas" panose="020B0609020204030204" pitchFamily="49" charset="0"/>
                          <a:cs typeface="Consolas" panose="020B0609020204030204" pitchFamily="49" charset="0"/>
                        </a:rPr>
                        <a:t>e</a:t>
                      </a:r>
                      <a:r>
                        <a:rPr lang="en-US" sz="1600" b="1" dirty="0">
                          <a:solidFill>
                            <a:schemeClr val="bg1"/>
                          </a:solidFill>
                          <a:effectLst/>
                          <a:latin typeface="Consolas" panose="020B0609020204030204" pitchFamily="49" charset="0"/>
                          <a:cs typeface="Consolas" panose="020B0609020204030204" pitchFamily="49" charset="0"/>
                        </a:rPr>
                        <a:t> Program Assembly</a:t>
                      </a:r>
                      <a:endParaRPr lang="en-US" sz="16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solidFill>
                      <a:schemeClr val="accent1"/>
                    </a:solidFill>
                  </a:tcPr>
                </a:tc>
                <a:extLst>
                  <a:ext uri="{0D108BD9-81ED-4DB2-BD59-A6C34878D82A}">
                    <a16:rowId xmlns:a16="http://schemas.microsoft.com/office/drawing/2014/main" val="10000"/>
                  </a:ext>
                </a:extLst>
              </a:tr>
              <a:tr h="1805581">
                <a:tc>
                  <a:txBody>
                    <a:bodyPr/>
                    <a:lstStyle/>
                    <a:p>
                      <a:r>
                        <a:rPr kumimoji="0" lang="en-US" sz="1400" b="0" i="0" kern="1200" dirty="0">
                          <a:solidFill>
                            <a:schemeClr val="tx1"/>
                          </a:solidFill>
                          <a:effectLst/>
                          <a:latin typeface="Consolas" panose="020B0609020204030204" pitchFamily="49" charset="0"/>
                          <a:ea typeface="+mn-ea"/>
                          <a:cs typeface="+mn-cs"/>
                        </a:rPr>
                        <a:t> .text</a:t>
                      </a:r>
                    </a:p>
                    <a:p>
                      <a:r>
                        <a:rPr kumimoji="0" lang="en-US" sz="1400" b="0" i="0" kern="1200" dirty="0">
                          <a:solidFill>
                            <a:schemeClr val="tx1"/>
                          </a:solidFill>
                          <a:effectLst/>
                          <a:latin typeface="Consolas" panose="020B0609020204030204" pitchFamily="49" charset="0"/>
                          <a:ea typeface="+mn-ea"/>
                          <a:cs typeface="+mn-cs"/>
                        </a:rPr>
                        <a:t>    .global </a:t>
                      </a:r>
                      <a:r>
                        <a:rPr kumimoji="0" lang="en-US" sz="1400" b="0" i="0" kern="1200" dirty="0" err="1">
                          <a:solidFill>
                            <a:schemeClr val="tx1"/>
                          </a:solidFill>
                          <a:effectLst/>
                          <a:latin typeface="Consolas" panose="020B0609020204030204" pitchFamily="49" charset="0"/>
                          <a:ea typeface="+mn-ea"/>
                          <a:cs typeface="+mn-cs"/>
                        </a:rPr>
                        <a:t>toLower</a:t>
                      </a:r>
                      <a:endParaRPr kumimoji="0" lang="en-US" sz="1400" b="0" i="0" kern="1200" dirty="0">
                        <a:solidFill>
                          <a:schemeClr val="tx1"/>
                        </a:solidFill>
                        <a:effectLst/>
                        <a:latin typeface="Consolas" panose="020B0609020204030204" pitchFamily="49" charset="0"/>
                        <a:ea typeface="+mn-ea"/>
                        <a:cs typeface="+mn-cs"/>
                      </a:endParaRPr>
                    </a:p>
                    <a:p>
                      <a:r>
                        <a:rPr kumimoji="0" lang="en-US" sz="1400" b="0" i="0" kern="1200" dirty="0" err="1">
                          <a:solidFill>
                            <a:schemeClr val="tx1"/>
                          </a:solidFill>
                          <a:effectLst/>
                          <a:latin typeface="Consolas" panose="020B0609020204030204" pitchFamily="49" charset="0"/>
                          <a:ea typeface="+mn-ea"/>
                          <a:cs typeface="+mn-cs"/>
                        </a:rPr>
                        <a:t>toLower</a:t>
                      </a:r>
                      <a:r>
                        <a:rPr kumimoji="0" lang="en-US" sz="1400" b="0" i="0" kern="1200" dirty="0">
                          <a:solidFill>
                            <a:schemeClr val="tx1"/>
                          </a:solidFill>
                          <a:effectLst/>
                          <a:latin typeface="Consolas" panose="020B0609020204030204" pitchFamily="49" charset="0"/>
                          <a:ea typeface="+mn-ea"/>
                          <a:cs typeface="+mn-cs"/>
                        </a:rPr>
                        <a:t>: </a:t>
                      </a:r>
                    </a:p>
                    <a:p>
                      <a:r>
                        <a:rPr kumimoji="0" lang="en-US" sz="1400" b="0" i="0" kern="1200" dirty="0">
                          <a:solidFill>
                            <a:schemeClr val="tx1"/>
                          </a:solidFill>
                          <a:effectLst/>
                          <a:latin typeface="Consolas" panose="020B0609020204030204" pitchFamily="49" charset="0"/>
                          <a:ea typeface="+mn-ea"/>
                          <a:cs typeface="+mn-cs"/>
                        </a:rPr>
                        <a:t>    </a:t>
                      </a:r>
                      <a:r>
                        <a:rPr kumimoji="0" lang="en-US" sz="1400" b="0" i="0" kern="1200" dirty="0" err="1">
                          <a:solidFill>
                            <a:schemeClr val="tx1"/>
                          </a:solidFill>
                          <a:effectLst/>
                          <a:latin typeface="Consolas" panose="020B0609020204030204" pitchFamily="49" charset="0"/>
                          <a:ea typeface="+mn-ea"/>
                          <a:cs typeface="+mn-cs"/>
                        </a:rPr>
                        <a:t>cmp</a:t>
                      </a:r>
                      <a:r>
                        <a:rPr kumimoji="0" lang="en-US" sz="1400" b="0" i="0" kern="1200" dirty="0">
                          <a:solidFill>
                            <a:schemeClr val="tx1"/>
                          </a:solidFill>
                          <a:effectLst/>
                          <a:latin typeface="Consolas" panose="020B0609020204030204" pitchFamily="49" charset="0"/>
                          <a:ea typeface="+mn-ea"/>
                          <a:cs typeface="+mn-cs"/>
                        </a:rPr>
                        <a:t>     r0, #'A'                @ if c &lt; 'A' -&gt; </a:t>
                      </a:r>
                      <a:r>
                        <a:rPr kumimoji="0" lang="en-US" sz="1400" b="0" i="0" kern="1200" dirty="0" err="1">
                          <a:solidFill>
                            <a:schemeClr val="tx1"/>
                          </a:solidFill>
                          <a:effectLst/>
                          <a:latin typeface="Consolas" panose="020B0609020204030204" pitchFamily="49" charset="0"/>
                          <a:ea typeface="+mn-ea"/>
                          <a:cs typeface="+mn-cs"/>
                        </a:rPr>
                        <a:t>skip_adjust</a:t>
                      </a:r>
                      <a:endParaRPr kumimoji="0" lang="en-US" sz="1400" b="0" i="0" kern="1200" dirty="0">
                        <a:solidFill>
                          <a:schemeClr val="tx1"/>
                        </a:solidFill>
                        <a:effectLst/>
                        <a:latin typeface="Consolas" panose="020B0609020204030204" pitchFamily="49" charset="0"/>
                        <a:ea typeface="+mn-ea"/>
                        <a:cs typeface="+mn-cs"/>
                      </a:endParaRPr>
                    </a:p>
                    <a:p>
                      <a:r>
                        <a:rPr kumimoji="0" lang="en-US" sz="1400" b="0" i="0" kern="1200" dirty="0">
                          <a:solidFill>
                            <a:schemeClr val="tx1"/>
                          </a:solidFill>
                          <a:effectLst/>
                          <a:latin typeface="Consolas" panose="020B0609020204030204" pitchFamily="49" charset="0"/>
                          <a:ea typeface="+mn-ea"/>
                          <a:cs typeface="+mn-cs"/>
                        </a:rPr>
                        <a:t>    </a:t>
                      </a:r>
                      <a:r>
                        <a:rPr kumimoji="0" lang="en-US" sz="1400" b="0" i="0" kern="1200" dirty="0" err="1">
                          <a:solidFill>
                            <a:schemeClr val="tx1"/>
                          </a:solidFill>
                          <a:effectLst/>
                          <a:latin typeface="Consolas" panose="020B0609020204030204" pitchFamily="49" charset="0"/>
                          <a:ea typeface="+mn-ea"/>
                          <a:cs typeface="+mn-cs"/>
                        </a:rPr>
                        <a:t>blt</a:t>
                      </a:r>
                      <a:r>
                        <a:rPr kumimoji="0" lang="en-US" sz="1400" b="0" i="0" kern="1200" dirty="0">
                          <a:solidFill>
                            <a:schemeClr val="tx1"/>
                          </a:solidFill>
                          <a:effectLst/>
                          <a:latin typeface="Consolas" panose="020B0609020204030204" pitchFamily="49" charset="0"/>
                          <a:ea typeface="+mn-ea"/>
                          <a:cs typeface="+mn-cs"/>
                        </a:rPr>
                        <a:t>     </a:t>
                      </a:r>
                      <a:r>
                        <a:rPr kumimoji="0" lang="en-US" sz="1400" b="0" i="0" kern="1200" dirty="0" err="1">
                          <a:solidFill>
                            <a:schemeClr val="tx1"/>
                          </a:solidFill>
                          <a:effectLst/>
                          <a:latin typeface="Consolas" panose="020B0609020204030204" pitchFamily="49" charset="0"/>
                          <a:ea typeface="+mn-ea"/>
                          <a:cs typeface="+mn-cs"/>
                        </a:rPr>
                        <a:t>skip_adjust</a:t>
                      </a:r>
                      <a:endParaRPr kumimoji="0" lang="en-US" sz="1400" b="0" i="0" kern="1200" dirty="0">
                        <a:solidFill>
                          <a:schemeClr val="tx1"/>
                        </a:solidFill>
                        <a:effectLst/>
                        <a:latin typeface="Consolas" panose="020B0609020204030204" pitchFamily="49" charset="0"/>
                        <a:ea typeface="+mn-ea"/>
                        <a:cs typeface="+mn-cs"/>
                      </a:endParaRPr>
                    </a:p>
                    <a:p>
                      <a:r>
                        <a:rPr kumimoji="0" lang="en-US" sz="1400" b="0" i="0" kern="1200" dirty="0">
                          <a:solidFill>
                            <a:schemeClr val="tx1"/>
                          </a:solidFill>
                          <a:effectLst/>
                          <a:latin typeface="Consolas" panose="020B0609020204030204" pitchFamily="49" charset="0"/>
                          <a:ea typeface="+mn-ea"/>
                          <a:cs typeface="+mn-cs"/>
                        </a:rPr>
                        <a:t>    </a:t>
                      </a:r>
                      <a:r>
                        <a:rPr kumimoji="0" lang="en-US" sz="1400" b="0" i="0" kern="1200" dirty="0" err="1">
                          <a:solidFill>
                            <a:schemeClr val="tx1"/>
                          </a:solidFill>
                          <a:effectLst/>
                          <a:latin typeface="Consolas" panose="020B0609020204030204" pitchFamily="49" charset="0"/>
                          <a:ea typeface="+mn-ea"/>
                          <a:cs typeface="+mn-cs"/>
                        </a:rPr>
                        <a:t>cmp</a:t>
                      </a:r>
                      <a:r>
                        <a:rPr kumimoji="0" lang="en-US" sz="1400" b="0" i="0" kern="1200" dirty="0">
                          <a:solidFill>
                            <a:schemeClr val="tx1"/>
                          </a:solidFill>
                          <a:effectLst/>
                          <a:latin typeface="Consolas" panose="020B0609020204030204" pitchFamily="49" charset="0"/>
                          <a:ea typeface="+mn-ea"/>
                          <a:cs typeface="+mn-cs"/>
                        </a:rPr>
                        <a:t>     r0, #'Z'                @ if c &gt; 'Z' -&gt; </a:t>
                      </a:r>
                      <a:r>
                        <a:rPr kumimoji="0" lang="en-US" sz="1400" b="0" i="0" kern="1200" dirty="0" err="1">
                          <a:solidFill>
                            <a:schemeClr val="tx1"/>
                          </a:solidFill>
                          <a:effectLst/>
                          <a:latin typeface="Consolas" panose="020B0609020204030204" pitchFamily="49" charset="0"/>
                          <a:ea typeface="+mn-ea"/>
                          <a:cs typeface="+mn-cs"/>
                        </a:rPr>
                        <a:t>skip_adjust</a:t>
                      </a:r>
                      <a:endParaRPr kumimoji="0" lang="en-US" sz="1400" b="0" i="0" kern="1200" dirty="0">
                        <a:solidFill>
                          <a:schemeClr val="tx1"/>
                        </a:solidFill>
                        <a:effectLst/>
                        <a:latin typeface="Consolas" panose="020B0609020204030204" pitchFamily="49" charset="0"/>
                        <a:ea typeface="+mn-ea"/>
                        <a:cs typeface="+mn-cs"/>
                      </a:endParaRPr>
                    </a:p>
                    <a:p>
                      <a:r>
                        <a:rPr kumimoji="0" lang="en-US" sz="1400" b="0" i="0" kern="1200" dirty="0">
                          <a:solidFill>
                            <a:schemeClr val="tx1"/>
                          </a:solidFill>
                          <a:effectLst/>
                          <a:latin typeface="Consolas" panose="020B0609020204030204" pitchFamily="49" charset="0"/>
                          <a:ea typeface="+mn-ea"/>
                          <a:cs typeface="+mn-cs"/>
                        </a:rPr>
                        <a:t>    </a:t>
                      </a:r>
                      <a:r>
                        <a:rPr kumimoji="0" lang="en-US" sz="1400" b="0" i="0" kern="1200" dirty="0" err="1">
                          <a:solidFill>
                            <a:schemeClr val="tx1"/>
                          </a:solidFill>
                          <a:effectLst/>
                          <a:latin typeface="Consolas" panose="020B0609020204030204" pitchFamily="49" charset="0"/>
                          <a:ea typeface="+mn-ea"/>
                          <a:cs typeface="+mn-cs"/>
                        </a:rPr>
                        <a:t>bgt</a:t>
                      </a:r>
                      <a:r>
                        <a:rPr kumimoji="0" lang="en-US" sz="1400" b="0" i="0" kern="1200" dirty="0">
                          <a:solidFill>
                            <a:schemeClr val="tx1"/>
                          </a:solidFill>
                          <a:effectLst/>
                          <a:latin typeface="Consolas" panose="020B0609020204030204" pitchFamily="49" charset="0"/>
                          <a:ea typeface="+mn-ea"/>
                          <a:cs typeface="+mn-cs"/>
                        </a:rPr>
                        <a:t>     </a:t>
                      </a:r>
                      <a:r>
                        <a:rPr kumimoji="0" lang="en-US" sz="1400" b="0" i="0" kern="1200" dirty="0" err="1">
                          <a:solidFill>
                            <a:schemeClr val="tx1"/>
                          </a:solidFill>
                          <a:effectLst/>
                          <a:latin typeface="Consolas" panose="020B0609020204030204" pitchFamily="49" charset="0"/>
                          <a:ea typeface="+mn-ea"/>
                          <a:cs typeface="+mn-cs"/>
                        </a:rPr>
                        <a:t>skip_adjust</a:t>
                      </a:r>
                      <a:endParaRPr kumimoji="0" lang="en-US" sz="1400" b="0" i="0" kern="1200" dirty="0">
                        <a:solidFill>
                          <a:schemeClr val="tx1"/>
                        </a:solidFill>
                        <a:effectLst/>
                        <a:latin typeface="Consolas" panose="020B0609020204030204" pitchFamily="49" charset="0"/>
                        <a:ea typeface="+mn-ea"/>
                        <a:cs typeface="+mn-cs"/>
                      </a:endParaRPr>
                    </a:p>
                    <a:p>
                      <a:r>
                        <a:rPr kumimoji="0" lang="en-US" sz="1400" b="0" i="0" kern="1200" dirty="0">
                          <a:solidFill>
                            <a:schemeClr val="tx1"/>
                          </a:solidFill>
                          <a:effectLst/>
                          <a:latin typeface="Consolas" panose="020B0609020204030204" pitchFamily="49" charset="0"/>
                          <a:ea typeface="+mn-ea"/>
                          <a:cs typeface="+mn-cs"/>
                        </a:rPr>
                        <a:t>    add     r0, r0, #('a' - 'A')    @ c += 32</a:t>
                      </a:r>
                    </a:p>
                    <a:p>
                      <a:endParaRPr kumimoji="0" lang="en-US" sz="1400" b="0" i="0" kern="1200" dirty="0">
                        <a:solidFill>
                          <a:schemeClr val="tx1"/>
                        </a:solidFill>
                        <a:effectLst/>
                        <a:latin typeface="Consolas" panose="020B0609020204030204" pitchFamily="49" charset="0"/>
                        <a:ea typeface="+mn-ea"/>
                        <a:cs typeface="+mn-cs"/>
                      </a:endParaRPr>
                    </a:p>
                    <a:p>
                      <a:r>
                        <a:rPr kumimoji="0" lang="en-US" sz="1400" b="0" i="0" kern="1200" dirty="0" err="1">
                          <a:solidFill>
                            <a:schemeClr val="tx1"/>
                          </a:solidFill>
                          <a:effectLst/>
                          <a:latin typeface="Consolas" panose="020B0609020204030204" pitchFamily="49" charset="0"/>
                          <a:ea typeface="+mn-ea"/>
                          <a:cs typeface="+mn-cs"/>
                        </a:rPr>
                        <a:t>skip_adjust</a:t>
                      </a:r>
                      <a:r>
                        <a:rPr kumimoji="0" lang="en-US" sz="1400" b="0" i="0" kern="1200" dirty="0">
                          <a:solidFill>
                            <a:schemeClr val="tx1"/>
                          </a:solidFill>
                          <a:effectLst/>
                          <a:latin typeface="Consolas" panose="020B0609020204030204" pitchFamily="49" charset="0"/>
                          <a:ea typeface="+mn-ea"/>
                          <a:cs typeface="+mn-cs"/>
                        </a:rPr>
                        <a:t>:</a:t>
                      </a:r>
                    </a:p>
                    <a:p>
                      <a:r>
                        <a:rPr kumimoji="0" lang="en-US" sz="1400" b="0" i="0" kern="1200" dirty="0">
                          <a:solidFill>
                            <a:schemeClr val="tx1"/>
                          </a:solidFill>
                          <a:effectLst/>
                          <a:latin typeface="Consolas" panose="020B0609020204030204" pitchFamily="49" charset="0"/>
                          <a:ea typeface="+mn-ea"/>
                          <a:cs typeface="+mn-cs"/>
                        </a:rPr>
                        <a:t>    bx      </a:t>
                      </a:r>
                      <a:r>
                        <a:rPr kumimoji="0" lang="en-US" sz="1400" b="0" i="0" kern="1200" dirty="0" err="1">
                          <a:solidFill>
                            <a:schemeClr val="tx1"/>
                          </a:solidFill>
                          <a:effectLst/>
                          <a:latin typeface="Consolas" panose="020B0609020204030204" pitchFamily="49" charset="0"/>
                          <a:ea typeface="+mn-ea"/>
                          <a:cs typeface="+mn-cs"/>
                        </a:rPr>
                        <a:t>lr</a:t>
                      </a:r>
                      <a:endParaRPr kumimoji="0" lang="en-US" sz="1400" b="0" i="0" kern="1200" dirty="0">
                        <a:solidFill>
                          <a:schemeClr val="tx1"/>
                        </a:solidFill>
                        <a:effectLst/>
                        <a:latin typeface="Consolas" panose="020B0609020204030204" pitchFamily="49" charset="0"/>
                        <a:ea typeface="+mn-ea"/>
                        <a:cs typeface="+mn-cs"/>
                      </a:endParaRPr>
                    </a:p>
                  </a:txBody>
                  <a:tcPr marL="68580" marR="68580" marT="0" marB="0"/>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62361861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0EADDE-B5E4-F571-7D39-10F7E6EFD50E}"/>
              </a:ext>
            </a:extLst>
          </p:cNvPr>
          <p:cNvSpPr>
            <a:spLocks noGrp="1"/>
          </p:cNvSpPr>
          <p:nvPr>
            <p:ph type="title"/>
          </p:nvPr>
        </p:nvSpPr>
        <p:spPr/>
        <p:txBody>
          <a:bodyPr/>
          <a:lstStyle/>
          <a:p>
            <a:r>
              <a:rPr lang="en-US" dirty="0"/>
              <a:t>If Then Else</a:t>
            </a:r>
          </a:p>
        </p:txBody>
      </p:sp>
      <p:sp>
        <p:nvSpPr>
          <p:cNvPr id="3" name="Slide Number Placeholder 2">
            <a:extLst>
              <a:ext uri="{FF2B5EF4-FFF2-40B4-BE49-F238E27FC236}">
                <a16:creationId xmlns:a16="http://schemas.microsoft.com/office/drawing/2014/main" id="{F09614DF-7D37-017A-6AE1-CB37C3AAF956}"/>
              </a:ext>
            </a:extLst>
          </p:cNvPr>
          <p:cNvSpPr>
            <a:spLocks noGrp="1"/>
          </p:cNvSpPr>
          <p:nvPr>
            <p:ph type="sldNum" sz="quarter" idx="12"/>
          </p:nvPr>
        </p:nvSpPr>
        <p:spPr/>
        <p:txBody>
          <a:bodyPr/>
          <a:lstStyle/>
          <a:p>
            <a:fld id="{EA7C8D44-3667-46F6-9772-CC52308E2A7F}" type="slidenum">
              <a:rPr kumimoji="0" lang="en-US" smtClean="0"/>
              <a:pPr/>
              <a:t>23</a:t>
            </a:fld>
            <a:endParaRPr kumimoji="0" lang="en-US" dirty="0"/>
          </a:p>
        </p:txBody>
      </p:sp>
      <p:sp>
        <p:nvSpPr>
          <p:cNvPr id="4" name="Content Placeholder 3">
            <a:extLst>
              <a:ext uri="{FF2B5EF4-FFF2-40B4-BE49-F238E27FC236}">
                <a16:creationId xmlns:a16="http://schemas.microsoft.com/office/drawing/2014/main" id="{86CB5709-ADC9-6526-7743-1565742B86E0}"/>
              </a:ext>
            </a:extLst>
          </p:cNvPr>
          <p:cNvSpPr>
            <a:spLocks noGrp="1"/>
          </p:cNvSpPr>
          <p:nvPr>
            <p:ph sz="quarter" idx="1"/>
          </p:nvPr>
        </p:nvSpPr>
        <p:spPr/>
        <p:txBody>
          <a:bodyPr>
            <a:normAutofit/>
          </a:bodyPr>
          <a:lstStyle/>
          <a:p>
            <a:r>
              <a:rPr lang="en-US" dirty="0"/>
              <a:t>Translate the following program into ARMv7 assembly. </a:t>
            </a:r>
          </a:p>
          <a:p>
            <a:endParaRPr lang="en-US" dirty="0"/>
          </a:p>
        </p:txBody>
      </p:sp>
      <p:graphicFrame>
        <p:nvGraphicFramePr>
          <p:cNvPr id="5" name="Table 4">
            <a:extLst>
              <a:ext uri="{FF2B5EF4-FFF2-40B4-BE49-F238E27FC236}">
                <a16:creationId xmlns:a16="http://schemas.microsoft.com/office/drawing/2014/main" id="{D029E53D-EF51-C81E-B5A8-ACE61F697AF7}"/>
              </a:ext>
            </a:extLst>
          </p:cNvPr>
          <p:cNvGraphicFramePr>
            <a:graphicFrameLocks noGrp="1"/>
          </p:cNvGraphicFramePr>
          <p:nvPr>
            <p:extLst>
              <p:ext uri="{D42A27DB-BD31-4B8C-83A1-F6EECF244321}">
                <p14:modId xmlns:p14="http://schemas.microsoft.com/office/powerpoint/2010/main" val="1823502087"/>
              </p:ext>
            </p:extLst>
          </p:nvPr>
        </p:nvGraphicFramePr>
        <p:xfrm>
          <a:off x="1295400" y="2438400"/>
          <a:ext cx="6400800" cy="1706880"/>
        </p:xfrm>
        <a:graphic>
          <a:graphicData uri="http://schemas.openxmlformats.org/drawingml/2006/table">
            <a:tbl>
              <a:tblPr firstRow="1" firstCol="1" bandRow="1">
                <a:tableStyleId>{5940675A-B579-460E-94D1-54222C63F5DA}</a:tableStyleId>
              </a:tblPr>
              <a:tblGrid>
                <a:gridCol w="3200400">
                  <a:extLst>
                    <a:ext uri="{9D8B030D-6E8A-4147-A177-3AD203B41FA5}">
                      <a16:colId xmlns:a16="http://schemas.microsoft.com/office/drawing/2014/main" val="2763064386"/>
                    </a:ext>
                  </a:extLst>
                </a:gridCol>
                <a:gridCol w="3200400">
                  <a:extLst>
                    <a:ext uri="{9D8B030D-6E8A-4147-A177-3AD203B41FA5}">
                      <a16:colId xmlns:a16="http://schemas.microsoft.com/office/drawing/2014/main" val="717490994"/>
                    </a:ext>
                  </a:extLst>
                </a:gridCol>
              </a:tblGrid>
              <a:tr h="197961">
                <a:tc>
                  <a:txBody>
                    <a:bodyPr/>
                    <a:lstStyle/>
                    <a:p>
                      <a:pPr marL="0" marR="0" algn="just">
                        <a:spcBef>
                          <a:spcPts val="0"/>
                        </a:spcBef>
                        <a:spcAft>
                          <a:spcPts val="0"/>
                        </a:spcAft>
                      </a:pPr>
                      <a:r>
                        <a:rPr lang="en-US" sz="1400" b="1" dirty="0">
                          <a:solidFill>
                            <a:schemeClr val="bg1"/>
                          </a:solidFill>
                          <a:effectLst/>
                          <a:latin typeface="Consolas" panose="020B0609020204030204" pitchFamily="49" charset="0"/>
                          <a:ea typeface="宋体"/>
                          <a:cs typeface="Consolas" panose="020B0609020204030204" pitchFamily="49" charset="0"/>
                        </a:rPr>
                        <a:t>C Program </a:t>
                      </a:r>
                    </a:p>
                  </a:txBody>
                  <a:tcPr marL="68580" marR="68580" marT="0" marB="0">
                    <a:solidFill>
                      <a:schemeClr val="accent1"/>
                    </a:solidFill>
                  </a:tcPr>
                </a:tc>
                <a:tc>
                  <a:txBody>
                    <a:bodyPr/>
                    <a:lstStyle/>
                    <a:p>
                      <a:pPr marL="0" marR="0" algn="just">
                        <a:spcBef>
                          <a:spcPts val="0"/>
                        </a:spcBef>
                        <a:spcAft>
                          <a:spcPts val="0"/>
                        </a:spcAft>
                      </a:pPr>
                      <a:r>
                        <a:rPr lang="en-US" sz="1400" b="1" dirty="0">
                          <a:solidFill>
                            <a:schemeClr val="bg1"/>
                          </a:solidFill>
                          <a:effectLst/>
                          <a:latin typeface="Consolas" panose="020B0609020204030204" pitchFamily="49" charset="0"/>
                          <a:cs typeface="Consolas" panose="020B0609020204030204" pitchFamily="49" charset="0"/>
                        </a:rPr>
                        <a:t>Assembly Program</a:t>
                      </a:r>
                      <a:endParaRPr lang="en-US" sz="14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solidFill>
                      <a:schemeClr val="accent1"/>
                    </a:solidFill>
                  </a:tcPr>
                </a:tc>
                <a:extLst>
                  <a:ext uri="{0D108BD9-81ED-4DB2-BD59-A6C34878D82A}">
                    <a16:rowId xmlns:a16="http://schemas.microsoft.com/office/drawing/2014/main" val="499141511"/>
                  </a:ext>
                </a:extLst>
              </a:tr>
              <a:tr h="1385729">
                <a:tc>
                  <a:txBody>
                    <a:bodyPr/>
                    <a:lstStyle/>
                    <a:p>
                      <a:r>
                        <a:rPr lang="en-US" sz="1400" dirty="0"/>
                        <a:t>int foo(int x, int y) {</a:t>
                      </a:r>
                    </a:p>
                    <a:p>
                      <a:r>
                        <a:rPr lang="en-US" sz="1400" dirty="0"/>
                        <a:t>  if (</a:t>
                      </a:r>
                      <a:r>
                        <a:rPr lang="en-US" sz="1400" dirty="0" err="1"/>
                        <a:t>x+y</a:t>
                      </a:r>
                      <a:r>
                        <a:rPr lang="en-US" sz="1400" dirty="0"/>
                        <a:t> &lt; 0) </a:t>
                      </a:r>
                    </a:p>
                    <a:p>
                      <a:r>
                        <a:rPr lang="en-US" sz="1400" dirty="0"/>
                        <a:t>  return 0;</a:t>
                      </a:r>
                    </a:p>
                    <a:p>
                      <a:r>
                        <a:rPr lang="en-US" sz="1400" dirty="0"/>
                        <a:t>else </a:t>
                      </a:r>
                    </a:p>
                    <a:p>
                      <a:r>
                        <a:rPr lang="en-US" sz="1400" dirty="0"/>
                        <a:t>  return 1;</a:t>
                      </a:r>
                    </a:p>
                    <a:p>
                      <a:r>
                        <a:rPr lang="en-US" sz="1400" dirty="0"/>
                        <a:t>}</a:t>
                      </a:r>
                    </a:p>
                    <a:p>
                      <a:endParaRPr lang="en-US" sz="1400" dirty="0"/>
                    </a:p>
                  </a:txBody>
                  <a:tcPr marL="68580" marR="68580" marT="0" marB="0"/>
                </a:tc>
                <a:tc>
                  <a:txBody>
                    <a:bodyPr/>
                    <a:lstStyle/>
                    <a:p>
                      <a:r>
                        <a:rPr lang="en-US" sz="1400" dirty="0"/>
                        <a:t>@ int foo(int x, int y) - returns 0 if (</a:t>
                      </a:r>
                      <a:r>
                        <a:rPr lang="en-US" sz="1400" dirty="0" err="1"/>
                        <a:t>x+y</a:t>
                      </a:r>
                      <a:r>
                        <a:rPr lang="en-US" sz="1400" dirty="0"/>
                        <a:t>) &lt; 0, else 1</a:t>
                      </a:r>
                    </a:p>
                    <a:p>
                      <a:r>
                        <a:rPr lang="en-US" sz="1400" dirty="0"/>
                        <a:t>@ x in r0, y in r1, return in r0</a:t>
                      </a:r>
                    </a:p>
                    <a:p>
                      <a:r>
                        <a:rPr lang="en-US" sz="1400" dirty="0"/>
                        <a:t>foo:</a:t>
                      </a:r>
                    </a:p>
                    <a:p>
                      <a:r>
                        <a:rPr lang="en-US" sz="1400" dirty="0"/>
                        <a:t>  …</a:t>
                      </a:r>
                    </a:p>
                    <a:p>
                      <a:r>
                        <a:rPr lang="en-US" sz="1400" dirty="0"/>
                        <a:t>  BX </a:t>
                      </a:r>
                      <a:r>
                        <a:rPr lang="en-US" sz="1400" dirty="0" err="1"/>
                        <a:t>lr</a:t>
                      </a:r>
                      <a:endParaRPr lang="en-US" sz="1400" dirty="0"/>
                    </a:p>
                  </a:txBody>
                  <a:tcPr marL="68580" marR="68580" marT="0" marB="0"/>
                </a:tc>
                <a:extLst>
                  <a:ext uri="{0D108BD9-81ED-4DB2-BD59-A6C34878D82A}">
                    <a16:rowId xmlns:a16="http://schemas.microsoft.com/office/drawing/2014/main" val="3148403928"/>
                  </a:ext>
                </a:extLst>
              </a:tr>
            </a:tbl>
          </a:graphicData>
        </a:graphic>
      </p:graphicFrame>
    </p:spTree>
    <p:extLst>
      <p:ext uri="{BB962C8B-B14F-4D97-AF65-F5344CB8AC3E}">
        <p14:creationId xmlns:p14="http://schemas.microsoft.com/office/powerpoint/2010/main" val="176706989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4D12DC-0F10-83D1-ABB7-CBAA3C868C79}"/>
              </a:ext>
            </a:extLst>
          </p:cNvPr>
          <p:cNvSpPr>
            <a:spLocks noGrp="1"/>
          </p:cNvSpPr>
          <p:nvPr>
            <p:ph type="title"/>
          </p:nvPr>
        </p:nvSpPr>
        <p:spPr>
          <a:xfrm>
            <a:off x="457200" y="135890"/>
            <a:ext cx="8229600" cy="924027"/>
          </a:xfrm>
        </p:spPr>
        <p:txBody>
          <a:bodyPr>
            <a:normAutofit/>
          </a:bodyPr>
          <a:lstStyle/>
          <a:p>
            <a:r>
              <a:rPr lang="en-US" dirty="0"/>
              <a:t>If Then Else ANS</a:t>
            </a:r>
          </a:p>
        </p:txBody>
      </p:sp>
      <p:sp>
        <p:nvSpPr>
          <p:cNvPr id="3" name="Slide Number Placeholder 2">
            <a:extLst>
              <a:ext uri="{FF2B5EF4-FFF2-40B4-BE49-F238E27FC236}">
                <a16:creationId xmlns:a16="http://schemas.microsoft.com/office/drawing/2014/main" id="{15F21901-5D89-CA2E-1399-0FE05B68EBA5}"/>
              </a:ext>
            </a:extLst>
          </p:cNvPr>
          <p:cNvSpPr>
            <a:spLocks noGrp="1"/>
          </p:cNvSpPr>
          <p:nvPr>
            <p:ph type="sldNum" sz="quarter" idx="12"/>
          </p:nvPr>
        </p:nvSpPr>
        <p:spPr/>
        <p:txBody>
          <a:bodyPr/>
          <a:lstStyle/>
          <a:p>
            <a:fld id="{EA7C8D44-3667-46F6-9772-CC52308E2A7F}" type="slidenum">
              <a:rPr kumimoji="0" lang="en-US" smtClean="0"/>
              <a:pPr/>
              <a:t>24</a:t>
            </a:fld>
            <a:endParaRPr kumimoji="0" lang="en-US" dirty="0"/>
          </a:p>
        </p:txBody>
      </p:sp>
      <p:graphicFrame>
        <p:nvGraphicFramePr>
          <p:cNvPr id="5" name="Table 4">
            <a:extLst>
              <a:ext uri="{FF2B5EF4-FFF2-40B4-BE49-F238E27FC236}">
                <a16:creationId xmlns:a16="http://schemas.microsoft.com/office/drawing/2014/main" id="{93A61E9E-B8DB-6D7F-89B8-C01FADC19FE2}"/>
              </a:ext>
            </a:extLst>
          </p:cNvPr>
          <p:cNvGraphicFramePr>
            <a:graphicFrameLocks noGrp="1"/>
          </p:cNvGraphicFramePr>
          <p:nvPr>
            <p:extLst>
              <p:ext uri="{D42A27DB-BD31-4B8C-83A1-F6EECF244321}">
                <p14:modId xmlns:p14="http://schemas.microsoft.com/office/powerpoint/2010/main" val="3547717032"/>
              </p:ext>
            </p:extLst>
          </p:nvPr>
        </p:nvGraphicFramePr>
        <p:xfrm>
          <a:off x="381000" y="1231490"/>
          <a:ext cx="4114800" cy="1706880"/>
        </p:xfrm>
        <a:graphic>
          <a:graphicData uri="http://schemas.openxmlformats.org/drawingml/2006/table">
            <a:tbl>
              <a:tblPr firstRow="1" firstCol="1" bandRow="1">
                <a:tableStyleId>{5940675A-B579-460E-94D1-54222C63F5DA}</a:tableStyleId>
              </a:tblPr>
              <a:tblGrid>
                <a:gridCol w="4114800">
                  <a:extLst>
                    <a:ext uri="{9D8B030D-6E8A-4147-A177-3AD203B41FA5}">
                      <a16:colId xmlns:a16="http://schemas.microsoft.com/office/drawing/2014/main" val="20000"/>
                    </a:ext>
                  </a:extLst>
                </a:gridCol>
              </a:tblGrid>
              <a:tr h="200818">
                <a:tc>
                  <a:txBody>
                    <a:bodyPr/>
                    <a:lstStyle/>
                    <a:p>
                      <a:pPr marL="0" marR="0" algn="just">
                        <a:spcBef>
                          <a:spcPts val="0"/>
                        </a:spcBef>
                        <a:spcAft>
                          <a:spcPts val="0"/>
                        </a:spcAft>
                      </a:pPr>
                      <a:r>
                        <a:rPr lang="en-US" sz="1400" b="1" dirty="0">
                          <a:solidFill>
                            <a:schemeClr val="bg1"/>
                          </a:solidFill>
                          <a:effectLst/>
                          <a:latin typeface="Consolas" panose="020B0609020204030204" pitchFamily="49" charset="0"/>
                          <a:cs typeface="Consolas" panose="020B0609020204030204" pitchFamily="49" charset="0"/>
                        </a:rPr>
                        <a:t>Straight-line with conditional execution</a:t>
                      </a:r>
                      <a:endParaRPr lang="en-US" sz="14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solidFill>
                      <a:schemeClr val="accent1"/>
                    </a:solidFill>
                  </a:tcPr>
                </a:tc>
                <a:extLst>
                  <a:ext uri="{0D108BD9-81ED-4DB2-BD59-A6C34878D82A}">
                    <a16:rowId xmlns:a16="http://schemas.microsoft.com/office/drawing/2014/main" val="10000"/>
                  </a:ext>
                </a:extLst>
              </a:tr>
              <a:tr h="1473501">
                <a:tc>
                  <a:txBody>
                    <a:bodyPr/>
                    <a:lstStyle/>
                    <a:p>
                      <a:r>
                        <a:rPr lang="en-US" sz="1400" dirty="0"/>
                        <a:t>foo:</a:t>
                      </a:r>
                      <a:br>
                        <a:rPr lang="en-US" sz="1400" dirty="0"/>
                      </a:br>
                      <a:r>
                        <a:rPr lang="en-US" sz="1400" dirty="0"/>
                        <a:t>    ADD     r2, r0, r1      ; r2 = x + y</a:t>
                      </a:r>
                      <a:br>
                        <a:rPr lang="en-US" sz="1400" dirty="0"/>
                      </a:br>
                      <a:r>
                        <a:rPr lang="en-US" sz="1400" dirty="0"/>
                        <a:t>    CMP     r2, #0          ; sets N,Z,V,C for signed compare to 0</a:t>
                      </a:r>
                      <a:br>
                        <a:rPr lang="en-US" sz="1400" dirty="0"/>
                      </a:br>
                      <a:r>
                        <a:rPr lang="en-US" sz="1400" dirty="0"/>
                        <a:t>    MOVLT   r0, #0        ; if (</a:t>
                      </a:r>
                      <a:r>
                        <a:rPr lang="en-US" sz="1400" dirty="0" err="1"/>
                        <a:t>x+y</a:t>
                      </a:r>
                      <a:r>
                        <a:rPr lang="en-US" sz="1400" dirty="0"/>
                        <a:t>) &lt; 0 -&gt; r0 = 0</a:t>
                      </a:r>
                      <a:br>
                        <a:rPr lang="en-US" sz="1400" dirty="0"/>
                      </a:br>
                      <a:r>
                        <a:rPr lang="en-US" sz="1400" dirty="0"/>
                        <a:t>    MOVGE   r0, #1       ; else r0 = 1</a:t>
                      </a:r>
                      <a:br>
                        <a:rPr lang="en-US" sz="1400" dirty="0"/>
                      </a:br>
                      <a:r>
                        <a:rPr lang="en-US" sz="1400" dirty="0"/>
                        <a:t>    BX      </a:t>
                      </a:r>
                      <a:r>
                        <a:rPr lang="en-US" sz="1400" dirty="0" err="1"/>
                        <a:t>lr</a:t>
                      </a:r>
                      <a:endParaRPr lang="en-US" sz="1400" dirty="0"/>
                    </a:p>
                  </a:txBody>
                  <a:tcPr marL="68580" marR="68580" marT="0" marB="0"/>
                </a:tc>
                <a:extLst>
                  <a:ext uri="{0D108BD9-81ED-4DB2-BD59-A6C34878D82A}">
                    <a16:rowId xmlns:a16="http://schemas.microsoft.com/office/drawing/2014/main" val="10001"/>
                  </a:ext>
                </a:extLst>
              </a:tr>
            </a:tbl>
          </a:graphicData>
        </a:graphic>
      </p:graphicFrame>
      <p:graphicFrame>
        <p:nvGraphicFramePr>
          <p:cNvPr id="6" name="Table 5">
            <a:extLst>
              <a:ext uri="{FF2B5EF4-FFF2-40B4-BE49-F238E27FC236}">
                <a16:creationId xmlns:a16="http://schemas.microsoft.com/office/drawing/2014/main" id="{08860993-5A4A-FDF2-164A-269A21C1476C}"/>
              </a:ext>
            </a:extLst>
          </p:cNvPr>
          <p:cNvGraphicFramePr>
            <a:graphicFrameLocks noGrp="1"/>
          </p:cNvGraphicFramePr>
          <p:nvPr>
            <p:extLst>
              <p:ext uri="{D42A27DB-BD31-4B8C-83A1-F6EECF244321}">
                <p14:modId xmlns:p14="http://schemas.microsoft.com/office/powerpoint/2010/main" val="3430121529"/>
              </p:ext>
            </p:extLst>
          </p:nvPr>
        </p:nvGraphicFramePr>
        <p:xfrm>
          <a:off x="381000" y="3203842"/>
          <a:ext cx="4114800" cy="2133600"/>
        </p:xfrm>
        <a:graphic>
          <a:graphicData uri="http://schemas.openxmlformats.org/drawingml/2006/table">
            <a:tbl>
              <a:tblPr firstRow="1" firstCol="1" bandRow="1">
                <a:tableStyleId>{5940675A-B579-460E-94D1-54222C63F5DA}</a:tableStyleId>
              </a:tblPr>
              <a:tblGrid>
                <a:gridCol w="4114800">
                  <a:extLst>
                    <a:ext uri="{9D8B030D-6E8A-4147-A177-3AD203B41FA5}">
                      <a16:colId xmlns:a16="http://schemas.microsoft.com/office/drawing/2014/main" val="20000"/>
                    </a:ext>
                  </a:extLst>
                </a:gridCol>
              </a:tblGrid>
              <a:tr h="200818">
                <a:tc>
                  <a:txBody>
                    <a:bodyPr/>
                    <a:lstStyle/>
                    <a:p>
                      <a:pPr marL="0" marR="0" algn="just">
                        <a:spcBef>
                          <a:spcPts val="0"/>
                        </a:spcBef>
                        <a:spcAft>
                          <a:spcPts val="0"/>
                        </a:spcAft>
                      </a:pPr>
                      <a:r>
                        <a:rPr lang="en-US" sz="1400" b="1" dirty="0">
                          <a:solidFill>
                            <a:schemeClr val="bg1"/>
                          </a:solidFill>
                          <a:effectLst/>
                          <a:latin typeface="Consolas" panose="020B0609020204030204" pitchFamily="49" charset="0"/>
                          <a:ea typeface="宋体"/>
                          <a:cs typeface="Consolas" panose="020B0609020204030204" pitchFamily="49" charset="0"/>
                        </a:rPr>
                        <a:t>Conditional branch to label w/ CMP</a:t>
                      </a:r>
                    </a:p>
                  </a:txBody>
                  <a:tcPr marL="68580" marR="68580" marT="0" marB="0">
                    <a:solidFill>
                      <a:schemeClr val="accent1"/>
                    </a:solidFill>
                  </a:tcPr>
                </a:tc>
                <a:extLst>
                  <a:ext uri="{0D108BD9-81ED-4DB2-BD59-A6C34878D82A}">
                    <a16:rowId xmlns:a16="http://schemas.microsoft.com/office/drawing/2014/main" val="10000"/>
                  </a:ext>
                </a:extLst>
              </a:tr>
              <a:tr h="1473501">
                <a:tc>
                  <a:txBody>
                    <a:bodyPr/>
                    <a:lstStyle/>
                    <a:p>
                      <a:r>
                        <a:rPr lang="en-US" sz="1400" dirty="0"/>
                        <a:t>foo:</a:t>
                      </a:r>
                      <a:br>
                        <a:rPr lang="en-US" sz="1400" dirty="0"/>
                      </a:br>
                      <a:r>
                        <a:rPr lang="en-US" sz="1400" dirty="0"/>
                        <a:t>    ADD     r2, r0, r1</a:t>
                      </a:r>
                      <a:br>
                        <a:rPr lang="en-US" sz="1400" dirty="0"/>
                      </a:br>
                      <a:r>
                        <a:rPr lang="en-US" sz="1400" dirty="0"/>
                        <a:t>    CMP     r2, #0</a:t>
                      </a:r>
                      <a:br>
                        <a:rPr lang="en-US" sz="1400" dirty="0"/>
                      </a:br>
                      <a:r>
                        <a:rPr lang="en-US" sz="1400" dirty="0"/>
                        <a:t>    BLT     .</a:t>
                      </a:r>
                      <a:r>
                        <a:rPr lang="en-US" sz="1400" dirty="0" err="1"/>
                        <a:t>Lneg</a:t>
                      </a:r>
                      <a:br>
                        <a:rPr lang="en-US" sz="1400" dirty="0"/>
                      </a:br>
                      <a:r>
                        <a:rPr lang="en-US" sz="1400" dirty="0"/>
                        <a:t>    MOV     r0, #1</a:t>
                      </a:r>
                      <a:br>
                        <a:rPr lang="en-US" sz="1400" dirty="0"/>
                      </a:br>
                      <a:r>
                        <a:rPr lang="en-US" sz="1400" dirty="0"/>
                        <a:t>    BX      </a:t>
                      </a:r>
                      <a:r>
                        <a:rPr lang="en-US" sz="1400" dirty="0" err="1"/>
                        <a:t>lr</a:t>
                      </a:r>
                      <a:br>
                        <a:rPr lang="en-US" sz="1400" dirty="0"/>
                      </a:br>
                      <a:r>
                        <a:rPr lang="en-US" sz="1400" dirty="0"/>
                        <a:t>.</a:t>
                      </a:r>
                      <a:r>
                        <a:rPr lang="en-US" sz="1400" dirty="0" err="1"/>
                        <a:t>Lneg</a:t>
                      </a:r>
                      <a:r>
                        <a:rPr lang="en-US" sz="1400" dirty="0"/>
                        <a:t>:</a:t>
                      </a:r>
                      <a:br>
                        <a:rPr lang="en-US" sz="1400" dirty="0"/>
                      </a:br>
                      <a:r>
                        <a:rPr lang="en-US" sz="1400" dirty="0"/>
                        <a:t>    MOV     r0, #0</a:t>
                      </a:r>
                      <a:br>
                        <a:rPr lang="en-US" sz="1400" dirty="0"/>
                      </a:br>
                      <a:r>
                        <a:rPr lang="en-US" sz="1400" dirty="0"/>
                        <a:t>    BX      </a:t>
                      </a:r>
                      <a:r>
                        <a:rPr lang="en-US" sz="1400" dirty="0" err="1"/>
                        <a:t>lr</a:t>
                      </a:r>
                      <a:endParaRPr lang="pt-BR" sz="1400" dirty="0"/>
                    </a:p>
                  </a:txBody>
                  <a:tcPr marL="68580" marR="68580" marT="0" marB="0"/>
                </a:tc>
                <a:extLst>
                  <a:ext uri="{0D108BD9-81ED-4DB2-BD59-A6C34878D82A}">
                    <a16:rowId xmlns:a16="http://schemas.microsoft.com/office/drawing/2014/main" val="10001"/>
                  </a:ext>
                </a:extLst>
              </a:tr>
            </a:tbl>
          </a:graphicData>
        </a:graphic>
      </p:graphicFrame>
      <p:graphicFrame>
        <p:nvGraphicFramePr>
          <p:cNvPr id="8" name="Table 7">
            <a:extLst>
              <a:ext uri="{FF2B5EF4-FFF2-40B4-BE49-F238E27FC236}">
                <a16:creationId xmlns:a16="http://schemas.microsoft.com/office/drawing/2014/main" id="{4FA0E8AC-8701-8160-EFCF-45E03B551C1C}"/>
              </a:ext>
            </a:extLst>
          </p:cNvPr>
          <p:cNvGraphicFramePr>
            <a:graphicFrameLocks noGrp="1"/>
          </p:cNvGraphicFramePr>
          <p:nvPr>
            <p:extLst>
              <p:ext uri="{D42A27DB-BD31-4B8C-83A1-F6EECF244321}">
                <p14:modId xmlns:p14="http://schemas.microsoft.com/office/powerpoint/2010/main" val="231938974"/>
              </p:ext>
            </p:extLst>
          </p:nvPr>
        </p:nvGraphicFramePr>
        <p:xfrm>
          <a:off x="4724400" y="1219200"/>
          <a:ext cx="4114800" cy="1706880"/>
        </p:xfrm>
        <a:graphic>
          <a:graphicData uri="http://schemas.openxmlformats.org/drawingml/2006/table">
            <a:tbl>
              <a:tblPr firstRow="1" firstCol="1" bandRow="1">
                <a:tableStyleId>{5940675A-B579-460E-94D1-54222C63F5DA}</a:tableStyleId>
              </a:tblPr>
              <a:tblGrid>
                <a:gridCol w="4114800">
                  <a:extLst>
                    <a:ext uri="{9D8B030D-6E8A-4147-A177-3AD203B41FA5}">
                      <a16:colId xmlns:a16="http://schemas.microsoft.com/office/drawing/2014/main" val="20000"/>
                    </a:ext>
                  </a:extLst>
                </a:gridCol>
              </a:tblGrid>
              <a:tr h="200818">
                <a:tc>
                  <a:txBody>
                    <a:bodyPr/>
                    <a:lstStyle/>
                    <a:p>
                      <a:pPr marL="0" marR="0" algn="just">
                        <a:spcBef>
                          <a:spcPts val="0"/>
                        </a:spcBef>
                        <a:spcAft>
                          <a:spcPts val="0"/>
                        </a:spcAft>
                      </a:pPr>
                      <a:r>
                        <a:rPr lang="en-US" sz="1400" b="1" dirty="0">
                          <a:solidFill>
                            <a:schemeClr val="bg1"/>
                          </a:solidFill>
                          <a:effectLst/>
                          <a:latin typeface="Consolas" panose="020B0609020204030204" pitchFamily="49" charset="0"/>
                          <a:ea typeface="宋体"/>
                          <a:cs typeface="Consolas" panose="020B0609020204030204" pitchFamily="49" charset="0"/>
                        </a:rPr>
                        <a:t>Combine add and compare with ADDS</a:t>
                      </a:r>
                    </a:p>
                  </a:txBody>
                  <a:tcPr marL="68580" marR="68580" marT="0" marB="0">
                    <a:solidFill>
                      <a:schemeClr val="accent1"/>
                    </a:solidFill>
                  </a:tcPr>
                </a:tc>
                <a:extLst>
                  <a:ext uri="{0D108BD9-81ED-4DB2-BD59-A6C34878D82A}">
                    <a16:rowId xmlns:a16="http://schemas.microsoft.com/office/drawing/2014/main" val="10000"/>
                  </a:ext>
                </a:extLst>
              </a:tr>
              <a:tr h="147350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foo:</a:t>
                      </a:r>
                      <a:br>
                        <a:rPr lang="en-US" sz="1400" dirty="0"/>
                      </a:br>
                      <a:r>
                        <a:rPr lang="en-US" sz="1400" dirty="0"/>
                        <a:t>    ADDS    r2, r0, r1         ; r2 = x + y, sets flags from the sum</a:t>
                      </a:r>
                      <a:br>
                        <a:rPr lang="en-US" sz="1400" dirty="0"/>
                      </a:br>
                      <a:r>
                        <a:rPr lang="en-US" sz="1400" dirty="0"/>
                        <a:t>    MOVMI   r0, #0             ; MI means N==1 (negative)</a:t>
                      </a:r>
                      <a:br>
                        <a:rPr lang="en-US" sz="1400" dirty="0"/>
                      </a:br>
                      <a:r>
                        <a:rPr lang="en-US" sz="1400" dirty="0"/>
                        <a:t>    MOVPL   r0, #1             ; PL means N==0 (non-negative)</a:t>
                      </a:r>
                      <a:br>
                        <a:rPr lang="en-US" sz="1400" dirty="0"/>
                      </a:br>
                      <a:r>
                        <a:rPr lang="en-US" sz="1400" dirty="0"/>
                        <a:t>    BX      </a:t>
                      </a:r>
                      <a:r>
                        <a:rPr lang="en-US" sz="1400" dirty="0" err="1"/>
                        <a:t>lr</a:t>
                      </a:r>
                      <a:endParaRPr lang="en-US" sz="1400" dirty="0"/>
                    </a:p>
                  </a:txBody>
                  <a:tcPr marL="68580" marR="68580" marT="0" marB="0"/>
                </a:tc>
                <a:extLst>
                  <a:ext uri="{0D108BD9-81ED-4DB2-BD59-A6C34878D82A}">
                    <a16:rowId xmlns:a16="http://schemas.microsoft.com/office/drawing/2014/main" val="10001"/>
                  </a:ext>
                </a:extLst>
              </a:tr>
            </a:tbl>
          </a:graphicData>
        </a:graphic>
      </p:graphicFrame>
      <p:graphicFrame>
        <p:nvGraphicFramePr>
          <p:cNvPr id="9" name="Table 8">
            <a:extLst>
              <a:ext uri="{FF2B5EF4-FFF2-40B4-BE49-F238E27FC236}">
                <a16:creationId xmlns:a16="http://schemas.microsoft.com/office/drawing/2014/main" id="{744A4DBD-405A-5BB5-8DFC-2B3CDF03BE0C}"/>
              </a:ext>
            </a:extLst>
          </p:cNvPr>
          <p:cNvGraphicFramePr>
            <a:graphicFrameLocks noGrp="1"/>
          </p:cNvGraphicFramePr>
          <p:nvPr>
            <p:extLst>
              <p:ext uri="{D42A27DB-BD31-4B8C-83A1-F6EECF244321}">
                <p14:modId xmlns:p14="http://schemas.microsoft.com/office/powerpoint/2010/main" val="234074655"/>
              </p:ext>
            </p:extLst>
          </p:nvPr>
        </p:nvGraphicFramePr>
        <p:xfrm>
          <a:off x="4724400" y="2971800"/>
          <a:ext cx="4114800" cy="1390304"/>
        </p:xfrm>
        <a:graphic>
          <a:graphicData uri="http://schemas.openxmlformats.org/drawingml/2006/table">
            <a:tbl>
              <a:tblPr firstRow="1" firstCol="1" bandRow="1">
                <a:tableStyleId>{5940675A-B579-460E-94D1-54222C63F5DA}</a:tableStyleId>
              </a:tblPr>
              <a:tblGrid>
                <a:gridCol w="4114800">
                  <a:extLst>
                    <a:ext uri="{9D8B030D-6E8A-4147-A177-3AD203B41FA5}">
                      <a16:colId xmlns:a16="http://schemas.microsoft.com/office/drawing/2014/main" val="20000"/>
                    </a:ext>
                  </a:extLst>
                </a:gridCol>
              </a:tblGrid>
              <a:tr h="170419">
                <a:tc>
                  <a:txBody>
                    <a:bodyPr/>
                    <a:lstStyle/>
                    <a:p>
                      <a:pPr marL="0" marR="0" algn="just">
                        <a:spcBef>
                          <a:spcPts val="0"/>
                        </a:spcBef>
                        <a:spcAft>
                          <a:spcPts val="0"/>
                        </a:spcAft>
                      </a:pPr>
                      <a:r>
                        <a:rPr lang="pt-BR" sz="1400" b="1" dirty="0">
                          <a:solidFill>
                            <a:schemeClr val="bg1"/>
                          </a:solidFill>
                          <a:effectLst/>
                          <a:latin typeface="Consolas" panose="020B0609020204030204" pitchFamily="49" charset="0"/>
                          <a:ea typeface="宋体"/>
                          <a:cs typeface="Consolas" panose="020B0609020204030204" pitchFamily="49" charset="0"/>
                        </a:rPr>
                        <a:t>No temp register r2, reuse r0</a:t>
                      </a:r>
                      <a:endParaRPr lang="en-US" sz="14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solidFill>
                      <a:schemeClr val="accent1"/>
                    </a:solidFill>
                  </a:tcPr>
                </a:tc>
                <a:extLst>
                  <a:ext uri="{0D108BD9-81ED-4DB2-BD59-A6C34878D82A}">
                    <a16:rowId xmlns:a16="http://schemas.microsoft.com/office/drawing/2014/main" val="10000"/>
                  </a:ext>
                </a:extLst>
              </a:tr>
              <a:tr h="1176944">
                <a:tc>
                  <a:txBody>
                    <a:bodyPr/>
                    <a:lstStyle/>
                    <a:p>
                      <a:r>
                        <a:rPr lang="en-US" sz="1400" dirty="0"/>
                        <a:t>foo:</a:t>
                      </a:r>
                      <a:br>
                        <a:rPr lang="en-US" sz="1400" dirty="0"/>
                      </a:br>
                      <a:r>
                        <a:rPr lang="en-US" sz="1400" dirty="0"/>
                        <a:t>    ADDS    r0, r0, r1          ; r0 = x + y, flags set</a:t>
                      </a:r>
                      <a:br>
                        <a:rPr lang="en-US" sz="1400" dirty="0"/>
                      </a:br>
                      <a:r>
                        <a:rPr lang="en-US" sz="1400" dirty="0"/>
                        <a:t>    MOVMI   r0, #0</a:t>
                      </a:r>
                      <a:br>
                        <a:rPr lang="en-US" sz="1400" dirty="0"/>
                      </a:br>
                      <a:r>
                        <a:rPr lang="en-US" sz="1400" dirty="0"/>
                        <a:t>    MOVPL   r0, #1</a:t>
                      </a:r>
                      <a:br>
                        <a:rPr lang="en-US" sz="1400" dirty="0"/>
                      </a:br>
                      <a:r>
                        <a:rPr lang="en-US" sz="1400" dirty="0"/>
                        <a:t>    BX      </a:t>
                      </a:r>
                      <a:r>
                        <a:rPr lang="en-US" sz="1400" dirty="0" err="1"/>
                        <a:t>lr</a:t>
                      </a:r>
                      <a:endParaRPr lang="en-US" sz="1400" dirty="0"/>
                    </a:p>
                  </a:txBody>
                  <a:tcPr marL="68580" marR="68580" marT="0" marB="0"/>
                </a:tc>
                <a:extLst>
                  <a:ext uri="{0D108BD9-81ED-4DB2-BD59-A6C34878D82A}">
                    <a16:rowId xmlns:a16="http://schemas.microsoft.com/office/drawing/2014/main" val="10001"/>
                  </a:ext>
                </a:extLst>
              </a:tr>
            </a:tbl>
          </a:graphicData>
        </a:graphic>
      </p:graphicFrame>
      <p:graphicFrame>
        <p:nvGraphicFramePr>
          <p:cNvPr id="10" name="Table 9">
            <a:extLst>
              <a:ext uri="{FF2B5EF4-FFF2-40B4-BE49-F238E27FC236}">
                <a16:creationId xmlns:a16="http://schemas.microsoft.com/office/drawing/2014/main" id="{26CF4D69-C211-B553-B73A-1E1C0BCFC6C4}"/>
              </a:ext>
            </a:extLst>
          </p:cNvPr>
          <p:cNvGraphicFramePr>
            <a:graphicFrameLocks noGrp="1"/>
          </p:cNvGraphicFramePr>
          <p:nvPr>
            <p:extLst>
              <p:ext uri="{D42A27DB-BD31-4B8C-83A1-F6EECF244321}">
                <p14:modId xmlns:p14="http://schemas.microsoft.com/office/powerpoint/2010/main" val="2867381829"/>
              </p:ext>
            </p:extLst>
          </p:nvPr>
        </p:nvGraphicFramePr>
        <p:xfrm>
          <a:off x="4724400" y="4411873"/>
          <a:ext cx="4114800" cy="1920240"/>
        </p:xfrm>
        <a:graphic>
          <a:graphicData uri="http://schemas.openxmlformats.org/drawingml/2006/table">
            <a:tbl>
              <a:tblPr firstRow="1" firstCol="1" bandRow="1">
                <a:tableStyleId>{5940675A-B579-460E-94D1-54222C63F5DA}</a:tableStyleId>
              </a:tblPr>
              <a:tblGrid>
                <a:gridCol w="4114800">
                  <a:extLst>
                    <a:ext uri="{9D8B030D-6E8A-4147-A177-3AD203B41FA5}">
                      <a16:colId xmlns:a16="http://schemas.microsoft.com/office/drawing/2014/main" val="20000"/>
                    </a:ext>
                  </a:extLst>
                </a:gridCol>
              </a:tblGrid>
              <a:tr h="200818">
                <a:tc>
                  <a:txBody>
                    <a:bodyPr/>
                    <a:lstStyle/>
                    <a:p>
                      <a:pPr marL="0" marR="0" algn="just">
                        <a:spcBef>
                          <a:spcPts val="0"/>
                        </a:spcBef>
                        <a:spcAft>
                          <a:spcPts val="0"/>
                        </a:spcAft>
                      </a:pPr>
                      <a:r>
                        <a:rPr lang="en-US" sz="1400" b="1" dirty="0">
                          <a:solidFill>
                            <a:schemeClr val="bg1"/>
                          </a:solidFill>
                          <a:effectLst/>
                          <a:latin typeface="Consolas" panose="020B0609020204030204" pitchFamily="49" charset="0"/>
                          <a:ea typeface="宋体"/>
                          <a:cs typeface="Consolas" panose="020B0609020204030204" pitchFamily="49" charset="0"/>
                        </a:rPr>
                        <a:t>Conditional branch </a:t>
                      </a:r>
                      <a:r>
                        <a:rPr lang="en-US" sz="1400" b="1">
                          <a:solidFill>
                            <a:schemeClr val="bg1"/>
                          </a:solidFill>
                          <a:effectLst/>
                          <a:latin typeface="Consolas" panose="020B0609020204030204" pitchFamily="49" charset="0"/>
                          <a:ea typeface="宋体"/>
                          <a:cs typeface="Consolas" panose="020B0609020204030204" pitchFamily="49" charset="0"/>
                        </a:rPr>
                        <a:t>to label w/ ADDS</a:t>
                      </a:r>
                      <a:endParaRPr lang="en-US" sz="14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solidFill>
                      <a:schemeClr val="accent1"/>
                    </a:solidFill>
                  </a:tcPr>
                </a:tc>
                <a:extLst>
                  <a:ext uri="{0D108BD9-81ED-4DB2-BD59-A6C34878D82A}">
                    <a16:rowId xmlns:a16="http://schemas.microsoft.com/office/drawing/2014/main" val="10000"/>
                  </a:ext>
                </a:extLst>
              </a:tr>
              <a:tr h="1473501">
                <a:tc>
                  <a:txBody>
                    <a:bodyPr/>
                    <a:lstStyle/>
                    <a:p>
                      <a:r>
                        <a:rPr lang="en-US" sz="1400" dirty="0"/>
                        <a:t>foo:</a:t>
                      </a:r>
                      <a:br>
                        <a:rPr lang="en-US" sz="1400" dirty="0"/>
                      </a:br>
                      <a:r>
                        <a:rPr lang="en-US" sz="1400" dirty="0"/>
                        <a:t>    ADDS    r2, r0, r1</a:t>
                      </a:r>
                      <a:br>
                        <a:rPr lang="en-US" sz="1400" dirty="0"/>
                      </a:br>
                      <a:r>
                        <a:rPr lang="en-US" sz="1400" dirty="0"/>
                        <a:t>    BMI       .</a:t>
                      </a:r>
                      <a:r>
                        <a:rPr lang="en-US" sz="1400" dirty="0" err="1"/>
                        <a:t>Lneg</a:t>
                      </a:r>
                      <a:r>
                        <a:rPr lang="en-US" sz="1400" dirty="0"/>
                        <a:t>            ; if negative</a:t>
                      </a:r>
                      <a:br>
                        <a:rPr lang="en-US" sz="1400" dirty="0"/>
                      </a:br>
                      <a:r>
                        <a:rPr lang="en-US" sz="1400" dirty="0"/>
                        <a:t>    MOV    r0, #1</a:t>
                      </a:r>
                      <a:br>
                        <a:rPr lang="en-US" sz="1400" dirty="0"/>
                      </a:br>
                      <a:r>
                        <a:rPr lang="en-US" sz="1400" dirty="0"/>
                        <a:t>    BX      </a:t>
                      </a:r>
                      <a:r>
                        <a:rPr lang="en-US" sz="1400" dirty="0" err="1"/>
                        <a:t>lr</a:t>
                      </a:r>
                      <a:br>
                        <a:rPr lang="en-US" sz="1400" dirty="0"/>
                      </a:br>
                      <a:r>
                        <a:rPr lang="en-US" sz="1400" dirty="0"/>
                        <a:t>.</a:t>
                      </a:r>
                      <a:r>
                        <a:rPr lang="en-US" sz="1400" dirty="0" err="1"/>
                        <a:t>Lneg</a:t>
                      </a:r>
                      <a:r>
                        <a:rPr lang="en-US" sz="1400" dirty="0"/>
                        <a:t>: </a:t>
                      </a:r>
                    </a:p>
                    <a:p>
                      <a:pPr marL="0" indent="0">
                        <a:buNone/>
                      </a:pPr>
                      <a:r>
                        <a:rPr lang="en-US" sz="1400" dirty="0"/>
                        <a:t>          MOV    r0, #0</a:t>
                      </a:r>
                      <a:br>
                        <a:rPr lang="en-US" sz="1400" dirty="0"/>
                      </a:br>
                      <a:r>
                        <a:rPr lang="en-US" sz="1400" dirty="0"/>
                        <a:t>          BX      </a:t>
                      </a:r>
                      <a:r>
                        <a:rPr lang="en-US" sz="1400" dirty="0" err="1"/>
                        <a:t>lr</a:t>
                      </a:r>
                      <a:endParaRPr lang="en-US" sz="1400" dirty="0"/>
                    </a:p>
                  </a:txBody>
                  <a:tcPr marL="68580" marR="68580" marT="0" marB="0"/>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338744701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56DF89D-8DCD-F432-1E58-FAB096FB80C5}"/>
              </a:ext>
            </a:extLst>
          </p:cNvPr>
          <p:cNvSpPr>
            <a:spLocks noGrp="1"/>
          </p:cNvSpPr>
          <p:nvPr>
            <p:ph type="title"/>
          </p:nvPr>
        </p:nvSpPr>
        <p:spPr/>
        <p:txBody>
          <a:bodyPr/>
          <a:lstStyle/>
          <a:p>
            <a:r>
              <a:rPr lang="en-US" dirty="0"/>
              <a:t>Factorial</a:t>
            </a:r>
          </a:p>
        </p:txBody>
      </p:sp>
      <p:sp>
        <p:nvSpPr>
          <p:cNvPr id="3" name="Slide Number Placeholder 2">
            <a:extLst>
              <a:ext uri="{FF2B5EF4-FFF2-40B4-BE49-F238E27FC236}">
                <a16:creationId xmlns:a16="http://schemas.microsoft.com/office/drawing/2014/main" id="{ED177E67-749A-4929-DF9E-A6F535A2290B}"/>
              </a:ext>
            </a:extLst>
          </p:cNvPr>
          <p:cNvSpPr>
            <a:spLocks noGrp="1"/>
          </p:cNvSpPr>
          <p:nvPr>
            <p:ph type="sldNum" sz="quarter" idx="12"/>
          </p:nvPr>
        </p:nvSpPr>
        <p:spPr/>
        <p:txBody>
          <a:bodyPr/>
          <a:lstStyle/>
          <a:p>
            <a:fld id="{EA7C8D44-3667-46F6-9772-CC52308E2A7F}" type="slidenum">
              <a:rPr kumimoji="0" lang="en-US" smtClean="0"/>
              <a:pPr/>
              <a:t>25</a:t>
            </a:fld>
            <a:endParaRPr kumimoji="0" lang="en-US" dirty="0"/>
          </a:p>
        </p:txBody>
      </p:sp>
      <p:sp>
        <p:nvSpPr>
          <p:cNvPr id="4" name="Content Placeholder 3">
            <a:extLst>
              <a:ext uri="{FF2B5EF4-FFF2-40B4-BE49-F238E27FC236}">
                <a16:creationId xmlns:a16="http://schemas.microsoft.com/office/drawing/2014/main" id="{591F8C61-3E91-895F-2C57-5743F12F4706}"/>
              </a:ext>
            </a:extLst>
          </p:cNvPr>
          <p:cNvSpPr>
            <a:spLocks noGrp="1"/>
          </p:cNvSpPr>
          <p:nvPr>
            <p:ph sz="quarter" idx="1"/>
          </p:nvPr>
        </p:nvSpPr>
        <p:spPr>
          <a:xfrm>
            <a:off x="457200" y="1219200"/>
            <a:ext cx="8229600" cy="943610"/>
          </a:xfrm>
        </p:spPr>
        <p:txBody>
          <a:bodyPr>
            <a:normAutofit fontScale="85000" lnSpcReduction="20000"/>
          </a:bodyPr>
          <a:lstStyle/>
          <a:p>
            <a:r>
              <a:rPr lang="en-US" dirty="0"/>
              <a:t>Fill in the blanks (TODO) for the assembly programs for calculating the factorial of a number, corresponding to the following C programs. One recursive version, one iterative version. </a:t>
            </a:r>
          </a:p>
        </p:txBody>
      </p:sp>
      <p:sp>
        <p:nvSpPr>
          <p:cNvPr id="5" name="Content Placeholder 3">
            <a:extLst>
              <a:ext uri="{FF2B5EF4-FFF2-40B4-BE49-F238E27FC236}">
                <a16:creationId xmlns:a16="http://schemas.microsoft.com/office/drawing/2014/main" id="{8A76ECE7-0B5A-383E-0091-ADC927BEEC87}"/>
              </a:ext>
            </a:extLst>
          </p:cNvPr>
          <p:cNvSpPr txBox="1">
            <a:spLocks/>
          </p:cNvSpPr>
          <p:nvPr/>
        </p:nvSpPr>
        <p:spPr>
          <a:xfrm>
            <a:off x="4800600" y="2162810"/>
            <a:ext cx="3886200" cy="3794760"/>
          </a:xfrm>
          <a:prstGeom prst="rect">
            <a:avLst/>
          </a:prstGeom>
          <a:ln>
            <a:solidFill>
              <a:schemeClr val="tx1"/>
            </a:solidFill>
          </a:ln>
        </p:spPr>
        <p:txBody>
          <a:bodyPr vert="horz">
            <a:normAutofit/>
          </a:bodyPr>
          <a:lst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a:lstStyle>
          <a:p>
            <a:pPr marL="0" indent="0">
              <a:buNone/>
            </a:pPr>
            <a:r>
              <a:rPr lang="en-US" sz="1800" dirty="0"/>
              <a:t>//Recursive algorithms for Factorial</a:t>
            </a:r>
          </a:p>
          <a:p>
            <a:pPr marL="0" indent="0">
              <a:buNone/>
            </a:pPr>
            <a:r>
              <a:rPr lang="en-US" sz="1800" dirty="0"/>
              <a:t>#include &lt;</a:t>
            </a:r>
            <a:r>
              <a:rPr lang="en-US" sz="1800" dirty="0" err="1"/>
              <a:t>stdint.h</a:t>
            </a:r>
            <a:r>
              <a:rPr lang="en-US" sz="1800" dirty="0"/>
              <a:t>&gt;</a:t>
            </a:r>
          </a:p>
          <a:p>
            <a:pPr marL="0" indent="0">
              <a:buNone/>
            </a:pPr>
            <a:endParaRPr lang="en-US" sz="1800" dirty="0"/>
          </a:p>
          <a:p>
            <a:pPr marL="0" indent="0">
              <a:buNone/>
            </a:pPr>
            <a:r>
              <a:rPr lang="en-US" sz="1800" dirty="0"/>
              <a:t>uint32_t </a:t>
            </a:r>
            <a:r>
              <a:rPr lang="en-US" sz="1800" dirty="0" err="1"/>
              <a:t>fact_rec</a:t>
            </a:r>
            <a:r>
              <a:rPr lang="en-US" sz="1800" dirty="0"/>
              <a:t>(uint32_t n) {</a:t>
            </a:r>
          </a:p>
          <a:p>
            <a:pPr marL="0" indent="0">
              <a:buNone/>
            </a:pPr>
            <a:r>
              <a:rPr lang="en-US" sz="1800" dirty="0"/>
              <a:t>    if (n &lt;= 1) {</a:t>
            </a:r>
          </a:p>
          <a:p>
            <a:pPr marL="0" indent="0">
              <a:buNone/>
            </a:pPr>
            <a:r>
              <a:rPr lang="en-US" sz="1800" dirty="0"/>
              <a:t>        return 1;</a:t>
            </a:r>
          </a:p>
          <a:p>
            <a:pPr marL="0" indent="0">
              <a:buNone/>
            </a:pPr>
            <a:r>
              <a:rPr lang="en-US" sz="1800" dirty="0"/>
              <a:t>    }</a:t>
            </a:r>
          </a:p>
          <a:p>
            <a:pPr marL="0" indent="0">
              <a:buNone/>
            </a:pPr>
            <a:r>
              <a:rPr lang="en-US" sz="1800" dirty="0"/>
              <a:t>    return n * </a:t>
            </a:r>
            <a:r>
              <a:rPr lang="en-US" sz="1800" dirty="0" err="1"/>
              <a:t>fact_rec</a:t>
            </a:r>
            <a:r>
              <a:rPr lang="en-US" sz="1800" dirty="0"/>
              <a:t>(n - 1);</a:t>
            </a:r>
          </a:p>
          <a:p>
            <a:pPr marL="0" indent="0">
              <a:buNone/>
            </a:pPr>
            <a:r>
              <a:rPr lang="en-US" sz="1800" dirty="0"/>
              <a:t>}</a:t>
            </a:r>
          </a:p>
        </p:txBody>
      </p:sp>
      <p:sp>
        <p:nvSpPr>
          <p:cNvPr id="6" name="Content Placeholder 3">
            <a:extLst>
              <a:ext uri="{FF2B5EF4-FFF2-40B4-BE49-F238E27FC236}">
                <a16:creationId xmlns:a16="http://schemas.microsoft.com/office/drawing/2014/main" id="{45D15B45-A356-638A-35FB-768B7AA8995D}"/>
              </a:ext>
            </a:extLst>
          </p:cNvPr>
          <p:cNvSpPr txBox="1">
            <a:spLocks/>
          </p:cNvSpPr>
          <p:nvPr/>
        </p:nvSpPr>
        <p:spPr>
          <a:xfrm>
            <a:off x="685800" y="2162810"/>
            <a:ext cx="3886200" cy="4251960"/>
          </a:xfrm>
          <a:prstGeom prst="rect">
            <a:avLst/>
          </a:prstGeom>
          <a:ln>
            <a:solidFill>
              <a:schemeClr val="tx1"/>
            </a:solidFill>
          </a:ln>
        </p:spPr>
        <p:txBody>
          <a:bodyPr vert="horz">
            <a:normAutofit fontScale="70000" lnSpcReduction="20000"/>
          </a:bodyPr>
          <a:lst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a:lstStyle>
          <a:p>
            <a:pPr marL="0" indent="0">
              <a:buNone/>
            </a:pPr>
            <a:r>
              <a:rPr lang="en-US" dirty="0"/>
              <a:t>//Iterative algorithms for Factorial</a:t>
            </a:r>
          </a:p>
          <a:p>
            <a:pPr marL="0" indent="0">
              <a:buNone/>
            </a:pPr>
            <a:r>
              <a:rPr lang="en-US" dirty="0"/>
              <a:t>#include &lt;</a:t>
            </a:r>
            <a:r>
              <a:rPr lang="en-US" dirty="0" err="1"/>
              <a:t>stdint.h</a:t>
            </a:r>
            <a:r>
              <a:rPr lang="en-US" dirty="0"/>
              <a:t>&gt;</a:t>
            </a:r>
          </a:p>
          <a:p>
            <a:pPr marL="0" indent="0">
              <a:buNone/>
            </a:pPr>
            <a:endParaRPr lang="en-US" dirty="0"/>
          </a:p>
          <a:p>
            <a:pPr marL="0" indent="0">
              <a:buNone/>
            </a:pPr>
            <a:r>
              <a:rPr lang="en-US" dirty="0"/>
              <a:t>uint32_t </a:t>
            </a:r>
            <a:r>
              <a:rPr lang="en-US" dirty="0" err="1"/>
              <a:t>fact_iter</a:t>
            </a:r>
            <a:r>
              <a:rPr lang="en-US" dirty="0"/>
              <a:t>(uint32_t n) {</a:t>
            </a:r>
          </a:p>
          <a:p>
            <a:pPr marL="0" indent="0">
              <a:buNone/>
            </a:pPr>
            <a:r>
              <a:rPr lang="en-US" dirty="0"/>
              <a:t>    uint32_t acc = 1;</a:t>
            </a:r>
          </a:p>
          <a:p>
            <a:pPr marL="0" indent="0">
              <a:buNone/>
            </a:pPr>
            <a:r>
              <a:rPr lang="en-US" dirty="0"/>
              <a:t>    if (n &lt;= 1) {</a:t>
            </a:r>
          </a:p>
          <a:p>
            <a:pPr marL="0" indent="0">
              <a:buNone/>
            </a:pPr>
            <a:r>
              <a:rPr lang="en-US" dirty="0"/>
              <a:t>        return 1;</a:t>
            </a:r>
          </a:p>
          <a:p>
            <a:pPr marL="0" indent="0">
              <a:buNone/>
            </a:pPr>
            <a:r>
              <a:rPr lang="en-US" dirty="0"/>
              <a:t>    }</a:t>
            </a:r>
          </a:p>
          <a:p>
            <a:pPr marL="0" indent="0">
              <a:buNone/>
            </a:pPr>
            <a:r>
              <a:rPr lang="en-US" dirty="0"/>
              <a:t>    while (n &gt; 1) {</a:t>
            </a:r>
          </a:p>
          <a:p>
            <a:pPr marL="0" indent="0">
              <a:buNone/>
            </a:pPr>
            <a:r>
              <a:rPr lang="en-US" dirty="0"/>
              <a:t>        acc *= n;</a:t>
            </a:r>
          </a:p>
          <a:p>
            <a:pPr marL="0" indent="0">
              <a:buNone/>
            </a:pPr>
            <a:r>
              <a:rPr lang="en-US" dirty="0"/>
              <a:t>        n -= 1;</a:t>
            </a:r>
          </a:p>
          <a:p>
            <a:pPr marL="0" indent="0">
              <a:buNone/>
            </a:pPr>
            <a:r>
              <a:rPr lang="en-US" dirty="0"/>
              <a:t>    }</a:t>
            </a:r>
          </a:p>
          <a:p>
            <a:pPr marL="0" indent="0">
              <a:buNone/>
            </a:pPr>
            <a:r>
              <a:rPr lang="en-US" dirty="0"/>
              <a:t>    return acc;</a:t>
            </a:r>
          </a:p>
          <a:p>
            <a:pPr marL="0" indent="0">
              <a:buNone/>
            </a:pPr>
            <a:r>
              <a:rPr lang="en-US" dirty="0"/>
              <a:t>}</a:t>
            </a:r>
          </a:p>
        </p:txBody>
      </p:sp>
    </p:spTree>
    <p:extLst>
      <p:ext uri="{BB962C8B-B14F-4D97-AF65-F5344CB8AC3E}">
        <p14:creationId xmlns:p14="http://schemas.microsoft.com/office/powerpoint/2010/main" val="270713968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B26404-63EE-CB5A-481A-AD6B0B09C23D}"/>
              </a:ext>
            </a:extLst>
          </p:cNvPr>
          <p:cNvSpPr>
            <a:spLocks noGrp="1"/>
          </p:cNvSpPr>
          <p:nvPr>
            <p:ph type="title"/>
          </p:nvPr>
        </p:nvSpPr>
        <p:spPr/>
        <p:txBody>
          <a:bodyPr/>
          <a:lstStyle/>
          <a:p>
            <a:r>
              <a:rPr lang="en-US" dirty="0"/>
              <a:t>Factorial</a:t>
            </a:r>
          </a:p>
        </p:txBody>
      </p:sp>
      <p:sp>
        <p:nvSpPr>
          <p:cNvPr id="3" name="Slide Number Placeholder 2">
            <a:extLst>
              <a:ext uri="{FF2B5EF4-FFF2-40B4-BE49-F238E27FC236}">
                <a16:creationId xmlns:a16="http://schemas.microsoft.com/office/drawing/2014/main" id="{923D6100-04EF-AD50-41F7-0624A60BB679}"/>
              </a:ext>
            </a:extLst>
          </p:cNvPr>
          <p:cNvSpPr>
            <a:spLocks noGrp="1"/>
          </p:cNvSpPr>
          <p:nvPr>
            <p:ph type="sldNum" sz="quarter" idx="12"/>
          </p:nvPr>
        </p:nvSpPr>
        <p:spPr/>
        <p:txBody>
          <a:bodyPr/>
          <a:lstStyle/>
          <a:p>
            <a:fld id="{EA7C8D44-3667-46F6-9772-CC52308E2A7F}" type="slidenum">
              <a:rPr kumimoji="0" lang="en-US" smtClean="0"/>
              <a:pPr/>
              <a:t>26</a:t>
            </a:fld>
            <a:endParaRPr kumimoji="0" lang="en-US" dirty="0"/>
          </a:p>
        </p:txBody>
      </p:sp>
      <p:sp>
        <p:nvSpPr>
          <p:cNvPr id="4" name="Content Placeholder 3">
            <a:extLst>
              <a:ext uri="{FF2B5EF4-FFF2-40B4-BE49-F238E27FC236}">
                <a16:creationId xmlns:a16="http://schemas.microsoft.com/office/drawing/2014/main" id="{C2EFFC15-913C-F5C8-F67E-5B2B5295992D}"/>
              </a:ext>
            </a:extLst>
          </p:cNvPr>
          <p:cNvSpPr>
            <a:spLocks noGrp="1"/>
          </p:cNvSpPr>
          <p:nvPr>
            <p:ph sz="quarter" idx="1"/>
          </p:nvPr>
        </p:nvSpPr>
        <p:spPr>
          <a:xfrm>
            <a:off x="457200" y="1219200"/>
            <a:ext cx="3657600" cy="4572000"/>
          </a:xfrm>
          <a:ln>
            <a:solidFill>
              <a:schemeClr val="tx1"/>
            </a:solidFill>
          </a:ln>
        </p:spPr>
        <p:txBody>
          <a:bodyPr>
            <a:normAutofit fontScale="55000" lnSpcReduction="20000"/>
          </a:bodyPr>
          <a:lstStyle/>
          <a:p>
            <a:pPr marL="0" indent="0">
              <a:buNone/>
            </a:pPr>
            <a:r>
              <a:rPr lang="en-US" dirty="0"/>
              <a:t>% uint32_t </a:t>
            </a:r>
            <a:r>
              <a:rPr lang="en-US" dirty="0" err="1"/>
              <a:t>fact_iter</a:t>
            </a:r>
            <a:r>
              <a:rPr lang="en-US" dirty="0"/>
              <a:t>(uint32_t n);</a:t>
            </a:r>
          </a:p>
          <a:p>
            <a:pPr marL="0" indent="0">
              <a:buNone/>
            </a:pPr>
            <a:r>
              <a:rPr lang="en-US" dirty="0"/>
              <a:t>% r0 = n, returns r0 = n!</a:t>
            </a:r>
          </a:p>
          <a:p>
            <a:pPr marL="0" indent="0">
              <a:buNone/>
            </a:pPr>
            <a:r>
              <a:rPr lang="en-US" dirty="0"/>
              <a:t>    .global </a:t>
            </a:r>
            <a:r>
              <a:rPr lang="en-US" dirty="0" err="1"/>
              <a:t>fact_iter</a:t>
            </a:r>
            <a:endParaRPr lang="en-US" dirty="0"/>
          </a:p>
          <a:p>
            <a:pPr marL="0" indent="0">
              <a:buNone/>
            </a:pPr>
            <a:r>
              <a:rPr lang="en-US" dirty="0" err="1"/>
              <a:t>fact_iter</a:t>
            </a:r>
            <a:r>
              <a:rPr lang="en-US" dirty="0"/>
              <a:t>:</a:t>
            </a:r>
          </a:p>
          <a:p>
            <a:pPr marL="0" indent="0">
              <a:buNone/>
            </a:pPr>
            <a:r>
              <a:rPr lang="en-US" dirty="0"/>
              <a:t>    PUSH    {r4, </a:t>
            </a:r>
            <a:r>
              <a:rPr lang="en-US" dirty="0" err="1"/>
              <a:t>lr</a:t>
            </a:r>
            <a:r>
              <a:rPr lang="en-US" dirty="0"/>
              <a:t>}        % save callee-saved we’ll use and return </a:t>
            </a:r>
            <a:r>
              <a:rPr lang="en-US" dirty="0" err="1"/>
              <a:t>addr</a:t>
            </a:r>
            <a:endParaRPr lang="en-US" dirty="0"/>
          </a:p>
          <a:p>
            <a:pPr marL="0" indent="0">
              <a:buNone/>
            </a:pPr>
            <a:r>
              <a:rPr lang="en-US" dirty="0"/>
              <a:t>    MOV    r1, r0          % r1 = n (loop counter)</a:t>
            </a:r>
          </a:p>
          <a:p>
            <a:pPr marL="0" indent="0">
              <a:buNone/>
            </a:pPr>
            <a:r>
              <a:rPr lang="en-US" dirty="0"/>
              <a:t>    MOV    r0, #1         % r0 = acc = 1</a:t>
            </a:r>
          </a:p>
          <a:p>
            <a:pPr marL="0" indent="0">
              <a:buNone/>
            </a:pPr>
            <a:r>
              <a:rPr lang="en-US" dirty="0"/>
              <a:t>    CMP     r1, #1</a:t>
            </a:r>
          </a:p>
          <a:p>
            <a:pPr marL="0" indent="0">
              <a:buNone/>
            </a:pPr>
            <a:r>
              <a:rPr lang="en-US" dirty="0"/>
              <a:t>    BLS     .</a:t>
            </a:r>
            <a:r>
              <a:rPr lang="en-US" dirty="0" err="1"/>
              <a:t>Ldone_iter</a:t>
            </a:r>
            <a:r>
              <a:rPr lang="en-US" dirty="0"/>
              <a:t>  % if n &lt;= 1, return 1</a:t>
            </a:r>
          </a:p>
          <a:p>
            <a:pPr marL="0" indent="0">
              <a:buNone/>
            </a:pPr>
            <a:endParaRPr lang="en-US" dirty="0"/>
          </a:p>
          <a:p>
            <a:pPr marL="0" indent="0">
              <a:buNone/>
            </a:pPr>
            <a:r>
              <a:rPr lang="en-US" dirty="0"/>
              <a:t>.</a:t>
            </a:r>
            <a:r>
              <a:rPr lang="en-US" dirty="0" err="1"/>
              <a:t>Lloop_iter</a:t>
            </a:r>
            <a:r>
              <a:rPr lang="en-US" dirty="0"/>
              <a:t>:</a:t>
            </a:r>
          </a:p>
          <a:p>
            <a:pPr marL="0" indent="0">
              <a:buNone/>
            </a:pPr>
            <a:r>
              <a:rPr lang="en-US" dirty="0"/>
              <a:t>    % TODO</a:t>
            </a:r>
          </a:p>
          <a:p>
            <a:pPr marL="0" indent="0">
              <a:buNone/>
            </a:pPr>
            <a:r>
              <a:rPr lang="en-US" dirty="0"/>
              <a:t>.</a:t>
            </a:r>
            <a:r>
              <a:rPr lang="en-US" dirty="0" err="1"/>
              <a:t>Ldone_iter</a:t>
            </a:r>
            <a:r>
              <a:rPr lang="en-US" dirty="0"/>
              <a:t>:</a:t>
            </a:r>
          </a:p>
          <a:p>
            <a:pPr marL="0" indent="0">
              <a:buNone/>
            </a:pPr>
            <a:r>
              <a:rPr lang="en-US" dirty="0"/>
              <a:t>    POP     {r4, </a:t>
            </a:r>
            <a:r>
              <a:rPr lang="en-US" dirty="0" err="1"/>
              <a:t>lr</a:t>
            </a:r>
            <a:r>
              <a:rPr lang="en-US" dirty="0"/>
              <a:t>}</a:t>
            </a:r>
          </a:p>
          <a:p>
            <a:pPr marL="0" indent="0">
              <a:buNone/>
            </a:pPr>
            <a:r>
              <a:rPr lang="en-US" dirty="0"/>
              <a:t>    BX      </a:t>
            </a:r>
            <a:r>
              <a:rPr lang="en-US" dirty="0" err="1"/>
              <a:t>lr</a:t>
            </a:r>
            <a:endParaRPr lang="en-US" dirty="0"/>
          </a:p>
        </p:txBody>
      </p:sp>
      <p:sp>
        <p:nvSpPr>
          <p:cNvPr id="5" name="Content Placeholder 3">
            <a:extLst>
              <a:ext uri="{FF2B5EF4-FFF2-40B4-BE49-F238E27FC236}">
                <a16:creationId xmlns:a16="http://schemas.microsoft.com/office/drawing/2014/main" id="{B60DE175-89CF-1980-2FF5-09D118299DF7}"/>
              </a:ext>
            </a:extLst>
          </p:cNvPr>
          <p:cNvSpPr txBox="1">
            <a:spLocks/>
          </p:cNvSpPr>
          <p:nvPr/>
        </p:nvSpPr>
        <p:spPr>
          <a:xfrm>
            <a:off x="4267200" y="1219200"/>
            <a:ext cx="4800600" cy="5334000"/>
          </a:xfrm>
          <a:prstGeom prst="rect">
            <a:avLst/>
          </a:prstGeom>
          <a:ln>
            <a:solidFill>
              <a:schemeClr val="tx1"/>
            </a:solidFill>
          </a:ln>
        </p:spPr>
        <p:txBody>
          <a:bodyPr vert="horz">
            <a:normAutofit fontScale="47500" lnSpcReduction="20000"/>
          </a:bodyPr>
          <a:lst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a:lstStyle>
          <a:p>
            <a:pPr marL="0" indent="0">
              <a:buNone/>
            </a:pPr>
            <a:r>
              <a:rPr lang="en-US" dirty="0"/>
              <a:t>% uint32_t factorial(uint32_t n);</a:t>
            </a:r>
          </a:p>
          <a:p>
            <a:pPr marL="0" indent="0">
              <a:buNone/>
            </a:pPr>
            <a:r>
              <a:rPr lang="en-US" dirty="0"/>
              <a:t>% r0: n</a:t>
            </a:r>
          </a:p>
          <a:p>
            <a:pPr marL="0" indent="0">
              <a:buNone/>
            </a:pPr>
            <a:r>
              <a:rPr lang="en-US" dirty="0"/>
              <a:t>% returns r0: n!</a:t>
            </a:r>
          </a:p>
          <a:p>
            <a:pPr marL="0" indent="0">
              <a:buNone/>
            </a:pPr>
            <a:endParaRPr lang="en-US" dirty="0"/>
          </a:p>
          <a:p>
            <a:pPr marL="0" indent="0">
              <a:buNone/>
            </a:pPr>
            <a:r>
              <a:rPr lang="en-US" dirty="0"/>
              <a:t>factorial:</a:t>
            </a:r>
          </a:p>
          <a:p>
            <a:pPr marL="0" indent="0">
              <a:buNone/>
            </a:pPr>
            <a:r>
              <a:rPr lang="en-US" dirty="0"/>
              <a:t>    CMP     r0, #1            % if (n &lt;= 1) ...</a:t>
            </a:r>
          </a:p>
          <a:p>
            <a:pPr marL="0" indent="0">
              <a:buNone/>
            </a:pPr>
            <a:r>
              <a:rPr lang="en-US" dirty="0"/>
              <a:t>    BLE     </a:t>
            </a:r>
            <a:r>
              <a:rPr lang="en-US" dirty="0" err="1"/>
              <a:t>base_case</a:t>
            </a:r>
            <a:r>
              <a:rPr lang="en-US" dirty="0"/>
              <a:t>         %    ... return 1</a:t>
            </a:r>
          </a:p>
          <a:p>
            <a:pPr marL="0" indent="0">
              <a:buNone/>
            </a:pPr>
            <a:endParaRPr lang="en-US" dirty="0"/>
          </a:p>
          <a:p>
            <a:pPr marL="0" indent="0">
              <a:buNone/>
            </a:pPr>
            <a:r>
              <a:rPr lang="en-US" dirty="0"/>
              <a:t>    PUSH    {</a:t>
            </a:r>
            <a:r>
              <a:rPr lang="en-US" dirty="0" err="1"/>
              <a:t>lr</a:t>
            </a:r>
            <a:r>
              <a:rPr lang="en-US" dirty="0"/>
              <a:t>}              % save return address for this frame</a:t>
            </a:r>
          </a:p>
          <a:p>
            <a:pPr marL="0" indent="0">
              <a:buNone/>
            </a:pPr>
            <a:r>
              <a:rPr lang="en-US" dirty="0"/>
              <a:t>    PUSH    {r0}              % save current n on stack (we'll need it after the recursive call)</a:t>
            </a:r>
          </a:p>
          <a:p>
            <a:pPr marL="0" indent="0">
              <a:buNone/>
            </a:pPr>
            <a:endParaRPr lang="en-US" dirty="0"/>
          </a:p>
          <a:p>
            <a:pPr marL="0" indent="0">
              <a:buNone/>
            </a:pPr>
            <a:r>
              <a:rPr lang="en-US" dirty="0"/>
              <a:t>    SUB     r0, r0, #1        % r0 = n - 1 (argument for recursive call)</a:t>
            </a:r>
          </a:p>
          <a:p>
            <a:pPr marL="0" indent="0">
              <a:buNone/>
            </a:pPr>
            <a:r>
              <a:rPr lang="en-US" dirty="0"/>
              <a:t>    BL      factorial         % r0 = factorial(n - 1)</a:t>
            </a:r>
          </a:p>
          <a:p>
            <a:pPr marL="0" indent="0">
              <a:buNone/>
            </a:pPr>
            <a:endParaRPr lang="en-US" dirty="0"/>
          </a:p>
          <a:p>
            <a:pPr marL="0" indent="0">
              <a:buNone/>
            </a:pPr>
            <a:r>
              <a:rPr lang="en-US" dirty="0"/>
              <a:t>    POP     {r1}              % r1 = saved n (restore caller's n)</a:t>
            </a:r>
          </a:p>
          <a:p>
            <a:pPr marL="0" indent="0">
              <a:buNone/>
            </a:pPr>
            <a:r>
              <a:rPr lang="en-US" dirty="0"/>
              <a:t>    MUL     r0, r0, r1        % r0 = factorial(n - 1) * n</a:t>
            </a:r>
          </a:p>
          <a:p>
            <a:pPr marL="0" indent="0">
              <a:buNone/>
            </a:pPr>
            <a:endParaRPr lang="en-US" dirty="0"/>
          </a:p>
          <a:p>
            <a:pPr marL="0" indent="0">
              <a:buNone/>
            </a:pPr>
            <a:r>
              <a:rPr lang="en-US" dirty="0"/>
              <a:t>    POP     {</a:t>
            </a:r>
            <a:r>
              <a:rPr lang="en-US" dirty="0" err="1"/>
              <a:t>lr</a:t>
            </a:r>
            <a:r>
              <a:rPr lang="en-US" dirty="0"/>
              <a:t>}              % restore return address</a:t>
            </a:r>
          </a:p>
          <a:p>
            <a:pPr marL="0" indent="0">
              <a:buNone/>
            </a:pPr>
            <a:r>
              <a:rPr lang="en-US" dirty="0"/>
              <a:t>    BX      </a:t>
            </a:r>
            <a:r>
              <a:rPr lang="en-US" dirty="0" err="1"/>
              <a:t>lr</a:t>
            </a:r>
            <a:r>
              <a:rPr lang="en-US" dirty="0"/>
              <a:t>                % return with result in r0</a:t>
            </a:r>
          </a:p>
          <a:p>
            <a:pPr marL="0" indent="0">
              <a:buNone/>
            </a:pPr>
            <a:endParaRPr lang="en-US" dirty="0"/>
          </a:p>
          <a:p>
            <a:pPr marL="0" indent="0">
              <a:buNone/>
            </a:pPr>
            <a:r>
              <a:rPr lang="en-US" dirty="0" err="1"/>
              <a:t>base_case</a:t>
            </a:r>
            <a:r>
              <a:rPr lang="en-US" dirty="0"/>
              <a:t>:</a:t>
            </a:r>
          </a:p>
          <a:p>
            <a:pPr marL="0" indent="0">
              <a:buNone/>
            </a:pPr>
            <a:r>
              <a:rPr lang="en-US" dirty="0"/>
              <a:t>    % TODO</a:t>
            </a:r>
          </a:p>
        </p:txBody>
      </p:sp>
    </p:spTree>
    <p:extLst>
      <p:ext uri="{BB962C8B-B14F-4D97-AF65-F5344CB8AC3E}">
        <p14:creationId xmlns:p14="http://schemas.microsoft.com/office/powerpoint/2010/main" val="405611525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F5D616-A64C-1463-B27C-39D6A32E06B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37345B3-FBD4-2D39-F1EB-5F9D94C74C8C}"/>
              </a:ext>
            </a:extLst>
          </p:cNvPr>
          <p:cNvSpPr>
            <a:spLocks noGrp="1"/>
          </p:cNvSpPr>
          <p:nvPr>
            <p:ph type="title"/>
          </p:nvPr>
        </p:nvSpPr>
        <p:spPr/>
        <p:txBody>
          <a:bodyPr/>
          <a:lstStyle/>
          <a:p>
            <a:r>
              <a:rPr lang="en-US" dirty="0"/>
              <a:t>Factorial ANS</a:t>
            </a:r>
          </a:p>
        </p:txBody>
      </p:sp>
      <p:sp>
        <p:nvSpPr>
          <p:cNvPr id="3" name="Slide Number Placeholder 2">
            <a:extLst>
              <a:ext uri="{FF2B5EF4-FFF2-40B4-BE49-F238E27FC236}">
                <a16:creationId xmlns:a16="http://schemas.microsoft.com/office/drawing/2014/main" id="{1A312DDF-3C1F-06F9-1E69-7636875AE65C}"/>
              </a:ext>
            </a:extLst>
          </p:cNvPr>
          <p:cNvSpPr>
            <a:spLocks noGrp="1"/>
          </p:cNvSpPr>
          <p:nvPr>
            <p:ph type="sldNum" sz="quarter" idx="12"/>
          </p:nvPr>
        </p:nvSpPr>
        <p:spPr/>
        <p:txBody>
          <a:bodyPr/>
          <a:lstStyle/>
          <a:p>
            <a:fld id="{EA7C8D44-3667-46F6-9772-CC52308E2A7F}" type="slidenum">
              <a:rPr kumimoji="0" lang="en-US" smtClean="0"/>
              <a:pPr/>
              <a:t>27</a:t>
            </a:fld>
            <a:endParaRPr kumimoji="0" lang="en-US" dirty="0"/>
          </a:p>
        </p:txBody>
      </p:sp>
      <p:sp>
        <p:nvSpPr>
          <p:cNvPr id="4" name="Content Placeholder 3">
            <a:extLst>
              <a:ext uri="{FF2B5EF4-FFF2-40B4-BE49-F238E27FC236}">
                <a16:creationId xmlns:a16="http://schemas.microsoft.com/office/drawing/2014/main" id="{3149164B-AC7F-262E-85D3-203B21C2369A}"/>
              </a:ext>
            </a:extLst>
          </p:cNvPr>
          <p:cNvSpPr>
            <a:spLocks noGrp="1"/>
          </p:cNvSpPr>
          <p:nvPr>
            <p:ph sz="quarter" idx="1"/>
          </p:nvPr>
        </p:nvSpPr>
        <p:spPr>
          <a:xfrm>
            <a:off x="457200" y="1219200"/>
            <a:ext cx="3657600" cy="4572000"/>
          </a:xfrm>
          <a:ln>
            <a:solidFill>
              <a:schemeClr val="tx1"/>
            </a:solidFill>
          </a:ln>
        </p:spPr>
        <p:txBody>
          <a:bodyPr>
            <a:normAutofit fontScale="55000" lnSpcReduction="20000"/>
          </a:bodyPr>
          <a:lstStyle/>
          <a:p>
            <a:pPr marL="0" indent="0">
              <a:buNone/>
            </a:pPr>
            <a:r>
              <a:rPr lang="en-US" dirty="0"/>
              <a:t> % uint32_t </a:t>
            </a:r>
            <a:r>
              <a:rPr lang="en-US" dirty="0" err="1"/>
              <a:t>fact_iter</a:t>
            </a:r>
            <a:r>
              <a:rPr lang="en-US" dirty="0"/>
              <a:t>(uint32_t n);</a:t>
            </a:r>
          </a:p>
          <a:p>
            <a:pPr marL="0" indent="0">
              <a:buNone/>
            </a:pPr>
            <a:r>
              <a:rPr lang="en-US" dirty="0"/>
              <a:t> % r0 = n, returns r0 = n!</a:t>
            </a:r>
          </a:p>
          <a:p>
            <a:pPr marL="0" indent="0">
              <a:buNone/>
            </a:pPr>
            <a:r>
              <a:rPr lang="en-US" dirty="0"/>
              <a:t>    .global </a:t>
            </a:r>
            <a:r>
              <a:rPr lang="en-US" dirty="0" err="1"/>
              <a:t>fact_iter</a:t>
            </a:r>
            <a:endParaRPr lang="en-US" dirty="0"/>
          </a:p>
          <a:p>
            <a:pPr marL="0" indent="0">
              <a:buNone/>
            </a:pPr>
            <a:r>
              <a:rPr lang="en-US" dirty="0" err="1"/>
              <a:t>fact_iter</a:t>
            </a:r>
            <a:r>
              <a:rPr lang="en-US" dirty="0"/>
              <a:t>:</a:t>
            </a:r>
          </a:p>
          <a:p>
            <a:pPr marL="0" indent="0">
              <a:buNone/>
            </a:pPr>
            <a:r>
              <a:rPr lang="en-US" dirty="0"/>
              <a:t>    PUSH    {r4, </a:t>
            </a:r>
            <a:r>
              <a:rPr lang="en-US" dirty="0" err="1"/>
              <a:t>lr</a:t>
            </a:r>
            <a:r>
              <a:rPr lang="en-US" dirty="0"/>
              <a:t>}          % save callee-saved we’ll use and return </a:t>
            </a:r>
            <a:r>
              <a:rPr lang="en-US" dirty="0" err="1"/>
              <a:t>addr</a:t>
            </a:r>
            <a:endParaRPr lang="en-US" dirty="0"/>
          </a:p>
          <a:p>
            <a:pPr marL="0" indent="0">
              <a:buNone/>
            </a:pPr>
            <a:r>
              <a:rPr lang="en-US" dirty="0"/>
              <a:t>    MOV    r1, r0          % r1 = n (loop counter)</a:t>
            </a:r>
          </a:p>
          <a:p>
            <a:pPr marL="0" indent="0">
              <a:buNone/>
            </a:pPr>
            <a:r>
              <a:rPr lang="en-US" dirty="0"/>
              <a:t>    MOV    r0, #1         % r0 = acc = 1</a:t>
            </a:r>
          </a:p>
          <a:p>
            <a:pPr marL="0" indent="0">
              <a:buNone/>
            </a:pPr>
            <a:r>
              <a:rPr lang="en-US" dirty="0"/>
              <a:t>    CMP     r1, #1</a:t>
            </a:r>
          </a:p>
          <a:p>
            <a:pPr marL="0" indent="0">
              <a:buNone/>
            </a:pPr>
            <a:r>
              <a:rPr lang="en-US" dirty="0"/>
              <a:t>    BLS     .</a:t>
            </a:r>
            <a:r>
              <a:rPr lang="en-US" dirty="0" err="1"/>
              <a:t>Ldone_iter</a:t>
            </a:r>
            <a:r>
              <a:rPr lang="en-US" dirty="0"/>
              <a:t>       % if n &lt;= 1, return 1</a:t>
            </a:r>
          </a:p>
          <a:p>
            <a:pPr marL="0" indent="0">
              <a:buNone/>
            </a:pPr>
            <a:endParaRPr lang="en-US" dirty="0"/>
          </a:p>
          <a:p>
            <a:pPr marL="0" indent="0">
              <a:buNone/>
            </a:pPr>
            <a:r>
              <a:rPr lang="en-US" dirty="0"/>
              <a:t>.</a:t>
            </a:r>
            <a:r>
              <a:rPr lang="en-US" dirty="0" err="1"/>
              <a:t>Lloop_iter</a:t>
            </a:r>
            <a:r>
              <a:rPr lang="en-US" dirty="0"/>
              <a:t>:</a:t>
            </a:r>
          </a:p>
          <a:p>
            <a:pPr marL="0" indent="0">
              <a:buNone/>
            </a:pPr>
            <a:r>
              <a:rPr lang="en-US" dirty="0"/>
              <a:t>    MUL     r0, r0, r1        % acc *= </a:t>
            </a:r>
            <a:r>
              <a:rPr lang="en-US" dirty="0" err="1"/>
              <a:t>i</a:t>
            </a:r>
            <a:endParaRPr lang="en-US" dirty="0"/>
          </a:p>
          <a:p>
            <a:pPr marL="0" indent="0">
              <a:buNone/>
            </a:pPr>
            <a:r>
              <a:rPr lang="en-US" dirty="0"/>
              <a:t>    SUBS    r1, r1, #1        % </a:t>
            </a:r>
            <a:r>
              <a:rPr lang="en-US" dirty="0" err="1"/>
              <a:t>i</a:t>
            </a:r>
            <a:r>
              <a:rPr lang="en-US" dirty="0"/>
              <a:t>--</a:t>
            </a:r>
          </a:p>
          <a:p>
            <a:pPr marL="0" indent="0">
              <a:buNone/>
            </a:pPr>
            <a:r>
              <a:rPr lang="en-US" dirty="0"/>
              <a:t>    BHI     .</a:t>
            </a:r>
            <a:r>
              <a:rPr lang="en-US" dirty="0" err="1"/>
              <a:t>Lloop_iter</a:t>
            </a:r>
            <a:r>
              <a:rPr lang="en-US" dirty="0"/>
              <a:t>       % continue while </a:t>
            </a:r>
            <a:r>
              <a:rPr lang="en-US" dirty="0" err="1"/>
              <a:t>i</a:t>
            </a:r>
            <a:r>
              <a:rPr lang="en-US" dirty="0"/>
              <a:t> &gt; 1 (unsigned)</a:t>
            </a:r>
          </a:p>
          <a:p>
            <a:pPr marL="0" indent="0">
              <a:buNone/>
            </a:pPr>
            <a:r>
              <a:rPr lang="en-US" dirty="0"/>
              <a:t>.</a:t>
            </a:r>
            <a:r>
              <a:rPr lang="en-US" dirty="0" err="1"/>
              <a:t>Ldone_iter</a:t>
            </a:r>
            <a:r>
              <a:rPr lang="en-US" dirty="0"/>
              <a:t>:</a:t>
            </a:r>
          </a:p>
          <a:p>
            <a:pPr marL="0" indent="0">
              <a:buNone/>
            </a:pPr>
            <a:r>
              <a:rPr lang="en-US" dirty="0"/>
              <a:t>    POP     {r4, </a:t>
            </a:r>
            <a:r>
              <a:rPr lang="en-US" dirty="0" err="1"/>
              <a:t>lr</a:t>
            </a:r>
            <a:r>
              <a:rPr lang="en-US" dirty="0"/>
              <a:t>}</a:t>
            </a:r>
          </a:p>
          <a:p>
            <a:pPr marL="0" indent="0">
              <a:buNone/>
            </a:pPr>
            <a:r>
              <a:rPr lang="en-US" dirty="0"/>
              <a:t>    BX      </a:t>
            </a:r>
            <a:r>
              <a:rPr lang="en-US" dirty="0" err="1"/>
              <a:t>lr</a:t>
            </a:r>
            <a:endParaRPr lang="en-US" dirty="0"/>
          </a:p>
        </p:txBody>
      </p:sp>
      <p:sp>
        <p:nvSpPr>
          <p:cNvPr id="5" name="Content Placeholder 3">
            <a:extLst>
              <a:ext uri="{FF2B5EF4-FFF2-40B4-BE49-F238E27FC236}">
                <a16:creationId xmlns:a16="http://schemas.microsoft.com/office/drawing/2014/main" id="{B0B60CED-9D05-2D49-66A9-FB9AB6E901FB}"/>
              </a:ext>
            </a:extLst>
          </p:cNvPr>
          <p:cNvSpPr txBox="1">
            <a:spLocks/>
          </p:cNvSpPr>
          <p:nvPr/>
        </p:nvSpPr>
        <p:spPr>
          <a:xfrm>
            <a:off x="4267200" y="1219200"/>
            <a:ext cx="4800600" cy="5334000"/>
          </a:xfrm>
          <a:prstGeom prst="rect">
            <a:avLst/>
          </a:prstGeom>
          <a:ln>
            <a:solidFill>
              <a:schemeClr val="tx1"/>
            </a:solidFill>
          </a:ln>
        </p:spPr>
        <p:txBody>
          <a:bodyPr vert="horz">
            <a:normAutofit fontScale="47500" lnSpcReduction="20000"/>
          </a:bodyPr>
          <a:lst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a:lstStyle>
          <a:p>
            <a:pPr marL="0" indent="0">
              <a:buNone/>
            </a:pPr>
            <a:r>
              <a:rPr lang="en-US" dirty="0"/>
              <a:t> % uint32_t factorial(uint32_t n);</a:t>
            </a:r>
          </a:p>
          <a:p>
            <a:pPr marL="0" indent="0">
              <a:buNone/>
            </a:pPr>
            <a:r>
              <a:rPr lang="en-US" dirty="0"/>
              <a:t>    % r0: n</a:t>
            </a:r>
          </a:p>
          <a:p>
            <a:pPr marL="0" indent="0">
              <a:buNone/>
            </a:pPr>
            <a:r>
              <a:rPr lang="en-US" dirty="0"/>
              <a:t>    % returns r0: n!</a:t>
            </a:r>
          </a:p>
          <a:p>
            <a:pPr marL="0" indent="0">
              <a:buNone/>
            </a:pPr>
            <a:endParaRPr lang="en-US" dirty="0"/>
          </a:p>
          <a:p>
            <a:pPr marL="0" indent="0">
              <a:buNone/>
            </a:pPr>
            <a:r>
              <a:rPr lang="en-US" dirty="0"/>
              <a:t>factorial:</a:t>
            </a:r>
          </a:p>
          <a:p>
            <a:pPr marL="0" indent="0">
              <a:buNone/>
            </a:pPr>
            <a:r>
              <a:rPr lang="en-US" dirty="0"/>
              <a:t>    CMP     r0, #1            % if (n &lt;= 1) ...</a:t>
            </a:r>
          </a:p>
          <a:p>
            <a:pPr marL="0" indent="0">
              <a:buNone/>
            </a:pPr>
            <a:r>
              <a:rPr lang="en-US" dirty="0"/>
              <a:t>    BLE     </a:t>
            </a:r>
            <a:r>
              <a:rPr lang="en-US" dirty="0" err="1"/>
              <a:t>base_case</a:t>
            </a:r>
            <a:r>
              <a:rPr lang="en-US" dirty="0"/>
              <a:t>         %    ... return 1</a:t>
            </a:r>
          </a:p>
          <a:p>
            <a:pPr marL="0" indent="0">
              <a:buNone/>
            </a:pPr>
            <a:endParaRPr lang="en-US" dirty="0"/>
          </a:p>
          <a:p>
            <a:pPr marL="0" indent="0">
              <a:buNone/>
            </a:pPr>
            <a:r>
              <a:rPr lang="en-US" dirty="0"/>
              <a:t>    PUSH    {</a:t>
            </a:r>
            <a:r>
              <a:rPr lang="en-US" dirty="0" err="1"/>
              <a:t>lr</a:t>
            </a:r>
            <a:r>
              <a:rPr lang="en-US" dirty="0"/>
              <a:t>}              % save return address for this frame</a:t>
            </a:r>
          </a:p>
          <a:p>
            <a:pPr marL="0" indent="0">
              <a:buNone/>
            </a:pPr>
            <a:r>
              <a:rPr lang="en-US" dirty="0"/>
              <a:t>    PUSH    {r0}              % save current n on stack (we'll need it after the recursive call)</a:t>
            </a:r>
          </a:p>
          <a:p>
            <a:pPr marL="0" indent="0">
              <a:buNone/>
            </a:pPr>
            <a:endParaRPr lang="en-US" dirty="0"/>
          </a:p>
          <a:p>
            <a:pPr marL="0" indent="0">
              <a:buNone/>
            </a:pPr>
            <a:r>
              <a:rPr lang="en-US" dirty="0"/>
              <a:t>    SUB     r0, r0, #1        % r0 = n - 1 (argument for recursive call)</a:t>
            </a:r>
          </a:p>
          <a:p>
            <a:pPr marL="0" indent="0">
              <a:buNone/>
            </a:pPr>
            <a:r>
              <a:rPr lang="en-US" dirty="0"/>
              <a:t>    BL      factorial         % r0 = factorial(n - 1)</a:t>
            </a:r>
          </a:p>
          <a:p>
            <a:pPr marL="0" indent="0">
              <a:buNone/>
            </a:pPr>
            <a:endParaRPr lang="en-US" dirty="0"/>
          </a:p>
          <a:p>
            <a:pPr marL="0" indent="0">
              <a:buNone/>
            </a:pPr>
            <a:r>
              <a:rPr lang="en-US" dirty="0"/>
              <a:t>    POP     {r1}              % r1 = saved n (restore caller's n)</a:t>
            </a:r>
          </a:p>
          <a:p>
            <a:pPr marL="0" indent="0">
              <a:buNone/>
            </a:pPr>
            <a:r>
              <a:rPr lang="en-US" dirty="0"/>
              <a:t>    MUL     r0, r0, r1        % r0 = factorial(n - 1) * n</a:t>
            </a:r>
          </a:p>
          <a:p>
            <a:pPr marL="0" indent="0">
              <a:buNone/>
            </a:pPr>
            <a:endParaRPr lang="en-US" dirty="0"/>
          </a:p>
          <a:p>
            <a:pPr marL="0" indent="0">
              <a:buNone/>
            </a:pPr>
            <a:r>
              <a:rPr lang="en-US" dirty="0"/>
              <a:t>    POP     {</a:t>
            </a:r>
            <a:r>
              <a:rPr lang="en-US" dirty="0" err="1"/>
              <a:t>lr</a:t>
            </a:r>
            <a:r>
              <a:rPr lang="en-US" dirty="0"/>
              <a:t>}              % restore return address</a:t>
            </a:r>
          </a:p>
          <a:p>
            <a:pPr marL="0" indent="0">
              <a:buNone/>
            </a:pPr>
            <a:r>
              <a:rPr lang="en-US" dirty="0"/>
              <a:t>    BX      </a:t>
            </a:r>
            <a:r>
              <a:rPr lang="en-US" dirty="0" err="1"/>
              <a:t>lr</a:t>
            </a:r>
            <a:r>
              <a:rPr lang="en-US" dirty="0"/>
              <a:t>                % return with result in r0</a:t>
            </a:r>
          </a:p>
          <a:p>
            <a:pPr marL="0" indent="0">
              <a:buNone/>
            </a:pPr>
            <a:endParaRPr lang="en-US" dirty="0"/>
          </a:p>
          <a:p>
            <a:pPr marL="0" indent="0">
              <a:buNone/>
            </a:pPr>
            <a:r>
              <a:rPr lang="en-US" dirty="0" err="1"/>
              <a:t>base_case</a:t>
            </a:r>
            <a:r>
              <a:rPr lang="en-US" dirty="0"/>
              <a:t>:</a:t>
            </a:r>
          </a:p>
          <a:p>
            <a:pPr marL="0" indent="0">
              <a:buNone/>
            </a:pPr>
            <a:r>
              <a:rPr lang="en-US" dirty="0"/>
              <a:t>    MOV     r0, #1            % factorial(n) = 1 for n &lt;= 1</a:t>
            </a:r>
          </a:p>
          <a:p>
            <a:pPr marL="0" indent="0">
              <a:buNone/>
            </a:pPr>
            <a:r>
              <a:rPr lang="en-US" dirty="0"/>
              <a:t>    BX      </a:t>
            </a:r>
            <a:r>
              <a:rPr lang="en-US" dirty="0" err="1"/>
              <a:t>lr</a:t>
            </a:r>
            <a:r>
              <a:rPr lang="en-US" dirty="0"/>
              <a:t>                % return</a:t>
            </a:r>
          </a:p>
        </p:txBody>
      </p:sp>
      <p:sp>
        <p:nvSpPr>
          <p:cNvPr id="6" name="TextBox 5">
            <a:extLst>
              <a:ext uri="{FF2B5EF4-FFF2-40B4-BE49-F238E27FC236}">
                <a16:creationId xmlns:a16="http://schemas.microsoft.com/office/drawing/2014/main" id="{FA97F22B-CBD2-A76E-66A6-7632B8BDAF8F}"/>
              </a:ext>
            </a:extLst>
          </p:cNvPr>
          <p:cNvSpPr txBox="1"/>
          <p:nvPr/>
        </p:nvSpPr>
        <p:spPr>
          <a:xfrm>
            <a:off x="98323" y="5845277"/>
            <a:ext cx="4124632" cy="954107"/>
          </a:xfrm>
          <a:prstGeom prst="rect">
            <a:avLst/>
          </a:prstGeom>
          <a:solidFill>
            <a:schemeClr val="bg1">
              <a:lumMod val="85000"/>
            </a:schemeClr>
          </a:solidFill>
        </p:spPr>
        <p:style>
          <a:lnRef idx="1">
            <a:schemeClr val="dk1"/>
          </a:lnRef>
          <a:fillRef idx="2">
            <a:schemeClr val="dk1"/>
          </a:fillRef>
          <a:effectRef idx="1">
            <a:schemeClr val="dk1"/>
          </a:effectRef>
          <a:fontRef idx="minor">
            <a:schemeClr val="dk1"/>
          </a:fontRef>
        </p:style>
        <p:txBody>
          <a:bodyPr wrap="square" rtlCol="0">
            <a:spAutoFit/>
          </a:bodyPr>
          <a:lstStyle/>
          <a:p>
            <a:r>
              <a:rPr lang="en-US" sz="1400" dirty="0"/>
              <a:t>POP is used here because the function previously </a:t>
            </a:r>
            <a:r>
              <a:rPr lang="en-US" sz="1400" dirty="0" err="1"/>
              <a:t>PUSHed</a:t>
            </a:r>
            <a:r>
              <a:rPr lang="en-US" sz="1400" dirty="0"/>
              <a:t> registers that must be </a:t>
            </a:r>
            <a:r>
              <a:rPr lang="en-US" sz="1400" b="1" dirty="0"/>
              <a:t>restored</a:t>
            </a:r>
            <a:r>
              <a:rPr lang="en-US" sz="1400" dirty="0"/>
              <a:t> before returning; POP both restores those registers and fixes the stack pointer in one instruction.</a:t>
            </a:r>
          </a:p>
        </p:txBody>
      </p:sp>
    </p:spTree>
    <p:extLst>
      <p:ext uri="{BB962C8B-B14F-4D97-AF65-F5344CB8AC3E}">
        <p14:creationId xmlns:p14="http://schemas.microsoft.com/office/powerpoint/2010/main" val="304996888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B41483-7081-C44C-81EF-D92F00104765}"/>
              </a:ext>
            </a:extLst>
          </p:cNvPr>
          <p:cNvSpPr>
            <a:spLocks noGrp="1"/>
          </p:cNvSpPr>
          <p:nvPr>
            <p:ph type="title"/>
          </p:nvPr>
        </p:nvSpPr>
        <p:spPr/>
        <p:txBody>
          <a:bodyPr>
            <a:normAutofit/>
          </a:bodyPr>
          <a:lstStyle/>
          <a:p>
            <a:r>
              <a:rPr lang="en-US" dirty="0"/>
              <a:t>What is wrong?</a:t>
            </a:r>
          </a:p>
        </p:txBody>
      </p:sp>
      <p:sp>
        <p:nvSpPr>
          <p:cNvPr id="3" name="Slide Number Placeholder 2">
            <a:extLst>
              <a:ext uri="{FF2B5EF4-FFF2-40B4-BE49-F238E27FC236}">
                <a16:creationId xmlns:a16="http://schemas.microsoft.com/office/drawing/2014/main" id="{3D15817A-DD66-D447-B2D9-5646440481EB}"/>
              </a:ext>
            </a:extLst>
          </p:cNvPr>
          <p:cNvSpPr>
            <a:spLocks noGrp="1"/>
          </p:cNvSpPr>
          <p:nvPr>
            <p:ph type="sldNum" sz="quarter" idx="12"/>
          </p:nvPr>
        </p:nvSpPr>
        <p:spPr/>
        <p:txBody>
          <a:bodyPr/>
          <a:lstStyle/>
          <a:p>
            <a:fld id="{EA7C8D44-3667-46F6-9772-CC52308E2A7F}" type="slidenum">
              <a:rPr kumimoji="0" lang="en-US" smtClean="0"/>
              <a:pPr/>
              <a:t>28</a:t>
            </a:fld>
            <a:endParaRPr kumimoji="0" lang="en-US" dirty="0"/>
          </a:p>
        </p:txBody>
      </p:sp>
      <p:sp>
        <p:nvSpPr>
          <p:cNvPr id="5" name="TextBox 4">
            <a:extLst>
              <a:ext uri="{FF2B5EF4-FFF2-40B4-BE49-F238E27FC236}">
                <a16:creationId xmlns:a16="http://schemas.microsoft.com/office/drawing/2014/main" id="{67609315-49B9-8548-BA54-379B42B31ADB}"/>
              </a:ext>
            </a:extLst>
          </p:cNvPr>
          <p:cNvSpPr txBox="1"/>
          <p:nvPr/>
        </p:nvSpPr>
        <p:spPr>
          <a:xfrm>
            <a:off x="457200" y="2006188"/>
            <a:ext cx="3752950" cy="1384995"/>
          </a:xfrm>
          <a:prstGeom prst="rect">
            <a:avLst/>
          </a:prstGeom>
        </p:spPr>
        <p:style>
          <a:lnRef idx="2">
            <a:schemeClr val="accent1"/>
          </a:lnRef>
          <a:fillRef idx="1">
            <a:schemeClr val="lt1"/>
          </a:fillRef>
          <a:effectRef idx="0">
            <a:schemeClr val="accent1"/>
          </a:effectRef>
          <a:fontRef idx="minor">
            <a:schemeClr val="dk1"/>
          </a:fontRef>
        </p:style>
        <p:txBody>
          <a:bodyPr wrap="none" rtlCol="0">
            <a:spAutoFit/>
          </a:bodyPr>
          <a:lstStyle/>
          <a:p>
            <a:r>
              <a:rPr lang="en-US" sz="1200" dirty="0">
                <a:latin typeface="Consolas" panose="020B0609020204030204" pitchFamily="49" charset="0"/>
                <a:cs typeface="Consolas" panose="020B0609020204030204" pitchFamily="49" charset="0"/>
              </a:rPr>
              <a:t>int16_t </a:t>
            </a:r>
            <a:r>
              <a:rPr lang="en-US" sz="1200" b="1" dirty="0" err="1">
                <a:solidFill>
                  <a:schemeClr val="accent1"/>
                </a:solidFill>
                <a:latin typeface="Consolas" panose="020B0609020204030204" pitchFamily="49" charset="0"/>
                <a:cs typeface="Consolas" panose="020B0609020204030204" pitchFamily="49" charset="0"/>
              </a:rPr>
              <a:t>sum_of_array</a:t>
            </a:r>
            <a:r>
              <a:rPr lang="en-US" sz="1200" dirty="0">
                <a:latin typeface="Consolas" panose="020B0609020204030204" pitchFamily="49" charset="0"/>
                <a:cs typeface="Consolas" panose="020B0609020204030204" pitchFamily="49" charset="0"/>
              </a:rPr>
              <a:t>(int16_t *</a:t>
            </a:r>
            <a:r>
              <a:rPr lang="en-US" sz="1200" dirty="0" err="1">
                <a:latin typeface="Consolas" panose="020B0609020204030204" pitchFamily="49" charset="0"/>
                <a:cs typeface="Consolas" panose="020B0609020204030204" pitchFamily="49" charset="0"/>
              </a:rPr>
              <a:t>pArray</a:t>
            </a:r>
            <a:r>
              <a:rPr lang="en-US" sz="1200" dirty="0">
                <a:latin typeface="Consolas" panose="020B0609020204030204" pitchFamily="49" charset="0"/>
                <a:cs typeface="Consolas" panose="020B0609020204030204" pitchFamily="49" charset="0"/>
              </a:rPr>
              <a:t>){</a:t>
            </a:r>
          </a:p>
          <a:p>
            <a:r>
              <a:rPr lang="en-US" sz="1200" dirty="0">
                <a:latin typeface="Consolas" panose="020B0609020204030204" pitchFamily="49" charset="0"/>
                <a:cs typeface="Consolas" panose="020B0609020204030204" pitchFamily="49" charset="0"/>
              </a:rPr>
              <a:t>    uint32_t </a:t>
            </a:r>
            <a:r>
              <a:rPr lang="en-US" sz="1200" dirty="0" err="1">
                <a:latin typeface="Consolas" panose="020B0609020204030204" pitchFamily="49" charset="0"/>
                <a:cs typeface="Consolas" panose="020B0609020204030204" pitchFamily="49" charset="0"/>
              </a:rPr>
              <a:t>i</a:t>
            </a:r>
            <a:r>
              <a:rPr lang="en-US" sz="1200" dirty="0">
                <a:latin typeface="Consolas" panose="020B0609020204030204" pitchFamily="49" charset="0"/>
                <a:cs typeface="Consolas" panose="020B0609020204030204" pitchFamily="49" charset="0"/>
              </a:rPr>
              <a:t>;</a:t>
            </a:r>
          </a:p>
          <a:p>
            <a:r>
              <a:rPr lang="en-US" sz="1200" dirty="0">
                <a:latin typeface="Consolas" panose="020B0609020204030204" pitchFamily="49" charset="0"/>
                <a:cs typeface="Consolas" panose="020B0609020204030204" pitchFamily="49" charset="0"/>
              </a:rPr>
              <a:t>    int32_t sum = 0;</a:t>
            </a:r>
          </a:p>
          <a:p>
            <a:r>
              <a:rPr lang="en-US" sz="1200" dirty="0">
                <a:latin typeface="Consolas" panose="020B0609020204030204" pitchFamily="49" charset="0"/>
                <a:cs typeface="Consolas" panose="020B0609020204030204" pitchFamily="49" charset="0"/>
              </a:rPr>
              <a:t>    for(</a:t>
            </a:r>
            <a:r>
              <a:rPr lang="en-US" sz="1200" dirty="0" err="1">
                <a:latin typeface="Consolas" panose="020B0609020204030204" pitchFamily="49" charset="0"/>
                <a:cs typeface="Consolas" panose="020B0609020204030204" pitchFamily="49" charset="0"/>
              </a:rPr>
              <a:t>i</a:t>
            </a:r>
            <a:r>
              <a:rPr lang="en-US" sz="1200" dirty="0">
                <a:latin typeface="Consolas" panose="020B0609020204030204" pitchFamily="49" charset="0"/>
                <a:cs typeface="Consolas" panose="020B0609020204030204" pitchFamily="49" charset="0"/>
              </a:rPr>
              <a:t>=0; </a:t>
            </a:r>
            <a:r>
              <a:rPr lang="en-US" sz="1200" dirty="0" err="1">
                <a:latin typeface="Consolas" panose="020B0609020204030204" pitchFamily="49" charset="0"/>
                <a:cs typeface="Consolas" panose="020B0609020204030204" pitchFamily="49" charset="0"/>
              </a:rPr>
              <a:t>i</a:t>
            </a:r>
            <a:r>
              <a:rPr lang="en-US" sz="1200" dirty="0">
                <a:latin typeface="Consolas" panose="020B0609020204030204" pitchFamily="49" charset="0"/>
                <a:cs typeface="Consolas" panose="020B0609020204030204" pitchFamily="49" charset="0"/>
              </a:rPr>
              <a:t>&lt;64; </a:t>
            </a:r>
            <a:r>
              <a:rPr lang="en-US" sz="1200" dirty="0" err="1">
                <a:latin typeface="Consolas" panose="020B0609020204030204" pitchFamily="49" charset="0"/>
                <a:cs typeface="Consolas" panose="020B0609020204030204" pitchFamily="49" charset="0"/>
              </a:rPr>
              <a:t>i</a:t>
            </a:r>
            <a:r>
              <a:rPr lang="en-US" sz="1200" dirty="0">
                <a:latin typeface="Consolas" panose="020B0609020204030204" pitchFamily="49" charset="0"/>
                <a:cs typeface="Consolas" panose="020B0609020204030204" pitchFamily="49" charset="0"/>
              </a:rPr>
              <a:t>++) </a:t>
            </a:r>
            <a:r>
              <a:rPr lang="en-US" sz="1200" dirty="0">
                <a:solidFill>
                  <a:schemeClr val="bg1">
                    <a:lumMod val="50000"/>
                  </a:schemeClr>
                </a:solidFill>
                <a:latin typeface="Consolas" panose="020B0609020204030204" pitchFamily="49" charset="0"/>
                <a:cs typeface="Consolas" panose="020B0609020204030204" pitchFamily="49" charset="0"/>
              </a:rPr>
              <a:t>// array size = 64</a:t>
            </a:r>
          </a:p>
          <a:p>
            <a:r>
              <a:rPr lang="en-US" sz="1200" dirty="0">
                <a:latin typeface="Consolas" panose="020B0609020204030204" pitchFamily="49" charset="0"/>
                <a:cs typeface="Consolas" panose="020B0609020204030204" pitchFamily="49" charset="0"/>
              </a:rPr>
              <a:t>        sum += </a:t>
            </a:r>
            <a:r>
              <a:rPr lang="en-US" sz="1200" dirty="0" err="1">
                <a:latin typeface="Consolas" panose="020B0609020204030204" pitchFamily="49" charset="0"/>
                <a:cs typeface="Consolas" panose="020B0609020204030204" pitchFamily="49" charset="0"/>
              </a:rPr>
              <a:t>pArray</a:t>
            </a:r>
            <a:r>
              <a:rPr lang="en-US" sz="1200" dirty="0">
                <a:latin typeface="Consolas" panose="020B0609020204030204" pitchFamily="49" charset="0"/>
                <a:cs typeface="Consolas" panose="020B0609020204030204" pitchFamily="49" charset="0"/>
              </a:rPr>
              <a:t>[</a:t>
            </a:r>
            <a:r>
              <a:rPr lang="en-US" sz="1200" dirty="0" err="1">
                <a:latin typeface="Consolas" panose="020B0609020204030204" pitchFamily="49" charset="0"/>
                <a:cs typeface="Consolas" panose="020B0609020204030204" pitchFamily="49" charset="0"/>
              </a:rPr>
              <a:t>i</a:t>
            </a:r>
            <a:r>
              <a:rPr lang="en-US" sz="1200" dirty="0">
                <a:latin typeface="Consolas" panose="020B0609020204030204" pitchFamily="49" charset="0"/>
                <a:cs typeface="Consolas" panose="020B0609020204030204" pitchFamily="49" charset="0"/>
              </a:rPr>
              <a:t>];</a:t>
            </a:r>
          </a:p>
          <a:p>
            <a:r>
              <a:rPr lang="en-US" sz="1200" dirty="0">
                <a:latin typeface="Consolas" panose="020B0609020204030204" pitchFamily="49" charset="0"/>
                <a:cs typeface="Consolas" panose="020B0609020204030204" pitchFamily="49" charset="0"/>
              </a:rPr>
              <a:t>    return (int16_t) sum;</a:t>
            </a:r>
          </a:p>
          <a:p>
            <a:r>
              <a:rPr lang="en-US" sz="1200" dirty="0">
                <a:latin typeface="Consolas" panose="020B0609020204030204" pitchFamily="49" charset="0"/>
                <a:cs typeface="Consolas" panose="020B0609020204030204" pitchFamily="49" charset="0"/>
              </a:rPr>
              <a:t>}</a:t>
            </a:r>
          </a:p>
        </p:txBody>
      </p:sp>
      <p:sp>
        <p:nvSpPr>
          <p:cNvPr id="7" name="TextBox 6">
            <a:extLst>
              <a:ext uri="{FF2B5EF4-FFF2-40B4-BE49-F238E27FC236}">
                <a16:creationId xmlns:a16="http://schemas.microsoft.com/office/drawing/2014/main" id="{B2D23A4E-8569-6941-84A9-89F1C41E64AF}"/>
              </a:ext>
            </a:extLst>
          </p:cNvPr>
          <p:cNvSpPr txBox="1"/>
          <p:nvPr/>
        </p:nvSpPr>
        <p:spPr>
          <a:xfrm>
            <a:off x="4340418" y="2006187"/>
            <a:ext cx="4432624" cy="2308324"/>
          </a:xfrm>
          <a:prstGeom prst="rect">
            <a:avLst/>
          </a:prstGeom>
        </p:spPr>
        <p:style>
          <a:lnRef idx="2">
            <a:schemeClr val="accent1"/>
          </a:lnRef>
          <a:fillRef idx="1">
            <a:schemeClr val="lt1"/>
          </a:fillRef>
          <a:effectRef idx="0">
            <a:schemeClr val="accent1"/>
          </a:effectRef>
          <a:fontRef idx="minor">
            <a:schemeClr val="dk1"/>
          </a:fontRef>
        </p:style>
        <p:txBody>
          <a:bodyPr wrap="none" rtlCol="0">
            <a:spAutoFit/>
          </a:bodyPr>
          <a:lstStyle/>
          <a:p>
            <a:r>
              <a:rPr lang="en-US" sz="1200" b="1" dirty="0" err="1">
                <a:solidFill>
                  <a:schemeClr val="accent1"/>
                </a:solidFill>
                <a:latin typeface="Consolas" panose="020B0609020204030204" pitchFamily="49" charset="0"/>
                <a:cs typeface="Consolas" panose="020B0609020204030204" pitchFamily="49" charset="0"/>
              </a:rPr>
              <a:t>sum_of_array</a:t>
            </a:r>
            <a:r>
              <a:rPr lang="en-US" sz="1200" b="1" dirty="0">
                <a:solidFill>
                  <a:schemeClr val="accent1"/>
                </a:solidFill>
                <a:latin typeface="Consolas" panose="020B0609020204030204" pitchFamily="49" charset="0"/>
                <a:cs typeface="Consolas" panose="020B0609020204030204" pitchFamily="49" charset="0"/>
              </a:rPr>
              <a:t> </a:t>
            </a:r>
            <a:r>
              <a:rPr lang="en-US" sz="1200" dirty="0">
                <a:latin typeface="Consolas" panose="020B0609020204030204" pitchFamily="49" charset="0"/>
                <a:cs typeface="Consolas" panose="020B0609020204030204" pitchFamily="49" charset="0"/>
              </a:rPr>
              <a:t>PROC</a:t>
            </a:r>
          </a:p>
          <a:p>
            <a:r>
              <a:rPr lang="en-US" sz="1200" dirty="0">
                <a:latin typeface="Consolas" panose="020B0609020204030204" pitchFamily="49" charset="0"/>
                <a:cs typeface="Consolas" panose="020B0609020204030204" pitchFamily="49" charset="0"/>
              </a:rPr>
              <a:t>      MOV   r2, #0  </a:t>
            </a:r>
            <a:r>
              <a:rPr lang="en-US" sz="1200" dirty="0">
                <a:solidFill>
                  <a:schemeClr val="bg1">
                    <a:lumMod val="50000"/>
                  </a:schemeClr>
                </a:solidFill>
                <a:latin typeface="Consolas" panose="020B0609020204030204" pitchFamily="49" charset="0"/>
                <a:cs typeface="Consolas" panose="020B0609020204030204" pitchFamily="49" charset="0"/>
              </a:rPr>
              <a:t>; loop index</a:t>
            </a:r>
          </a:p>
          <a:p>
            <a:r>
              <a:rPr lang="en-US" sz="1200" dirty="0">
                <a:latin typeface="Consolas" panose="020B0609020204030204" pitchFamily="49" charset="0"/>
                <a:cs typeface="Consolas" panose="020B0609020204030204" pitchFamily="49" charset="0"/>
              </a:rPr>
              <a:t>      MOV   r3, #0  </a:t>
            </a:r>
            <a:r>
              <a:rPr lang="en-US" sz="1200" dirty="0">
                <a:solidFill>
                  <a:schemeClr val="bg1">
                    <a:lumMod val="50000"/>
                  </a:schemeClr>
                </a:solidFill>
                <a:latin typeface="Consolas" panose="020B0609020204030204" pitchFamily="49" charset="0"/>
                <a:cs typeface="Consolas" panose="020B0609020204030204" pitchFamily="49" charset="0"/>
              </a:rPr>
              <a:t>; sum </a:t>
            </a:r>
          </a:p>
          <a:p>
            <a:r>
              <a:rPr lang="en-US" sz="1200" dirty="0">
                <a:latin typeface="Consolas" panose="020B0609020204030204" pitchFamily="49" charset="0"/>
                <a:cs typeface="Consolas" panose="020B0609020204030204" pitchFamily="49" charset="0"/>
              </a:rPr>
              <a:t>      B     check</a:t>
            </a:r>
          </a:p>
          <a:p>
            <a:r>
              <a:rPr lang="en-US" sz="1200" dirty="0">
                <a:latin typeface="Consolas" panose="020B0609020204030204" pitchFamily="49" charset="0"/>
                <a:cs typeface="Consolas" panose="020B0609020204030204" pitchFamily="49" charset="0"/>
              </a:rPr>
              <a:t>loop  LDRSH r1, [r0], #2 </a:t>
            </a:r>
          </a:p>
          <a:p>
            <a:r>
              <a:rPr lang="en-US" sz="1200" dirty="0">
                <a:latin typeface="Consolas" panose="020B0609020204030204" pitchFamily="49" charset="0"/>
                <a:cs typeface="Consolas" panose="020B0609020204030204" pitchFamily="49" charset="0"/>
              </a:rPr>
              <a:t>      ADD   r3, r3, r1  </a:t>
            </a:r>
            <a:r>
              <a:rPr lang="en-US" sz="1200" dirty="0">
                <a:solidFill>
                  <a:schemeClr val="bg1">
                    <a:lumMod val="50000"/>
                  </a:schemeClr>
                </a:solidFill>
                <a:latin typeface="Consolas" panose="020B0609020204030204" pitchFamily="49" charset="0"/>
                <a:cs typeface="Consolas" panose="020B0609020204030204" pitchFamily="49" charset="0"/>
              </a:rPr>
              <a:t>; sum += </a:t>
            </a:r>
            <a:r>
              <a:rPr lang="en-US" sz="1200" dirty="0" err="1">
                <a:solidFill>
                  <a:schemeClr val="bg1">
                    <a:lumMod val="50000"/>
                  </a:schemeClr>
                </a:solidFill>
                <a:latin typeface="Consolas" panose="020B0609020204030204" pitchFamily="49" charset="0"/>
                <a:cs typeface="Consolas" panose="020B0609020204030204" pitchFamily="49" charset="0"/>
              </a:rPr>
              <a:t>pArray</a:t>
            </a:r>
            <a:r>
              <a:rPr lang="en-US" sz="1200" dirty="0">
                <a:solidFill>
                  <a:schemeClr val="bg1">
                    <a:lumMod val="50000"/>
                  </a:schemeClr>
                </a:solidFill>
                <a:latin typeface="Consolas" panose="020B0609020204030204" pitchFamily="49" charset="0"/>
                <a:cs typeface="Consolas" panose="020B0609020204030204" pitchFamily="49" charset="0"/>
              </a:rPr>
              <a:t>[</a:t>
            </a:r>
            <a:r>
              <a:rPr lang="en-US" sz="1200" dirty="0" err="1">
                <a:solidFill>
                  <a:schemeClr val="bg1">
                    <a:lumMod val="50000"/>
                  </a:schemeClr>
                </a:solidFill>
                <a:latin typeface="Consolas" panose="020B0609020204030204" pitchFamily="49" charset="0"/>
                <a:cs typeface="Consolas" panose="020B0609020204030204" pitchFamily="49" charset="0"/>
              </a:rPr>
              <a:t>i</a:t>
            </a:r>
            <a:r>
              <a:rPr lang="en-US" sz="1200" dirty="0">
                <a:solidFill>
                  <a:schemeClr val="bg1">
                    <a:lumMod val="50000"/>
                  </a:schemeClr>
                </a:solidFill>
                <a:latin typeface="Consolas" panose="020B0609020204030204" pitchFamily="49" charset="0"/>
                <a:cs typeface="Consolas" panose="020B0609020204030204" pitchFamily="49" charset="0"/>
              </a:rPr>
              <a:t>]</a:t>
            </a:r>
          </a:p>
          <a:p>
            <a:r>
              <a:rPr lang="en-US" sz="1200" dirty="0">
                <a:latin typeface="Consolas" panose="020B0609020204030204" pitchFamily="49" charset="0"/>
                <a:cs typeface="Consolas" panose="020B0609020204030204" pitchFamily="49" charset="0"/>
              </a:rPr>
              <a:t>      ADD   r2, r2, #1  </a:t>
            </a:r>
            <a:r>
              <a:rPr lang="en-US" sz="1200" dirty="0">
                <a:solidFill>
                  <a:schemeClr val="bg1">
                    <a:lumMod val="50000"/>
                  </a:schemeClr>
                </a:solidFill>
                <a:latin typeface="Consolas" panose="020B0609020204030204" pitchFamily="49" charset="0"/>
                <a:cs typeface="Consolas" panose="020B0609020204030204" pitchFamily="49" charset="0"/>
              </a:rPr>
              <a:t>; </a:t>
            </a:r>
            <a:r>
              <a:rPr lang="en-US" sz="1200" dirty="0" err="1">
                <a:solidFill>
                  <a:schemeClr val="bg1">
                    <a:lumMod val="50000"/>
                  </a:schemeClr>
                </a:solidFill>
                <a:latin typeface="Consolas" panose="020B0609020204030204" pitchFamily="49" charset="0"/>
                <a:cs typeface="Consolas" panose="020B0609020204030204" pitchFamily="49" charset="0"/>
              </a:rPr>
              <a:t>i</a:t>
            </a:r>
            <a:r>
              <a:rPr lang="en-US" sz="1200" dirty="0">
                <a:solidFill>
                  <a:schemeClr val="bg1">
                    <a:lumMod val="50000"/>
                  </a:schemeClr>
                </a:solidFill>
                <a:latin typeface="Consolas" panose="020B0609020204030204" pitchFamily="49" charset="0"/>
                <a:cs typeface="Consolas" panose="020B0609020204030204" pitchFamily="49" charset="0"/>
              </a:rPr>
              <a:t>++</a:t>
            </a:r>
          </a:p>
          <a:p>
            <a:r>
              <a:rPr lang="en-US" sz="1200" dirty="0">
                <a:latin typeface="Consolas" panose="020B0609020204030204" pitchFamily="49" charset="0"/>
                <a:cs typeface="Consolas" panose="020B0609020204030204" pitchFamily="49" charset="0"/>
              </a:rPr>
              <a:t>check CMP   r2, #64</a:t>
            </a:r>
          </a:p>
          <a:p>
            <a:r>
              <a:rPr lang="en-US" sz="1200" dirty="0">
                <a:latin typeface="Consolas" panose="020B0609020204030204" pitchFamily="49" charset="0"/>
                <a:cs typeface="Consolas" panose="020B0609020204030204" pitchFamily="49" charset="0"/>
              </a:rPr>
              <a:t>      BLO   loop        </a:t>
            </a:r>
            <a:r>
              <a:rPr lang="en-US" sz="1200" dirty="0">
                <a:solidFill>
                  <a:schemeClr val="bg1">
                    <a:lumMod val="50000"/>
                  </a:schemeClr>
                </a:solidFill>
                <a:latin typeface="Consolas" panose="020B0609020204030204" pitchFamily="49" charset="0"/>
                <a:cs typeface="Consolas" panose="020B0609020204030204" pitchFamily="49" charset="0"/>
              </a:rPr>
              <a:t>; branch if unsigned </a:t>
            </a:r>
            <a:r>
              <a:rPr lang="en-US" sz="1200" dirty="0" err="1">
                <a:solidFill>
                  <a:schemeClr val="bg1">
                    <a:lumMod val="50000"/>
                  </a:schemeClr>
                </a:solidFill>
                <a:latin typeface="Consolas" panose="020B0609020204030204" pitchFamily="49" charset="0"/>
                <a:cs typeface="Consolas" panose="020B0609020204030204" pitchFamily="49" charset="0"/>
              </a:rPr>
              <a:t>LOwer</a:t>
            </a:r>
            <a:endParaRPr lang="en-US" sz="1200" dirty="0">
              <a:solidFill>
                <a:schemeClr val="bg1">
                  <a:lumMod val="50000"/>
                </a:schemeClr>
              </a:solidFill>
              <a:latin typeface="Consolas" panose="020B0609020204030204" pitchFamily="49" charset="0"/>
              <a:cs typeface="Consolas" panose="020B0609020204030204" pitchFamily="49" charset="0"/>
            </a:endParaRPr>
          </a:p>
          <a:p>
            <a:r>
              <a:rPr lang="en-US" sz="1200" dirty="0">
                <a:latin typeface="Consolas" panose="020B0609020204030204" pitchFamily="49" charset="0"/>
                <a:cs typeface="Consolas" panose="020B0609020204030204" pitchFamily="49" charset="0"/>
              </a:rPr>
              <a:t>      MOV   r0, r3      </a:t>
            </a:r>
            <a:r>
              <a:rPr lang="en-US" sz="1200" dirty="0">
                <a:solidFill>
                  <a:schemeClr val="bg1">
                    <a:lumMod val="50000"/>
                  </a:schemeClr>
                </a:solidFill>
                <a:latin typeface="Consolas" panose="020B0609020204030204" pitchFamily="49" charset="0"/>
                <a:cs typeface="Consolas" panose="020B0609020204030204" pitchFamily="49" charset="0"/>
              </a:rPr>
              <a:t>; return result in r0</a:t>
            </a:r>
          </a:p>
          <a:p>
            <a:r>
              <a:rPr lang="en-US" sz="1200" dirty="0">
                <a:latin typeface="Consolas" panose="020B0609020204030204" pitchFamily="49" charset="0"/>
                <a:cs typeface="Consolas" panose="020B0609020204030204" pitchFamily="49" charset="0"/>
              </a:rPr>
              <a:t>      BX    </a:t>
            </a:r>
            <a:r>
              <a:rPr lang="en-US" sz="1200" dirty="0" err="1">
                <a:latin typeface="Consolas" panose="020B0609020204030204" pitchFamily="49" charset="0"/>
                <a:cs typeface="Consolas" panose="020B0609020204030204" pitchFamily="49" charset="0"/>
              </a:rPr>
              <a:t>lr</a:t>
            </a:r>
            <a:endParaRPr lang="en-US" sz="1200" dirty="0">
              <a:latin typeface="Consolas" panose="020B0609020204030204" pitchFamily="49" charset="0"/>
              <a:cs typeface="Consolas" panose="020B0609020204030204" pitchFamily="49" charset="0"/>
            </a:endParaRPr>
          </a:p>
          <a:p>
            <a:r>
              <a:rPr lang="en-US" sz="1200" dirty="0">
                <a:latin typeface="Consolas" panose="020B0609020204030204" pitchFamily="49" charset="0"/>
                <a:cs typeface="Consolas" panose="020B0609020204030204" pitchFamily="49" charset="0"/>
              </a:rPr>
              <a:t>      ENDP</a:t>
            </a:r>
          </a:p>
        </p:txBody>
      </p:sp>
    </p:spTree>
    <p:extLst>
      <p:ext uri="{BB962C8B-B14F-4D97-AF65-F5344CB8AC3E}">
        <p14:creationId xmlns:p14="http://schemas.microsoft.com/office/powerpoint/2010/main" val="201731444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B41483-7081-C44C-81EF-D92F00104765}"/>
              </a:ext>
            </a:extLst>
          </p:cNvPr>
          <p:cNvSpPr>
            <a:spLocks noGrp="1"/>
          </p:cNvSpPr>
          <p:nvPr>
            <p:ph type="title"/>
          </p:nvPr>
        </p:nvSpPr>
        <p:spPr/>
        <p:txBody>
          <a:bodyPr>
            <a:normAutofit/>
          </a:bodyPr>
          <a:lstStyle/>
          <a:p>
            <a:r>
              <a:rPr lang="en-US" dirty="0"/>
              <a:t>What is wrong? ANS</a:t>
            </a:r>
          </a:p>
        </p:txBody>
      </p:sp>
      <p:sp>
        <p:nvSpPr>
          <p:cNvPr id="3" name="Slide Number Placeholder 2">
            <a:extLst>
              <a:ext uri="{FF2B5EF4-FFF2-40B4-BE49-F238E27FC236}">
                <a16:creationId xmlns:a16="http://schemas.microsoft.com/office/drawing/2014/main" id="{3D15817A-DD66-D447-B2D9-5646440481EB}"/>
              </a:ext>
            </a:extLst>
          </p:cNvPr>
          <p:cNvSpPr>
            <a:spLocks noGrp="1"/>
          </p:cNvSpPr>
          <p:nvPr>
            <p:ph type="sldNum" sz="quarter" idx="12"/>
          </p:nvPr>
        </p:nvSpPr>
        <p:spPr/>
        <p:txBody>
          <a:bodyPr/>
          <a:lstStyle/>
          <a:p>
            <a:fld id="{EA7C8D44-3667-46F6-9772-CC52308E2A7F}" type="slidenum">
              <a:rPr kumimoji="0" lang="en-US" smtClean="0"/>
              <a:pPr/>
              <a:t>29</a:t>
            </a:fld>
            <a:endParaRPr kumimoji="0" lang="en-US" dirty="0"/>
          </a:p>
        </p:txBody>
      </p:sp>
      <p:sp>
        <p:nvSpPr>
          <p:cNvPr id="5" name="TextBox 4">
            <a:extLst>
              <a:ext uri="{FF2B5EF4-FFF2-40B4-BE49-F238E27FC236}">
                <a16:creationId xmlns:a16="http://schemas.microsoft.com/office/drawing/2014/main" id="{67609315-49B9-8548-BA54-379B42B31ADB}"/>
              </a:ext>
            </a:extLst>
          </p:cNvPr>
          <p:cNvSpPr txBox="1"/>
          <p:nvPr/>
        </p:nvSpPr>
        <p:spPr>
          <a:xfrm>
            <a:off x="457200" y="2006188"/>
            <a:ext cx="3752950" cy="1384995"/>
          </a:xfrm>
          <a:prstGeom prst="rect">
            <a:avLst/>
          </a:prstGeom>
        </p:spPr>
        <p:style>
          <a:lnRef idx="2">
            <a:schemeClr val="accent1"/>
          </a:lnRef>
          <a:fillRef idx="1">
            <a:schemeClr val="lt1"/>
          </a:fillRef>
          <a:effectRef idx="0">
            <a:schemeClr val="accent1"/>
          </a:effectRef>
          <a:fontRef idx="minor">
            <a:schemeClr val="dk1"/>
          </a:fontRef>
        </p:style>
        <p:txBody>
          <a:bodyPr wrap="none" rtlCol="0">
            <a:spAutoFit/>
          </a:bodyPr>
          <a:lstStyle/>
          <a:p>
            <a:r>
              <a:rPr lang="en-US" sz="1200" dirty="0">
                <a:latin typeface="Consolas" panose="020B0609020204030204" pitchFamily="49" charset="0"/>
                <a:cs typeface="Consolas" panose="020B0609020204030204" pitchFamily="49" charset="0"/>
              </a:rPr>
              <a:t>int16_t </a:t>
            </a:r>
            <a:r>
              <a:rPr lang="en-US" sz="1200" b="1" dirty="0" err="1">
                <a:solidFill>
                  <a:schemeClr val="accent1"/>
                </a:solidFill>
                <a:latin typeface="Consolas" panose="020B0609020204030204" pitchFamily="49" charset="0"/>
                <a:cs typeface="Consolas" panose="020B0609020204030204" pitchFamily="49" charset="0"/>
              </a:rPr>
              <a:t>sum_of_array</a:t>
            </a:r>
            <a:r>
              <a:rPr lang="en-US" sz="1200" dirty="0">
                <a:latin typeface="Consolas" panose="020B0609020204030204" pitchFamily="49" charset="0"/>
                <a:cs typeface="Consolas" panose="020B0609020204030204" pitchFamily="49" charset="0"/>
              </a:rPr>
              <a:t>(int16_t *</a:t>
            </a:r>
            <a:r>
              <a:rPr lang="en-US" sz="1200" dirty="0" err="1">
                <a:latin typeface="Consolas" panose="020B0609020204030204" pitchFamily="49" charset="0"/>
                <a:cs typeface="Consolas" panose="020B0609020204030204" pitchFamily="49" charset="0"/>
              </a:rPr>
              <a:t>pArray</a:t>
            </a:r>
            <a:r>
              <a:rPr lang="en-US" sz="1200" dirty="0">
                <a:latin typeface="Consolas" panose="020B0609020204030204" pitchFamily="49" charset="0"/>
                <a:cs typeface="Consolas" panose="020B0609020204030204" pitchFamily="49" charset="0"/>
              </a:rPr>
              <a:t>){</a:t>
            </a:r>
          </a:p>
          <a:p>
            <a:r>
              <a:rPr lang="en-US" sz="1200" dirty="0">
                <a:latin typeface="Consolas" panose="020B0609020204030204" pitchFamily="49" charset="0"/>
                <a:cs typeface="Consolas" panose="020B0609020204030204" pitchFamily="49" charset="0"/>
              </a:rPr>
              <a:t>    uint32_t </a:t>
            </a:r>
            <a:r>
              <a:rPr lang="en-US" sz="1200" dirty="0" err="1">
                <a:latin typeface="Consolas" panose="020B0609020204030204" pitchFamily="49" charset="0"/>
                <a:cs typeface="Consolas" panose="020B0609020204030204" pitchFamily="49" charset="0"/>
              </a:rPr>
              <a:t>i</a:t>
            </a:r>
            <a:r>
              <a:rPr lang="en-US" sz="1200" dirty="0">
                <a:latin typeface="Consolas" panose="020B0609020204030204" pitchFamily="49" charset="0"/>
                <a:cs typeface="Consolas" panose="020B0609020204030204" pitchFamily="49" charset="0"/>
              </a:rPr>
              <a:t>;</a:t>
            </a:r>
          </a:p>
          <a:p>
            <a:r>
              <a:rPr lang="en-US" sz="1200" dirty="0">
                <a:latin typeface="Consolas" panose="020B0609020204030204" pitchFamily="49" charset="0"/>
                <a:cs typeface="Consolas" panose="020B0609020204030204" pitchFamily="49" charset="0"/>
              </a:rPr>
              <a:t>    int32_t sum = 0;</a:t>
            </a:r>
          </a:p>
          <a:p>
            <a:r>
              <a:rPr lang="en-US" sz="1200" dirty="0">
                <a:latin typeface="Consolas" panose="020B0609020204030204" pitchFamily="49" charset="0"/>
                <a:cs typeface="Consolas" panose="020B0609020204030204" pitchFamily="49" charset="0"/>
              </a:rPr>
              <a:t>    for(</a:t>
            </a:r>
            <a:r>
              <a:rPr lang="en-US" sz="1200" dirty="0" err="1">
                <a:latin typeface="Consolas" panose="020B0609020204030204" pitchFamily="49" charset="0"/>
                <a:cs typeface="Consolas" panose="020B0609020204030204" pitchFamily="49" charset="0"/>
              </a:rPr>
              <a:t>i</a:t>
            </a:r>
            <a:r>
              <a:rPr lang="en-US" sz="1200" dirty="0">
                <a:latin typeface="Consolas" panose="020B0609020204030204" pitchFamily="49" charset="0"/>
                <a:cs typeface="Consolas" panose="020B0609020204030204" pitchFamily="49" charset="0"/>
              </a:rPr>
              <a:t>=0; </a:t>
            </a:r>
            <a:r>
              <a:rPr lang="en-US" sz="1200" dirty="0" err="1">
                <a:latin typeface="Consolas" panose="020B0609020204030204" pitchFamily="49" charset="0"/>
                <a:cs typeface="Consolas" panose="020B0609020204030204" pitchFamily="49" charset="0"/>
              </a:rPr>
              <a:t>i</a:t>
            </a:r>
            <a:r>
              <a:rPr lang="en-US" sz="1200" dirty="0">
                <a:latin typeface="Consolas" panose="020B0609020204030204" pitchFamily="49" charset="0"/>
                <a:cs typeface="Consolas" panose="020B0609020204030204" pitchFamily="49" charset="0"/>
              </a:rPr>
              <a:t>&lt;64; </a:t>
            </a:r>
            <a:r>
              <a:rPr lang="en-US" sz="1200" dirty="0" err="1">
                <a:latin typeface="Consolas" panose="020B0609020204030204" pitchFamily="49" charset="0"/>
                <a:cs typeface="Consolas" panose="020B0609020204030204" pitchFamily="49" charset="0"/>
              </a:rPr>
              <a:t>i</a:t>
            </a:r>
            <a:r>
              <a:rPr lang="en-US" sz="1200" dirty="0">
                <a:latin typeface="Consolas" panose="020B0609020204030204" pitchFamily="49" charset="0"/>
                <a:cs typeface="Consolas" panose="020B0609020204030204" pitchFamily="49" charset="0"/>
              </a:rPr>
              <a:t>++) </a:t>
            </a:r>
            <a:r>
              <a:rPr lang="en-US" sz="1200" dirty="0">
                <a:solidFill>
                  <a:schemeClr val="bg1">
                    <a:lumMod val="50000"/>
                  </a:schemeClr>
                </a:solidFill>
                <a:latin typeface="Consolas" panose="020B0609020204030204" pitchFamily="49" charset="0"/>
                <a:cs typeface="Consolas" panose="020B0609020204030204" pitchFamily="49" charset="0"/>
              </a:rPr>
              <a:t>// array size = 64</a:t>
            </a:r>
          </a:p>
          <a:p>
            <a:r>
              <a:rPr lang="en-US" sz="1200" dirty="0">
                <a:latin typeface="Consolas" panose="020B0609020204030204" pitchFamily="49" charset="0"/>
                <a:cs typeface="Consolas" panose="020B0609020204030204" pitchFamily="49" charset="0"/>
              </a:rPr>
              <a:t>        sum += </a:t>
            </a:r>
            <a:r>
              <a:rPr lang="en-US" sz="1200" dirty="0" err="1">
                <a:latin typeface="Consolas" panose="020B0609020204030204" pitchFamily="49" charset="0"/>
                <a:cs typeface="Consolas" panose="020B0609020204030204" pitchFamily="49" charset="0"/>
              </a:rPr>
              <a:t>pArray</a:t>
            </a:r>
            <a:r>
              <a:rPr lang="en-US" sz="1200" dirty="0">
                <a:latin typeface="Consolas" panose="020B0609020204030204" pitchFamily="49" charset="0"/>
                <a:cs typeface="Consolas" panose="020B0609020204030204" pitchFamily="49" charset="0"/>
              </a:rPr>
              <a:t>[</a:t>
            </a:r>
            <a:r>
              <a:rPr lang="en-US" sz="1200" dirty="0" err="1">
                <a:latin typeface="Consolas" panose="020B0609020204030204" pitchFamily="49" charset="0"/>
                <a:cs typeface="Consolas" panose="020B0609020204030204" pitchFamily="49" charset="0"/>
              </a:rPr>
              <a:t>i</a:t>
            </a:r>
            <a:r>
              <a:rPr lang="en-US" sz="1200" dirty="0">
                <a:latin typeface="Consolas" panose="020B0609020204030204" pitchFamily="49" charset="0"/>
                <a:cs typeface="Consolas" panose="020B0609020204030204" pitchFamily="49" charset="0"/>
              </a:rPr>
              <a:t>];</a:t>
            </a:r>
          </a:p>
          <a:p>
            <a:r>
              <a:rPr lang="en-US" sz="1200" dirty="0">
                <a:latin typeface="Consolas" panose="020B0609020204030204" pitchFamily="49" charset="0"/>
                <a:cs typeface="Consolas" panose="020B0609020204030204" pitchFamily="49" charset="0"/>
              </a:rPr>
              <a:t>    return (int16_t) sum;</a:t>
            </a:r>
          </a:p>
          <a:p>
            <a:r>
              <a:rPr lang="en-US" sz="1200" dirty="0">
                <a:latin typeface="Consolas" panose="020B0609020204030204" pitchFamily="49" charset="0"/>
                <a:cs typeface="Consolas" panose="020B0609020204030204" pitchFamily="49" charset="0"/>
              </a:rPr>
              <a:t>}</a:t>
            </a:r>
          </a:p>
        </p:txBody>
      </p:sp>
      <p:sp>
        <p:nvSpPr>
          <p:cNvPr id="6" name="TextBox 5">
            <a:extLst>
              <a:ext uri="{FF2B5EF4-FFF2-40B4-BE49-F238E27FC236}">
                <a16:creationId xmlns:a16="http://schemas.microsoft.com/office/drawing/2014/main" id="{4F4F6D7F-4E8E-4748-B8BF-4AEBF2493640}"/>
              </a:ext>
            </a:extLst>
          </p:cNvPr>
          <p:cNvSpPr txBox="1"/>
          <p:nvPr/>
        </p:nvSpPr>
        <p:spPr>
          <a:xfrm>
            <a:off x="4340418" y="2006187"/>
            <a:ext cx="4432624" cy="2492990"/>
          </a:xfrm>
          <a:prstGeom prst="rect">
            <a:avLst/>
          </a:prstGeom>
        </p:spPr>
        <p:style>
          <a:lnRef idx="2">
            <a:schemeClr val="accent1"/>
          </a:lnRef>
          <a:fillRef idx="1">
            <a:schemeClr val="lt1"/>
          </a:fillRef>
          <a:effectRef idx="0">
            <a:schemeClr val="accent1"/>
          </a:effectRef>
          <a:fontRef idx="minor">
            <a:schemeClr val="dk1"/>
          </a:fontRef>
        </p:style>
        <p:txBody>
          <a:bodyPr wrap="none" rtlCol="0">
            <a:spAutoFit/>
          </a:bodyPr>
          <a:lstStyle/>
          <a:p>
            <a:r>
              <a:rPr lang="en-US" sz="1200" b="1" dirty="0" err="1">
                <a:solidFill>
                  <a:schemeClr val="accent1"/>
                </a:solidFill>
                <a:latin typeface="Consolas" panose="020B0609020204030204" pitchFamily="49" charset="0"/>
                <a:cs typeface="Consolas" panose="020B0609020204030204" pitchFamily="49" charset="0"/>
              </a:rPr>
              <a:t>sum_of_array</a:t>
            </a:r>
            <a:r>
              <a:rPr lang="en-US" sz="1200" b="1" dirty="0">
                <a:solidFill>
                  <a:schemeClr val="accent1"/>
                </a:solidFill>
                <a:latin typeface="Consolas" panose="020B0609020204030204" pitchFamily="49" charset="0"/>
                <a:cs typeface="Consolas" panose="020B0609020204030204" pitchFamily="49" charset="0"/>
              </a:rPr>
              <a:t> </a:t>
            </a:r>
            <a:r>
              <a:rPr lang="en-US" sz="1200" dirty="0">
                <a:latin typeface="Consolas" panose="020B0609020204030204" pitchFamily="49" charset="0"/>
                <a:cs typeface="Consolas" panose="020B0609020204030204" pitchFamily="49" charset="0"/>
              </a:rPr>
              <a:t>PROC</a:t>
            </a:r>
          </a:p>
          <a:p>
            <a:r>
              <a:rPr lang="en-US" sz="1200" dirty="0">
                <a:latin typeface="Consolas" panose="020B0609020204030204" pitchFamily="49" charset="0"/>
                <a:cs typeface="Consolas" panose="020B0609020204030204" pitchFamily="49" charset="0"/>
              </a:rPr>
              <a:t>      MOV   r2, #0  </a:t>
            </a:r>
            <a:r>
              <a:rPr lang="en-US" sz="1200" dirty="0">
                <a:solidFill>
                  <a:schemeClr val="bg1">
                    <a:lumMod val="50000"/>
                  </a:schemeClr>
                </a:solidFill>
                <a:latin typeface="Consolas" panose="020B0609020204030204" pitchFamily="49" charset="0"/>
                <a:cs typeface="Consolas" panose="020B0609020204030204" pitchFamily="49" charset="0"/>
              </a:rPr>
              <a:t>; loop index</a:t>
            </a:r>
          </a:p>
          <a:p>
            <a:r>
              <a:rPr lang="en-US" sz="1200" dirty="0">
                <a:latin typeface="Consolas" panose="020B0609020204030204" pitchFamily="49" charset="0"/>
                <a:cs typeface="Consolas" panose="020B0609020204030204" pitchFamily="49" charset="0"/>
              </a:rPr>
              <a:t>      MOV   r3, #0  </a:t>
            </a:r>
            <a:r>
              <a:rPr lang="en-US" sz="1200" dirty="0">
                <a:solidFill>
                  <a:schemeClr val="bg1">
                    <a:lumMod val="50000"/>
                  </a:schemeClr>
                </a:solidFill>
                <a:latin typeface="Consolas" panose="020B0609020204030204" pitchFamily="49" charset="0"/>
                <a:cs typeface="Consolas" panose="020B0609020204030204" pitchFamily="49" charset="0"/>
              </a:rPr>
              <a:t>; sum </a:t>
            </a:r>
          </a:p>
          <a:p>
            <a:r>
              <a:rPr lang="en-US" sz="1200" dirty="0">
                <a:latin typeface="Consolas" panose="020B0609020204030204" pitchFamily="49" charset="0"/>
                <a:cs typeface="Consolas" panose="020B0609020204030204" pitchFamily="49" charset="0"/>
              </a:rPr>
              <a:t>      B     check</a:t>
            </a:r>
          </a:p>
          <a:p>
            <a:r>
              <a:rPr lang="en-US" sz="1200" dirty="0">
                <a:latin typeface="Consolas" panose="020B0609020204030204" pitchFamily="49" charset="0"/>
                <a:cs typeface="Consolas" panose="020B0609020204030204" pitchFamily="49" charset="0"/>
              </a:rPr>
              <a:t>loop  LDRSH r1, [r0], #2 </a:t>
            </a:r>
          </a:p>
          <a:p>
            <a:r>
              <a:rPr lang="en-US" sz="1200" dirty="0">
                <a:latin typeface="Consolas" panose="020B0609020204030204" pitchFamily="49" charset="0"/>
                <a:cs typeface="Consolas" panose="020B0609020204030204" pitchFamily="49" charset="0"/>
              </a:rPr>
              <a:t>      ADD   r3, r3, r1  </a:t>
            </a:r>
            <a:r>
              <a:rPr lang="en-US" sz="1200" dirty="0">
                <a:solidFill>
                  <a:schemeClr val="bg1">
                    <a:lumMod val="50000"/>
                  </a:schemeClr>
                </a:solidFill>
                <a:latin typeface="Consolas" panose="020B0609020204030204" pitchFamily="49" charset="0"/>
                <a:cs typeface="Consolas" panose="020B0609020204030204" pitchFamily="49" charset="0"/>
              </a:rPr>
              <a:t>; sum += </a:t>
            </a:r>
            <a:r>
              <a:rPr lang="en-US" sz="1200" dirty="0" err="1">
                <a:solidFill>
                  <a:schemeClr val="bg1">
                    <a:lumMod val="50000"/>
                  </a:schemeClr>
                </a:solidFill>
                <a:latin typeface="Consolas" panose="020B0609020204030204" pitchFamily="49" charset="0"/>
                <a:cs typeface="Consolas" panose="020B0609020204030204" pitchFamily="49" charset="0"/>
              </a:rPr>
              <a:t>pArray</a:t>
            </a:r>
            <a:r>
              <a:rPr lang="en-US" sz="1200" dirty="0">
                <a:solidFill>
                  <a:schemeClr val="bg1">
                    <a:lumMod val="50000"/>
                  </a:schemeClr>
                </a:solidFill>
                <a:latin typeface="Consolas" panose="020B0609020204030204" pitchFamily="49" charset="0"/>
                <a:cs typeface="Consolas" panose="020B0609020204030204" pitchFamily="49" charset="0"/>
              </a:rPr>
              <a:t>[</a:t>
            </a:r>
            <a:r>
              <a:rPr lang="en-US" sz="1200" dirty="0" err="1">
                <a:solidFill>
                  <a:schemeClr val="bg1">
                    <a:lumMod val="50000"/>
                  </a:schemeClr>
                </a:solidFill>
                <a:latin typeface="Consolas" panose="020B0609020204030204" pitchFamily="49" charset="0"/>
                <a:cs typeface="Consolas" panose="020B0609020204030204" pitchFamily="49" charset="0"/>
              </a:rPr>
              <a:t>i</a:t>
            </a:r>
            <a:r>
              <a:rPr lang="en-US" sz="1200" dirty="0">
                <a:solidFill>
                  <a:schemeClr val="bg1">
                    <a:lumMod val="50000"/>
                  </a:schemeClr>
                </a:solidFill>
                <a:latin typeface="Consolas" panose="020B0609020204030204" pitchFamily="49" charset="0"/>
                <a:cs typeface="Consolas" panose="020B0609020204030204" pitchFamily="49" charset="0"/>
              </a:rPr>
              <a:t>]</a:t>
            </a:r>
          </a:p>
          <a:p>
            <a:r>
              <a:rPr lang="en-US" sz="1200" dirty="0">
                <a:latin typeface="Consolas" panose="020B0609020204030204" pitchFamily="49" charset="0"/>
                <a:cs typeface="Consolas" panose="020B0609020204030204" pitchFamily="49" charset="0"/>
              </a:rPr>
              <a:t>      ADD   r2, r2, #1  </a:t>
            </a:r>
            <a:r>
              <a:rPr lang="en-US" sz="1200" dirty="0">
                <a:solidFill>
                  <a:schemeClr val="bg1">
                    <a:lumMod val="50000"/>
                  </a:schemeClr>
                </a:solidFill>
                <a:latin typeface="Consolas" panose="020B0609020204030204" pitchFamily="49" charset="0"/>
                <a:cs typeface="Consolas" panose="020B0609020204030204" pitchFamily="49" charset="0"/>
              </a:rPr>
              <a:t>; </a:t>
            </a:r>
            <a:r>
              <a:rPr lang="en-US" sz="1200" dirty="0" err="1">
                <a:solidFill>
                  <a:schemeClr val="bg1">
                    <a:lumMod val="50000"/>
                  </a:schemeClr>
                </a:solidFill>
                <a:latin typeface="Consolas" panose="020B0609020204030204" pitchFamily="49" charset="0"/>
                <a:cs typeface="Consolas" panose="020B0609020204030204" pitchFamily="49" charset="0"/>
              </a:rPr>
              <a:t>i</a:t>
            </a:r>
            <a:r>
              <a:rPr lang="en-US" sz="1200" dirty="0">
                <a:solidFill>
                  <a:schemeClr val="bg1">
                    <a:lumMod val="50000"/>
                  </a:schemeClr>
                </a:solidFill>
                <a:latin typeface="Consolas" panose="020B0609020204030204" pitchFamily="49" charset="0"/>
                <a:cs typeface="Consolas" panose="020B0609020204030204" pitchFamily="49" charset="0"/>
              </a:rPr>
              <a:t>++</a:t>
            </a:r>
          </a:p>
          <a:p>
            <a:r>
              <a:rPr lang="en-US" sz="1200" dirty="0">
                <a:latin typeface="Consolas" panose="020B0609020204030204" pitchFamily="49" charset="0"/>
                <a:cs typeface="Consolas" panose="020B0609020204030204" pitchFamily="49" charset="0"/>
              </a:rPr>
              <a:t>check CMP   r2, #64</a:t>
            </a:r>
          </a:p>
          <a:p>
            <a:r>
              <a:rPr lang="en-US" sz="1200" dirty="0">
                <a:latin typeface="Consolas" panose="020B0609020204030204" pitchFamily="49" charset="0"/>
                <a:cs typeface="Consolas" panose="020B0609020204030204" pitchFamily="49" charset="0"/>
              </a:rPr>
              <a:t>      BLO   loop        </a:t>
            </a:r>
            <a:r>
              <a:rPr lang="en-US" sz="1200" dirty="0">
                <a:solidFill>
                  <a:schemeClr val="bg1">
                    <a:lumMod val="50000"/>
                  </a:schemeClr>
                </a:solidFill>
                <a:latin typeface="Consolas" panose="020B0609020204030204" pitchFamily="49" charset="0"/>
                <a:cs typeface="Consolas" panose="020B0609020204030204" pitchFamily="49" charset="0"/>
              </a:rPr>
              <a:t>; branch if unsigned </a:t>
            </a:r>
            <a:r>
              <a:rPr lang="en-US" sz="1200" dirty="0" err="1">
                <a:solidFill>
                  <a:schemeClr val="bg1">
                    <a:lumMod val="50000"/>
                  </a:schemeClr>
                </a:solidFill>
                <a:latin typeface="Consolas" panose="020B0609020204030204" pitchFamily="49" charset="0"/>
                <a:cs typeface="Consolas" panose="020B0609020204030204" pitchFamily="49" charset="0"/>
              </a:rPr>
              <a:t>LOwer</a:t>
            </a:r>
            <a:endParaRPr lang="en-US" sz="1200" dirty="0">
              <a:solidFill>
                <a:schemeClr val="bg1">
                  <a:lumMod val="50000"/>
                </a:schemeClr>
              </a:solidFill>
              <a:latin typeface="Consolas" panose="020B0609020204030204" pitchFamily="49" charset="0"/>
              <a:cs typeface="Consolas" panose="020B0609020204030204" pitchFamily="49" charset="0"/>
            </a:endParaRPr>
          </a:p>
          <a:p>
            <a:r>
              <a:rPr lang="en-US" sz="1200" dirty="0">
                <a:solidFill>
                  <a:srgbClr val="C00000"/>
                </a:solidFill>
                <a:latin typeface="Consolas" panose="020B0609020204030204" pitchFamily="49" charset="0"/>
                <a:cs typeface="Consolas" panose="020B0609020204030204" pitchFamily="49" charset="0"/>
              </a:rPr>
              <a:t>      </a:t>
            </a:r>
            <a:r>
              <a:rPr lang="en-US" sz="1200" b="1" dirty="0">
                <a:solidFill>
                  <a:srgbClr val="C00000"/>
                </a:solidFill>
                <a:latin typeface="Consolas" panose="020B0609020204030204" pitchFamily="49" charset="0"/>
                <a:cs typeface="Consolas" panose="020B0609020204030204" pitchFamily="49" charset="0"/>
              </a:rPr>
              <a:t>MOV   r0, r3, LSL #16</a:t>
            </a:r>
          </a:p>
          <a:p>
            <a:r>
              <a:rPr lang="en-US" sz="1200" dirty="0">
                <a:solidFill>
                  <a:srgbClr val="C00000"/>
                </a:solidFill>
                <a:latin typeface="Consolas" panose="020B0609020204030204" pitchFamily="49" charset="0"/>
                <a:cs typeface="Consolas" panose="020B0609020204030204" pitchFamily="49" charset="0"/>
              </a:rPr>
              <a:t>      </a:t>
            </a:r>
            <a:r>
              <a:rPr lang="en-US" sz="1200" b="1" dirty="0">
                <a:solidFill>
                  <a:srgbClr val="C00000"/>
                </a:solidFill>
                <a:latin typeface="Consolas" panose="020B0609020204030204" pitchFamily="49" charset="0"/>
                <a:cs typeface="Consolas" panose="020B0609020204030204" pitchFamily="49" charset="0"/>
              </a:rPr>
              <a:t>MOV   r0, r0, ASR #16  </a:t>
            </a:r>
            <a:r>
              <a:rPr lang="en-US" sz="1200" dirty="0">
                <a:solidFill>
                  <a:srgbClr val="C00000"/>
                </a:solidFill>
                <a:latin typeface="Consolas" panose="020B0609020204030204" pitchFamily="49" charset="0"/>
                <a:cs typeface="Consolas" panose="020B0609020204030204" pitchFamily="49" charset="0"/>
              </a:rPr>
              <a:t>; r0 = (short) r3 </a:t>
            </a:r>
          </a:p>
          <a:p>
            <a:r>
              <a:rPr lang="en-US" sz="1200" dirty="0">
                <a:latin typeface="Consolas" panose="020B0609020204030204" pitchFamily="49" charset="0"/>
                <a:cs typeface="Consolas" panose="020B0609020204030204" pitchFamily="49" charset="0"/>
              </a:rPr>
              <a:t>      BX    </a:t>
            </a:r>
            <a:r>
              <a:rPr lang="en-US" sz="1200" dirty="0" err="1">
                <a:latin typeface="Consolas" panose="020B0609020204030204" pitchFamily="49" charset="0"/>
                <a:cs typeface="Consolas" panose="020B0609020204030204" pitchFamily="49" charset="0"/>
              </a:rPr>
              <a:t>lr</a:t>
            </a:r>
            <a:endParaRPr lang="en-US" sz="1200" dirty="0">
              <a:latin typeface="Consolas" panose="020B0609020204030204" pitchFamily="49" charset="0"/>
              <a:cs typeface="Consolas" panose="020B0609020204030204" pitchFamily="49" charset="0"/>
            </a:endParaRPr>
          </a:p>
          <a:p>
            <a:r>
              <a:rPr lang="en-US" sz="1200" dirty="0">
                <a:latin typeface="Consolas" panose="020B0609020204030204" pitchFamily="49" charset="0"/>
                <a:cs typeface="Consolas" panose="020B0609020204030204" pitchFamily="49" charset="0"/>
              </a:rPr>
              <a:t>      ENDP</a:t>
            </a:r>
          </a:p>
        </p:txBody>
      </p:sp>
      <p:sp>
        <p:nvSpPr>
          <p:cNvPr id="4" name="TextBox 3">
            <a:extLst>
              <a:ext uri="{FF2B5EF4-FFF2-40B4-BE49-F238E27FC236}">
                <a16:creationId xmlns:a16="http://schemas.microsoft.com/office/drawing/2014/main" id="{97230E48-4625-B845-9B62-549F2F03DD9E}"/>
              </a:ext>
            </a:extLst>
          </p:cNvPr>
          <p:cNvSpPr txBox="1"/>
          <p:nvPr/>
        </p:nvSpPr>
        <p:spPr>
          <a:xfrm>
            <a:off x="5543551" y="4851813"/>
            <a:ext cx="2241319" cy="30008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wrap="none" rtlCol="0">
            <a:spAutoFit/>
          </a:bodyPr>
          <a:lstStyle/>
          <a:p>
            <a:r>
              <a:rPr lang="en-US" sz="1350" dirty="0"/>
              <a:t>The sum is limited to 16 bits!</a:t>
            </a:r>
          </a:p>
        </p:txBody>
      </p:sp>
      <p:sp>
        <p:nvSpPr>
          <p:cNvPr id="7" name="TextBox 6">
            <a:extLst>
              <a:ext uri="{FF2B5EF4-FFF2-40B4-BE49-F238E27FC236}">
                <a16:creationId xmlns:a16="http://schemas.microsoft.com/office/drawing/2014/main" id="{FFE75029-A370-C947-92AB-86784A3F88C0}"/>
              </a:ext>
            </a:extLst>
          </p:cNvPr>
          <p:cNvSpPr txBox="1"/>
          <p:nvPr/>
        </p:nvSpPr>
        <p:spPr>
          <a:xfrm>
            <a:off x="285750" y="4574814"/>
            <a:ext cx="1130438" cy="300082"/>
          </a:xfrm>
          <a:prstGeom prst="rect">
            <a:avLst/>
          </a:prstGeom>
          <a:noFill/>
        </p:spPr>
        <p:txBody>
          <a:bodyPr wrap="none" rtlCol="0">
            <a:spAutoFit/>
          </a:bodyPr>
          <a:lstStyle/>
          <a:p>
            <a:r>
              <a:rPr lang="en-US" sz="1350" dirty="0">
                <a:latin typeface="Consolas" panose="020B0609020204030204" pitchFamily="49" charset="0"/>
                <a:cs typeface="Consolas" panose="020B0609020204030204" pitchFamily="49" charset="0"/>
              </a:rPr>
              <a:t>0x12345678</a:t>
            </a:r>
          </a:p>
        </p:txBody>
      </p:sp>
      <p:cxnSp>
        <p:nvCxnSpPr>
          <p:cNvPr id="9" name="Straight Arrow Connector 8">
            <a:extLst>
              <a:ext uri="{FF2B5EF4-FFF2-40B4-BE49-F238E27FC236}">
                <a16:creationId xmlns:a16="http://schemas.microsoft.com/office/drawing/2014/main" id="{38C06581-F221-454A-B957-F8258EBDE837}"/>
              </a:ext>
            </a:extLst>
          </p:cNvPr>
          <p:cNvCxnSpPr/>
          <p:nvPr/>
        </p:nvCxnSpPr>
        <p:spPr>
          <a:xfrm>
            <a:off x="1485900" y="4713314"/>
            <a:ext cx="28575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4580A862-E780-3041-A52F-CEC03FE2AA6F}"/>
              </a:ext>
            </a:extLst>
          </p:cNvPr>
          <p:cNvSpPr txBox="1"/>
          <p:nvPr/>
        </p:nvSpPr>
        <p:spPr>
          <a:xfrm>
            <a:off x="1882879" y="4574814"/>
            <a:ext cx="1130438" cy="300082"/>
          </a:xfrm>
          <a:prstGeom prst="rect">
            <a:avLst/>
          </a:prstGeom>
          <a:noFill/>
        </p:spPr>
        <p:txBody>
          <a:bodyPr wrap="none" rtlCol="0">
            <a:spAutoFit/>
          </a:bodyPr>
          <a:lstStyle/>
          <a:p>
            <a:r>
              <a:rPr lang="en-US" sz="1350" dirty="0">
                <a:latin typeface="Consolas" panose="020B0609020204030204" pitchFamily="49" charset="0"/>
                <a:cs typeface="Consolas" panose="020B0609020204030204" pitchFamily="49" charset="0"/>
              </a:rPr>
              <a:t>0x00005678</a:t>
            </a:r>
          </a:p>
        </p:txBody>
      </p:sp>
      <p:sp>
        <p:nvSpPr>
          <p:cNvPr id="11" name="TextBox 10">
            <a:extLst>
              <a:ext uri="{FF2B5EF4-FFF2-40B4-BE49-F238E27FC236}">
                <a16:creationId xmlns:a16="http://schemas.microsoft.com/office/drawing/2014/main" id="{F73CED4B-2CEE-5847-B651-71C8F701F73C}"/>
              </a:ext>
            </a:extLst>
          </p:cNvPr>
          <p:cNvSpPr txBox="1"/>
          <p:nvPr/>
        </p:nvSpPr>
        <p:spPr>
          <a:xfrm>
            <a:off x="290245" y="4961164"/>
            <a:ext cx="1130438" cy="300082"/>
          </a:xfrm>
          <a:prstGeom prst="rect">
            <a:avLst/>
          </a:prstGeom>
          <a:noFill/>
        </p:spPr>
        <p:txBody>
          <a:bodyPr wrap="none" rtlCol="0">
            <a:spAutoFit/>
          </a:bodyPr>
          <a:lstStyle/>
          <a:p>
            <a:r>
              <a:rPr lang="en-US" sz="1350" dirty="0">
                <a:latin typeface="Consolas" panose="020B0609020204030204" pitchFamily="49" charset="0"/>
                <a:cs typeface="Consolas" panose="020B0609020204030204" pitchFamily="49" charset="0"/>
              </a:rPr>
              <a:t>0x1234ABCD</a:t>
            </a:r>
          </a:p>
        </p:txBody>
      </p:sp>
      <p:cxnSp>
        <p:nvCxnSpPr>
          <p:cNvPr id="12" name="Straight Arrow Connector 11">
            <a:extLst>
              <a:ext uri="{FF2B5EF4-FFF2-40B4-BE49-F238E27FC236}">
                <a16:creationId xmlns:a16="http://schemas.microsoft.com/office/drawing/2014/main" id="{FD215319-D751-D24D-83E5-80D4E6FB9D69}"/>
              </a:ext>
            </a:extLst>
          </p:cNvPr>
          <p:cNvCxnSpPr/>
          <p:nvPr/>
        </p:nvCxnSpPr>
        <p:spPr>
          <a:xfrm>
            <a:off x="1490395" y="5099663"/>
            <a:ext cx="28575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61396BB7-6492-2C46-A6BE-EF731ECF740B}"/>
              </a:ext>
            </a:extLst>
          </p:cNvPr>
          <p:cNvSpPr txBox="1"/>
          <p:nvPr/>
        </p:nvSpPr>
        <p:spPr>
          <a:xfrm>
            <a:off x="1887374" y="4961164"/>
            <a:ext cx="1130438" cy="300082"/>
          </a:xfrm>
          <a:prstGeom prst="rect">
            <a:avLst/>
          </a:prstGeom>
          <a:noFill/>
        </p:spPr>
        <p:txBody>
          <a:bodyPr wrap="none" rtlCol="0">
            <a:spAutoFit/>
          </a:bodyPr>
          <a:lstStyle/>
          <a:p>
            <a:r>
              <a:rPr lang="en-US" sz="1350" dirty="0">
                <a:latin typeface="Consolas" panose="020B0609020204030204" pitchFamily="49" charset="0"/>
                <a:cs typeface="Consolas" panose="020B0609020204030204" pitchFamily="49" charset="0"/>
              </a:rPr>
              <a:t>0xFFFFABCD</a:t>
            </a:r>
          </a:p>
        </p:txBody>
      </p:sp>
      <p:sp>
        <p:nvSpPr>
          <p:cNvPr id="14" name="TextBox 13">
            <a:extLst>
              <a:ext uri="{FF2B5EF4-FFF2-40B4-BE49-F238E27FC236}">
                <a16:creationId xmlns:a16="http://schemas.microsoft.com/office/drawing/2014/main" id="{37AC389A-52DF-BA4B-B78C-31E43AB8F715}"/>
              </a:ext>
            </a:extLst>
          </p:cNvPr>
          <p:cNvSpPr txBox="1"/>
          <p:nvPr/>
        </p:nvSpPr>
        <p:spPr>
          <a:xfrm>
            <a:off x="285750" y="3986192"/>
            <a:ext cx="2454518" cy="507831"/>
          </a:xfrm>
          <a:prstGeom prst="rect">
            <a:avLst/>
          </a:prstGeom>
          <a:noFill/>
        </p:spPr>
        <p:txBody>
          <a:bodyPr wrap="none" rtlCol="0">
            <a:spAutoFit/>
          </a:bodyPr>
          <a:lstStyle/>
          <a:p>
            <a:r>
              <a:rPr lang="en-US" sz="1350" dirty="0">
                <a:solidFill>
                  <a:srgbClr val="C00000"/>
                </a:solidFill>
                <a:latin typeface="Consolas" panose="020B0609020204030204" pitchFamily="49" charset="0"/>
                <a:cs typeface="Consolas" panose="020B0609020204030204" pitchFamily="49" charset="0"/>
              </a:rPr>
              <a:t>int32_t x = 0x12345678;</a:t>
            </a:r>
          </a:p>
          <a:p>
            <a:r>
              <a:rPr lang="en-US" sz="1350" dirty="0">
                <a:solidFill>
                  <a:srgbClr val="C00000"/>
                </a:solidFill>
                <a:latin typeface="Consolas" panose="020B0609020204030204" pitchFamily="49" charset="0"/>
                <a:cs typeface="Consolas" panose="020B0609020204030204" pitchFamily="49" charset="0"/>
              </a:rPr>
              <a:t>int16_t y = (int16_t) x;</a:t>
            </a:r>
          </a:p>
        </p:txBody>
      </p:sp>
    </p:spTree>
    <p:extLst>
      <p:ext uri="{BB962C8B-B14F-4D97-AF65-F5344CB8AC3E}">
        <p14:creationId xmlns:p14="http://schemas.microsoft.com/office/powerpoint/2010/main" val="65853270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680E2F-C62E-EF54-5DBD-340196E1CA5F}"/>
              </a:ext>
            </a:extLst>
          </p:cNvPr>
          <p:cNvSpPr>
            <a:spLocks noGrp="1"/>
          </p:cNvSpPr>
          <p:nvPr>
            <p:ph type="title"/>
          </p:nvPr>
        </p:nvSpPr>
        <p:spPr/>
        <p:txBody>
          <a:bodyPr/>
          <a:lstStyle/>
          <a:p>
            <a:r>
              <a:rPr lang="en-US" dirty="0"/>
              <a:t>Explanations</a:t>
            </a:r>
          </a:p>
        </p:txBody>
      </p:sp>
      <p:sp>
        <p:nvSpPr>
          <p:cNvPr id="3" name="Slide Number Placeholder 2">
            <a:extLst>
              <a:ext uri="{FF2B5EF4-FFF2-40B4-BE49-F238E27FC236}">
                <a16:creationId xmlns:a16="http://schemas.microsoft.com/office/drawing/2014/main" id="{9ECF1D85-43EB-71B3-363D-9FF339EE4AA2}"/>
              </a:ext>
            </a:extLst>
          </p:cNvPr>
          <p:cNvSpPr>
            <a:spLocks noGrp="1"/>
          </p:cNvSpPr>
          <p:nvPr>
            <p:ph type="sldNum" sz="quarter" idx="12"/>
          </p:nvPr>
        </p:nvSpPr>
        <p:spPr/>
        <p:txBody>
          <a:bodyPr/>
          <a:lstStyle/>
          <a:p>
            <a:fld id="{EA7C8D44-3667-46F6-9772-CC52308E2A7F}" type="slidenum">
              <a:rPr kumimoji="0" lang="en-US" smtClean="0"/>
              <a:pPr/>
              <a:t>30</a:t>
            </a:fld>
            <a:endParaRPr kumimoji="0" lang="en-US" dirty="0"/>
          </a:p>
        </p:txBody>
      </p:sp>
      <p:sp>
        <p:nvSpPr>
          <p:cNvPr id="4" name="Content Placeholder 3">
            <a:extLst>
              <a:ext uri="{FF2B5EF4-FFF2-40B4-BE49-F238E27FC236}">
                <a16:creationId xmlns:a16="http://schemas.microsoft.com/office/drawing/2014/main" id="{E4F57FE1-A328-6D2A-AFB7-A6C1600FE210}"/>
              </a:ext>
            </a:extLst>
          </p:cNvPr>
          <p:cNvSpPr>
            <a:spLocks noGrp="1"/>
          </p:cNvSpPr>
          <p:nvPr>
            <p:ph sz="quarter" idx="1"/>
          </p:nvPr>
        </p:nvSpPr>
        <p:spPr/>
        <p:txBody>
          <a:bodyPr>
            <a:normAutofit fontScale="70000" lnSpcReduction="20000"/>
          </a:bodyPr>
          <a:lstStyle/>
          <a:p>
            <a:r>
              <a:rPr lang="en-US" dirty="0"/>
              <a:t>These two lines sign-extend the lower 16 bits of r3 into a full 32-bit value in r0.</a:t>
            </a:r>
          </a:p>
          <a:p>
            <a:r>
              <a:rPr lang="en-US" dirty="0"/>
              <a:t>MOV r0, r3, LSL #16</a:t>
            </a:r>
          </a:p>
          <a:p>
            <a:pPr lvl="1"/>
            <a:r>
              <a:rPr lang="en-US" dirty="0"/>
              <a:t>Shifts the value in r3 left by 16 bits.</a:t>
            </a:r>
          </a:p>
          <a:p>
            <a:pPr lvl="1"/>
            <a:r>
              <a:rPr lang="en-US" dirty="0"/>
              <a:t>The lower 16 bits of r3 (the part we care about) move up into the upper 16 bits of r0.</a:t>
            </a:r>
          </a:p>
          <a:p>
            <a:pPr lvl="1"/>
            <a:r>
              <a:rPr lang="en-US" dirty="0"/>
              <a:t>The bottom 16 bits of r0 become 0.</a:t>
            </a:r>
          </a:p>
          <a:p>
            <a:r>
              <a:rPr lang="en-US" dirty="0"/>
              <a:t>MOV r0, r0, ASR #16</a:t>
            </a:r>
          </a:p>
          <a:p>
            <a:pPr lvl="1"/>
            <a:r>
              <a:rPr lang="en-US" dirty="0"/>
              <a:t>Shifts the value right by 16 bits, but preserves the sign (arithmetic shift).</a:t>
            </a:r>
          </a:p>
          <a:p>
            <a:pPr lvl="1"/>
            <a:r>
              <a:rPr lang="en-US" dirty="0"/>
              <a:t>That means if bit 31 (the sign bit after the first shift) is 1, it fills with 1s; if 0, it fills with 0s.</a:t>
            </a:r>
          </a:p>
          <a:p>
            <a:pPr lvl="1"/>
            <a:r>
              <a:rPr lang="en-US" dirty="0"/>
              <a:t>The result is a sign-extended 16-bit value from the original lower half of r3.</a:t>
            </a:r>
          </a:p>
          <a:p>
            <a:r>
              <a:rPr lang="en-US" dirty="0"/>
              <a:t>Examples: </a:t>
            </a:r>
          </a:p>
          <a:p>
            <a:r>
              <a:rPr lang="en-US" dirty="0"/>
              <a:t>r3 = 0x00001234</a:t>
            </a:r>
          </a:p>
          <a:p>
            <a:pPr lvl="1"/>
            <a:r>
              <a:rPr lang="en-US" dirty="0"/>
              <a:t>LSL #16 → 0x12340000</a:t>
            </a:r>
          </a:p>
          <a:p>
            <a:pPr lvl="1"/>
            <a:r>
              <a:rPr lang="en-US" dirty="0"/>
              <a:t>ASR #16 → 0x00001234</a:t>
            </a:r>
          </a:p>
          <a:p>
            <a:r>
              <a:rPr lang="en-US" dirty="0"/>
              <a:t>r3 = 0x0000ABCD</a:t>
            </a:r>
          </a:p>
          <a:p>
            <a:pPr lvl="1"/>
            <a:r>
              <a:rPr lang="en-US" dirty="0"/>
              <a:t>LSL #16 → 0xABCD0000</a:t>
            </a:r>
          </a:p>
          <a:p>
            <a:pPr lvl="1"/>
            <a:r>
              <a:rPr lang="en-US" dirty="0"/>
              <a:t>ASR #16 → 0xFFFFABCD</a:t>
            </a:r>
          </a:p>
          <a:p>
            <a:r>
              <a:rPr lang="pt-BR" dirty="0"/>
              <a:t>Can be replaced with a single instruction:</a:t>
            </a:r>
          </a:p>
          <a:p>
            <a:pPr lvl="1"/>
            <a:r>
              <a:rPr lang="pt-BR" dirty="0"/>
              <a:t>SXTH  r0, r3   ; r0 = (int16_t) r3, sign-extend</a:t>
            </a:r>
            <a:endParaRPr lang="en-US" dirty="0"/>
          </a:p>
        </p:txBody>
      </p:sp>
    </p:spTree>
    <p:extLst>
      <p:ext uri="{BB962C8B-B14F-4D97-AF65-F5344CB8AC3E}">
        <p14:creationId xmlns:p14="http://schemas.microsoft.com/office/powerpoint/2010/main" val="175781222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CDC4F0-89D8-54C1-7B5F-442BB66DAAA7}"/>
              </a:ext>
            </a:extLst>
          </p:cNvPr>
          <p:cNvSpPr>
            <a:spLocks noGrp="1"/>
          </p:cNvSpPr>
          <p:nvPr>
            <p:ph type="title"/>
          </p:nvPr>
        </p:nvSpPr>
        <p:spPr/>
        <p:txBody>
          <a:bodyPr/>
          <a:lstStyle/>
          <a:p>
            <a:r>
              <a:rPr lang="en-US" dirty="0"/>
              <a:t>Program Understanding</a:t>
            </a:r>
          </a:p>
        </p:txBody>
      </p:sp>
      <p:sp>
        <p:nvSpPr>
          <p:cNvPr id="3" name="Slide Number Placeholder 2">
            <a:extLst>
              <a:ext uri="{FF2B5EF4-FFF2-40B4-BE49-F238E27FC236}">
                <a16:creationId xmlns:a16="http://schemas.microsoft.com/office/drawing/2014/main" id="{04ACEC4B-05BD-C502-9FB9-FEB63BA9F5F4}"/>
              </a:ext>
            </a:extLst>
          </p:cNvPr>
          <p:cNvSpPr>
            <a:spLocks noGrp="1"/>
          </p:cNvSpPr>
          <p:nvPr>
            <p:ph type="sldNum" sz="quarter" idx="12"/>
          </p:nvPr>
        </p:nvSpPr>
        <p:spPr/>
        <p:txBody>
          <a:bodyPr/>
          <a:lstStyle/>
          <a:p>
            <a:fld id="{EA7C8D44-3667-46F6-9772-CC52308E2A7F}" type="slidenum">
              <a:rPr kumimoji="0" lang="en-US" smtClean="0"/>
              <a:pPr/>
              <a:t>31</a:t>
            </a:fld>
            <a:endParaRPr kumimoji="0" lang="en-US" dirty="0"/>
          </a:p>
        </p:txBody>
      </p:sp>
      <p:sp>
        <p:nvSpPr>
          <p:cNvPr id="4" name="Content Placeholder 3">
            <a:extLst>
              <a:ext uri="{FF2B5EF4-FFF2-40B4-BE49-F238E27FC236}">
                <a16:creationId xmlns:a16="http://schemas.microsoft.com/office/drawing/2014/main" id="{4C97CD4C-D1B7-839F-818C-C650C0AA8892}"/>
              </a:ext>
            </a:extLst>
          </p:cNvPr>
          <p:cNvSpPr>
            <a:spLocks noGrp="1"/>
          </p:cNvSpPr>
          <p:nvPr>
            <p:ph sz="quarter" idx="1"/>
          </p:nvPr>
        </p:nvSpPr>
        <p:spPr/>
        <p:txBody>
          <a:bodyPr/>
          <a:lstStyle/>
          <a:p>
            <a:r>
              <a:rPr lang="en-US" dirty="0"/>
              <a:t>Write out the sequence of values of r0 and r7 after </a:t>
            </a:r>
            <a:r>
              <a:rPr lang="en-US"/>
              <a:t>running this program. </a:t>
            </a:r>
            <a:endParaRPr lang="en-US" dirty="0"/>
          </a:p>
        </p:txBody>
      </p:sp>
      <p:sp>
        <p:nvSpPr>
          <p:cNvPr id="5" name="TextBox 4">
            <a:extLst>
              <a:ext uri="{FF2B5EF4-FFF2-40B4-BE49-F238E27FC236}">
                <a16:creationId xmlns:a16="http://schemas.microsoft.com/office/drawing/2014/main" id="{E5333230-46BA-8663-0449-A907C073A049}"/>
              </a:ext>
            </a:extLst>
          </p:cNvPr>
          <p:cNvSpPr txBox="1"/>
          <p:nvPr/>
        </p:nvSpPr>
        <p:spPr>
          <a:xfrm>
            <a:off x="866618" y="2125087"/>
            <a:ext cx="3454460" cy="4031873"/>
          </a:xfrm>
          <a:prstGeom prst="rect">
            <a:avLst/>
          </a:prstGeom>
        </p:spPr>
        <p:style>
          <a:lnRef idx="2">
            <a:schemeClr val="accent1"/>
          </a:lnRef>
          <a:fillRef idx="1">
            <a:schemeClr val="lt1"/>
          </a:fillRef>
          <a:effectRef idx="0">
            <a:schemeClr val="accent1"/>
          </a:effectRef>
          <a:fontRef idx="minor">
            <a:schemeClr val="dk1"/>
          </a:fontRef>
        </p:style>
        <p:txBody>
          <a:bodyPr wrap="square" rtlCol="0">
            <a:spAutoFit/>
          </a:bodyPr>
          <a:lstStyle/>
          <a:p>
            <a:r>
              <a:rPr lang="en-US" sz="1600" dirty="0">
                <a:latin typeface="Consolas" panose="020B0609020204030204" pitchFamily="49" charset="0"/>
                <a:cs typeface="Consolas" panose="020B0609020204030204" pitchFamily="49" charset="0"/>
              </a:rPr>
              <a:t>start:</a:t>
            </a:r>
          </a:p>
          <a:p>
            <a:r>
              <a:rPr lang="en-US" sz="1600" dirty="0">
                <a:latin typeface="Consolas" panose="020B0609020204030204" pitchFamily="49" charset="0"/>
                <a:cs typeface="Consolas" panose="020B0609020204030204" pitchFamily="49" charset="0"/>
              </a:rPr>
              <a:t>        mov     r0, #1       </a:t>
            </a:r>
          </a:p>
          <a:p>
            <a:endParaRPr lang="en-US" sz="1600" dirty="0">
              <a:latin typeface="Consolas" panose="020B0609020204030204" pitchFamily="49" charset="0"/>
              <a:cs typeface="Consolas" panose="020B0609020204030204" pitchFamily="49" charset="0"/>
            </a:endParaRPr>
          </a:p>
          <a:p>
            <a:r>
              <a:rPr lang="en-US" sz="1600" dirty="0">
                <a:latin typeface="Consolas" panose="020B0609020204030204" pitchFamily="49" charset="0"/>
                <a:cs typeface="Consolas" panose="020B0609020204030204" pitchFamily="49" charset="0"/>
              </a:rPr>
              <a:t>main:</a:t>
            </a:r>
          </a:p>
          <a:p>
            <a:r>
              <a:rPr lang="en-US" sz="1600" dirty="0">
                <a:latin typeface="Consolas" panose="020B0609020204030204" pitchFamily="49" charset="0"/>
                <a:cs typeface="Consolas" panose="020B0609020204030204" pitchFamily="49" charset="0"/>
              </a:rPr>
              <a:t>        add     r0, r0, #1</a:t>
            </a:r>
          </a:p>
          <a:p>
            <a:r>
              <a:rPr lang="en-US" sz="1600" dirty="0">
                <a:latin typeface="Consolas" panose="020B0609020204030204" pitchFamily="49" charset="0"/>
                <a:cs typeface="Consolas" panose="020B0609020204030204" pitchFamily="49" charset="0"/>
              </a:rPr>
              <a:t>        </a:t>
            </a:r>
            <a:r>
              <a:rPr lang="en-US" sz="1600" dirty="0" err="1">
                <a:latin typeface="Consolas" panose="020B0609020204030204" pitchFamily="49" charset="0"/>
                <a:cs typeface="Consolas" panose="020B0609020204030204" pitchFamily="49" charset="0"/>
              </a:rPr>
              <a:t>cmp</a:t>
            </a:r>
            <a:r>
              <a:rPr lang="en-US" sz="1600" dirty="0">
                <a:latin typeface="Consolas" panose="020B0609020204030204" pitchFamily="49" charset="0"/>
                <a:cs typeface="Consolas" panose="020B0609020204030204" pitchFamily="49" charset="0"/>
              </a:rPr>
              <a:t>     r0, #5       </a:t>
            </a:r>
          </a:p>
          <a:p>
            <a:r>
              <a:rPr lang="en-US" sz="1600" dirty="0">
                <a:latin typeface="Consolas" panose="020B0609020204030204" pitchFamily="49" charset="0"/>
                <a:cs typeface="Consolas" panose="020B0609020204030204" pitchFamily="49" charset="0"/>
              </a:rPr>
              <a:t>        </a:t>
            </a:r>
            <a:r>
              <a:rPr lang="en-US" sz="1600" dirty="0" err="1">
                <a:latin typeface="Consolas" panose="020B0609020204030204" pitchFamily="49" charset="0"/>
                <a:cs typeface="Consolas" panose="020B0609020204030204" pitchFamily="49" charset="0"/>
              </a:rPr>
              <a:t>bne</a:t>
            </a:r>
            <a:r>
              <a:rPr lang="en-US" sz="1600" dirty="0">
                <a:latin typeface="Consolas" panose="020B0609020204030204" pitchFamily="49" charset="0"/>
                <a:cs typeface="Consolas" panose="020B0609020204030204" pitchFamily="49" charset="0"/>
              </a:rPr>
              <a:t>     skip         </a:t>
            </a:r>
          </a:p>
          <a:p>
            <a:r>
              <a:rPr lang="en-US" sz="1600" dirty="0">
                <a:latin typeface="Consolas" panose="020B0609020204030204" pitchFamily="49" charset="0"/>
                <a:cs typeface="Consolas" panose="020B0609020204030204" pitchFamily="49" charset="0"/>
              </a:rPr>
              <a:t>        bl      call</a:t>
            </a:r>
          </a:p>
          <a:p>
            <a:endParaRPr lang="en-US" sz="1600" dirty="0">
              <a:latin typeface="Consolas" panose="020B0609020204030204" pitchFamily="49" charset="0"/>
              <a:cs typeface="Consolas" panose="020B0609020204030204" pitchFamily="49" charset="0"/>
            </a:endParaRPr>
          </a:p>
          <a:p>
            <a:r>
              <a:rPr lang="en-US" sz="1600" dirty="0">
                <a:latin typeface="Consolas" panose="020B0609020204030204" pitchFamily="49" charset="0"/>
                <a:cs typeface="Consolas" panose="020B0609020204030204" pitchFamily="49" charset="0"/>
              </a:rPr>
              <a:t>skip:</a:t>
            </a:r>
          </a:p>
          <a:p>
            <a:r>
              <a:rPr lang="en-US" sz="1600" dirty="0">
                <a:latin typeface="Consolas" panose="020B0609020204030204" pitchFamily="49" charset="0"/>
                <a:cs typeface="Consolas" panose="020B0609020204030204" pitchFamily="49" charset="0"/>
              </a:rPr>
              <a:t>        b       main         </a:t>
            </a:r>
          </a:p>
          <a:p>
            <a:endParaRPr lang="en-US" sz="1600" dirty="0">
              <a:latin typeface="Consolas" panose="020B0609020204030204" pitchFamily="49" charset="0"/>
              <a:cs typeface="Consolas" panose="020B0609020204030204" pitchFamily="49" charset="0"/>
            </a:endParaRPr>
          </a:p>
          <a:p>
            <a:r>
              <a:rPr lang="en-US" sz="1600" dirty="0">
                <a:latin typeface="Consolas" panose="020B0609020204030204" pitchFamily="49" charset="0"/>
                <a:cs typeface="Consolas" panose="020B0609020204030204" pitchFamily="49" charset="0"/>
              </a:rPr>
              <a:t>call:</a:t>
            </a:r>
          </a:p>
          <a:p>
            <a:r>
              <a:rPr lang="en-US" sz="1600" dirty="0">
                <a:latin typeface="Consolas" panose="020B0609020204030204" pitchFamily="49" charset="0"/>
                <a:cs typeface="Consolas" panose="020B0609020204030204" pitchFamily="49" charset="0"/>
              </a:rPr>
              <a:t>        add     r7, r7, #255</a:t>
            </a:r>
          </a:p>
          <a:p>
            <a:r>
              <a:rPr lang="en-US" sz="1600" dirty="0">
                <a:latin typeface="Consolas" panose="020B0609020204030204" pitchFamily="49" charset="0"/>
                <a:cs typeface="Consolas" panose="020B0609020204030204" pitchFamily="49" charset="0"/>
              </a:rPr>
              <a:t>        mov     r0, #1       </a:t>
            </a:r>
          </a:p>
          <a:p>
            <a:r>
              <a:rPr lang="en-US" sz="1600" dirty="0">
                <a:latin typeface="Consolas" panose="020B0609020204030204" pitchFamily="49" charset="0"/>
                <a:cs typeface="Consolas" panose="020B0609020204030204" pitchFamily="49" charset="0"/>
              </a:rPr>
              <a:t>        bx      </a:t>
            </a:r>
            <a:r>
              <a:rPr lang="en-US" sz="1600" dirty="0" err="1">
                <a:latin typeface="Consolas" panose="020B0609020204030204" pitchFamily="49" charset="0"/>
                <a:cs typeface="Consolas" panose="020B0609020204030204" pitchFamily="49" charset="0"/>
              </a:rPr>
              <a:t>lr</a:t>
            </a:r>
            <a:r>
              <a:rPr lang="en-US" sz="1600" dirty="0">
                <a:latin typeface="Consolas" panose="020B0609020204030204" pitchFamily="49" charset="0"/>
                <a:cs typeface="Consolas" panose="020B0609020204030204" pitchFamily="49" charset="0"/>
              </a:rPr>
              <a:t>         </a:t>
            </a:r>
          </a:p>
        </p:txBody>
      </p:sp>
    </p:spTree>
    <p:extLst>
      <p:ext uri="{BB962C8B-B14F-4D97-AF65-F5344CB8AC3E}">
        <p14:creationId xmlns:p14="http://schemas.microsoft.com/office/powerpoint/2010/main" val="421483144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3CD278-9055-1654-5493-D4D5C252F8D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BB67A95-DEC2-DAE0-E275-60B265AA044E}"/>
              </a:ext>
            </a:extLst>
          </p:cNvPr>
          <p:cNvSpPr>
            <a:spLocks noGrp="1"/>
          </p:cNvSpPr>
          <p:nvPr>
            <p:ph type="title"/>
          </p:nvPr>
        </p:nvSpPr>
        <p:spPr/>
        <p:txBody>
          <a:bodyPr/>
          <a:lstStyle/>
          <a:p>
            <a:r>
              <a:rPr lang="en-US" dirty="0"/>
              <a:t>Program Understanding ANS</a:t>
            </a:r>
          </a:p>
        </p:txBody>
      </p:sp>
      <p:sp>
        <p:nvSpPr>
          <p:cNvPr id="3" name="Slide Number Placeholder 2">
            <a:extLst>
              <a:ext uri="{FF2B5EF4-FFF2-40B4-BE49-F238E27FC236}">
                <a16:creationId xmlns:a16="http://schemas.microsoft.com/office/drawing/2014/main" id="{74502889-1E6F-132B-00E5-EBBFD6734866}"/>
              </a:ext>
            </a:extLst>
          </p:cNvPr>
          <p:cNvSpPr>
            <a:spLocks noGrp="1"/>
          </p:cNvSpPr>
          <p:nvPr>
            <p:ph type="sldNum" sz="quarter" idx="12"/>
          </p:nvPr>
        </p:nvSpPr>
        <p:spPr/>
        <p:txBody>
          <a:bodyPr/>
          <a:lstStyle/>
          <a:p>
            <a:fld id="{EA7C8D44-3667-46F6-9772-CC52308E2A7F}" type="slidenum">
              <a:rPr kumimoji="0" lang="en-US" smtClean="0"/>
              <a:pPr/>
              <a:t>32</a:t>
            </a:fld>
            <a:endParaRPr kumimoji="0" lang="en-US" dirty="0"/>
          </a:p>
        </p:txBody>
      </p:sp>
      <p:sp>
        <p:nvSpPr>
          <p:cNvPr id="4" name="Content Placeholder 3">
            <a:extLst>
              <a:ext uri="{FF2B5EF4-FFF2-40B4-BE49-F238E27FC236}">
                <a16:creationId xmlns:a16="http://schemas.microsoft.com/office/drawing/2014/main" id="{0707AC2E-44F3-B02C-EC23-E5EB61FA94EB}"/>
              </a:ext>
            </a:extLst>
          </p:cNvPr>
          <p:cNvSpPr>
            <a:spLocks noGrp="1"/>
          </p:cNvSpPr>
          <p:nvPr>
            <p:ph sz="quarter" idx="1"/>
          </p:nvPr>
        </p:nvSpPr>
        <p:spPr>
          <a:xfrm>
            <a:off x="473765" y="1082040"/>
            <a:ext cx="8229600" cy="4937760"/>
          </a:xfrm>
        </p:spPr>
        <p:txBody>
          <a:bodyPr>
            <a:normAutofit/>
          </a:bodyPr>
          <a:lstStyle/>
          <a:p>
            <a:r>
              <a:rPr lang="en-US" sz="1800" dirty="0"/>
              <a:t>It starts with x0 = 1. It loops, incrementing x0 each time. When x0 reaches 5, it calls subroutine call, which adds 255 to x7 and resets x0 to 1. Control returns to main, and the cycle repeats. So the pattern goes like this:</a:t>
            </a:r>
          </a:p>
          <a:p>
            <a:r>
              <a:rPr lang="en-US" sz="1800" dirty="0"/>
              <a:t>x0: 1 → 2 → 3 → 4 → 5 → (call resets to 1)</a:t>
            </a:r>
          </a:p>
          <a:p>
            <a:r>
              <a:rPr lang="en-US" sz="1800" dirty="0"/>
              <a:t>x7: +255 each time x0 reaches 5</a:t>
            </a:r>
          </a:p>
        </p:txBody>
      </p:sp>
      <p:sp>
        <p:nvSpPr>
          <p:cNvPr id="5" name="TextBox 4">
            <a:extLst>
              <a:ext uri="{FF2B5EF4-FFF2-40B4-BE49-F238E27FC236}">
                <a16:creationId xmlns:a16="http://schemas.microsoft.com/office/drawing/2014/main" id="{A84A8A79-412F-4394-2139-FF1AAAAEDB7A}"/>
              </a:ext>
            </a:extLst>
          </p:cNvPr>
          <p:cNvSpPr txBox="1"/>
          <p:nvPr/>
        </p:nvSpPr>
        <p:spPr>
          <a:xfrm>
            <a:off x="888940" y="2690237"/>
            <a:ext cx="7366119" cy="4031873"/>
          </a:xfrm>
          <a:prstGeom prst="rect">
            <a:avLst/>
          </a:prstGeom>
        </p:spPr>
        <p:style>
          <a:lnRef idx="2">
            <a:schemeClr val="accent1"/>
          </a:lnRef>
          <a:fillRef idx="1">
            <a:schemeClr val="lt1"/>
          </a:fillRef>
          <a:effectRef idx="0">
            <a:schemeClr val="accent1"/>
          </a:effectRef>
          <a:fontRef idx="minor">
            <a:schemeClr val="dk1"/>
          </a:fontRef>
        </p:style>
        <p:txBody>
          <a:bodyPr wrap="none" rtlCol="0">
            <a:spAutoFit/>
          </a:bodyPr>
          <a:lstStyle/>
          <a:p>
            <a:r>
              <a:rPr lang="en-US" sz="1600" dirty="0">
                <a:latin typeface="Consolas" panose="020B0609020204030204" pitchFamily="49" charset="0"/>
                <a:cs typeface="Consolas" panose="020B0609020204030204" pitchFamily="49" charset="0"/>
              </a:rPr>
              <a:t>start:</a:t>
            </a:r>
          </a:p>
          <a:p>
            <a:r>
              <a:rPr lang="en-US" sz="1600" dirty="0">
                <a:latin typeface="Consolas" panose="020B0609020204030204" pitchFamily="49" charset="0"/>
                <a:cs typeface="Consolas" panose="020B0609020204030204" pitchFamily="49" charset="0"/>
              </a:rPr>
              <a:t>        mov     r0, #1       @ start: r0 = 1</a:t>
            </a:r>
          </a:p>
          <a:p>
            <a:endParaRPr lang="en-US" sz="1600" dirty="0">
              <a:latin typeface="Consolas" panose="020B0609020204030204" pitchFamily="49" charset="0"/>
              <a:cs typeface="Consolas" panose="020B0609020204030204" pitchFamily="49" charset="0"/>
            </a:endParaRPr>
          </a:p>
          <a:p>
            <a:r>
              <a:rPr lang="en-US" sz="1600" dirty="0">
                <a:latin typeface="Consolas" panose="020B0609020204030204" pitchFamily="49" charset="0"/>
                <a:cs typeface="Consolas" panose="020B0609020204030204" pitchFamily="49" charset="0"/>
              </a:rPr>
              <a:t>main:</a:t>
            </a:r>
          </a:p>
          <a:p>
            <a:r>
              <a:rPr lang="en-US" sz="1600" dirty="0">
                <a:latin typeface="Consolas" panose="020B0609020204030204" pitchFamily="49" charset="0"/>
                <a:cs typeface="Consolas" panose="020B0609020204030204" pitchFamily="49" charset="0"/>
              </a:rPr>
              <a:t>        add     r0, r0, #1   @ increment r0</a:t>
            </a:r>
          </a:p>
          <a:p>
            <a:r>
              <a:rPr lang="en-US" sz="1600" dirty="0">
                <a:latin typeface="Consolas" panose="020B0609020204030204" pitchFamily="49" charset="0"/>
                <a:cs typeface="Consolas" panose="020B0609020204030204" pitchFamily="49" charset="0"/>
              </a:rPr>
              <a:t>        </a:t>
            </a:r>
            <a:r>
              <a:rPr lang="en-US" sz="1600" dirty="0" err="1">
                <a:latin typeface="Consolas" panose="020B0609020204030204" pitchFamily="49" charset="0"/>
                <a:cs typeface="Consolas" panose="020B0609020204030204" pitchFamily="49" charset="0"/>
              </a:rPr>
              <a:t>cmp</a:t>
            </a:r>
            <a:r>
              <a:rPr lang="en-US" sz="1600" dirty="0">
                <a:latin typeface="Consolas" panose="020B0609020204030204" pitchFamily="49" charset="0"/>
                <a:cs typeface="Consolas" panose="020B0609020204030204" pitchFamily="49" charset="0"/>
              </a:rPr>
              <a:t>     r0, #5       @ compare r0 to 5</a:t>
            </a:r>
          </a:p>
          <a:p>
            <a:r>
              <a:rPr lang="en-US" sz="1600" dirty="0">
                <a:latin typeface="Consolas" panose="020B0609020204030204" pitchFamily="49" charset="0"/>
                <a:cs typeface="Consolas" panose="020B0609020204030204" pitchFamily="49" charset="0"/>
              </a:rPr>
              <a:t>        </a:t>
            </a:r>
            <a:r>
              <a:rPr lang="en-US" sz="1600" dirty="0" err="1">
                <a:latin typeface="Consolas" panose="020B0609020204030204" pitchFamily="49" charset="0"/>
                <a:cs typeface="Consolas" panose="020B0609020204030204" pitchFamily="49" charset="0"/>
              </a:rPr>
              <a:t>bne</a:t>
            </a:r>
            <a:r>
              <a:rPr lang="en-US" sz="1600" dirty="0">
                <a:latin typeface="Consolas" panose="020B0609020204030204" pitchFamily="49" charset="0"/>
                <a:cs typeface="Consolas" panose="020B0609020204030204" pitchFamily="49" charset="0"/>
              </a:rPr>
              <a:t>     skip         @ if not equal, go to skip</a:t>
            </a:r>
          </a:p>
          <a:p>
            <a:r>
              <a:rPr lang="en-US" sz="1600" dirty="0">
                <a:latin typeface="Consolas" panose="020B0609020204030204" pitchFamily="49" charset="0"/>
                <a:cs typeface="Consolas" panose="020B0609020204030204" pitchFamily="49" charset="0"/>
              </a:rPr>
              <a:t>        bl      call         @ if equal, branch-and-link to call</a:t>
            </a:r>
          </a:p>
          <a:p>
            <a:endParaRPr lang="en-US" sz="1600" dirty="0">
              <a:latin typeface="Consolas" panose="020B0609020204030204" pitchFamily="49" charset="0"/>
              <a:cs typeface="Consolas" panose="020B0609020204030204" pitchFamily="49" charset="0"/>
            </a:endParaRPr>
          </a:p>
          <a:p>
            <a:r>
              <a:rPr lang="en-US" sz="1600" dirty="0">
                <a:latin typeface="Consolas" panose="020B0609020204030204" pitchFamily="49" charset="0"/>
                <a:cs typeface="Consolas" panose="020B0609020204030204" pitchFamily="49" charset="0"/>
              </a:rPr>
              <a:t>skip:</a:t>
            </a:r>
          </a:p>
          <a:p>
            <a:r>
              <a:rPr lang="en-US" sz="1600" dirty="0">
                <a:latin typeface="Consolas" panose="020B0609020204030204" pitchFamily="49" charset="0"/>
                <a:cs typeface="Consolas" panose="020B0609020204030204" pitchFamily="49" charset="0"/>
              </a:rPr>
              <a:t>        b       main         @ unconditional branch back to main</a:t>
            </a:r>
          </a:p>
          <a:p>
            <a:endParaRPr lang="en-US" sz="1600" dirty="0">
              <a:latin typeface="Consolas" panose="020B0609020204030204" pitchFamily="49" charset="0"/>
              <a:cs typeface="Consolas" panose="020B0609020204030204" pitchFamily="49" charset="0"/>
            </a:endParaRPr>
          </a:p>
          <a:p>
            <a:r>
              <a:rPr lang="en-US" sz="1600" dirty="0">
                <a:latin typeface="Consolas" panose="020B0609020204030204" pitchFamily="49" charset="0"/>
                <a:cs typeface="Consolas" panose="020B0609020204030204" pitchFamily="49" charset="0"/>
              </a:rPr>
              <a:t>call:</a:t>
            </a:r>
          </a:p>
          <a:p>
            <a:r>
              <a:rPr lang="en-US" sz="1600" dirty="0">
                <a:latin typeface="Consolas" panose="020B0609020204030204" pitchFamily="49" charset="0"/>
                <a:cs typeface="Consolas" panose="020B0609020204030204" pitchFamily="49" charset="0"/>
              </a:rPr>
              <a:t>        add     r7, r7, #255 @ add 255 to r7 (side-effect)</a:t>
            </a:r>
          </a:p>
          <a:p>
            <a:r>
              <a:rPr lang="en-US" sz="1600" dirty="0">
                <a:latin typeface="Consolas" panose="020B0609020204030204" pitchFamily="49" charset="0"/>
                <a:cs typeface="Consolas" panose="020B0609020204030204" pitchFamily="49" charset="0"/>
              </a:rPr>
              <a:t>        mov     r0, #1       @ reset r0 to 1</a:t>
            </a:r>
          </a:p>
          <a:p>
            <a:r>
              <a:rPr lang="en-US" sz="1600" dirty="0">
                <a:latin typeface="Consolas" panose="020B0609020204030204" pitchFamily="49" charset="0"/>
                <a:cs typeface="Consolas" panose="020B0609020204030204" pitchFamily="49" charset="0"/>
              </a:rPr>
              <a:t>        bx      </a:t>
            </a:r>
            <a:r>
              <a:rPr lang="en-US" sz="1600" dirty="0" err="1">
                <a:latin typeface="Consolas" panose="020B0609020204030204" pitchFamily="49" charset="0"/>
                <a:cs typeface="Consolas" panose="020B0609020204030204" pitchFamily="49" charset="0"/>
              </a:rPr>
              <a:t>lr</a:t>
            </a:r>
            <a:r>
              <a:rPr lang="en-US" sz="1600" dirty="0">
                <a:latin typeface="Consolas" panose="020B0609020204030204" pitchFamily="49" charset="0"/>
                <a:cs typeface="Consolas" panose="020B0609020204030204" pitchFamily="49" charset="0"/>
              </a:rPr>
              <a:t>           @ return (branch to link register)</a:t>
            </a:r>
          </a:p>
        </p:txBody>
      </p:sp>
    </p:spTree>
    <p:extLst>
      <p:ext uri="{BB962C8B-B14F-4D97-AF65-F5344CB8AC3E}">
        <p14:creationId xmlns:p14="http://schemas.microsoft.com/office/powerpoint/2010/main" val="3848203700"/>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Origin">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rigin">
      <a:majorFont>
        <a:latin typeface="Bookman Old Style"/>
        <a:ea typeface=""/>
        <a:cs typeface=""/>
        <a:font script="Grek" typeface="Cambria"/>
        <a:font script="Cyrl" typeface="Cambria"/>
        <a:font script="Jpan" typeface="HG明朝E"/>
        <a:font script="Hang" typeface="돋움"/>
        <a:font script="Hans" typeface="宋体"/>
        <a:font script="Hant" typeface="標楷體"/>
        <a:font script="Arab" typeface="Times New Roman"/>
        <a:font script="Hebr" typeface="Times New Roman"/>
        <a:font script="Thai" typeface="Browalli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Gill Sans MT"/>
        <a:ea typeface=""/>
        <a:cs typeface=""/>
        <a:font script="Grek" typeface="Calibri"/>
        <a:font script="Cyrl" typeface="Calibri"/>
        <a:font script="Jpan" typeface="ＭＳ Ｐゴシック"/>
        <a:font script="Hang" typeface="맑은 고딕"/>
        <a:font script="Hans" typeface="华文新魏"/>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rigin">
      <a:fillStyleLst>
        <a:solidFill>
          <a:schemeClr val="phClr"/>
        </a:solidFill>
        <a:gradFill rotWithShape="1">
          <a:gsLst>
            <a:gs pos="0">
              <a:schemeClr val="phClr">
                <a:tint val="45000"/>
                <a:satMod val="200000"/>
              </a:schemeClr>
            </a:gs>
            <a:gs pos="30000">
              <a:schemeClr val="phClr">
                <a:tint val="61000"/>
                <a:satMod val="200000"/>
              </a:schemeClr>
            </a:gs>
            <a:gs pos="45000">
              <a:schemeClr val="phClr">
                <a:tint val="66000"/>
                <a:satMod val="200000"/>
              </a:schemeClr>
            </a:gs>
            <a:gs pos="55000">
              <a:schemeClr val="phClr">
                <a:tint val="66000"/>
                <a:satMod val="200000"/>
              </a:schemeClr>
            </a:gs>
            <a:gs pos="73000">
              <a:schemeClr val="phClr">
                <a:tint val="61000"/>
                <a:satMod val="200000"/>
              </a:schemeClr>
            </a:gs>
            <a:gs pos="100000">
              <a:schemeClr val="phClr">
                <a:tint val="45000"/>
                <a:satMod val="200000"/>
              </a:schemeClr>
            </a:gs>
          </a:gsLst>
          <a:lin ang="950000" scaled="1"/>
        </a:gradFill>
        <a:gradFill rotWithShape="1">
          <a:gsLst>
            <a:gs pos="0">
              <a:schemeClr val="phClr">
                <a:shade val="63000"/>
              </a:schemeClr>
            </a:gs>
            <a:gs pos="30000">
              <a:schemeClr val="phClr">
                <a:shade val="90000"/>
                <a:satMod val="110000"/>
              </a:schemeClr>
            </a:gs>
            <a:gs pos="45000">
              <a:schemeClr val="phClr">
                <a:shade val="100000"/>
                <a:satMod val="118000"/>
              </a:schemeClr>
            </a:gs>
            <a:gs pos="55000">
              <a:schemeClr val="phClr">
                <a:shade val="100000"/>
                <a:satMod val="118000"/>
              </a:schemeClr>
            </a:gs>
            <a:gs pos="73000">
              <a:schemeClr val="phClr">
                <a:shade val="90000"/>
                <a:satMod val="110000"/>
              </a:schemeClr>
            </a:gs>
            <a:gs pos="100000">
              <a:schemeClr val="phClr">
                <a:shade val="63000"/>
              </a:schemeClr>
            </a:gs>
          </a:gsLst>
          <a:lin ang="950000" scaled="1"/>
        </a:gradFill>
      </a:fillStyleLst>
      <a:lnStyleLst>
        <a:ln w="9525" cap="flat" cmpd="sng" algn="ctr">
          <a:solidFill>
            <a:schemeClr val="phClr"/>
          </a:solidFill>
          <a:prstDash val="solid"/>
        </a:ln>
        <a:ln w="19050" cap="flat" cmpd="sng" algn="ctr">
          <a:solidFill>
            <a:schemeClr val="phClr"/>
          </a:solidFill>
          <a:prstDash val="solid"/>
        </a:ln>
        <a:ln w="25400" cap="flat" cmpd="sng" algn="ctr">
          <a:solidFill>
            <a:schemeClr val="phClr"/>
          </a:solidFill>
          <a:prstDash val="solid"/>
        </a:ln>
      </a:lnStyleLst>
      <a:effectStyleLst>
        <a:effectStyle>
          <a:effectLst>
            <a:outerShdw blurRad="38100" dist="25400" dir="5400000" rotWithShape="0">
              <a:srgbClr val="000000">
                <a:alpha val="40000"/>
              </a:srgbClr>
            </a:outerShdw>
          </a:effectLst>
        </a:effectStyle>
        <a:effectStyle>
          <a:effectLst>
            <a:outerShdw blurRad="50800" dist="43000" dir="5400000" rotWithShape="0">
              <a:srgbClr val="000000">
                <a:alpha val="40000"/>
              </a:srgbClr>
            </a:outerShdw>
          </a:effectLst>
          <a:scene3d>
            <a:camera prst="orthographicFront" fov="0">
              <a:rot lat="0" lon="0" rev="0"/>
            </a:camera>
            <a:lightRig rig="balanced" dir="t">
              <a:rot lat="0" lon="0" rev="0"/>
            </a:lightRig>
          </a:scene3d>
          <a:sp3d prstMaterial="matte">
            <a:bevelT w="0" h="0"/>
            <a:contourClr>
              <a:schemeClr val="phClr">
                <a:tint val="100000"/>
                <a:shade val="100000"/>
                <a:hueMod val="100000"/>
                <a:satMod val="100000"/>
              </a:schemeClr>
            </a:contourClr>
          </a:sp3d>
        </a:effectStyle>
        <a:effectStyle>
          <a:effectLst>
            <a:outerShdw blurRad="50800" dist="25400" dir="5400000" rotWithShape="0">
              <a:srgbClr val="000000">
                <a:alpha val="50000"/>
              </a:srgbClr>
            </a:outerShdw>
          </a:effectLst>
          <a:scene3d>
            <a:camera prst="orthographicFront" fov="0">
              <a:rot lat="0" lon="0" rev="0"/>
            </a:camera>
            <a:lightRig rig="soft" dir="t">
              <a:rot lat="0" lon="0" rev="2700000"/>
            </a:lightRig>
          </a:scene3d>
          <a:sp3d prstMaterial="matte">
            <a:bevelT w="50800" h="50800"/>
            <a:contourClr>
              <a:schemeClr val="phClr"/>
            </a:contourClr>
          </a:sp3d>
        </a:effectStyle>
      </a:effectStyleLst>
      <a:bgFillStyleLst>
        <a:solidFill>
          <a:schemeClr val="phClr"/>
        </a:solidFill>
        <a:gradFill rotWithShape="1">
          <a:gsLst>
            <a:gs pos="0">
              <a:schemeClr val="phClr">
                <a:shade val="60000"/>
                <a:satMod val="300000"/>
              </a:schemeClr>
            </a:gs>
            <a:gs pos="30000">
              <a:schemeClr val="phClr">
                <a:shade val="80000"/>
                <a:satMod val="230000"/>
              </a:schemeClr>
            </a:gs>
            <a:gs pos="100000">
              <a:schemeClr val="phClr">
                <a:tint val="97000"/>
                <a:satMod val="220000"/>
              </a:schemeClr>
            </a:gs>
          </a:gsLst>
          <a:lin ang="16200000" scaled="1"/>
        </a:gradFill>
        <a:blipFill>
          <a:blip xmlns:r="http://schemas.openxmlformats.org/officeDocument/2006/relationships" r:embed="rId1">
            <a:duotone>
              <a:schemeClr val="phClr">
                <a:shade val="6000"/>
                <a:satMod val="120000"/>
              </a:schemeClr>
              <a:schemeClr val="phClr">
                <a:tint val="90000"/>
              </a:schemeClr>
            </a:duotone>
          </a:blip>
          <a:tile tx="0" ty="0" sx="35000" sy="40000" flip="x" algn="tl"/>
        </a:blip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Origin</Template>
  <TotalTime>2230</TotalTime>
  <Words>5271</Words>
  <Application>Microsoft Office PowerPoint</Application>
  <PresentationFormat>On-screen Show (4:3)</PresentationFormat>
  <Paragraphs>768</Paragraphs>
  <Slides>32</Slides>
  <Notes>8</Notes>
  <HiddenSlides>0</HiddenSlides>
  <MMClips>0</MMClips>
  <ScaleCrop>false</ScaleCrop>
  <HeadingPairs>
    <vt:vector size="6" baseType="variant">
      <vt:variant>
        <vt:lpstr>Fonts Used</vt:lpstr>
      </vt:variant>
      <vt:variant>
        <vt:i4>11</vt:i4>
      </vt:variant>
      <vt:variant>
        <vt:lpstr>Theme</vt:lpstr>
      </vt:variant>
      <vt:variant>
        <vt:i4>1</vt:i4>
      </vt:variant>
      <vt:variant>
        <vt:lpstr>Slide Titles</vt:lpstr>
      </vt:variant>
      <vt:variant>
        <vt:i4>32</vt:i4>
      </vt:variant>
    </vt:vector>
  </HeadingPairs>
  <TitlesOfParts>
    <vt:vector size="44" baseType="lpstr">
      <vt:lpstr>Bookman Old Style (Headings)</vt:lpstr>
      <vt:lpstr>Arial</vt:lpstr>
      <vt:lpstr>Bookman Old Style</vt:lpstr>
      <vt:lpstr>Calibri</vt:lpstr>
      <vt:lpstr>Cambria Math</vt:lpstr>
      <vt:lpstr>Consolas</vt:lpstr>
      <vt:lpstr>Courier New</vt:lpstr>
      <vt:lpstr>Gill Sans MT</vt:lpstr>
      <vt:lpstr>Segoe UI</vt:lpstr>
      <vt:lpstr>Wingdings</vt:lpstr>
      <vt:lpstr>Wingdings 3</vt:lpstr>
      <vt:lpstr>Origin</vt:lpstr>
      <vt:lpstr>Z. Gu</vt:lpstr>
      <vt:lpstr>Stack</vt:lpstr>
      <vt:lpstr>Stack</vt:lpstr>
      <vt:lpstr>PUSH/POP Multiple Registers</vt:lpstr>
      <vt:lpstr>Summary: Condition Codes </vt:lpstr>
      <vt:lpstr>Stack</vt:lpstr>
      <vt:lpstr>Stack ANS</vt:lpstr>
      <vt:lpstr>Stack</vt:lpstr>
      <vt:lpstr>Stack ANS</vt:lpstr>
      <vt:lpstr>Stack</vt:lpstr>
      <vt:lpstr>Stack ANS</vt:lpstr>
      <vt:lpstr>Example: Swap R1 &amp; R2</vt:lpstr>
      <vt:lpstr>Argument Passing</vt:lpstr>
      <vt:lpstr>Argument Passing ANS</vt:lpstr>
      <vt:lpstr>What’s wrong? Passing arguments and Returning Value</vt:lpstr>
      <vt:lpstr>What’s wrong? Passing arguments and Returning Value ANS</vt:lpstr>
      <vt:lpstr>Passing arguments and Returning Value</vt:lpstr>
      <vt:lpstr>Passing arguments and Returning Value ANS</vt:lpstr>
      <vt:lpstr>What is Wrong?</vt:lpstr>
      <vt:lpstr>What is Wrong? ANS</vt:lpstr>
      <vt:lpstr>toLower</vt:lpstr>
      <vt:lpstr>toLower ANS</vt:lpstr>
      <vt:lpstr>If Then Else</vt:lpstr>
      <vt:lpstr>If Then Else ANS</vt:lpstr>
      <vt:lpstr>Factorial</vt:lpstr>
      <vt:lpstr>Factorial</vt:lpstr>
      <vt:lpstr>Factorial ANS</vt:lpstr>
      <vt:lpstr>What is wrong?</vt:lpstr>
      <vt:lpstr>What is wrong? ANS</vt:lpstr>
      <vt:lpstr>Explanations</vt:lpstr>
      <vt:lpstr>Program Understanding</vt:lpstr>
      <vt:lpstr>Program Understanding ANS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Dr. Yifeng Zhu Electrical and Computer Engineering University of Maine</dc:title>
  <dc:creator>zhu</dc:creator>
  <cp:lastModifiedBy>Zonghua Gu</cp:lastModifiedBy>
  <cp:revision>184</cp:revision>
  <cp:lastPrinted>2018-03-21T12:46:41Z</cp:lastPrinted>
  <dcterms:created xsi:type="dcterms:W3CDTF">2012-11-17T20:04:56Z</dcterms:created>
  <dcterms:modified xsi:type="dcterms:W3CDTF">2025-10-21T19:03:18Z</dcterms:modified>
</cp:coreProperties>
</file>