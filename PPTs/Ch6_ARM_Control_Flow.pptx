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4"/>
  </p:notesMasterIdLst>
  <p:sldIdLst>
    <p:sldId id="269" r:id="rId2"/>
    <p:sldId id="303" r:id="rId3"/>
    <p:sldId id="343" r:id="rId4"/>
    <p:sldId id="567" r:id="rId5"/>
    <p:sldId id="348" r:id="rId6"/>
    <p:sldId id="275" r:id="rId7"/>
    <p:sldId id="285" r:id="rId8"/>
    <p:sldId id="356" r:id="rId9"/>
    <p:sldId id="554" r:id="rId10"/>
    <p:sldId id="277" r:id="rId11"/>
    <p:sldId id="349" r:id="rId12"/>
    <p:sldId id="292" r:id="rId13"/>
    <p:sldId id="569" r:id="rId14"/>
    <p:sldId id="571" r:id="rId15"/>
    <p:sldId id="565" r:id="rId16"/>
    <p:sldId id="297" r:id="rId17"/>
    <p:sldId id="298" r:id="rId18"/>
    <p:sldId id="299" r:id="rId19"/>
    <p:sldId id="353" r:id="rId20"/>
    <p:sldId id="321" r:id="rId21"/>
    <p:sldId id="325" r:id="rId22"/>
    <p:sldId id="558" r:id="rId23"/>
    <p:sldId id="559" r:id="rId24"/>
    <p:sldId id="560" r:id="rId25"/>
    <p:sldId id="561" r:id="rId26"/>
    <p:sldId id="562" r:id="rId27"/>
    <p:sldId id="563" r:id="rId28"/>
    <p:sldId id="304" r:id="rId29"/>
    <p:sldId id="331" r:id="rId30"/>
    <p:sldId id="556" r:id="rId31"/>
    <p:sldId id="566" r:id="rId32"/>
    <p:sldId id="336" r:id="rId33"/>
    <p:sldId id="313" r:id="rId34"/>
    <p:sldId id="346" r:id="rId35"/>
    <p:sldId id="557" r:id="rId36"/>
    <p:sldId id="334" r:id="rId37"/>
    <p:sldId id="317" r:id="rId38"/>
    <p:sldId id="352" r:id="rId39"/>
    <p:sldId id="350" r:id="rId40"/>
    <p:sldId id="351" r:id="rId41"/>
    <p:sldId id="572" r:id="rId42"/>
    <p:sldId id="555" r:id="rId43"/>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EF26D6-4912-4FCD-B287-04E039541311}" v="134" dt="2025-10-10T12:02:00.81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9085" autoAdjust="0"/>
  </p:normalViewPr>
  <p:slideViewPr>
    <p:cSldViewPr>
      <p:cViewPr varScale="1">
        <p:scale>
          <a:sx n="65" d="100"/>
          <a:sy n="65" d="100"/>
        </p:scale>
        <p:origin x="878" y="58"/>
      </p:cViewPr>
      <p:guideLst>
        <p:guide orient="horz" pos="2160"/>
        <p:guide pos="3840"/>
      </p:guideLst>
    </p:cSldViewPr>
  </p:slideViewPr>
  <p:notesTextViewPr>
    <p:cViewPr>
      <p:scale>
        <a:sx n="1" d="1"/>
        <a:sy n="1" d="1"/>
      </p:scale>
      <p:origin x="0" y="0"/>
    </p:cViewPr>
  </p:notesTextViewPr>
  <p:sorterViewPr>
    <p:cViewPr varScale="1">
      <p:scale>
        <a:sx n="1" d="1"/>
        <a:sy n="1" d="1"/>
      </p:scale>
      <p:origin x="0" y="-11765"/>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10T12:02:48.617" v="2899" actId="20577"/>
      <pc:docMkLst>
        <pc:docMk/>
      </pc:docMkLst>
      <pc:sldChg chg="addSp delSp modSp del mod">
        <pc:chgData name="Zonghua Gu" userId="9a7e1853e1951ef5" providerId="LiveId" clId="{CF1FAA12-072C-4ED5-BA76-0FFFAEFDB88A}" dt="2025-10-02T21:17:35.809" v="3" actId="47"/>
        <pc:sldMkLst>
          <pc:docMk/>
          <pc:sldMk cId="1683281344" sldId="256"/>
        </pc:sldMkLst>
      </pc:sldChg>
      <pc:sldChg chg="modSp mod">
        <pc:chgData name="Zonghua Gu" userId="9a7e1853e1951ef5" providerId="LiveId" clId="{CF1FAA12-072C-4ED5-BA76-0FFFAEFDB88A}" dt="2025-10-02T21:19:03.671" v="14" actId="1076"/>
        <pc:sldMkLst>
          <pc:docMk/>
          <pc:sldMk cId="166800616" sldId="269"/>
        </pc:sldMkLst>
        <pc:spChg chg="mod">
          <ac:chgData name="Zonghua Gu" userId="9a7e1853e1951ef5" providerId="LiveId" clId="{CF1FAA12-072C-4ED5-BA76-0FFFAEFDB88A}" dt="2025-10-02T21:19:03.671" v="14" actId="1076"/>
          <ac:spMkLst>
            <pc:docMk/>
            <pc:sldMk cId="166800616" sldId="269"/>
            <ac:spMk id="12" creationId="{00000000-0000-0000-0000-000000000000}"/>
          </ac:spMkLst>
        </pc:spChg>
        <pc:spChg chg="mod">
          <ac:chgData name="Zonghua Gu" userId="9a7e1853e1951ef5" providerId="LiveId" clId="{CF1FAA12-072C-4ED5-BA76-0FFFAEFDB88A}" dt="2025-10-02T21:19:03.671" v="14" actId="1076"/>
          <ac:spMkLst>
            <pc:docMk/>
            <pc:sldMk cId="166800616" sldId="269"/>
            <ac:spMk id="15" creationId="{00000000-0000-0000-0000-000000000000}"/>
          </ac:spMkLst>
        </pc:spChg>
        <pc:spChg chg="mod">
          <ac:chgData name="Zonghua Gu" userId="9a7e1853e1951ef5" providerId="LiveId" clId="{CF1FAA12-072C-4ED5-BA76-0FFFAEFDB88A}" dt="2025-10-02T21:19:03.671" v="14" actId="1076"/>
          <ac:spMkLst>
            <pc:docMk/>
            <pc:sldMk cId="166800616" sldId="269"/>
            <ac:spMk id="18" creationId="{00000000-0000-0000-0000-000000000000}"/>
          </ac:spMkLst>
        </pc:spChg>
        <pc:spChg chg="mod">
          <ac:chgData name="Zonghua Gu" userId="9a7e1853e1951ef5" providerId="LiveId" clId="{CF1FAA12-072C-4ED5-BA76-0FFFAEFDB88A}" dt="2025-10-02T21:18:45.174" v="12" actId="404"/>
          <ac:spMkLst>
            <pc:docMk/>
            <pc:sldMk cId="166800616" sldId="269"/>
            <ac:spMk id="787459" creationId="{00000000-0000-0000-0000-000000000000}"/>
          </ac:spMkLst>
        </pc:spChg>
        <pc:grpChg chg="mod">
          <ac:chgData name="Zonghua Gu" userId="9a7e1853e1951ef5" providerId="LiveId" clId="{CF1FAA12-072C-4ED5-BA76-0FFFAEFDB88A}" dt="2025-10-02T21:19:03.671" v="14" actId="1076"/>
          <ac:grpSpMkLst>
            <pc:docMk/>
            <pc:sldMk cId="166800616" sldId="269"/>
            <ac:grpSpMk id="13" creationId="{B362000C-983C-524D-87C2-3EDCAF4543B1}"/>
          </ac:grpSpMkLst>
        </pc:grpChg>
        <pc:grpChg chg="mod">
          <ac:chgData name="Zonghua Gu" userId="9a7e1853e1951ef5" providerId="LiveId" clId="{CF1FAA12-072C-4ED5-BA76-0FFFAEFDB88A}" dt="2025-10-02T21:19:03.671" v="14" actId="1076"/>
          <ac:grpSpMkLst>
            <pc:docMk/>
            <pc:sldMk cId="166800616" sldId="269"/>
            <ac:grpSpMk id="16" creationId="{B2548B9B-63B4-EE41-BB16-A644D9AF1BF9}"/>
          </ac:grpSpMkLst>
        </pc:grpChg>
        <pc:picChg chg="mod">
          <ac:chgData name="Zonghua Gu" userId="9a7e1853e1951ef5" providerId="LiveId" clId="{CF1FAA12-072C-4ED5-BA76-0FFFAEFDB88A}" dt="2025-10-02T21:19:03.671" v="14" actId="1076"/>
          <ac:picMkLst>
            <pc:docMk/>
            <pc:sldMk cId="166800616" sldId="269"/>
            <ac:picMk id="11" creationId="{00000000-0000-0000-0000-000000000000}"/>
          </ac:picMkLst>
        </pc:picChg>
        <pc:picChg chg="mod">
          <ac:chgData name="Zonghua Gu" userId="9a7e1853e1951ef5" providerId="LiveId" clId="{CF1FAA12-072C-4ED5-BA76-0FFFAEFDB88A}" dt="2025-10-02T21:19:03.671" v="14" actId="1076"/>
          <ac:picMkLst>
            <pc:docMk/>
            <pc:sldMk cId="166800616" sldId="269"/>
            <ac:picMk id="14" creationId="{00000000-0000-0000-0000-000000000000}"/>
          </ac:picMkLst>
        </pc:picChg>
        <pc:picChg chg="mod">
          <ac:chgData name="Zonghua Gu" userId="9a7e1853e1951ef5" providerId="LiveId" clId="{CF1FAA12-072C-4ED5-BA76-0FFFAEFDB88A}" dt="2025-10-02T21:19:03.671" v="14" actId="1076"/>
          <ac:picMkLst>
            <pc:docMk/>
            <pc:sldMk cId="166800616" sldId="269"/>
            <ac:picMk id="17" creationId="{00000000-0000-0000-0000-000000000000}"/>
          </ac:picMkLst>
        </pc:picChg>
      </pc:sldChg>
      <pc:sldChg chg="addSp delSp modSp mod delAnim modAnim modNotes modNotesTx">
        <pc:chgData name="Zonghua Gu" userId="9a7e1853e1951ef5" providerId="LiveId" clId="{CF1FAA12-072C-4ED5-BA76-0FFFAEFDB88A}" dt="2025-10-10T11:19:38.487" v="2635" actId="313"/>
        <pc:sldMkLst>
          <pc:docMk/>
          <pc:sldMk cId="2502343479" sldId="275"/>
        </pc:sldMkLst>
        <pc:spChg chg="mod">
          <ac:chgData name="Zonghua Gu" userId="9a7e1853e1951ef5" providerId="LiveId" clId="{CF1FAA12-072C-4ED5-BA76-0FFFAEFDB88A}" dt="2025-10-10T11:19:31.429" v="2627" actId="313"/>
          <ac:spMkLst>
            <pc:docMk/>
            <pc:sldMk cId="2502343479" sldId="275"/>
            <ac:spMk id="5" creationId="{00000000-0000-0000-0000-000000000000}"/>
          </ac:spMkLst>
        </pc:spChg>
        <pc:graphicFrameChg chg="add del mod modGraphic">
          <ac:chgData name="Zonghua Gu" userId="9a7e1853e1951ef5" providerId="LiveId" clId="{CF1FAA12-072C-4ED5-BA76-0FFFAEFDB88A}" dt="2025-10-10T11:19:35.716" v="2631" actId="313"/>
          <ac:graphicFrameMkLst>
            <pc:docMk/>
            <pc:sldMk cId="2502343479" sldId="275"/>
            <ac:graphicFrameMk id="3" creationId="{00000000-0000-0000-0000-000000000000}"/>
          </ac:graphicFrameMkLst>
        </pc:graphicFrameChg>
        <pc:graphicFrameChg chg="add del mod">
          <ac:chgData name="Zonghua Gu" userId="9a7e1853e1951ef5" providerId="LiveId" clId="{CF1FAA12-072C-4ED5-BA76-0FFFAEFDB88A}" dt="2025-10-10T03:24:18.242" v="2448" actId="478"/>
          <ac:graphicFrameMkLst>
            <pc:docMk/>
            <pc:sldMk cId="2502343479" sldId="275"/>
            <ac:graphicFrameMk id="6" creationId="{00000000-0000-0000-0000-000000000000}"/>
          </ac:graphicFrameMkLst>
        </pc:graphicFrameChg>
      </pc:sldChg>
      <pc:sldChg chg="del">
        <pc:chgData name="Zonghua Gu" userId="9a7e1853e1951ef5" providerId="LiveId" clId="{CF1FAA12-072C-4ED5-BA76-0FFFAEFDB88A}" dt="2025-10-02T21:32:56.562" v="368" actId="47"/>
        <pc:sldMkLst>
          <pc:docMk/>
          <pc:sldMk cId="3146583954" sldId="282"/>
        </pc:sldMkLst>
      </pc:sldChg>
      <pc:sldChg chg="del">
        <pc:chgData name="Zonghua Gu" userId="9a7e1853e1951ef5" providerId="LiveId" clId="{CF1FAA12-072C-4ED5-BA76-0FFFAEFDB88A}" dt="2025-10-02T21:38:05.585" v="432" actId="47"/>
        <pc:sldMkLst>
          <pc:docMk/>
          <pc:sldMk cId="3856419856" sldId="284"/>
        </pc:sldMkLst>
      </pc:sldChg>
      <pc:sldChg chg="addSp delSp modSp mod">
        <pc:chgData name="Zonghua Gu" userId="9a7e1853e1951ef5" providerId="LiveId" clId="{CF1FAA12-072C-4ED5-BA76-0FFFAEFDB88A}" dt="2025-10-10T03:25:09.031" v="2456" actId="1076"/>
        <pc:sldMkLst>
          <pc:docMk/>
          <pc:sldMk cId="3410570449" sldId="285"/>
        </pc:sldMkLst>
        <pc:spChg chg="mod">
          <ac:chgData name="Zonghua Gu" userId="9a7e1853e1951ef5" providerId="LiveId" clId="{CF1FAA12-072C-4ED5-BA76-0FFFAEFDB88A}" dt="2025-10-10T03:25:09.031" v="2456" actId="1076"/>
          <ac:spMkLst>
            <pc:docMk/>
            <pc:sldMk cId="3410570449" sldId="285"/>
            <ac:spMk id="5" creationId="{00000000-0000-0000-0000-000000000000}"/>
          </ac:spMkLst>
        </pc:spChg>
        <pc:spChg chg="mod">
          <ac:chgData name="Zonghua Gu" userId="9a7e1853e1951ef5" providerId="LiveId" clId="{CF1FAA12-072C-4ED5-BA76-0FFFAEFDB88A}" dt="2025-10-10T03:25:09.031" v="2456" actId="1076"/>
          <ac:spMkLst>
            <pc:docMk/>
            <pc:sldMk cId="3410570449" sldId="285"/>
            <ac:spMk id="6" creationId="{00000000-0000-0000-0000-000000000000}"/>
          </ac:spMkLst>
        </pc:spChg>
        <pc:spChg chg="add mod">
          <ac:chgData name="Zonghua Gu" userId="9a7e1853e1951ef5" providerId="LiveId" clId="{CF1FAA12-072C-4ED5-BA76-0FFFAEFDB88A}" dt="2025-10-10T03:25:09.031" v="2456" actId="1076"/>
          <ac:spMkLst>
            <pc:docMk/>
            <pc:sldMk cId="3410570449" sldId="285"/>
            <ac:spMk id="8" creationId="{070E943D-54D2-737B-8F17-C236B0E07369}"/>
          </ac:spMkLst>
        </pc:spChg>
      </pc:sldChg>
      <pc:sldChg chg="ord">
        <pc:chgData name="Zonghua Gu" userId="9a7e1853e1951ef5" providerId="LiveId" clId="{CF1FAA12-072C-4ED5-BA76-0FFFAEFDB88A}" dt="2025-10-10T03:18:10.677" v="2414"/>
        <pc:sldMkLst>
          <pc:docMk/>
          <pc:sldMk cId="1977878706" sldId="292"/>
        </pc:sldMkLst>
      </pc:sldChg>
      <pc:sldChg chg="modSp modAnim">
        <pc:chgData name="Zonghua Gu" userId="9a7e1853e1951ef5" providerId="LiveId" clId="{CF1FAA12-072C-4ED5-BA76-0FFFAEFDB88A}" dt="2025-10-05T00:04:52.314" v="1587" actId="20577"/>
        <pc:sldMkLst>
          <pc:docMk/>
          <pc:sldMk cId="2319237102" sldId="297"/>
        </pc:sldMkLst>
        <pc:spChg chg="mod">
          <ac:chgData name="Zonghua Gu" userId="9a7e1853e1951ef5" providerId="LiveId" clId="{CF1FAA12-072C-4ED5-BA76-0FFFAEFDB88A}" dt="2025-10-05T00:04:52.314" v="1587" actId="20577"/>
          <ac:spMkLst>
            <pc:docMk/>
            <pc:sldMk cId="2319237102" sldId="297"/>
            <ac:spMk id="6" creationId="{00000000-0000-0000-0000-000000000000}"/>
          </ac:spMkLst>
        </pc:spChg>
      </pc:sldChg>
      <pc:sldChg chg="modSp mod">
        <pc:chgData name="Zonghua Gu" userId="9a7e1853e1951ef5" providerId="LiveId" clId="{CF1FAA12-072C-4ED5-BA76-0FFFAEFDB88A}" dt="2025-10-05T00:03:17.447" v="1581" actId="6549"/>
        <pc:sldMkLst>
          <pc:docMk/>
          <pc:sldMk cId="2121641431" sldId="298"/>
        </pc:sldMkLst>
        <pc:spChg chg="mod">
          <ac:chgData name="Zonghua Gu" userId="9a7e1853e1951ef5" providerId="LiveId" clId="{CF1FAA12-072C-4ED5-BA76-0FFFAEFDB88A}" dt="2025-10-05T00:03:15.171" v="1579" actId="6549"/>
          <ac:spMkLst>
            <pc:docMk/>
            <pc:sldMk cId="2121641431" sldId="298"/>
            <ac:spMk id="10" creationId="{00000000-0000-0000-0000-000000000000}"/>
          </ac:spMkLst>
        </pc:spChg>
        <pc:spChg chg="mod">
          <ac:chgData name="Zonghua Gu" userId="9a7e1853e1951ef5" providerId="LiveId" clId="{CF1FAA12-072C-4ED5-BA76-0FFFAEFDB88A}" dt="2025-10-05T00:03:17.447" v="1581" actId="6549"/>
          <ac:spMkLst>
            <pc:docMk/>
            <pc:sldMk cId="2121641431" sldId="298"/>
            <ac:spMk id="11" creationId="{00000000-0000-0000-0000-000000000000}"/>
          </ac:spMkLst>
        </pc:spChg>
        <pc:spChg chg="mod">
          <ac:chgData name="Zonghua Gu" userId="9a7e1853e1951ef5" providerId="LiveId" clId="{CF1FAA12-072C-4ED5-BA76-0FFFAEFDB88A}" dt="2025-10-05T00:02:15.214" v="1577" actId="20577"/>
          <ac:spMkLst>
            <pc:docMk/>
            <pc:sldMk cId="2121641431" sldId="298"/>
            <ac:spMk id="119811" creationId="{00000000-0000-0000-0000-000000000000}"/>
          </ac:spMkLst>
        </pc:spChg>
        <pc:spChg chg="mod">
          <ac:chgData name="Zonghua Gu" userId="9a7e1853e1951ef5" providerId="LiveId" clId="{CF1FAA12-072C-4ED5-BA76-0FFFAEFDB88A}" dt="2025-10-05T00:01:43.881" v="1554" actId="20577"/>
          <ac:spMkLst>
            <pc:docMk/>
            <pc:sldMk cId="2121641431" sldId="298"/>
            <ac:spMk id="119812" creationId="{00000000-0000-0000-0000-000000000000}"/>
          </ac:spMkLst>
        </pc:spChg>
      </pc:sldChg>
      <pc:sldChg chg="addSp delSp modSp del mod ord">
        <pc:chgData name="Zonghua Gu" userId="9a7e1853e1951ef5" providerId="LiveId" clId="{CF1FAA12-072C-4ED5-BA76-0FFFAEFDB88A}" dt="2025-10-10T03:15:32.722" v="2409" actId="2696"/>
        <pc:sldMkLst>
          <pc:docMk/>
          <pc:sldMk cId="209600006" sldId="299"/>
        </pc:sldMkLst>
        <pc:spChg chg="add del mod">
          <ac:chgData name="Zonghua Gu" userId="9a7e1853e1951ef5" providerId="LiveId" clId="{CF1FAA12-072C-4ED5-BA76-0FFFAEFDB88A}" dt="2025-10-10T03:15:04.826" v="2408"/>
          <ac:spMkLst>
            <pc:docMk/>
            <pc:sldMk cId="209600006" sldId="299"/>
            <ac:spMk id="7" creationId="{4F7FAE43-3C14-A515-E682-38B585D8E0A1}"/>
          </ac:spMkLst>
        </pc:spChg>
        <pc:spChg chg="mod">
          <ac:chgData name="Zonghua Gu" userId="9a7e1853e1951ef5" providerId="LiveId" clId="{CF1FAA12-072C-4ED5-BA76-0FFFAEFDB88A}" dt="2025-10-10T03:14:44.957" v="2406" actId="6549"/>
          <ac:spMkLst>
            <pc:docMk/>
            <pc:sldMk cId="209600006" sldId="299"/>
            <ac:spMk id="60418" creationId="{00000000-0000-0000-0000-000000000000}"/>
          </ac:spMkLst>
        </pc:spChg>
        <pc:graphicFrameChg chg="mod">
          <ac:chgData name="Zonghua Gu" userId="9a7e1853e1951ef5" providerId="LiveId" clId="{CF1FAA12-072C-4ED5-BA76-0FFFAEFDB88A}" dt="2025-10-10T03:14:13.038" v="2378"/>
          <ac:graphicFrameMkLst>
            <pc:docMk/>
            <pc:sldMk cId="209600006" sldId="299"/>
            <ac:graphicFrameMk id="5" creationId="{00000000-0000-0000-0000-000000000000}"/>
          </ac:graphicFrameMkLst>
        </pc:graphicFrameChg>
      </pc:sldChg>
      <pc:sldChg chg="add modNotesTx">
        <pc:chgData name="Zonghua Gu" userId="9a7e1853e1951ef5" providerId="LiveId" clId="{CF1FAA12-072C-4ED5-BA76-0FFFAEFDB88A}" dt="2025-10-10T11:19:51.354" v="2657" actId="313"/>
        <pc:sldMkLst>
          <pc:docMk/>
          <pc:sldMk cId="2037928128" sldId="299"/>
        </pc:sldMkLst>
      </pc:sldChg>
      <pc:sldChg chg="addSp delSp modSp del mod modNotesTx">
        <pc:chgData name="Zonghua Gu" userId="9a7e1853e1951ef5" providerId="LiveId" clId="{CF1FAA12-072C-4ED5-BA76-0FFFAEFDB88A}" dt="2025-10-10T11:27:40.822" v="2762" actId="2696"/>
        <pc:sldMkLst>
          <pc:docMk/>
          <pc:sldMk cId="203524775" sldId="300"/>
        </pc:sldMkLst>
      </pc:sldChg>
      <pc:sldChg chg="del">
        <pc:chgData name="Zonghua Gu" userId="9a7e1853e1951ef5" providerId="LiveId" clId="{CF1FAA12-072C-4ED5-BA76-0FFFAEFDB88A}" dt="2025-10-02T21:50:18.173" v="549" actId="47"/>
        <pc:sldMkLst>
          <pc:docMk/>
          <pc:sldMk cId="2550961529" sldId="301"/>
        </pc:sldMkLst>
      </pc:sldChg>
      <pc:sldChg chg="del">
        <pc:chgData name="Zonghua Gu" userId="9a7e1853e1951ef5" providerId="LiveId" clId="{CF1FAA12-072C-4ED5-BA76-0FFFAEFDB88A}" dt="2025-10-04T23:12:28.273" v="943" actId="2696"/>
        <pc:sldMkLst>
          <pc:docMk/>
          <pc:sldMk cId="1735132193" sldId="303"/>
        </pc:sldMkLst>
      </pc:sldChg>
      <pc:sldChg chg="addSp modSp add ord">
        <pc:chgData name="Zonghua Gu" userId="9a7e1853e1951ef5" providerId="LiveId" clId="{CF1FAA12-072C-4ED5-BA76-0FFFAEFDB88A}" dt="2025-10-04T23:13:07.876" v="949"/>
        <pc:sldMkLst>
          <pc:docMk/>
          <pc:sldMk cId="1774725071" sldId="303"/>
        </pc:sldMkLst>
        <pc:spChg chg="add mod">
          <ac:chgData name="Zonghua Gu" userId="9a7e1853e1951ef5" providerId="LiveId" clId="{CF1FAA12-072C-4ED5-BA76-0FFFAEFDB88A}" dt="2025-10-04T23:13:07.876" v="949"/>
          <ac:spMkLst>
            <pc:docMk/>
            <pc:sldMk cId="1774725071" sldId="303"/>
            <ac:spMk id="2" creationId="{83E562FA-F0A6-5842-2638-B80BBF6217CC}"/>
          </ac:spMkLst>
        </pc:spChg>
      </pc:sldChg>
      <pc:sldChg chg="modSp mod">
        <pc:chgData name="Zonghua Gu" userId="9a7e1853e1951ef5" providerId="LiveId" clId="{CF1FAA12-072C-4ED5-BA76-0FFFAEFDB88A}" dt="2025-10-10T11:19:10.840" v="2609" actId="313"/>
        <pc:sldMkLst>
          <pc:docMk/>
          <pc:sldMk cId="3184454" sldId="313"/>
        </pc:sldMkLst>
        <pc:spChg chg="mod">
          <ac:chgData name="Zonghua Gu" userId="9a7e1853e1951ef5" providerId="LiveId" clId="{CF1FAA12-072C-4ED5-BA76-0FFFAEFDB88A}" dt="2025-10-10T11:19:04.740" v="2607" actId="313"/>
          <ac:spMkLst>
            <pc:docMk/>
            <pc:sldMk cId="3184454" sldId="313"/>
            <ac:spMk id="5" creationId="{00000000-0000-0000-0000-000000000000}"/>
          </ac:spMkLst>
        </pc:spChg>
        <pc:graphicFrameChg chg="modGraphic">
          <ac:chgData name="Zonghua Gu" userId="9a7e1853e1951ef5" providerId="LiveId" clId="{CF1FAA12-072C-4ED5-BA76-0FFFAEFDB88A}" dt="2025-10-10T11:19:10.840" v="2609" actId="313"/>
          <ac:graphicFrameMkLst>
            <pc:docMk/>
            <pc:sldMk cId="3184454" sldId="313"/>
            <ac:graphicFrameMk id="3" creationId="{00000000-0000-0000-0000-000000000000}"/>
          </ac:graphicFrameMkLst>
        </pc:graphicFrameChg>
      </pc:sldChg>
      <pc:sldChg chg="addSp delSp modSp mod">
        <pc:chgData name="Zonghua Gu" userId="9a7e1853e1951ef5" providerId="LiveId" clId="{CF1FAA12-072C-4ED5-BA76-0FFFAEFDB88A}" dt="2025-10-04T22:51:25.315" v="682" actId="20577"/>
        <pc:sldMkLst>
          <pc:docMk/>
          <pc:sldMk cId="207599578" sldId="317"/>
        </pc:sldMkLst>
        <pc:spChg chg="mod">
          <ac:chgData name="Zonghua Gu" userId="9a7e1853e1951ef5" providerId="LiveId" clId="{CF1FAA12-072C-4ED5-BA76-0FFFAEFDB88A}" dt="2025-10-04T22:51:25.315" v="682" actId="20577"/>
          <ac:spMkLst>
            <pc:docMk/>
            <pc:sldMk cId="207599578" sldId="317"/>
            <ac:spMk id="4" creationId="{00000000-0000-0000-0000-000000000000}"/>
          </ac:spMkLst>
        </pc:spChg>
        <pc:spChg chg="mod">
          <ac:chgData name="Zonghua Gu" userId="9a7e1853e1951ef5" providerId="LiveId" clId="{CF1FAA12-072C-4ED5-BA76-0FFFAEFDB88A}" dt="2025-10-04T22:48:53.653" v="665" actId="1076"/>
          <ac:spMkLst>
            <pc:docMk/>
            <pc:sldMk cId="207599578" sldId="317"/>
            <ac:spMk id="5" creationId="{00000000-0000-0000-0000-000000000000}"/>
          </ac:spMkLst>
        </pc:spChg>
        <pc:spChg chg="mod">
          <ac:chgData name="Zonghua Gu" userId="9a7e1853e1951ef5" providerId="LiveId" clId="{CF1FAA12-072C-4ED5-BA76-0FFFAEFDB88A}" dt="2025-10-04T22:48:53.653" v="665" actId="1076"/>
          <ac:spMkLst>
            <pc:docMk/>
            <pc:sldMk cId="207599578" sldId="317"/>
            <ac:spMk id="6" creationId="{00000000-0000-0000-0000-000000000000}"/>
          </ac:spMkLst>
        </pc:spChg>
        <pc:spChg chg="mod">
          <ac:chgData name="Zonghua Gu" userId="9a7e1853e1951ef5" providerId="LiveId" clId="{CF1FAA12-072C-4ED5-BA76-0FFFAEFDB88A}" dt="2025-10-04T22:48:53.653" v="665" actId="1076"/>
          <ac:spMkLst>
            <pc:docMk/>
            <pc:sldMk cId="207599578" sldId="317"/>
            <ac:spMk id="7" creationId="{00000000-0000-0000-0000-000000000000}"/>
          </ac:spMkLst>
        </pc:spChg>
        <pc:spChg chg="mod">
          <ac:chgData name="Zonghua Gu" userId="9a7e1853e1951ef5" providerId="LiveId" clId="{CF1FAA12-072C-4ED5-BA76-0FFFAEFDB88A}" dt="2025-10-04T22:48:53.653" v="665" actId="1076"/>
          <ac:spMkLst>
            <pc:docMk/>
            <pc:sldMk cId="207599578" sldId="317"/>
            <ac:spMk id="8" creationId="{00000000-0000-0000-0000-000000000000}"/>
          </ac:spMkLst>
        </pc:spChg>
        <pc:spChg chg="add mod">
          <ac:chgData name="Zonghua Gu" userId="9a7e1853e1951ef5" providerId="LiveId" clId="{CF1FAA12-072C-4ED5-BA76-0FFFAEFDB88A}" dt="2025-10-04T22:51:22.502" v="681" actId="1076"/>
          <ac:spMkLst>
            <pc:docMk/>
            <pc:sldMk cId="207599578" sldId="317"/>
            <ac:spMk id="11" creationId="{5068A1AF-722F-F81B-ABAF-811986421AAA}"/>
          </ac:spMkLst>
        </pc:spChg>
      </pc:sldChg>
      <pc:sldChg chg="modSp del mod">
        <pc:chgData name="Zonghua Gu" userId="9a7e1853e1951ef5" providerId="LiveId" clId="{CF1FAA12-072C-4ED5-BA76-0FFFAEFDB88A}" dt="2025-10-04T22:51:27.702" v="683" actId="47"/>
        <pc:sldMkLst>
          <pc:docMk/>
          <pc:sldMk cId="2069787402" sldId="318"/>
        </pc:sldMkLst>
      </pc:sldChg>
      <pc:sldChg chg="addSp delSp modSp mod">
        <pc:chgData name="Zonghua Gu" userId="9a7e1853e1951ef5" providerId="LiveId" clId="{CF1FAA12-072C-4ED5-BA76-0FFFAEFDB88A}" dt="2025-10-10T11:20:25.020" v="2662" actId="20577"/>
        <pc:sldMkLst>
          <pc:docMk/>
          <pc:sldMk cId="956433268" sldId="321"/>
        </pc:sldMkLst>
        <pc:spChg chg="mod">
          <ac:chgData name="Zonghua Gu" userId="9a7e1853e1951ef5" providerId="LiveId" clId="{CF1FAA12-072C-4ED5-BA76-0FFFAEFDB88A}" dt="2025-10-04T23:47:56.762" v="1422" actId="1076"/>
          <ac:spMkLst>
            <pc:docMk/>
            <pc:sldMk cId="956433268" sldId="321"/>
            <ac:spMk id="3" creationId="{00000000-0000-0000-0000-000000000000}"/>
          </ac:spMkLst>
        </pc:spChg>
        <pc:graphicFrameChg chg="add mod modGraphic">
          <ac:chgData name="Zonghua Gu" userId="9a7e1853e1951ef5" providerId="LiveId" clId="{CF1FAA12-072C-4ED5-BA76-0FFFAEFDB88A}" dt="2025-10-10T11:20:25.020" v="2662" actId="20577"/>
          <ac:graphicFrameMkLst>
            <pc:docMk/>
            <pc:sldMk cId="956433268" sldId="321"/>
            <ac:graphicFrameMk id="4" creationId="{8989EC59-E611-F201-0209-F4496711ACCE}"/>
          </ac:graphicFrameMkLst>
        </pc:graphicFrameChg>
        <pc:graphicFrameChg chg="add mod">
          <ac:chgData name="Zonghua Gu" userId="9a7e1853e1951ef5" providerId="LiveId" clId="{CF1FAA12-072C-4ED5-BA76-0FFFAEFDB88A}" dt="2025-10-04T23:53:42.231" v="1505" actId="1076"/>
          <ac:graphicFrameMkLst>
            <pc:docMk/>
            <pc:sldMk cId="956433268" sldId="321"/>
            <ac:graphicFrameMk id="8" creationId="{00000000-0000-0000-0000-000000000000}"/>
          </ac:graphicFrameMkLst>
        </pc:graphicFrameChg>
      </pc:sldChg>
      <pc:sldChg chg="del">
        <pc:chgData name="Zonghua Gu" userId="9a7e1853e1951ef5" providerId="LiveId" clId="{CF1FAA12-072C-4ED5-BA76-0FFFAEFDB88A}" dt="2025-10-04T23:52:16.480" v="1474" actId="47"/>
        <pc:sldMkLst>
          <pc:docMk/>
          <pc:sldMk cId="2653589447" sldId="322"/>
        </pc:sldMkLst>
      </pc:sldChg>
      <pc:sldChg chg="delSp modSp del mod">
        <pc:chgData name="Zonghua Gu" userId="9a7e1853e1951ef5" providerId="LiveId" clId="{CF1FAA12-072C-4ED5-BA76-0FFFAEFDB88A}" dt="2025-10-04T23:53:43.631" v="1506" actId="47"/>
        <pc:sldMkLst>
          <pc:docMk/>
          <pc:sldMk cId="2667703659" sldId="323"/>
        </pc:sldMkLst>
      </pc:sldChg>
      <pc:sldChg chg="modSp del mod">
        <pc:chgData name="Zonghua Gu" userId="9a7e1853e1951ef5" providerId="LiveId" clId="{CF1FAA12-072C-4ED5-BA76-0FFFAEFDB88A}" dt="2025-10-04T23:11:48.981" v="927" actId="47"/>
        <pc:sldMkLst>
          <pc:docMk/>
          <pc:sldMk cId="2924045303" sldId="324"/>
        </pc:sldMkLst>
      </pc:sldChg>
      <pc:sldChg chg="addSp delSp modSp mod">
        <pc:chgData name="Zonghua Gu" userId="9a7e1853e1951ef5" providerId="LiveId" clId="{CF1FAA12-072C-4ED5-BA76-0FFFAEFDB88A}" dt="2025-10-05T00:25:07.966" v="1720" actId="21"/>
        <pc:sldMkLst>
          <pc:docMk/>
          <pc:sldMk cId="2331627715" sldId="325"/>
        </pc:sldMkLst>
        <pc:graphicFrameChg chg="add mod modGraphic">
          <ac:chgData name="Zonghua Gu" userId="9a7e1853e1951ef5" providerId="LiveId" clId="{CF1FAA12-072C-4ED5-BA76-0FFFAEFDB88A}" dt="2025-10-04T23:55:31.008" v="1539" actId="20577"/>
          <ac:graphicFrameMkLst>
            <pc:docMk/>
            <pc:sldMk cId="2331627715" sldId="325"/>
            <ac:graphicFrameMk id="4" creationId="{7F82155A-10D1-2BC7-1D07-F345C9BE816C}"/>
          </ac:graphicFrameMkLst>
        </pc:graphicFrameChg>
      </pc:sldChg>
      <pc:sldChg chg="del">
        <pc:chgData name="Zonghua Gu" userId="9a7e1853e1951ef5" providerId="LiveId" clId="{CF1FAA12-072C-4ED5-BA76-0FFFAEFDB88A}" dt="2025-10-04T23:46:47.712" v="1418" actId="47"/>
        <pc:sldMkLst>
          <pc:docMk/>
          <pc:sldMk cId="3293036044" sldId="326"/>
        </pc:sldMkLst>
      </pc:sldChg>
      <pc:sldChg chg="del">
        <pc:chgData name="Zonghua Gu" userId="9a7e1853e1951ef5" providerId="LiveId" clId="{CF1FAA12-072C-4ED5-BA76-0FFFAEFDB88A}" dt="2025-10-04T23:46:47.712" v="1418" actId="47"/>
        <pc:sldMkLst>
          <pc:docMk/>
          <pc:sldMk cId="2322116273" sldId="327"/>
        </pc:sldMkLst>
      </pc:sldChg>
      <pc:sldChg chg="del">
        <pc:chgData name="Zonghua Gu" userId="9a7e1853e1951ef5" providerId="LiveId" clId="{CF1FAA12-072C-4ED5-BA76-0FFFAEFDB88A}" dt="2025-10-04T22:52:36.140" v="687" actId="47"/>
        <pc:sldMkLst>
          <pc:docMk/>
          <pc:sldMk cId="3102424687" sldId="332"/>
        </pc:sldMkLst>
      </pc:sldChg>
      <pc:sldChg chg="addSp delSp modSp mod">
        <pc:chgData name="Zonghua Gu" userId="9a7e1853e1951ef5" providerId="LiveId" clId="{CF1FAA12-072C-4ED5-BA76-0FFFAEFDB88A}" dt="2025-10-05T01:29:33.757" v="1844" actId="20577"/>
        <pc:sldMkLst>
          <pc:docMk/>
          <pc:sldMk cId="4291846176" sldId="334"/>
        </pc:sldMkLst>
        <pc:spChg chg="mod">
          <ac:chgData name="Zonghua Gu" userId="9a7e1853e1951ef5" providerId="LiveId" clId="{CF1FAA12-072C-4ED5-BA76-0FFFAEFDB88A}" dt="2025-10-04T23:16:31.291" v="971" actId="20577"/>
          <ac:spMkLst>
            <pc:docMk/>
            <pc:sldMk cId="4291846176" sldId="334"/>
            <ac:spMk id="2" creationId="{00000000-0000-0000-0000-000000000000}"/>
          </ac:spMkLst>
        </pc:spChg>
        <pc:graphicFrameChg chg="mod modGraphic">
          <ac:chgData name="Zonghua Gu" userId="9a7e1853e1951ef5" providerId="LiveId" clId="{CF1FAA12-072C-4ED5-BA76-0FFFAEFDB88A}" dt="2025-10-05T01:29:33.757" v="1844" actId="20577"/>
          <ac:graphicFrameMkLst>
            <pc:docMk/>
            <pc:sldMk cId="4291846176" sldId="334"/>
            <ac:graphicFrameMk id="5" creationId="{00000000-0000-0000-0000-000000000000}"/>
          </ac:graphicFrameMkLst>
        </pc:graphicFrameChg>
      </pc:sldChg>
      <pc:sldChg chg="del">
        <pc:chgData name="Zonghua Gu" userId="9a7e1853e1951ef5" providerId="LiveId" clId="{CF1FAA12-072C-4ED5-BA76-0FFFAEFDB88A}" dt="2025-10-04T22:54:58.432" v="688" actId="47"/>
        <pc:sldMkLst>
          <pc:docMk/>
          <pc:sldMk cId="4015228595" sldId="335"/>
        </pc:sldMkLst>
      </pc:sldChg>
      <pc:sldChg chg="addSp delSp modSp mod">
        <pc:chgData name="Zonghua Gu" userId="9a7e1853e1951ef5" providerId="LiveId" clId="{CF1FAA12-072C-4ED5-BA76-0FFFAEFDB88A}" dt="2025-10-04T23:44:24.376" v="1410" actId="113"/>
        <pc:sldMkLst>
          <pc:docMk/>
          <pc:sldMk cId="1520596659" sldId="336"/>
        </pc:sldMkLst>
        <pc:spChg chg="mod">
          <ac:chgData name="Zonghua Gu" userId="9a7e1853e1951ef5" providerId="LiveId" clId="{CF1FAA12-072C-4ED5-BA76-0FFFAEFDB88A}" dt="2025-10-04T23:12:07.546" v="942" actId="20577"/>
          <ac:spMkLst>
            <pc:docMk/>
            <pc:sldMk cId="1520596659" sldId="336"/>
            <ac:spMk id="2" creationId="{00000000-0000-0000-0000-000000000000}"/>
          </ac:spMkLst>
        </pc:spChg>
        <pc:spChg chg="add mod">
          <ac:chgData name="Zonghua Gu" userId="9a7e1853e1951ef5" providerId="LiveId" clId="{CF1FAA12-072C-4ED5-BA76-0FFFAEFDB88A}" dt="2025-10-04T23:03:32.414" v="790" actId="1076"/>
          <ac:spMkLst>
            <pc:docMk/>
            <pc:sldMk cId="1520596659" sldId="336"/>
            <ac:spMk id="4" creationId="{3F602F0E-B127-6CB2-8064-C83E858D3911}"/>
          </ac:spMkLst>
        </pc:spChg>
        <pc:graphicFrameChg chg="add mod modGraphic">
          <ac:chgData name="Zonghua Gu" userId="9a7e1853e1951ef5" providerId="LiveId" clId="{CF1FAA12-072C-4ED5-BA76-0FFFAEFDB88A}" dt="2025-10-04T23:44:24.376" v="1410" actId="113"/>
          <ac:graphicFrameMkLst>
            <pc:docMk/>
            <pc:sldMk cId="1520596659" sldId="336"/>
            <ac:graphicFrameMk id="8" creationId="{98FE3E34-A027-7F17-4DDF-8969E43EBD67}"/>
          </ac:graphicFrameMkLst>
        </pc:graphicFrameChg>
      </pc:sldChg>
      <pc:sldChg chg="del">
        <pc:chgData name="Zonghua Gu" userId="9a7e1853e1951ef5" providerId="LiveId" clId="{CF1FAA12-072C-4ED5-BA76-0FFFAEFDB88A}" dt="2025-10-04T23:09:16.253" v="891" actId="47"/>
        <pc:sldMkLst>
          <pc:docMk/>
          <pc:sldMk cId="1090868990" sldId="339"/>
        </pc:sldMkLst>
      </pc:sldChg>
      <pc:sldChg chg="modSp del mod">
        <pc:chgData name="Zonghua Gu" userId="9a7e1853e1951ef5" providerId="LiveId" clId="{CF1FAA12-072C-4ED5-BA76-0FFFAEFDB88A}" dt="2025-10-04T23:09:45.383" v="894" actId="47"/>
        <pc:sldMkLst>
          <pc:docMk/>
          <pc:sldMk cId="1809958305" sldId="340"/>
        </pc:sldMkLst>
      </pc:sldChg>
      <pc:sldChg chg="addSp modSp mod">
        <pc:chgData name="Zonghua Gu" userId="9a7e1853e1951ef5" providerId="LiveId" clId="{CF1FAA12-072C-4ED5-BA76-0FFFAEFDB88A}" dt="2025-10-04T23:13:05.398" v="948" actId="1076"/>
        <pc:sldMkLst>
          <pc:docMk/>
          <pc:sldMk cId="1197208543" sldId="343"/>
        </pc:sldMkLst>
        <pc:spChg chg="mod">
          <ac:chgData name="Zonghua Gu" userId="9a7e1853e1951ef5" providerId="LiveId" clId="{CF1FAA12-072C-4ED5-BA76-0FFFAEFDB88A}" dt="2025-10-02T21:44:42.735" v="525" actId="20577"/>
          <ac:spMkLst>
            <pc:docMk/>
            <pc:sldMk cId="1197208543" sldId="343"/>
            <ac:spMk id="2" creationId="{00000000-0000-0000-0000-000000000000}"/>
          </ac:spMkLst>
        </pc:spChg>
        <pc:spChg chg="add mod">
          <ac:chgData name="Zonghua Gu" userId="9a7e1853e1951ef5" providerId="LiveId" clId="{CF1FAA12-072C-4ED5-BA76-0FFFAEFDB88A}" dt="2025-10-04T23:13:05.398" v="948" actId="1076"/>
          <ac:spMkLst>
            <pc:docMk/>
            <pc:sldMk cId="1197208543" sldId="343"/>
            <ac:spMk id="43" creationId="{A364F533-400C-D612-5898-222CAE8624CB}"/>
          </ac:spMkLst>
        </pc:spChg>
        <pc:picChg chg="add mod">
          <ac:chgData name="Zonghua Gu" userId="9a7e1853e1951ef5" providerId="LiveId" clId="{CF1FAA12-072C-4ED5-BA76-0FFFAEFDB88A}" dt="2025-10-02T21:46:21.871" v="539" actId="1076"/>
          <ac:picMkLst>
            <pc:docMk/>
            <pc:sldMk cId="1197208543" sldId="343"/>
            <ac:picMk id="45" creationId="{F4610FDE-7BE3-AC86-5E3F-50D53906FDD5}"/>
          </ac:picMkLst>
        </pc:picChg>
      </pc:sldChg>
      <pc:sldChg chg="modSp del mod">
        <pc:chgData name="Zonghua Gu" userId="9a7e1853e1951ef5" providerId="LiveId" clId="{CF1FAA12-072C-4ED5-BA76-0FFFAEFDB88A}" dt="2025-10-10T11:25:37.219" v="2758" actId="2696"/>
        <pc:sldMkLst>
          <pc:docMk/>
          <pc:sldMk cId="2051571543" sldId="344"/>
        </pc:sldMkLst>
      </pc:sldChg>
      <pc:sldChg chg="del">
        <pc:chgData name="Zonghua Gu" userId="9a7e1853e1951ef5" providerId="LiveId" clId="{CF1FAA12-072C-4ED5-BA76-0FFFAEFDB88A}" dt="2025-10-05T00:08:38.851" v="1616" actId="47"/>
        <pc:sldMkLst>
          <pc:docMk/>
          <pc:sldMk cId="548132547" sldId="345"/>
        </pc:sldMkLst>
      </pc:sldChg>
      <pc:sldChg chg="modSp mod">
        <pc:chgData name="Zonghua Gu" userId="9a7e1853e1951ef5" providerId="LiveId" clId="{CF1FAA12-072C-4ED5-BA76-0FFFAEFDB88A}" dt="2025-10-04T23:13:39.541" v="952" actId="20577"/>
        <pc:sldMkLst>
          <pc:docMk/>
          <pc:sldMk cId="2237900729" sldId="346"/>
        </pc:sldMkLst>
        <pc:spChg chg="mod">
          <ac:chgData name="Zonghua Gu" userId="9a7e1853e1951ef5" providerId="LiveId" clId="{CF1FAA12-072C-4ED5-BA76-0FFFAEFDB88A}" dt="2025-10-04T23:13:39.541" v="952" actId="20577"/>
          <ac:spMkLst>
            <pc:docMk/>
            <pc:sldMk cId="2237900729" sldId="346"/>
            <ac:spMk id="2" creationId="{00000000-0000-0000-0000-000000000000}"/>
          </ac:spMkLst>
        </pc:spChg>
      </pc:sldChg>
      <pc:sldChg chg="del">
        <pc:chgData name="Zonghua Gu" userId="9a7e1853e1951ef5" providerId="LiveId" clId="{CF1FAA12-072C-4ED5-BA76-0FFFAEFDB88A}" dt="2025-10-02T21:18:53.161" v="13" actId="47"/>
        <pc:sldMkLst>
          <pc:docMk/>
          <pc:sldMk cId="3183429436" sldId="347"/>
        </pc:sldMkLst>
      </pc:sldChg>
      <pc:sldChg chg="addSp delSp modSp mod delAnim modAnim modNotesTx">
        <pc:chgData name="Zonghua Gu" userId="9a7e1853e1951ef5" providerId="LiveId" clId="{CF1FAA12-072C-4ED5-BA76-0FFFAEFDB88A}" dt="2025-10-10T11:19:29.113" v="2623" actId="313"/>
        <pc:sldMkLst>
          <pc:docMk/>
          <pc:sldMk cId="1680559388" sldId="348"/>
        </pc:sldMkLst>
        <pc:spChg chg="mod">
          <ac:chgData name="Zonghua Gu" userId="9a7e1853e1951ef5" providerId="LiveId" clId="{CF1FAA12-072C-4ED5-BA76-0FFFAEFDB88A}" dt="2025-10-10T03:24:14.227" v="2446" actId="14100"/>
          <ac:spMkLst>
            <pc:docMk/>
            <pc:sldMk cId="1680559388" sldId="348"/>
            <ac:spMk id="4" creationId="{00000000-0000-0000-0000-000000000000}"/>
          </ac:spMkLst>
        </pc:spChg>
        <pc:graphicFrameChg chg="del mod modGraphic">
          <ac:chgData name="Zonghua Gu" userId="9a7e1853e1951ef5" providerId="LiveId" clId="{CF1FAA12-072C-4ED5-BA76-0FFFAEFDB88A}" dt="2025-10-10T03:24:12.264" v="2445" actId="21"/>
          <ac:graphicFrameMkLst>
            <pc:docMk/>
            <pc:sldMk cId="1680559388" sldId="348"/>
            <ac:graphicFrameMk id="5" creationId="{00000000-0000-0000-0000-000000000000}"/>
          </ac:graphicFrameMkLst>
        </pc:graphicFrameChg>
        <pc:graphicFrameChg chg="add mod">
          <ac:chgData name="Zonghua Gu" userId="9a7e1853e1951ef5" providerId="LiveId" clId="{CF1FAA12-072C-4ED5-BA76-0FFFAEFDB88A}" dt="2025-10-10T03:24:50.726" v="2454" actId="1076"/>
          <ac:graphicFrameMkLst>
            <pc:docMk/>
            <pc:sldMk cId="1680559388" sldId="348"/>
            <ac:graphicFrameMk id="6" creationId="{00000000-0000-0000-0000-000000000000}"/>
          </ac:graphicFrameMkLst>
        </pc:graphicFrameChg>
      </pc:sldChg>
      <pc:sldChg chg="del">
        <pc:chgData name="Zonghua Gu" userId="9a7e1853e1951ef5" providerId="LiveId" clId="{CF1FAA12-072C-4ED5-BA76-0FFFAEFDB88A}" dt="2025-10-10T03:15:32.722" v="2409" actId="2696"/>
        <pc:sldMkLst>
          <pc:docMk/>
          <pc:sldMk cId="1307188585" sldId="353"/>
        </pc:sldMkLst>
      </pc:sldChg>
      <pc:sldChg chg="add">
        <pc:chgData name="Zonghua Gu" userId="9a7e1853e1951ef5" providerId="LiveId" clId="{CF1FAA12-072C-4ED5-BA76-0FFFAEFDB88A}" dt="2025-10-10T03:15:48.499" v="2410"/>
        <pc:sldMkLst>
          <pc:docMk/>
          <pc:sldMk cId="3005125029" sldId="353"/>
        </pc:sldMkLst>
      </pc:sldChg>
      <pc:sldChg chg="del">
        <pc:chgData name="Zonghua Gu" userId="9a7e1853e1951ef5" providerId="LiveId" clId="{CF1FAA12-072C-4ED5-BA76-0FFFAEFDB88A}" dt="2025-10-02T21:50:07.187" v="548" actId="47"/>
        <pc:sldMkLst>
          <pc:docMk/>
          <pc:sldMk cId="3358866911" sldId="354"/>
        </pc:sldMkLst>
      </pc:sldChg>
      <pc:sldChg chg="modSp add del mod">
        <pc:chgData name="Zonghua Gu" userId="9a7e1853e1951ef5" providerId="LiveId" clId="{CF1FAA12-072C-4ED5-BA76-0FFFAEFDB88A}" dt="2025-10-07T20:27:42.986" v="1885" actId="47"/>
        <pc:sldMkLst>
          <pc:docMk/>
          <pc:sldMk cId="3103871726" sldId="355"/>
        </pc:sldMkLst>
      </pc:sldChg>
      <pc:sldChg chg="modSp add mod modNotes">
        <pc:chgData name="Zonghua Gu" userId="9a7e1853e1951ef5" providerId="LiveId" clId="{CF1FAA12-072C-4ED5-BA76-0FFFAEFDB88A}" dt="2025-10-10T11:19:46.651" v="2642" actId="313"/>
        <pc:sldMkLst>
          <pc:docMk/>
          <pc:sldMk cId="3037248441" sldId="356"/>
        </pc:sldMkLst>
        <pc:spChg chg="mod">
          <ac:chgData name="Zonghua Gu" userId="9a7e1853e1951ef5" providerId="LiveId" clId="{CF1FAA12-072C-4ED5-BA76-0FFFAEFDB88A}" dt="2025-10-10T11:19:46.651" v="2642" actId="313"/>
          <ac:spMkLst>
            <pc:docMk/>
            <pc:sldMk cId="3037248441" sldId="356"/>
            <ac:spMk id="4" creationId="{00000000-0000-0000-0000-000000000000}"/>
          </ac:spMkLst>
        </pc:spChg>
        <pc:graphicFrameChg chg="mod">
          <ac:chgData name="Zonghua Gu" userId="9a7e1853e1951ef5" providerId="LiveId" clId="{CF1FAA12-072C-4ED5-BA76-0FFFAEFDB88A}" dt="2025-10-02T21:37:53.665" v="430" actId="1076"/>
          <ac:graphicFrameMkLst>
            <pc:docMk/>
            <pc:sldMk cId="3037248441" sldId="356"/>
            <ac:graphicFrameMk id="5" creationId="{8DCF8158-0829-196C-D9FE-1C770A94B4C4}"/>
          </ac:graphicFrameMkLst>
        </pc:graphicFrameChg>
        <pc:graphicFrameChg chg="mod">
          <ac:chgData name="Zonghua Gu" userId="9a7e1853e1951ef5" providerId="LiveId" clId="{CF1FAA12-072C-4ED5-BA76-0FFFAEFDB88A}" dt="2025-10-02T21:37:53.665" v="430" actId="1076"/>
          <ac:graphicFrameMkLst>
            <pc:docMk/>
            <pc:sldMk cId="3037248441" sldId="356"/>
            <ac:graphicFrameMk id="6" creationId="{03FCCA32-130C-6803-E182-E05ADA9ECB49}"/>
          </ac:graphicFrameMkLst>
        </pc:graphicFrameChg>
      </pc:sldChg>
      <pc:sldChg chg="modSp add del mod ord">
        <pc:chgData name="Zonghua Gu" userId="9a7e1853e1951ef5" providerId="LiveId" clId="{CF1FAA12-072C-4ED5-BA76-0FFFAEFDB88A}" dt="2025-10-05T00:11:06.237" v="1628" actId="47"/>
        <pc:sldMkLst>
          <pc:docMk/>
          <pc:sldMk cId="4245009867" sldId="357"/>
        </pc:sldMkLst>
      </pc:sldChg>
      <pc:sldChg chg="addSp delSp modSp add del mod">
        <pc:chgData name="Zonghua Gu" userId="9a7e1853e1951ef5" providerId="LiveId" clId="{CF1FAA12-072C-4ED5-BA76-0FFFAEFDB88A}" dt="2025-10-07T19:15:43.106" v="1884" actId="47"/>
        <pc:sldMkLst>
          <pc:docMk/>
          <pc:sldMk cId="1202265337" sldId="553"/>
        </pc:sldMkLst>
      </pc:sldChg>
      <pc:sldChg chg="addSp delSp modSp add mod">
        <pc:chgData name="Zonghua Gu" userId="9a7e1853e1951ef5" providerId="LiveId" clId="{CF1FAA12-072C-4ED5-BA76-0FFFAEFDB88A}" dt="2025-10-05T00:26:23.379" v="1742" actId="478"/>
        <pc:sldMkLst>
          <pc:docMk/>
          <pc:sldMk cId="2974562210" sldId="554"/>
        </pc:sldMkLst>
        <pc:spChg chg="mod">
          <ac:chgData name="Zonghua Gu" userId="9a7e1853e1951ef5" providerId="LiveId" clId="{CF1FAA12-072C-4ED5-BA76-0FFFAEFDB88A}" dt="2025-10-02T21:41:48.763" v="511" actId="20577"/>
          <ac:spMkLst>
            <pc:docMk/>
            <pc:sldMk cId="2974562210" sldId="554"/>
            <ac:spMk id="2" creationId="{EA2B27C1-1F30-01B4-EDA5-AA372A7564E3}"/>
          </ac:spMkLst>
        </pc:spChg>
        <pc:spChg chg="mod">
          <ac:chgData name="Zonghua Gu" userId="9a7e1853e1951ef5" providerId="LiveId" clId="{CF1FAA12-072C-4ED5-BA76-0FFFAEFDB88A}" dt="2025-10-02T21:41:34.067" v="509" actId="20577"/>
          <ac:spMkLst>
            <pc:docMk/>
            <pc:sldMk cId="2974562210" sldId="554"/>
            <ac:spMk id="4" creationId="{0994813A-6090-94C3-BB20-0506E22F6AC2}"/>
          </ac:spMkLst>
        </pc:spChg>
        <pc:spChg chg="mod">
          <ac:chgData name="Zonghua Gu" userId="9a7e1853e1951ef5" providerId="LiveId" clId="{CF1FAA12-072C-4ED5-BA76-0FFFAEFDB88A}" dt="2025-10-05T00:26:20.569" v="1741" actId="20577"/>
          <ac:spMkLst>
            <pc:docMk/>
            <pc:sldMk cId="2974562210" sldId="554"/>
            <ac:spMk id="6" creationId="{E5FFFCF9-37E2-4F46-BF73-3BA72A325AB2}"/>
          </ac:spMkLst>
        </pc:spChg>
        <pc:graphicFrameChg chg="add mod modGraphic">
          <ac:chgData name="Zonghua Gu" userId="9a7e1853e1951ef5" providerId="LiveId" clId="{CF1FAA12-072C-4ED5-BA76-0FFFAEFDB88A}" dt="2025-10-02T21:41:46.567" v="510" actId="1076"/>
          <ac:graphicFrameMkLst>
            <pc:docMk/>
            <pc:sldMk cId="2974562210" sldId="554"/>
            <ac:graphicFrameMk id="7" creationId="{92162710-0645-EA84-2B5C-000E62B73A45}"/>
          </ac:graphicFrameMkLst>
        </pc:graphicFrameChg>
      </pc:sldChg>
      <pc:sldChg chg="modSp new">
        <pc:chgData name="Zonghua Gu" userId="9a7e1853e1951ef5" providerId="LiveId" clId="{CF1FAA12-072C-4ED5-BA76-0FFFAEFDB88A}" dt="2025-10-04T22:52:02.871" v="686"/>
        <pc:sldMkLst>
          <pc:docMk/>
          <pc:sldMk cId="981300981" sldId="555"/>
        </pc:sldMkLst>
        <pc:spChg chg="mod">
          <ac:chgData name="Zonghua Gu" userId="9a7e1853e1951ef5" providerId="LiveId" clId="{CF1FAA12-072C-4ED5-BA76-0FFFAEFDB88A}" dt="2025-10-04T22:52:02.871" v="686"/>
          <ac:spMkLst>
            <pc:docMk/>
            <pc:sldMk cId="981300981" sldId="555"/>
            <ac:spMk id="2" creationId="{0C878535-4966-806D-563F-E30D5DC6011F}"/>
          </ac:spMkLst>
        </pc:spChg>
        <pc:spChg chg="mod">
          <ac:chgData name="Zonghua Gu" userId="9a7e1853e1951ef5" providerId="LiveId" clId="{CF1FAA12-072C-4ED5-BA76-0FFFAEFDB88A}" dt="2025-10-04T22:51:57.665" v="685"/>
          <ac:spMkLst>
            <pc:docMk/>
            <pc:sldMk cId="981300981" sldId="555"/>
            <ac:spMk id="4" creationId="{54CC50AA-36EF-23F3-1FFB-A84D8ABC47C2}"/>
          </ac:spMkLst>
        </pc:spChg>
      </pc:sldChg>
      <pc:sldChg chg="addSp delSp modSp new mod">
        <pc:chgData name="Zonghua Gu" userId="9a7e1853e1951ef5" providerId="LiveId" clId="{CF1FAA12-072C-4ED5-BA76-0FFFAEFDB88A}" dt="2025-10-05T00:29:27.077" v="1750" actId="478"/>
        <pc:sldMkLst>
          <pc:docMk/>
          <pc:sldMk cId="2308205790" sldId="556"/>
        </pc:sldMkLst>
        <pc:spChg chg="mod">
          <ac:chgData name="Zonghua Gu" userId="9a7e1853e1951ef5" providerId="LiveId" clId="{CF1FAA12-072C-4ED5-BA76-0FFFAEFDB88A}" dt="2025-10-04T23:11:32.266" v="926" actId="20577"/>
          <ac:spMkLst>
            <pc:docMk/>
            <pc:sldMk cId="2308205790" sldId="556"/>
            <ac:spMk id="2" creationId="{C5FCF265-DA75-5412-44AA-C22BFCDE0014}"/>
          </ac:spMkLst>
        </pc:spChg>
        <pc:spChg chg="add mod">
          <ac:chgData name="Zonghua Gu" userId="9a7e1853e1951ef5" providerId="LiveId" clId="{CF1FAA12-072C-4ED5-BA76-0FFFAEFDB88A}" dt="2025-10-04T23:11:17.448" v="910" actId="1076"/>
          <ac:spMkLst>
            <pc:docMk/>
            <pc:sldMk cId="2308205790" sldId="556"/>
            <ac:spMk id="6" creationId="{1AA5C05D-7D53-25EE-9C42-8BF9E5E46050}"/>
          </ac:spMkLst>
        </pc:spChg>
        <pc:spChg chg="add mod">
          <ac:chgData name="Zonghua Gu" userId="9a7e1853e1951ef5" providerId="LiveId" clId="{CF1FAA12-072C-4ED5-BA76-0FFFAEFDB88A}" dt="2025-10-04T23:11:17.448" v="910" actId="1076"/>
          <ac:spMkLst>
            <pc:docMk/>
            <pc:sldMk cId="2308205790" sldId="556"/>
            <ac:spMk id="7" creationId="{FFE81B0B-1A4B-FC5A-8958-6FFC88C75779}"/>
          </ac:spMkLst>
        </pc:spChg>
        <pc:graphicFrameChg chg="add mod modGraphic">
          <ac:chgData name="Zonghua Gu" userId="9a7e1853e1951ef5" providerId="LiveId" clId="{CF1FAA12-072C-4ED5-BA76-0FFFAEFDB88A}" dt="2025-10-04T23:44:07.942" v="1405" actId="113"/>
          <ac:graphicFrameMkLst>
            <pc:docMk/>
            <pc:sldMk cId="2308205790" sldId="556"/>
            <ac:graphicFrameMk id="5" creationId="{36D3B1D8-F1BE-7C4B-D0AC-4EDEA5327C9E}"/>
          </ac:graphicFrameMkLst>
        </pc:graphicFrameChg>
      </pc:sldChg>
      <pc:sldChg chg="modSp add mod ord">
        <pc:chgData name="Zonghua Gu" userId="9a7e1853e1951ef5" providerId="LiveId" clId="{CF1FAA12-072C-4ED5-BA76-0FFFAEFDB88A}" dt="2025-10-05T01:29:26.681" v="1841" actId="20577"/>
        <pc:sldMkLst>
          <pc:docMk/>
          <pc:sldMk cId="3109016009" sldId="557"/>
        </pc:sldMkLst>
        <pc:spChg chg="mod">
          <ac:chgData name="Zonghua Gu" userId="9a7e1853e1951ef5" providerId="LiveId" clId="{CF1FAA12-072C-4ED5-BA76-0FFFAEFDB88A}" dt="2025-10-04T23:16:21.782" v="961" actId="20577"/>
          <ac:spMkLst>
            <pc:docMk/>
            <pc:sldMk cId="3109016009" sldId="557"/>
            <ac:spMk id="2" creationId="{69504EBD-B88F-9F62-0BFB-92E3BC08A27F}"/>
          </ac:spMkLst>
        </pc:spChg>
        <pc:graphicFrameChg chg="mod modGraphic">
          <ac:chgData name="Zonghua Gu" userId="9a7e1853e1951ef5" providerId="LiveId" clId="{CF1FAA12-072C-4ED5-BA76-0FFFAEFDB88A}" dt="2025-10-05T01:29:26.681" v="1841" actId="20577"/>
          <ac:graphicFrameMkLst>
            <pc:docMk/>
            <pc:sldMk cId="3109016009" sldId="557"/>
            <ac:graphicFrameMk id="5" creationId="{3AA2C914-9DD9-E383-780A-21A36B511DD8}"/>
          </ac:graphicFrameMkLst>
        </pc:graphicFrameChg>
      </pc:sldChg>
      <pc:sldChg chg="addSp delSp modSp add mod">
        <pc:chgData name="Zonghua Gu" userId="9a7e1853e1951ef5" providerId="LiveId" clId="{CF1FAA12-072C-4ED5-BA76-0FFFAEFDB88A}" dt="2025-10-04T23:46:41.562" v="1417" actId="478"/>
        <pc:sldMkLst>
          <pc:docMk/>
          <pc:sldMk cId="372089210" sldId="558"/>
        </pc:sldMkLst>
        <pc:spChg chg="mod">
          <ac:chgData name="Zonghua Gu" userId="9a7e1853e1951ef5" providerId="LiveId" clId="{CF1FAA12-072C-4ED5-BA76-0FFFAEFDB88A}" dt="2025-10-04T23:41:06.074" v="1374"/>
          <ac:spMkLst>
            <pc:docMk/>
            <pc:sldMk cId="372089210" sldId="558"/>
            <ac:spMk id="7" creationId="{00000000-0000-0000-0000-000000000000}"/>
          </ac:spMkLst>
        </pc:spChg>
        <pc:spChg chg="mod">
          <ac:chgData name="Zonghua Gu" userId="9a7e1853e1951ef5" providerId="LiveId" clId="{CF1FAA12-072C-4ED5-BA76-0FFFAEFDB88A}" dt="2025-10-04T23:40:19.327" v="1371" actId="1076"/>
          <ac:spMkLst>
            <pc:docMk/>
            <pc:sldMk cId="372089210" sldId="558"/>
            <ac:spMk id="9" creationId="{00000000-0000-0000-0000-000000000000}"/>
          </ac:spMkLst>
        </pc:spChg>
        <pc:graphicFrameChg chg="mod">
          <ac:chgData name="Zonghua Gu" userId="9a7e1853e1951ef5" providerId="LiveId" clId="{CF1FAA12-072C-4ED5-BA76-0FFFAEFDB88A}" dt="2025-10-04T23:40:19.327" v="1371" actId="1076"/>
          <ac:graphicFrameMkLst>
            <pc:docMk/>
            <pc:sldMk cId="372089210" sldId="558"/>
            <ac:graphicFrameMk id="5" creationId="{00000000-0000-0000-0000-000000000000}"/>
          </ac:graphicFrameMkLst>
        </pc:graphicFrameChg>
        <pc:graphicFrameChg chg="mod">
          <ac:chgData name="Zonghua Gu" userId="9a7e1853e1951ef5" providerId="LiveId" clId="{CF1FAA12-072C-4ED5-BA76-0FFFAEFDB88A}" dt="2025-10-04T23:40:19.327" v="1371" actId="1076"/>
          <ac:graphicFrameMkLst>
            <pc:docMk/>
            <pc:sldMk cId="372089210" sldId="558"/>
            <ac:graphicFrameMk id="6" creationId="{CC22D971-1F5A-1D46-A09B-973DA00758B0}"/>
          </ac:graphicFrameMkLst>
        </pc:graphicFrameChg>
      </pc:sldChg>
      <pc:sldChg chg="addSp delSp modSp add mod">
        <pc:chgData name="Zonghua Gu" userId="9a7e1853e1951ef5" providerId="LiveId" clId="{CF1FAA12-072C-4ED5-BA76-0FFFAEFDB88A}" dt="2025-10-04T23:45:43.194" v="1414" actId="478"/>
        <pc:sldMkLst>
          <pc:docMk/>
          <pc:sldMk cId="3207256139" sldId="559"/>
        </pc:sldMkLst>
        <pc:spChg chg="mod">
          <ac:chgData name="Zonghua Gu" userId="9a7e1853e1951ef5" providerId="LiveId" clId="{CF1FAA12-072C-4ED5-BA76-0FFFAEFDB88A}" dt="2025-10-04T23:41:17.517" v="1376" actId="20577"/>
          <ac:spMkLst>
            <pc:docMk/>
            <pc:sldMk cId="3207256139" sldId="559"/>
            <ac:spMk id="7" creationId="{00000000-0000-0000-0000-000000000000}"/>
          </ac:spMkLst>
        </pc:spChg>
        <pc:spChg chg="mod">
          <ac:chgData name="Zonghua Gu" userId="9a7e1853e1951ef5" providerId="LiveId" clId="{CF1FAA12-072C-4ED5-BA76-0FFFAEFDB88A}" dt="2025-10-04T23:40:34.107" v="1373" actId="1076"/>
          <ac:spMkLst>
            <pc:docMk/>
            <pc:sldMk cId="3207256139" sldId="559"/>
            <ac:spMk id="9" creationId="{00000000-0000-0000-0000-000000000000}"/>
          </ac:spMkLst>
        </pc:spChg>
        <pc:graphicFrameChg chg="mod">
          <ac:chgData name="Zonghua Gu" userId="9a7e1853e1951ef5" providerId="LiveId" clId="{CF1FAA12-072C-4ED5-BA76-0FFFAEFDB88A}" dt="2025-10-04T23:40:34.107" v="1373" actId="1076"/>
          <ac:graphicFrameMkLst>
            <pc:docMk/>
            <pc:sldMk cId="3207256139" sldId="559"/>
            <ac:graphicFrameMk id="4" creationId="{5A85722B-8C7E-4849-80BC-2DED8CDF9515}"/>
          </ac:graphicFrameMkLst>
        </pc:graphicFrameChg>
        <pc:graphicFrameChg chg="mod">
          <ac:chgData name="Zonghua Gu" userId="9a7e1853e1951ef5" providerId="LiveId" clId="{CF1FAA12-072C-4ED5-BA76-0FFFAEFDB88A}" dt="2025-10-04T23:40:34.107" v="1373" actId="1076"/>
          <ac:graphicFrameMkLst>
            <pc:docMk/>
            <pc:sldMk cId="3207256139" sldId="559"/>
            <ac:graphicFrameMk id="5" creationId="{00000000-0000-0000-0000-000000000000}"/>
          </ac:graphicFrameMkLst>
        </pc:graphicFrameChg>
      </pc:sldChg>
      <pc:sldChg chg="modSp add">
        <pc:chgData name="Zonghua Gu" userId="9a7e1853e1951ef5" providerId="LiveId" clId="{CF1FAA12-072C-4ED5-BA76-0FFFAEFDB88A}" dt="2025-10-04T23:41:06.074" v="1374"/>
        <pc:sldMkLst>
          <pc:docMk/>
          <pc:sldMk cId="2498011978" sldId="560"/>
        </pc:sldMkLst>
        <pc:spChg chg="mod">
          <ac:chgData name="Zonghua Gu" userId="9a7e1853e1951ef5" providerId="LiveId" clId="{CF1FAA12-072C-4ED5-BA76-0FFFAEFDB88A}" dt="2025-10-04T23:41:06.074" v="1374"/>
          <ac:spMkLst>
            <pc:docMk/>
            <pc:sldMk cId="2498011978" sldId="560"/>
            <ac:spMk id="7" creationId="{A464CC59-3D0C-A490-2CDE-EC4627D26E12}"/>
          </ac:spMkLst>
        </pc:spChg>
      </pc:sldChg>
      <pc:sldChg chg="add">
        <pc:chgData name="Zonghua Gu" userId="9a7e1853e1951ef5" providerId="LiveId" clId="{CF1FAA12-072C-4ED5-BA76-0FFFAEFDB88A}" dt="2025-10-04T23:39:52.237" v="1369"/>
        <pc:sldMkLst>
          <pc:docMk/>
          <pc:sldMk cId="620600135" sldId="561"/>
        </pc:sldMkLst>
      </pc:sldChg>
      <pc:sldChg chg="modSp add mod">
        <pc:chgData name="Zonghua Gu" userId="9a7e1853e1951ef5" providerId="LiveId" clId="{CF1FAA12-072C-4ED5-BA76-0FFFAEFDB88A}" dt="2025-10-04T23:44:53.173" v="1411" actId="1076"/>
        <pc:sldMkLst>
          <pc:docMk/>
          <pc:sldMk cId="3754840163" sldId="562"/>
        </pc:sldMkLst>
        <pc:spChg chg="mod">
          <ac:chgData name="Zonghua Gu" userId="9a7e1853e1951ef5" providerId="LiveId" clId="{CF1FAA12-072C-4ED5-BA76-0FFFAEFDB88A}" dt="2025-10-04T23:44:53.173" v="1411" actId="1076"/>
          <ac:spMkLst>
            <pc:docMk/>
            <pc:sldMk cId="3754840163" sldId="562"/>
            <ac:spMk id="7" creationId="{4C1592DD-F03B-6E7A-3471-FB08A36F2965}"/>
          </ac:spMkLst>
        </pc:spChg>
        <pc:spChg chg="mod">
          <ac:chgData name="Zonghua Gu" userId="9a7e1853e1951ef5" providerId="LiveId" clId="{CF1FAA12-072C-4ED5-BA76-0FFFAEFDB88A}" dt="2025-10-04T23:44:53.173" v="1411" actId="1076"/>
          <ac:spMkLst>
            <pc:docMk/>
            <pc:sldMk cId="3754840163" sldId="562"/>
            <ac:spMk id="9" creationId="{A03229C5-4093-D4A1-3845-BC38F36FF253}"/>
          </ac:spMkLst>
        </pc:spChg>
        <pc:graphicFrameChg chg="mod">
          <ac:chgData name="Zonghua Gu" userId="9a7e1853e1951ef5" providerId="LiveId" clId="{CF1FAA12-072C-4ED5-BA76-0FFFAEFDB88A}" dt="2025-10-04T23:44:53.173" v="1411" actId="1076"/>
          <ac:graphicFrameMkLst>
            <pc:docMk/>
            <pc:sldMk cId="3754840163" sldId="562"/>
            <ac:graphicFrameMk id="4" creationId="{65448C97-B3F4-3495-8E46-D23B540F2A4B}"/>
          </ac:graphicFrameMkLst>
        </pc:graphicFrameChg>
        <pc:graphicFrameChg chg="mod">
          <ac:chgData name="Zonghua Gu" userId="9a7e1853e1951ef5" providerId="LiveId" clId="{CF1FAA12-072C-4ED5-BA76-0FFFAEFDB88A}" dt="2025-10-04T23:44:53.173" v="1411" actId="1076"/>
          <ac:graphicFrameMkLst>
            <pc:docMk/>
            <pc:sldMk cId="3754840163" sldId="562"/>
            <ac:graphicFrameMk id="5" creationId="{6F2D648B-3ED5-0E4F-A7ED-98BE3DF04FA3}"/>
          </ac:graphicFrameMkLst>
        </pc:graphicFrameChg>
      </pc:sldChg>
      <pc:sldChg chg="modSp add">
        <pc:chgData name="Zonghua Gu" userId="9a7e1853e1951ef5" providerId="LiveId" clId="{CF1FAA12-072C-4ED5-BA76-0FFFAEFDB88A}" dt="2025-10-04T23:41:06.074" v="1374"/>
        <pc:sldMkLst>
          <pc:docMk/>
          <pc:sldMk cId="2168830255" sldId="563"/>
        </pc:sldMkLst>
        <pc:spChg chg="mod">
          <ac:chgData name="Zonghua Gu" userId="9a7e1853e1951ef5" providerId="LiveId" clId="{CF1FAA12-072C-4ED5-BA76-0FFFAEFDB88A}" dt="2025-10-04T23:41:06.074" v="1374"/>
          <ac:spMkLst>
            <pc:docMk/>
            <pc:sldMk cId="2168830255" sldId="563"/>
            <ac:spMk id="7" creationId="{EC1EA560-6C16-220F-A31C-F3027A7E493C}"/>
          </ac:spMkLst>
        </pc:spChg>
      </pc:sldChg>
      <pc:sldChg chg="add del">
        <pc:chgData name="Zonghua Gu" userId="9a7e1853e1951ef5" providerId="LiveId" clId="{CF1FAA12-072C-4ED5-BA76-0FFFAEFDB88A}" dt="2025-10-10T03:19:01.200" v="2415" actId="47"/>
        <pc:sldMkLst>
          <pc:docMk/>
          <pc:sldMk cId="1860818616" sldId="564"/>
        </pc:sldMkLst>
      </pc:sldChg>
      <pc:sldChg chg="addSp delSp modSp add mod">
        <pc:chgData name="Zonghua Gu" userId="9a7e1853e1951ef5" providerId="LiveId" clId="{CF1FAA12-072C-4ED5-BA76-0FFFAEFDB88A}" dt="2025-10-10T11:35:52.689" v="2861" actId="1076"/>
        <pc:sldMkLst>
          <pc:docMk/>
          <pc:sldMk cId="1671373347" sldId="565"/>
        </pc:sldMkLst>
        <pc:spChg chg="mod">
          <ac:chgData name="Zonghua Gu" userId="9a7e1853e1951ef5" providerId="LiveId" clId="{CF1FAA12-072C-4ED5-BA76-0FFFAEFDB88A}" dt="2025-10-10T11:28:35.509" v="2763" actId="20577"/>
          <ac:spMkLst>
            <pc:docMk/>
            <pc:sldMk cId="1671373347" sldId="565"/>
            <ac:spMk id="2" creationId="{24943FBB-D245-9542-B4DC-8D249EAA2EF8}"/>
          </ac:spMkLst>
        </pc:spChg>
        <pc:spChg chg="add del mod">
          <ac:chgData name="Zonghua Gu" userId="9a7e1853e1951ef5" providerId="LiveId" clId="{CF1FAA12-072C-4ED5-BA76-0FFFAEFDB88A}" dt="2025-10-10T11:33:13.271" v="2811" actId="478"/>
          <ac:spMkLst>
            <pc:docMk/>
            <pc:sldMk cId="1671373347" sldId="565"/>
            <ac:spMk id="4" creationId="{322021C4-48B0-785F-37E1-344B4B93A676}"/>
          </ac:spMkLst>
        </pc:spChg>
        <pc:spChg chg="del mod">
          <ac:chgData name="Zonghua Gu" userId="9a7e1853e1951ef5" providerId="LiveId" clId="{CF1FAA12-072C-4ED5-BA76-0FFFAEFDB88A}" dt="2025-10-10T11:33:08.426" v="2810" actId="478"/>
          <ac:spMkLst>
            <pc:docMk/>
            <pc:sldMk cId="1671373347" sldId="565"/>
            <ac:spMk id="6" creationId="{CE638046-5BA3-A3CF-AF2C-C5DE1F3D39B8}"/>
          </ac:spMkLst>
        </pc:spChg>
        <pc:spChg chg="add del mod">
          <ac:chgData name="Zonghua Gu" userId="9a7e1853e1951ef5" providerId="LiveId" clId="{CF1FAA12-072C-4ED5-BA76-0FFFAEFDB88A}" dt="2025-10-10T11:35:36.255" v="2857" actId="478"/>
          <ac:spMkLst>
            <pc:docMk/>
            <pc:sldMk cId="1671373347" sldId="565"/>
            <ac:spMk id="7" creationId="{36C95B9B-894C-6371-B3AE-1A1BA374AE98}"/>
          </ac:spMkLst>
        </pc:spChg>
        <pc:spChg chg="add mod">
          <ac:chgData name="Zonghua Gu" userId="9a7e1853e1951ef5" providerId="LiveId" clId="{CF1FAA12-072C-4ED5-BA76-0FFFAEFDB88A}" dt="2025-10-10T11:35:52.689" v="2861" actId="1076"/>
          <ac:spMkLst>
            <pc:docMk/>
            <pc:sldMk cId="1671373347" sldId="565"/>
            <ac:spMk id="8" creationId="{C91562D7-FD5F-D68D-AA23-37D3AD1BE77E}"/>
          </ac:spMkLst>
        </pc:spChg>
        <pc:graphicFrameChg chg="mod modGraphic">
          <ac:chgData name="Zonghua Gu" userId="9a7e1853e1951ef5" providerId="LiveId" clId="{CF1FAA12-072C-4ED5-BA76-0FFFAEFDB88A}" dt="2025-10-10T11:35:48.739" v="2860" actId="1076"/>
          <ac:graphicFrameMkLst>
            <pc:docMk/>
            <pc:sldMk cId="1671373347" sldId="565"/>
            <ac:graphicFrameMk id="5" creationId="{C7914D5B-2CC7-293C-9379-3C41827285D1}"/>
          </ac:graphicFrameMkLst>
        </pc:graphicFrameChg>
      </pc:sldChg>
      <pc:sldChg chg="modSp new mod">
        <pc:chgData name="Zonghua Gu" userId="9a7e1853e1951ef5" providerId="LiveId" clId="{CF1FAA12-072C-4ED5-BA76-0FFFAEFDB88A}" dt="2025-10-05T00:32:35.373" v="1834"/>
        <pc:sldMkLst>
          <pc:docMk/>
          <pc:sldMk cId="3277199290" sldId="566"/>
        </pc:sldMkLst>
        <pc:spChg chg="mod">
          <ac:chgData name="Zonghua Gu" userId="9a7e1853e1951ef5" providerId="LiveId" clId="{CF1FAA12-072C-4ED5-BA76-0FFFAEFDB88A}" dt="2025-10-05T00:32:35.373" v="1834"/>
          <ac:spMkLst>
            <pc:docMk/>
            <pc:sldMk cId="3277199290" sldId="566"/>
            <ac:spMk id="2" creationId="{E0EEF74B-F835-6B09-4B91-23075FA91516}"/>
          </ac:spMkLst>
        </pc:spChg>
        <pc:spChg chg="mod">
          <ac:chgData name="Zonghua Gu" userId="9a7e1853e1951ef5" providerId="LiveId" clId="{CF1FAA12-072C-4ED5-BA76-0FFFAEFDB88A}" dt="2025-10-05T00:30:28.778" v="1826" actId="27636"/>
          <ac:spMkLst>
            <pc:docMk/>
            <pc:sldMk cId="3277199290" sldId="566"/>
            <ac:spMk id="4" creationId="{52A8D265-BD59-8C4E-12B1-03AC7ABB6312}"/>
          </ac:spMkLst>
        </pc:spChg>
      </pc:sldChg>
      <pc:sldChg chg="add">
        <pc:chgData name="Zonghua Gu" userId="9a7e1853e1951ef5" providerId="LiveId" clId="{CF1FAA12-072C-4ED5-BA76-0FFFAEFDB88A}" dt="2025-10-07T19:15:39.236" v="1883"/>
        <pc:sldMkLst>
          <pc:docMk/>
          <pc:sldMk cId="837371891" sldId="567"/>
        </pc:sldMkLst>
      </pc:sldChg>
      <pc:sldChg chg="addSp new del mod">
        <pc:chgData name="Zonghua Gu" userId="9a7e1853e1951ef5" providerId="LiveId" clId="{CF1FAA12-072C-4ED5-BA76-0FFFAEFDB88A}" dt="2025-10-10T03:08:54.282" v="2305" actId="47"/>
        <pc:sldMkLst>
          <pc:docMk/>
          <pc:sldMk cId="1843002854" sldId="568"/>
        </pc:sldMkLst>
        <pc:spChg chg="add">
          <ac:chgData name="Zonghua Gu" userId="9a7e1853e1951ef5" providerId="LiveId" clId="{CF1FAA12-072C-4ED5-BA76-0FFFAEFDB88A}" dt="2025-10-09T23:31:15.769" v="1887" actId="22"/>
          <ac:spMkLst>
            <pc:docMk/>
            <pc:sldMk cId="1843002854" sldId="568"/>
            <ac:spMk id="6" creationId="{827731E9-B7E9-9A02-28CE-4C28E5B64637}"/>
          </ac:spMkLst>
        </pc:spChg>
      </pc:sldChg>
      <pc:sldChg chg="addSp delSp modSp add mod delAnim modNotesTx">
        <pc:chgData name="Zonghua Gu" userId="9a7e1853e1951ef5" providerId="LiveId" clId="{CF1FAA12-072C-4ED5-BA76-0FFFAEFDB88A}" dt="2025-10-10T11:24:10.081" v="2731" actId="1076"/>
        <pc:sldMkLst>
          <pc:docMk/>
          <pc:sldMk cId="4275513131" sldId="569"/>
        </pc:sldMkLst>
        <pc:spChg chg="del">
          <ac:chgData name="Zonghua Gu" userId="9a7e1853e1951ef5" providerId="LiveId" clId="{CF1FAA12-072C-4ED5-BA76-0FFFAEFDB88A}" dt="2025-10-09T23:31:50.983" v="1891" actId="478"/>
          <ac:spMkLst>
            <pc:docMk/>
            <pc:sldMk cId="4275513131" sldId="569"/>
            <ac:spMk id="3" creationId="{5BB01460-F8A2-E21D-3A63-3DB2E044133A}"/>
          </ac:spMkLst>
        </pc:spChg>
        <pc:spChg chg="add mod">
          <ac:chgData name="Zonghua Gu" userId="9a7e1853e1951ef5" providerId="LiveId" clId="{CF1FAA12-072C-4ED5-BA76-0FFFAEFDB88A}" dt="2025-10-10T11:23:46.918" v="2726" actId="1076"/>
          <ac:spMkLst>
            <pc:docMk/>
            <pc:sldMk cId="4275513131" sldId="569"/>
            <ac:spMk id="3" creationId="{B5A1696D-B757-8D10-A6BF-4D8E30062551}"/>
          </ac:spMkLst>
        </pc:spChg>
        <pc:spChg chg="add del">
          <ac:chgData name="Zonghua Gu" userId="9a7e1853e1951ef5" providerId="LiveId" clId="{CF1FAA12-072C-4ED5-BA76-0FFFAEFDB88A}" dt="2025-10-10T02:34:44.888" v="2009" actId="22"/>
          <ac:spMkLst>
            <pc:docMk/>
            <pc:sldMk cId="4275513131" sldId="569"/>
            <ac:spMk id="4" creationId="{67D2F406-AD71-BABC-A231-0F3073C3F92F}"/>
          </ac:spMkLst>
        </pc:spChg>
        <pc:spChg chg="del">
          <ac:chgData name="Zonghua Gu" userId="9a7e1853e1951ef5" providerId="LiveId" clId="{CF1FAA12-072C-4ED5-BA76-0FFFAEFDB88A}" dt="2025-10-09T23:31:50.983" v="1891" actId="478"/>
          <ac:spMkLst>
            <pc:docMk/>
            <pc:sldMk cId="4275513131" sldId="569"/>
            <ac:spMk id="4" creationId="{E9B9A638-0768-A736-9895-CCC1B4B31769}"/>
          </ac:spMkLst>
        </pc:spChg>
        <pc:spChg chg="add del mod">
          <ac:chgData name="Zonghua Gu" userId="9a7e1853e1951ef5" providerId="LiveId" clId="{CF1FAA12-072C-4ED5-BA76-0FFFAEFDB88A}" dt="2025-10-10T11:23:39.943" v="2724" actId="478"/>
          <ac:spMkLst>
            <pc:docMk/>
            <pc:sldMk cId="4275513131" sldId="569"/>
            <ac:spMk id="5" creationId="{40CC35B1-B745-9C4C-1FCD-D69128970DE3}"/>
          </ac:spMkLst>
        </pc:spChg>
        <pc:spChg chg="del mod">
          <ac:chgData name="Zonghua Gu" userId="9a7e1853e1951ef5" providerId="LiveId" clId="{CF1FAA12-072C-4ED5-BA76-0FFFAEFDB88A}" dt="2025-10-10T02:36:02.451" v="2017" actId="478"/>
          <ac:spMkLst>
            <pc:docMk/>
            <pc:sldMk cId="4275513131" sldId="569"/>
            <ac:spMk id="7" creationId="{95F83BB8-E172-0C1B-1EB4-BA2BFD3CE71A}"/>
          </ac:spMkLst>
        </pc:spChg>
        <pc:spChg chg="mod">
          <ac:chgData name="Zonghua Gu" userId="9a7e1853e1951ef5" providerId="LiveId" clId="{CF1FAA12-072C-4ED5-BA76-0FFFAEFDB88A}" dt="2025-10-10T11:24:10.081" v="2731" actId="1076"/>
          <ac:spMkLst>
            <pc:docMk/>
            <pc:sldMk cId="4275513131" sldId="569"/>
            <ac:spMk id="60418" creationId="{29334F85-F4AB-E37C-CBEC-4F6DA332F541}"/>
          </ac:spMkLst>
        </pc:spChg>
        <pc:graphicFrameChg chg="del">
          <ac:chgData name="Zonghua Gu" userId="9a7e1853e1951ef5" providerId="LiveId" clId="{CF1FAA12-072C-4ED5-BA76-0FFFAEFDB88A}" dt="2025-10-09T23:31:50.983" v="1891" actId="478"/>
          <ac:graphicFrameMkLst>
            <pc:docMk/>
            <pc:sldMk cId="4275513131" sldId="569"/>
            <ac:graphicFrameMk id="5" creationId="{532544A8-EB30-252F-ED5E-EDB85CEE5AD9}"/>
          </ac:graphicFrameMkLst>
        </pc:graphicFrameChg>
        <pc:graphicFrameChg chg="mod modGraphic">
          <ac:chgData name="Zonghua Gu" userId="9a7e1853e1951ef5" providerId="LiveId" clId="{CF1FAA12-072C-4ED5-BA76-0FFFAEFDB88A}" dt="2025-10-10T11:19:23.122" v="2617" actId="313"/>
          <ac:graphicFrameMkLst>
            <pc:docMk/>
            <pc:sldMk cId="4275513131" sldId="569"/>
            <ac:graphicFrameMk id="449628" creationId="{7D8499F6-3030-7FBC-3F58-582698C6C897}"/>
          </ac:graphicFrameMkLst>
        </pc:graphicFrameChg>
      </pc:sldChg>
      <pc:sldChg chg="addSp delSp modSp new add del mod">
        <pc:chgData name="Zonghua Gu" userId="9a7e1853e1951ef5" providerId="LiveId" clId="{CF1FAA12-072C-4ED5-BA76-0FFFAEFDB88A}" dt="2025-10-10T11:12:36.491" v="2506" actId="47"/>
        <pc:sldMkLst>
          <pc:docMk/>
          <pc:sldMk cId="4142840565" sldId="570"/>
        </pc:sldMkLst>
        <pc:spChg chg="mod">
          <ac:chgData name="Zonghua Gu" userId="9a7e1853e1951ef5" providerId="LiveId" clId="{CF1FAA12-072C-4ED5-BA76-0FFFAEFDB88A}" dt="2025-10-10T03:11:33.165" v="2373" actId="20577"/>
          <ac:spMkLst>
            <pc:docMk/>
            <pc:sldMk cId="4142840565" sldId="570"/>
            <ac:spMk id="2" creationId="{244BC437-3D99-9ABB-F194-735FCD0A3E14}"/>
          </ac:spMkLst>
        </pc:spChg>
        <pc:spChg chg="del">
          <ac:chgData name="Zonghua Gu" userId="9a7e1853e1951ef5" providerId="LiveId" clId="{CF1FAA12-072C-4ED5-BA76-0FFFAEFDB88A}" dt="2025-10-10T02:52:15.335" v="2166"/>
          <ac:spMkLst>
            <pc:docMk/>
            <pc:sldMk cId="4142840565" sldId="570"/>
            <ac:spMk id="3" creationId="{8E2CFAE5-8623-E02E-E091-A6393EB51124}"/>
          </ac:spMkLst>
        </pc:spChg>
        <pc:graphicFrameChg chg="add mod modGraphic">
          <ac:chgData name="Zonghua Gu" userId="9a7e1853e1951ef5" providerId="LiveId" clId="{CF1FAA12-072C-4ED5-BA76-0FFFAEFDB88A}" dt="2025-10-10T03:09:54.779" v="2336" actId="14734"/>
          <ac:graphicFrameMkLst>
            <pc:docMk/>
            <pc:sldMk cId="4142840565" sldId="570"/>
            <ac:graphicFrameMk id="5" creationId="{7EB55266-3E70-C268-1B9B-ACA6C0C8F041}"/>
          </ac:graphicFrameMkLst>
        </pc:graphicFrameChg>
      </pc:sldChg>
      <pc:sldChg chg="addSp delSp modSp new mod">
        <pc:chgData name="Zonghua Gu" userId="9a7e1853e1951ef5" providerId="LiveId" clId="{CF1FAA12-072C-4ED5-BA76-0FFFAEFDB88A}" dt="2025-10-10T11:35:33.500" v="2856" actId="1076"/>
        <pc:sldMkLst>
          <pc:docMk/>
          <pc:sldMk cId="4231931275" sldId="571"/>
        </pc:sldMkLst>
        <pc:spChg chg="del mod">
          <ac:chgData name="Zonghua Gu" userId="9a7e1853e1951ef5" providerId="LiveId" clId="{CF1FAA12-072C-4ED5-BA76-0FFFAEFDB88A}" dt="2025-10-10T11:24:06.526" v="2730" actId="478"/>
          <ac:spMkLst>
            <pc:docMk/>
            <pc:sldMk cId="4231931275" sldId="571"/>
            <ac:spMk id="2" creationId="{8E878529-B8B4-6531-EA78-2AFE248DF8F5}"/>
          </ac:spMkLst>
        </pc:spChg>
        <pc:spChg chg="del">
          <ac:chgData name="Zonghua Gu" userId="9a7e1853e1951ef5" providerId="LiveId" clId="{CF1FAA12-072C-4ED5-BA76-0FFFAEFDB88A}" dt="2025-10-10T11:13:31.580" v="2509" actId="478"/>
          <ac:spMkLst>
            <pc:docMk/>
            <pc:sldMk cId="4231931275" sldId="571"/>
            <ac:spMk id="3" creationId="{D7DF4BB9-F18C-25F2-C882-29AF391F3760}"/>
          </ac:spMkLst>
        </pc:spChg>
        <pc:spChg chg="add mod">
          <ac:chgData name="Zonghua Gu" userId="9a7e1853e1951ef5" providerId="LiveId" clId="{CF1FAA12-072C-4ED5-BA76-0FFFAEFDB88A}" dt="2025-10-10T11:24:19.001" v="2748" actId="20577"/>
          <ac:spMkLst>
            <pc:docMk/>
            <pc:sldMk cId="4231931275" sldId="571"/>
            <ac:spMk id="9" creationId="{040766FF-157F-F258-92E4-7978E9A74698}"/>
          </ac:spMkLst>
        </pc:spChg>
        <pc:spChg chg="add mod">
          <ac:chgData name="Zonghua Gu" userId="9a7e1853e1951ef5" providerId="LiveId" clId="{CF1FAA12-072C-4ED5-BA76-0FFFAEFDB88A}" dt="2025-10-10T11:35:33.500" v="2856" actId="1076"/>
          <ac:spMkLst>
            <pc:docMk/>
            <pc:sldMk cId="4231931275" sldId="571"/>
            <ac:spMk id="10" creationId="{79A02399-C781-EF9E-3862-DF68871F920A}"/>
          </ac:spMkLst>
        </pc:spChg>
        <pc:graphicFrameChg chg="add mod">
          <ac:chgData name="Zonghua Gu" userId="9a7e1853e1951ef5" providerId="LiveId" clId="{CF1FAA12-072C-4ED5-BA76-0FFFAEFDB88A}" dt="2025-10-10T11:09:58.573" v="2486"/>
          <ac:graphicFrameMkLst>
            <pc:docMk/>
            <pc:sldMk cId="4231931275" sldId="571"/>
            <ac:graphicFrameMk id="5" creationId="{F802115B-59D6-34F4-5F30-0A4FC9630723}"/>
          </ac:graphicFrameMkLst>
        </pc:graphicFrameChg>
        <pc:graphicFrameChg chg="add del mod modGraphic">
          <ac:chgData name="Zonghua Gu" userId="9a7e1853e1951ef5" providerId="LiveId" clId="{CF1FAA12-072C-4ED5-BA76-0FFFAEFDB88A}" dt="2025-10-10T11:10:55.228" v="2493" actId="478"/>
          <ac:graphicFrameMkLst>
            <pc:docMk/>
            <pc:sldMk cId="4231931275" sldId="571"/>
            <ac:graphicFrameMk id="6" creationId="{E68A43BA-3D5F-5639-F516-E0972495A8AA}"/>
          </ac:graphicFrameMkLst>
        </pc:graphicFrameChg>
        <pc:graphicFrameChg chg="add mod">
          <ac:chgData name="Zonghua Gu" userId="9a7e1853e1951ef5" providerId="LiveId" clId="{CF1FAA12-072C-4ED5-BA76-0FFFAEFDB88A}" dt="2025-10-10T11:10:14.783" v="2490"/>
          <ac:graphicFrameMkLst>
            <pc:docMk/>
            <pc:sldMk cId="4231931275" sldId="571"/>
            <ac:graphicFrameMk id="7" creationId="{2350760C-30C2-5C17-1846-015A362E0C44}"/>
          </ac:graphicFrameMkLst>
        </pc:graphicFrameChg>
        <pc:graphicFrameChg chg="add mod modGraphic">
          <ac:chgData name="Zonghua Gu" userId="9a7e1853e1951ef5" providerId="LiveId" clId="{CF1FAA12-072C-4ED5-BA76-0FFFAEFDB88A}" dt="2025-10-10T11:35:05.097" v="2846" actId="207"/>
          <ac:graphicFrameMkLst>
            <pc:docMk/>
            <pc:sldMk cId="4231931275" sldId="571"/>
            <ac:graphicFrameMk id="8" creationId="{4B1A6FE1-D3BE-B2FE-273E-9D2E25FD1073}"/>
          </ac:graphicFrameMkLst>
        </pc:graphicFrameChg>
      </pc:sldChg>
      <pc:sldChg chg="modSp new mod">
        <pc:chgData name="Zonghua Gu" userId="9a7e1853e1951ef5" providerId="LiveId" clId="{CF1FAA12-072C-4ED5-BA76-0FFFAEFDB88A}" dt="2025-10-10T12:02:48.617" v="2899" actId="20577"/>
        <pc:sldMkLst>
          <pc:docMk/>
          <pc:sldMk cId="1864063204" sldId="572"/>
        </pc:sldMkLst>
        <pc:spChg chg="mod">
          <ac:chgData name="Zonghua Gu" userId="9a7e1853e1951ef5" providerId="LiveId" clId="{CF1FAA12-072C-4ED5-BA76-0FFFAEFDB88A}" dt="2025-10-10T12:02:48.617" v="2899" actId="20577"/>
          <ac:spMkLst>
            <pc:docMk/>
            <pc:sldMk cId="1864063204" sldId="572"/>
            <ac:spMk id="2" creationId="{26C551B6-A954-DCC7-2AC8-9AA742ABB495}"/>
          </ac:spMkLst>
        </pc:spChg>
        <pc:spChg chg="mod">
          <ac:chgData name="Zonghua Gu" userId="9a7e1853e1951ef5" providerId="LiveId" clId="{CF1FAA12-072C-4ED5-BA76-0FFFAEFDB88A}" dt="2025-10-10T12:02:26.576" v="2873" actId="20577"/>
          <ac:spMkLst>
            <pc:docMk/>
            <pc:sldMk cId="1864063204" sldId="572"/>
            <ac:spMk id="4" creationId="{8ACB34CE-40D1-6F33-9B1D-79C24203EF8E}"/>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0.55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1.33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10/10/2025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Arithmetic"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8" Type="http://schemas.openxmlformats.org/officeDocument/2006/relationships/hyperlink" Target="https://heyrick.eu/assembler/psr.html" TargetMode="External"/><Relationship Id="rId3" Type="http://schemas.openxmlformats.org/officeDocument/2006/relationships/hyperlink" Target="https://www.sciencedirect.com/topics/computer-science/current-program-status-register" TargetMode="External"/><Relationship Id="rId7" Type="http://schemas.openxmlformats.org/officeDocument/2006/relationships/hyperlink" Target="https://goiabada.github.io/docs/sections/arm-cpu/flags.html" TargetMode="External"/><Relationship Id="rId12" Type="http://schemas.openxmlformats.org/officeDocument/2006/relationships/hyperlink" Target="https://ece.eng.wayne.edu/~smahmud/ECECourses/ECE5620/Manuals/ARM_InstructionSet.pdf" TargetMode="External"/><Relationship Id="rId2" Type="http://schemas.openxmlformats.org/officeDocument/2006/relationships/slide" Target="../slides/slide15.xml"/><Relationship Id="rId1" Type="http://schemas.openxmlformats.org/officeDocument/2006/relationships/notesMaster" Target="../notesMasters/notesMaster1.xml"/><Relationship Id="rId6" Type="http://schemas.openxmlformats.org/officeDocument/2006/relationships/hyperlink" Target="https://developer.arm.com/documentation/ddi0406/b/System-Level-Architecture/The-System-Level-Programmers--Model/ARM-processor-modes-and-core-registers/Program-Status-Registers--PSRs-" TargetMode="External"/><Relationship Id="rId11" Type="http://schemas.openxmlformats.org/officeDocument/2006/relationships/hyperlink" Target="https://azeria-labs.com/arm-conditional-execution-and-branching-part-6/" TargetMode="External"/><Relationship Id="rId5" Type="http://schemas.openxmlformats.org/officeDocument/2006/relationships/hyperlink" Target="https://arm-software.github.io/CMSIS_5/Core_A/html/group__CMSIS__CPSR.html" TargetMode="External"/><Relationship Id="rId10" Type="http://schemas.openxmlformats.org/officeDocument/2006/relationships/hyperlink" Target="https://www.youtube.com/watch?v=28MMaELXRZ0" TargetMode="External"/><Relationship Id="rId4" Type="http://schemas.openxmlformats.org/officeDocument/2006/relationships/hyperlink" Target="https://community.arm.com/arm-community-blogs/b/architectures-and-processors-blog/posts/condition-codes-1-condition-flags-and-codes" TargetMode="External"/><Relationship Id="rId9" Type="http://schemas.openxmlformats.org/officeDocument/2006/relationships/hyperlink" Target="https://users.ece.utexas.edu/~valvano/EE345M/Arm_EE382N_4.pdf"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Rot="1" noChangeAspect="1" noChangeArrowheads="1" noTextEdit="1"/>
          </p:cNvSpPr>
          <p:nvPr>
            <p:ph type="sldImg"/>
          </p:nvPr>
        </p:nvSpPr>
        <p:spPr>
          <a:xfrm>
            <a:off x="396875" y="692150"/>
            <a:ext cx="6156325" cy="3463925"/>
          </a:xfrm>
          <a:ln/>
        </p:spPr>
      </p:sp>
      <p:sp>
        <p:nvSpPr>
          <p:cNvPr id="39939" name="Rectangle 3"/>
          <p:cNvSpPr>
            <a:spLocks noGrp="1" noChangeArrowheads="1"/>
          </p:cNvSpPr>
          <p:nvPr>
            <p:ph type="body" idx="1"/>
          </p:nvPr>
        </p:nvSpPr>
        <p:spPr>
          <a:noFill/>
          <a:ln/>
        </p:spPr>
        <p:txBody>
          <a:bodyPr/>
          <a:lstStyle/>
          <a:p>
            <a:pPr>
              <a:lnSpc>
                <a:spcPct val="90000"/>
              </a:lnSpc>
            </a:pPr>
            <a:r>
              <a:rPr lang="en-US" dirty="0">
                <a:solidFill>
                  <a:srgbClr val="000000"/>
                </a:solidFill>
              </a:rPr>
              <a:t>The Q flag is sticky in that, when set to 1 by an instruction, it remains set until explicitly</a:t>
            </a:r>
            <a:r>
              <a:rPr lang="en-US" baseline="0" dirty="0">
                <a:solidFill>
                  <a:srgbClr val="000000"/>
                </a:solidFill>
              </a:rPr>
              <a:t> </a:t>
            </a:r>
            <a:r>
              <a:rPr lang="en-US" dirty="0">
                <a:solidFill>
                  <a:srgbClr val="000000"/>
                </a:solidFill>
              </a:rPr>
              <a:t>cleared to 0 by an MSR instruction writing to the CPSR. Instructions cannot execute</a:t>
            </a:r>
            <a:r>
              <a:rPr lang="en-US" baseline="0" dirty="0">
                <a:solidFill>
                  <a:srgbClr val="000000"/>
                </a:solidFill>
              </a:rPr>
              <a:t> </a:t>
            </a:r>
            <a:r>
              <a:rPr lang="en-US" dirty="0">
                <a:solidFill>
                  <a:srgbClr val="000000"/>
                </a:solidFill>
              </a:rPr>
              <a:t>conditionally on the status of the Q flag.</a:t>
            </a:r>
          </a:p>
          <a:p>
            <a:pPr>
              <a:lnSpc>
                <a:spcPct val="90000"/>
              </a:lnSpc>
            </a:pPr>
            <a:endParaRPr lang="en-US" dirty="0">
              <a:solidFill>
                <a:srgbClr val="000000"/>
              </a:solidFill>
            </a:endParaRPr>
          </a:p>
          <a:p>
            <a:r>
              <a:rPr lang="en-US" b="1" dirty="0"/>
              <a:t>Saturation arithmetic</a:t>
            </a:r>
            <a:r>
              <a:rPr lang="en-US" dirty="0"/>
              <a:t> is a version of </a:t>
            </a:r>
            <a:r>
              <a:rPr lang="en-US" dirty="0">
                <a:hlinkClick r:id="rId3" tooltip="Arithmetic"/>
              </a:rPr>
              <a:t>arithmetic</a:t>
            </a:r>
            <a:r>
              <a:rPr lang="en-US" dirty="0"/>
              <a:t> in which all operations such as addition and multiplication are limited to a fixed range between a minimum and maximum value. If the result of an operation is greater than the maximum it is set ("clamped") to the maximum, while if it is below the minimum it is clamped to the minimum. The name comes from how the value becomes "saturated" once it reaches the extreme values; further additions to a maximum or subtractions from a minimum will not change the result.</a:t>
            </a:r>
          </a:p>
          <a:p>
            <a:r>
              <a:rPr lang="en-US" dirty="0"/>
              <a:t>For example, if the valid range of values is from -100 to 100, the following operations produce the following values:</a:t>
            </a:r>
          </a:p>
          <a:p>
            <a:r>
              <a:rPr lang="en-US" dirty="0"/>
              <a:t>60 + 43 = 100</a:t>
            </a:r>
          </a:p>
          <a:p>
            <a:r>
              <a:rPr lang="en-US" dirty="0"/>
              <a:t>(60 + 43) − 150 = −50</a:t>
            </a:r>
          </a:p>
          <a:p>
            <a:r>
              <a:rPr lang="en-US" dirty="0"/>
              <a:t>43 − 150 = −100</a:t>
            </a:r>
          </a:p>
          <a:p>
            <a:r>
              <a:rPr lang="en-US" dirty="0"/>
              <a:t>60 + (43 − 150) = −40</a:t>
            </a:r>
          </a:p>
          <a:p>
            <a:r>
              <a:rPr lang="en-US" dirty="0"/>
              <a:t>10 × 11 = 100</a:t>
            </a:r>
          </a:p>
          <a:p>
            <a:r>
              <a:rPr lang="en-US" dirty="0"/>
              <a:t>99 × 99 = 100</a:t>
            </a:r>
          </a:p>
          <a:p>
            <a:r>
              <a:rPr lang="en-US" dirty="0"/>
              <a:t>30 × (5 − 1) = 100</a:t>
            </a:r>
          </a:p>
          <a:p>
            <a:r>
              <a:rPr lang="en-US" dirty="0"/>
              <a:t>30×5 − 30×1 = 70</a:t>
            </a:r>
          </a:p>
          <a:p>
            <a:pPr>
              <a:lnSpc>
                <a:spcPct val="90000"/>
              </a:lnSpc>
            </a:pPr>
            <a:endParaRPr lang="en-US" dirty="0">
              <a:solidFill>
                <a:srgbClr val="000000"/>
              </a:solidFill>
            </a:endParaRPr>
          </a:p>
          <a:p>
            <a:pPr>
              <a:lnSpc>
                <a:spcPct val="90000"/>
              </a:lnSpc>
            </a:pPr>
            <a:endParaRPr lang="en-US" dirty="0">
              <a:solidFill>
                <a:srgbClr val="000000"/>
              </a:solidFill>
            </a:endParaRPr>
          </a:p>
          <a:p>
            <a:pPr>
              <a:lnSpc>
                <a:spcPct val="90000"/>
              </a:lnSpc>
            </a:pPr>
            <a:r>
              <a:rPr lang="en-US" dirty="0">
                <a:solidFill>
                  <a:srgbClr val="000000"/>
                </a:solidFill>
              </a:rPr>
              <a:t>Green </a:t>
            </a:r>
            <a:r>
              <a:rPr lang="en-US" dirty="0" err="1">
                <a:solidFill>
                  <a:srgbClr val="000000"/>
                </a:solidFill>
              </a:rPr>
              <a:t>psr</a:t>
            </a:r>
            <a:r>
              <a:rPr lang="en-US" dirty="0">
                <a:solidFill>
                  <a:srgbClr val="000000"/>
                </a:solidFill>
              </a:rPr>
              <a:t> bits are only in certain versions of the ARM architecture</a:t>
            </a:r>
          </a:p>
          <a:p>
            <a:pPr>
              <a:lnSpc>
                <a:spcPct val="90000"/>
              </a:lnSpc>
            </a:pPr>
            <a:r>
              <a:rPr lang="en-US" dirty="0">
                <a:solidFill>
                  <a:srgbClr val="000000"/>
                </a:solidFill>
              </a:rPr>
              <a:t>ALU status flags (set if "S" bit set, implied in Thumb state).</a:t>
            </a:r>
            <a:endParaRPr lang="en-US" dirty="0"/>
          </a:p>
          <a:p>
            <a:r>
              <a:rPr lang="en-US" dirty="0"/>
              <a:t>Sticky overflow flag (Q flag) is set either when </a:t>
            </a:r>
          </a:p>
          <a:p>
            <a:pPr lvl="1"/>
            <a:r>
              <a:rPr lang="en-US" dirty="0"/>
              <a:t>saturation occurs during QADD, QDADD, QSUB or QDSUB, or </a:t>
            </a:r>
          </a:p>
          <a:p>
            <a:pPr lvl="1"/>
            <a:r>
              <a:rPr lang="en-US" dirty="0"/>
              <a:t>the result of </a:t>
            </a:r>
            <a:r>
              <a:rPr lang="en-US" dirty="0" err="1"/>
              <a:t>SMLAxy</a:t>
            </a:r>
            <a:r>
              <a:rPr lang="en-US" dirty="0"/>
              <a:t> or </a:t>
            </a:r>
            <a:r>
              <a:rPr lang="en-US" dirty="0" err="1"/>
              <a:t>SMLAWx</a:t>
            </a:r>
            <a:r>
              <a:rPr lang="en-US" dirty="0"/>
              <a:t> overflows 32-bits</a:t>
            </a:r>
          </a:p>
          <a:p>
            <a:r>
              <a:rPr lang="en-US" dirty="0"/>
              <a:t>Once flag has been set can not be modified by one of the above instructions and must write to CPSR using MSR instruction to cleared</a:t>
            </a:r>
          </a:p>
          <a:p>
            <a:r>
              <a:rPr lang="en-US" dirty="0"/>
              <a:t>PSRs split into four 8-bit fields that can be individually written: </a:t>
            </a:r>
          </a:p>
          <a:p>
            <a:r>
              <a:rPr lang="en-US" dirty="0"/>
              <a:t>Control	(c)	bits 0-7    </a:t>
            </a:r>
          </a:p>
          <a:p>
            <a:r>
              <a:rPr lang="en-US" dirty="0"/>
              <a:t>Extension	(x)	bits 8-15	Reserved for future use</a:t>
            </a:r>
          </a:p>
          <a:p>
            <a:r>
              <a:rPr lang="en-US" dirty="0"/>
              <a:t>Status	(s)	bits 16-23	Reserved for future use</a:t>
            </a:r>
          </a:p>
          <a:p>
            <a:r>
              <a:rPr lang="en-US" dirty="0"/>
              <a:t>Flags	(f)	bits 24-31</a:t>
            </a:r>
          </a:p>
          <a:p>
            <a:r>
              <a:rPr lang="en-US" dirty="0"/>
              <a:t>Bits that are reserved for future use should not be modified by current software. Typically, a read-modify-write strategy should be used to update the value of a status register to ensure future compatibility. Note that the T/J bits in the CPSR should never be changed directly by writing to the PSR (use the BX/BXJ instruction to change state instead).</a:t>
            </a:r>
          </a:p>
          <a:p>
            <a:r>
              <a:rPr lang="en-US" dirty="0"/>
              <a:t>However, in cases where the processor state is known in advance (e.g. on reset, following an interrupt, or some other exception), an immediate value may be written directly into the status registers, to change only specific bits (e.g. to change mode).</a:t>
            </a:r>
          </a:p>
          <a:p>
            <a:r>
              <a:rPr lang="en-US" dirty="0"/>
              <a:t>New ARM V6 bits now shown.</a:t>
            </a:r>
          </a:p>
        </p:txBody>
      </p:sp>
    </p:spTree>
    <p:extLst>
      <p:ext uri="{BB962C8B-B14F-4D97-AF65-F5344CB8AC3E}">
        <p14:creationId xmlns:p14="http://schemas.microsoft.com/office/powerpoint/2010/main" val="1002546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N</a:t>
            </a:r>
            <a:r>
              <a:rPr lang="en-US" sz="1200" dirty="0"/>
              <a:t> (negative) – set (1) when a signed result is negative, otherwise cleared (0).</a:t>
            </a:r>
          </a:p>
          <a:p>
            <a:r>
              <a:rPr lang="en-US" sz="1200" b="1" dirty="0"/>
              <a:t>Z</a:t>
            </a:r>
            <a:r>
              <a:rPr lang="en-US" sz="1200" dirty="0"/>
              <a:t> (zero) – set (1) when a result is 0, otherwise cleared (0).</a:t>
            </a:r>
          </a:p>
          <a:p>
            <a:r>
              <a:rPr lang="en-US" sz="1200" b="1" dirty="0"/>
              <a:t>C</a:t>
            </a:r>
            <a:r>
              <a:rPr lang="en-US" sz="1200" dirty="0"/>
              <a:t> (carry) – set (1) when an add-based operation produces an overflow, when a subtract-based operation doesn’t require a borrow; when shifting, holds the last bit that’s been shifted out; otherwise cleared (0).</a:t>
            </a:r>
          </a:p>
          <a:p>
            <a:r>
              <a:rPr lang="en-US" sz="1200" b="1" dirty="0"/>
              <a:t>V</a:t>
            </a:r>
            <a:r>
              <a:rPr lang="en-US" sz="1200" dirty="0"/>
              <a:t> (overflow) – set (1) when an add- or subtract-based operation generates a signed overflow, otherwise cleared (0).</a:t>
            </a:r>
          </a:p>
          <a:p>
            <a:endParaRPr lang="en-US"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a:t>
            </a:fld>
            <a:endParaRPr lang="en-US"/>
          </a:p>
        </p:txBody>
      </p:sp>
    </p:spTree>
    <p:extLst>
      <p:ext uri="{BB962C8B-B14F-4D97-AF65-F5344CB8AC3E}">
        <p14:creationId xmlns:p14="http://schemas.microsoft.com/office/powerpoint/2010/main" val="307402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m:t>
                        </m:r>
                        <m:r>
                          <a:rPr lang="en-US" sz="2800" b="0" i="1" smtClean="0">
                            <a:solidFill>
                              <a:prstClr val="black"/>
                            </a:solidFill>
                            <a:latin typeface="Cambria Math" panose="02040503050406030204" pitchFamily="18" charset="0"/>
                          </a:rPr>
                          <m:t>1</m:t>
                        </m:r>
                      </m:sup>
                    </m:sSup>
                    <m:r>
                      <a:rPr lang="en-US" sz="2800" i="1">
                        <a:solidFill>
                          <a:prstClr val="black"/>
                        </a:solidFill>
                        <a:latin typeface="Cambria Math"/>
                      </a:rPr>
                      <m:t>−</m:t>
                    </m:r>
                    <m:r>
                      <a:rPr lang="en-US" sz="2800" i="1">
                        <a:solidFill>
                          <a:prstClr val="black"/>
                        </a:solidFill>
                        <a:latin typeface="Cambria Math"/>
                      </a:rPr>
                      <m:t>1</m:t>
                    </m:r>
                  </m:oMath>
                </a14:m>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b="0" i="1" smtClean="0">
                            <a:solidFill>
                              <a:prstClr val="black"/>
                            </a:solidFill>
                            <a:latin typeface="Cambria Math" panose="02040503050406030204" pitchFamily="18" charset="0"/>
                          </a:rPr>
                          <m:t>−</m:t>
                        </m:r>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m:t>
                        </m:r>
                        <m:r>
                          <a:rPr lang="en-US" sz="2800" b="0" i="1" smtClean="0">
                            <a:solidFill>
                              <a:prstClr val="black"/>
                            </a:solidFill>
                            <a:latin typeface="Cambria Math" panose="02040503050406030204" pitchFamily="18" charset="0"/>
                          </a:rPr>
                          <m:t>1</m:t>
                        </m:r>
                      </m:sup>
                    </m:sSup>
                  </m:oMath>
                </a14:m>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Choice>
        <mc:Fallback xmlns="">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i="0">
                    <a:solidFill>
                      <a:prstClr val="black"/>
                    </a:solidFill>
                    <a:latin typeface="Cambria Math"/>
                  </a:rPr>
                  <a:t>−1</a:t>
                </a:r>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panose="02040503050406030204" pitchFamily="18" charset="0"/>
                  </a:rPr>
                  <a:t>〖</a:t>
                </a:r>
                <a:r>
                  <a:rPr lang="en-US" sz="2800" b="0" i="0">
                    <a:solidFill>
                      <a:prstClr val="black"/>
                    </a:solidFill>
                    <a:latin typeface="Cambria Math" panose="02040503050406030204" pitchFamily="18" charset="0"/>
                  </a:rPr>
                  <a:t>−</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Fallback>
      </mc:AlternateContent>
    </p:spTree>
    <p:extLst>
      <p:ext uri="{BB962C8B-B14F-4D97-AF65-F5344CB8AC3E}">
        <p14:creationId xmlns:p14="http://schemas.microsoft.com/office/powerpoint/2010/main" val="3160037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“compare-only” operation for branching or predication. </a:t>
            </a:r>
          </a:p>
          <a:p>
            <a:r>
              <a:rPr lang="en-US" dirty="0"/>
              <a:t>; it both computes and compares in one step</a:t>
            </a:r>
          </a:p>
          <a:p>
            <a:r>
              <a:rPr lang="en-US" sz="1200" b="1" i="0" kern="1200" dirty="0">
                <a:solidFill>
                  <a:schemeClr val="tx1"/>
                </a:solidFill>
                <a:effectLst/>
                <a:latin typeface="+mn-lt"/>
                <a:ea typeface="+mn-ea"/>
                <a:cs typeface="+mn-cs"/>
              </a:rPr>
              <a:t>Flag Setting Instructions:</a:t>
            </a:r>
          </a:p>
          <a:p>
            <a:r>
              <a:rPr lang="en-US" sz="1200" b="1" i="0" kern="1200" dirty="0">
                <a:solidFill>
                  <a:schemeClr val="tx1"/>
                </a:solidFill>
                <a:effectLst/>
                <a:latin typeface="+mn-lt"/>
                <a:ea typeface="+mn-ea"/>
                <a:cs typeface="+mn-cs"/>
              </a:rPr>
              <a:t>CMP</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TST</a:t>
            </a:r>
            <a:r>
              <a:rPr lang="en-US" sz="1200" b="0" i="0" kern="1200" dirty="0">
                <a:solidFill>
                  <a:schemeClr val="tx1"/>
                </a:solidFill>
                <a:effectLst/>
                <a:latin typeface="+mn-lt"/>
                <a:ea typeface="+mn-ea"/>
                <a:cs typeface="+mn-cs"/>
              </a:rPr>
              <a:t>: R1 &amp; R2 (result discarded)</a:t>
            </a:r>
          </a:p>
          <a:p>
            <a:r>
              <a:rPr lang="en-US" sz="1200" b="1" i="0" kern="1200" dirty="0">
                <a:solidFill>
                  <a:schemeClr val="tx1"/>
                </a:solidFill>
                <a:effectLst/>
                <a:latin typeface="+mn-lt"/>
                <a:ea typeface="+mn-ea"/>
                <a:cs typeface="+mn-cs"/>
              </a:rPr>
              <a:t>TEQ</a:t>
            </a:r>
            <a:r>
              <a:rPr lang="en-US" sz="1200" b="0" i="0" kern="1200" dirty="0">
                <a:solidFill>
                  <a:schemeClr val="tx1"/>
                </a:solidFill>
                <a:effectLst/>
                <a:latin typeface="+mn-lt"/>
                <a:ea typeface="+mn-ea"/>
                <a:cs typeface="+mn-cs"/>
              </a:rPr>
              <a:t>: R1 ⊕ R2 (result discarded)</a:t>
            </a:r>
          </a:p>
          <a:p>
            <a:r>
              <a:rPr lang="en-US" sz="1200" b="1" i="0" kern="1200" dirty="0">
                <a:solidFill>
                  <a:schemeClr val="tx1"/>
                </a:solidFill>
                <a:effectLst/>
                <a:latin typeface="+mn-lt"/>
                <a:ea typeface="+mn-ea"/>
                <a:cs typeface="+mn-cs"/>
              </a:rPr>
              <a:t>CMN</a:t>
            </a:r>
            <a:r>
              <a:rPr lang="en-US" sz="1200" b="0" i="0" kern="1200" dirty="0">
                <a:solidFill>
                  <a:schemeClr val="tx1"/>
                </a:solidFill>
                <a:effectLst/>
                <a:latin typeface="+mn-lt"/>
                <a:ea typeface="+mn-ea"/>
                <a:cs typeface="+mn-cs"/>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5</a:t>
            </a:fld>
            <a:endParaRPr lang="en-US"/>
          </a:p>
        </p:txBody>
      </p:sp>
    </p:spTree>
    <p:extLst>
      <p:ext uri="{BB962C8B-B14F-4D97-AF65-F5344CB8AC3E}">
        <p14:creationId xmlns:p14="http://schemas.microsoft.com/office/powerpoint/2010/main" val="6551084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SUBS Rd, R1, R2: performs subtraction </a:t>
                </a:r>
                <a14:m>
                  <m:oMath xmlns:m="http://schemas.openxmlformats.org/officeDocument/2006/math">
                    <m:r>
                      <a:rPr lang="en-US" i="1">
                        <a:latin typeface="Cambria Math" panose="02040503050406030204" pitchFamily="18" charset="0"/>
                      </a:rPr>
                      <m:t>𝑅𝑛</m:t>
                    </m:r>
                    <m:r>
                      <a:rPr lang="en-US" b="0" i="0" smtClean="0">
                        <a:latin typeface="Cambria Math" panose="02040503050406030204" pitchFamily="18" charset="0"/>
                      </a:rPr>
                      <m:t> − </m:t>
                    </m:r>
                    <m:r>
                      <a:rPr lang="en-US" i="1">
                        <a:latin typeface="Cambria Math" panose="02040503050406030204" pitchFamily="18" charset="0"/>
                      </a:rPr>
                      <m:t>𝑂𝑝</m:t>
                    </m:r>
                    <m:r>
                      <a:rPr lang="en-US">
                        <a:latin typeface="Cambria Math" panose="02040503050406030204" pitchFamily="18" charset="0"/>
                      </a:rPr>
                      <m:t>2</m:t>
                    </m:r>
                  </m:oMath>
                </a14:m>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R1, R2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R1, R2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R2 from R1.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R2 to R1.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SUBS Rd, Rn, Op2: performs subtraction </a:t>
                </a:r>
                <a:r>
                  <a:rPr lang="en-US" i="0">
                    <a:latin typeface="Cambria Math" panose="02040503050406030204" pitchFamily="18" charset="0"/>
                  </a:rPr>
                  <a:t>𝑅𝑛</a:t>
                </a:r>
                <a:r>
                  <a:rPr lang="en-US" b="0" i="0">
                    <a:latin typeface="Cambria Math" panose="02040503050406030204" pitchFamily="18" charset="0"/>
                  </a:rPr>
                  <a:t> − </a:t>
                </a:r>
                <a:r>
                  <a:rPr lang="en-US" i="0">
                    <a:latin typeface="Cambria Math" panose="02040503050406030204" pitchFamily="18" charset="0"/>
                  </a:rPr>
                  <a:t>𝑂𝑝2</a:t>
                </a:r>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442449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Note: RSB = Reverse </a:t>
            </a:r>
            <a:r>
              <a:rPr lang="en-US" sz="1200" i="1" dirty="0" err="1"/>
              <a:t>SuBtract</a:t>
            </a:r>
            <a:endParaRPr lang="en-US" sz="1200" i="1"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2445778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000" dirty="0"/>
                  <a:t>It </a:t>
                </a:r>
                <a:r>
                  <a:rPr lang="en-US" dirty="0"/>
                  <a:t>computes logical operation </a:t>
                </a:r>
                <a14:m>
                  <m:oMath xmlns:m="http://schemas.openxmlformats.org/officeDocument/2006/math">
                    <m:r>
                      <a:rPr lang="en-US" i="1">
                        <a:latin typeface="Cambria Math" panose="02040503050406030204" pitchFamily="18" charset="0"/>
                      </a:rPr>
                      <m:t>𝑅𝑑</m:t>
                    </m:r>
                    <m:r>
                      <a:rPr lang="en-US">
                        <a:latin typeface="Cambria Math" panose="02040503050406030204" pitchFamily="18" charset="0"/>
                      </a:rPr>
                      <m:t>⊕</m:t>
                    </m:r>
                    <m:r>
                      <a:rPr lang="en-US" i="1">
                        <a:latin typeface="Cambria Math" panose="02040503050406030204" pitchFamily="18" charset="0"/>
                      </a:rPr>
                      <m:t>𝑂𝑝</m:t>
                    </m:r>
                  </m:oMath>
                </a14:m>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14:m>
                  <m:oMath xmlns:m="http://schemas.openxmlformats.org/officeDocument/2006/math">
                    <m:r>
                      <a:rPr lang="en-US" sz="1200" i="1">
                        <a:latin typeface="Cambria Math" panose="02040503050406030204" pitchFamily="18" charset="0"/>
                      </a:rPr>
                      <m:t>𝑅𝑛</m:t>
                    </m:r>
                    <m:r>
                      <m:rPr>
                        <m:nor/>
                      </m:rPr>
                      <a:rPr lang="en-US" sz="1200" b="0" i="0" smtClean="0">
                        <a:latin typeface="Cambria Math" panose="02040503050406030204" pitchFamily="18" charset="0"/>
                      </a:rPr>
                      <m:t> </m:t>
                    </m:r>
                    <m:r>
                      <m:rPr>
                        <m:nor/>
                      </m:rPr>
                      <a:rPr lang="en-US"/>
                      <m:t>∧</m:t>
                    </m:r>
                    <m:r>
                      <m:rPr>
                        <m:nor/>
                      </m:rPr>
                      <a:rPr lang="en-US" b="0" i="0" smtClean="0"/>
                      <m:t> </m:t>
                    </m:r>
                    <m:r>
                      <a:rPr lang="en-US" sz="1200" i="1">
                        <a:latin typeface="Cambria Math" panose="02040503050406030204" pitchFamily="18" charset="0"/>
                      </a:rPr>
                      <m:t>𝑂𝑝𝑒𝑟𝑎𝑛𝑑</m:t>
                    </m:r>
                    <m:r>
                      <a:rPr lang="en-US" sz="1200" i="1">
                        <a:latin typeface="Cambria Math" panose="02040503050406030204" pitchFamily="18" charset="0"/>
                      </a:rPr>
                      <m:t>2</m:t>
                    </m:r>
                  </m:oMath>
                </a14:m>
                <a:r>
                  <a:rPr lang="en-US" sz="1200" dirty="0"/>
                  <a:t> is 0x0, then R1 and R2 are equal, Z is set to 1; otherwise Z is cleared.</a:t>
                </a:r>
                <a:endParaRPr lang="en-US" sz="1050" dirty="0"/>
              </a:p>
              <a:p>
                <a:endParaRPr lang="en-US" dirty="0"/>
              </a:p>
            </p:txBody>
          </p:sp>
        </mc:Choice>
        <mc:Fallback xmlns="">
          <p:sp>
            <p:nvSpPr>
              <p:cNvPr id="3" name="Notes Placeholder 2"/>
              <p:cNvSpPr>
                <a:spLocks noGrp="1"/>
              </p:cNvSpPr>
              <p:nvPr>
                <p:ph type="body" idx="1"/>
              </p:nvPr>
            </p:nvSpPr>
            <p:spPr/>
            <p:txBody>
              <a:bodyPr/>
              <a:lstStyle/>
              <a:p>
                <a:r>
                  <a:rPr lang="en-US" sz="1000" dirty="0"/>
                  <a:t>It </a:t>
                </a:r>
                <a:r>
                  <a:rPr lang="en-US" dirty="0"/>
                  <a:t>computes logical operation </a:t>
                </a:r>
                <a:r>
                  <a:rPr lang="en-US" i="0">
                    <a:latin typeface="Cambria Math" panose="02040503050406030204" pitchFamily="18" charset="0"/>
                  </a:rPr>
                  <a:t>𝑅𝑑⊕𝑂𝑝</a:t>
                </a:r>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r>
                  <a:rPr lang="en-US" sz="1200" i="0">
                    <a:latin typeface="Cambria Math" panose="02040503050406030204" pitchFamily="18" charset="0"/>
                  </a:rPr>
                  <a:t>𝑅𝑛</a:t>
                </a:r>
                <a:r>
                  <a:rPr lang="en-US" sz="1200" b="0" i="0">
                    <a:latin typeface="Cambria Math" panose="02040503050406030204" pitchFamily="18" charset="0"/>
                  </a:rPr>
                  <a:t>" </a:t>
                </a:r>
                <a:r>
                  <a:rPr lang="en-US" i="0">
                    <a:latin typeface="Cambria Math" panose="02040503050406030204" pitchFamily="18" charset="0"/>
                  </a:rPr>
                  <a:t>∧</a:t>
                </a:r>
                <a:r>
                  <a:rPr lang="en-US" b="0" i="0">
                    <a:latin typeface="Cambria Math" panose="02040503050406030204" pitchFamily="18" charset="0"/>
                  </a:rPr>
                  <a:t> </a:t>
                </a:r>
                <a:r>
                  <a:rPr lang="en-US" sz="1200" b="0" i="0">
                    <a:latin typeface="Cambria Math" panose="02040503050406030204" pitchFamily="18" charset="0"/>
                  </a:rPr>
                  <a:t>" </a:t>
                </a:r>
                <a:r>
                  <a:rPr lang="en-US" sz="1200" i="0">
                    <a:latin typeface="Cambria Math" panose="02040503050406030204" pitchFamily="18" charset="0"/>
                  </a:rPr>
                  <a:t>𝑂𝑝𝑒𝑟𝑎𝑛𝑑2</a:t>
                </a:r>
                <a:r>
                  <a:rPr lang="en-US" sz="1200" dirty="0"/>
                  <a:t> is 0x0, then Rn and Op2 are equal, Z is set to 1; otherwise Z is cleared.</a:t>
                </a:r>
                <a:endParaRPr lang="en-US" sz="1050"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32021910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813913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13</a:t>
            </a:fld>
            <a:endParaRPr lang="en-US"/>
          </a:p>
        </p:txBody>
      </p:sp>
    </p:spTree>
    <p:extLst>
      <p:ext uri="{BB962C8B-B14F-4D97-AF65-F5344CB8AC3E}">
        <p14:creationId xmlns:p14="http://schemas.microsoft.com/office/powerpoint/2010/main" val="25099214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A59-11A5-244C-D733-140E7C95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D06E9-2B83-0692-3BBB-EC9E9303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40EBF-8B82-4DE4-C9B7-6661BDB47D45}"/>
              </a:ext>
            </a:extLst>
          </p:cNvPr>
          <p:cNvSpPr>
            <a:spLocks noGrp="1"/>
          </p:cNvSpPr>
          <p:nvPr>
            <p:ph type="body" idx="1"/>
          </p:nvPr>
        </p:nvSpPr>
        <p:spPr/>
        <p:txBody>
          <a:bodyPr/>
          <a:lstStyle/>
          <a:p>
            <a:r>
              <a:rPr lang="en-US" dirty="0"/>
              <a:t>In the CPSR (Current Program Status Register) of ARM processors, the N and V flags are status flags used to reflect the result of operations:</a:t>
            </a:r>
          </a:p>
          <a:p>
            <a:r>
              <a:rPr lang="en-US" b="1" dirty="0"/>
              <a:t>N flag (Negative flag):</a:t>
            </a:r>
            <a:br>
              <a:rPr lang="en-US" dirty="0"/>
            </a:br>
            <a:r>
              <a:rPr lang="en-US" dirty="0"/>
              <a:t>This flag is set to 1 if the result of an operation is negative when interpreted as a signed number. In practice, it is set to the most significant bit (bit 31) of the result. If this bit is 1, the number is negative in two's complement representation. Otherwise, it is 0.</a:t>
            </a:r>
            <a:r>
              <a:rPr lang="en-US" dirty="0">
                <a:hlinkClick r:id="rId3"/>
              </a:rPr>
              <a:t>sciencedirect+1</a:t>
            </a:r>
            <a:r>
              <a:rPr lang="en-US" dirty="0"/>
              <a:t>youtube</a:t>
            </a:r>
          </a:p>
          <a:p>
            <a:r>
              <a:rPr lang="en-US" b="1" dirty="0"/>
              <a:t>V flag (Overflow flag):</a:t>
            </a:r>
            <a:br>
              <a:rPr lang="en-US" dirty="0"/>
            </a:br>
            <a:r>
              <a:rPr lang="en-US" dirty="0"/>
              <a:t>This flag is set to 1 if a signed overflow has occurred in the operation—meaning the signed result does not fit in the number of bits allowed. For example, adding two large positive signed integers that produce a negative result sets V. Likewise, subtracting a large negative from a large positive can also set V. It indicates that the sign bit has been corrupted due to overflow. If no overflow occurs, V is cleared to 0.</a:t>
            </a:r>
            <a:r>
              <a:rPr lang="en-US" dirty="0">
                <a:hlinkClick r:id="rId4"/>
              </a:rPr>
              <a:t>arm</a:t>
            </a:r>
            <a:r>
              <a:rPr lang="en-US" dirty="0"/>
              <a:t>youtube</a:t>
            </a:r>
          </a:p>
          <a:p>
            <a:r>
              <a:rPr lang="en-US" dirty="0"/>
              <a:t>Together, N and V help the processor and programmers detect and handle signed arithmetic conditions like overflow and sign changes, which are critical for signed condition codes and branching decisions.</a:t>
            </a:r>
          </a:p>
          <a:p>
            <a:r>
              <a:rPr lang="en-US" dirty="0">
                <a:hlinkClick r:id="rId5"/>
              </a:rPr>
              <a:t>https://arm-software.github.io/CMSIS_5/Core_A/html/group__CMSIS__CPSR.html</a:t>
            </a:r>
            <a:endParaRPr lang="en-US" dirty="0"/>
          </a:p>
          <a:p>
            <a:r>
              <a:rPr lang="en-US" dirty="0">
                <a:hlinkClick r:id="rId3"/>
              </a:rPr>
              <a:t>https://www.sciencedirect.com/topics/computer-science/current-program-status-register</a:t>
            </a:r>
            <a:endParaRPr lang="en-US" dirty="0"/>
          </a:p>
          <a:p>
            <a:r>
              <a:rPr lang="en-US" dirty="0">
                <a:hlinkClick r:id="rId6"/>
              </a:rPr>
              <a:t>https://developer.arm.com/documentation/ddi0406/b/System-Level-Architecture/The-System-Level-Programmers--Model/ARM-processor-modes-and-core-registers/Program-Status-Registers--PSRs-</a:t>
            </a:r>
            <a:endParaRPr lang="en-US" dirty="0"/>
          </a:p>
          <a:p>
            <a:r>
              <a:rPr lang="en-US" dirty="0">
                <a:hlinkClick r:id="rId4"/>
              </a:rPr>
              <a:t>https://community.arm.com/arm-community-blogs/b/architectures-and-processors-blog/posts/condition-codes-1-condition-flags-and-codes</a:t>
            </a:r>
            <a:endParaRPr lang="en-US" dirty="0"/>
          </a:p>
          <a:p>
            <a:r>
              <a:rPr lang="en-US" dirty="0">
                <a:hlinkClick r:id="rId7"/>
              </a:rPr>
              <a:t>https://goiabada.github.io/docs/sections/arm-cpu/flags.html</a:t>
            </a:r>
            <a:endParaRPr lang="en-US" dirty="0"/>
          </a:p>
          <a:p>
            <a:r>
              <a:rPr lang="en-US" dirty="0">
                <a:hlinkClick r:id="rId8"/>
              </a:rPr>
              <a:t>https://heyrick.eu/assembler/psr.html</a:t>
            </a:r>
            <a:endParaRPr lang="en-US" dirty="0"/>
          </a:p>
          <a:p>
            <a:r>
              <a:rPr lang="en-US" dirty="0">
                <a:hlinkClick r:id="rId9"/>
              </a:rPr>
              <a:t>https://users.ece.utexas.edu/~valvano/EE345M/Arm_EE382N_4.pdf</a:t>
            </a:r>
            <a:endParaRPr lang="en-US" dirty="0"/>
          </a:p>
          <a:p>
            <a:r>
              <a:rPr lang="en-US" dirty="0">
                <a:hlinkClick r:id="rId10"/>
              </a:rPr>
              <a:t>https://www.youtube.com/watch?v=28MMaELXRZ0</a:t>
            </a:r>
            <a:endParaRPr lang="en-US" dirty="0"/>
          </a:p>
          <a:p>
            <a:r>
              <a:rPr lang="en-US" dirty="0">
                <a:hlinkClick r:id="rId11"/>
              </a:rPr>
              <a:t>https://azeria-labs.com/arm-conditional-execution-and-branching-part-6/</a:t>
            </a:r>
            <a:endParaRPr lang="en-US" dirty="0"/>
          </a:p>
          <a:p>
            <a:r>
              <a:rPr lang="en-US" dirty="0">
                <a:hlinkClick r:id="rId12"/>
              </a:rPr>
              <a:t>https://ece.eng.wayne.edu/~smahmud/ECECourses/ECE5620/Manuals/ARM_InstructionSet.pdf</a:t>
            </a:r>
            <a:endParaRPr lang="en-US" dirty="0"/>
          </a:p>
          <a:p>
            <a:endParaRPr lang="en-US" dirty="0"/>
          </a:p>
        </p:txBody>
      </p:sp>
      <p:sp>
        <p:nvSpPr>
          <p:cNvPr id="4" name="Slide Number Placeholder 3">
            <a:extLst>
              <a:ext uri="{FF2B5EF4-FFF2-40B4-BE49-F238E27FC236}">
                <a16:creationId xmlns:a16="http://schemas.microsoft.com/office/drawing/2014/main" id="{DC012530-C6C2-F43E-572A-B12A65EEFE8F}"/>
              </a:ext>
            </a:extLst>
          </p:cNvPr>
          <p:cNvSpPr>
            <a:spLocks noGrp="1"/>
          </p:cNvSpPr>
          <p:nvPr>
            <p:ph type="sldNum" sz="quarter" idx="5"/>
          </p:nvPr>
        </p:nvSpPr>
        <p:spPr/>
        <p:txBody>
          <a:bodyPr/>
          <a:lstStyle/>
          <a:p>
            <a:fld id="{2D71AD5F-E36F-46B9-A99B-7B025244359D}" type="slidenum">
              <a:rPr lang="en-US" smtClean="0"/>
              <a:pPr/>
              <a:t>15</a:t>
            </a:fld>
            <a:endParaRPr lang="en-US"/>
          </a:p>
        </p:txBody>
      </p:sp>
    </p:spTree>
    <p:extLst>
      <p:ext uri="{BB962C8B-B14F-4D97-AF65-F5344CB8AC3E}">
        <p14:creationId xmlns:p14="http://schemas.microsoft.com/office/powerpoint/2010/main" val="109803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None/>
            </a:pPr>
            <a:r>
              <a:rPr lang="en-US" b="1" i="0" dirty="0">
                <a:effectLst/>
                <a:latin typeface="var(--font-fk-grotesk)"/>
              </a:rPr>
              <a:t>Key Condition Codes:</a:t>
            </a:r>
          </a:p>
          <a:p>
            <a:pPr algn="l">
              <a:buFont typeface="Arial" panose="020B0604020202020204" pitchFamily="34" charset="0"/>
              <a:buChar char="•"/>
            </a:pPr>
            <a:r>
              <a:rPr lang="en-US" b="1" i="0" dirty="0">
                <a:effectLst/>
                <a:latin typeface="fkGroteskNeue"/>
              </a:rPr>
              <a:t>EQ/NE</a:t>
            </a:r>
            <a:r>
              <a:rPr lang="en-US" b="0" i="0" dirty="0">
                <a:effectLst/>
                <a:latin typeface="fkGroteskNeue"/>
              </a:rPr>
              <a:t>: Z=1 / Z=0 (Equal/Not Equal)</a:t>
            </a:r>
          </a:p>
          <a:p>
            <a:pPr algn="l">
              <a:buFont typeface="Arial" panose="020B0604020202020204" pitchFamily="34" charset="0"/>
              <a:buChar char="•"/>
            </a:pPr>
            <a:r>
              <a:rPr lang="en-US" b="1" i="0" dirty="0">
                <a:effectLst/>
                <a:latin typeface="fkGroteskNeue"/>
              </a:rPr>
              <a:t>LT/GE</a:t>
            </a:r>
            <a:r>
              <a:rPr lang="en-US" b="0" i="0" dirty="0">
                <a:effectLst/>
                <a:latin typeface="fkGroteskNeue"/>
              </a:rPr>
              <a:t>: N≠V / N=V (Signed Less Than/Greater Equal)</a:t>
            </a:r>
          </a:p>
          <a:p>
            <a:pPr algn="l">
              <a:buFont typeface="Arial" panose="020B0604020202020204" pitchFamily="34" charset="0"/>
              <a:buChar char="•"/>
            </a:pPr>
            <a:r>
              <a:rPr lang="en-US" b="1" i="0" dirty="0">
                <a:effectLst/>
                <a:latin typeface="fkGroteskNeue"/>
              </a:rPr>
              <a:t>GT/LE</a:t>
            </a:r>
            <a:r>
              <a:rPr lang="en-US" b="0" i="0" dirty="0">
                <a:effectLst/>
                <a:latin typeface="fkGroteskNeue"/>
              </a:rPr>
              <a:t>: Z=0 &amp; N=V / Z=1 or N≠V (Signed Greater/Less Equal)</a:t>
            </a:r>
          </a:p>
          <a:p>
            <a:pPr algn="l">
              <a:buFont typeface="Arial" panose="020B0604020202020204" pitchFamily="34" charset="0"/>
              <a:buChar char="•"/>
            </a:pPr>
            <a:r>
              <a:rPr lang="en-US" b="1" i="0" dirty="0">
                <a:effectLst/>
                <a:latin typeface="fkGroteskNeue"/>
              </a:rPr>
              <a:t>LO/HS</a:t>
            </a:r>
            <a:r>
              <a:rPr lang="en-US" b="0" i="0" dirty="0">
                <a:effectLst/>
                <a:latin typeface="fkGroteskNeue"/>
              </a:rPr>
              <a:t>: C=0 / C=1 (Unsigned Lower/Higher Same)</a:t>
            </a:r>
          </a:p>
          <a:p>
            <a:pPr algn="l">
              <a:buFont typeface="Arial" panose="020B0604020202020204" pitchFamily="34" charset="0"/>
              <a:buChar char="•"/>
            </a:pPr>
            <a:r>
              <a:rPr lang="en-US" b="1" i="0" dirty="0">
                <a:effectLst/>
                <a:latin typeface="fkGroteskNeue"/>
              </a:rPr>
              <a:t>HI/LS</a:t>
            </a:r>
            <a:r>
              <a:rPr lang="en-US" b="0" i="0" dirty="0">
                <a:effectLst/>
                <a:latin typeface="fkGroteskNeue"/>
              </a:rPr>
              <a:t>: C=1 &amp; Z=0 / C=0 or Z=1 (Unsigned Higher/Lower Same)</a:t>
            </a:r>
          </a:p>
          <a:p>
            <a:pPr algn="l">
              <a:buNone/>
            </a:pPr>
            <a:r>
              <a:rPr lang="en-US" b="1" i="0" dirty="0">
                <a:effectLst/>
                <a:latin typeface="var(--font-fk-grotesk)"/>
              </a:rPr>
              <a:t>Flag Setting Instructions:</a:t>
            </a:r>
          </a:p>
          <a:p>
            <a:pPr algn="l">
              <a:buFont typeface="Arial" panose="020B0604020202020204" pitchFamily="34" charset="0"/>
              <a:buChar char="•"/>
            </a:pPr>
            <a:r>
              <a:rPr lang="en-US" b="1" i="0" dirty="0">
                <a:effectLst/>
                <a:latin typeface="fkGroteskNeue"/>
              </a:rPr>
              <a:t>CMP</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TST</a:t>
            </a:r>
            <a:r>
              <a:rPr lang="en-US" b="0" i="0" dirty="0">
                <a:effectLst/>
                <a:latin typeface="fkGroteskNeue"/>
              </a:rPr>
              <a:t>: R1 &amp; R2 (result discarded)</a:t>
            </a:r>
          </a:p>
          <a:p>
            <a:pPr algn="l">
              <a:buFont typeface="Arial" panose="020B0604020202020204" pitchFamily="34" charset="0"/>
              <a:buChar char="•"/>
            </a:pPr>
            <a:r>
              <a:rPr lang="en-US" b="1" i="0" dirty="0">
                <a:effectLst/>
                <a:latin typeface="fkGroteskNeue"/>
              </a:rPr>
              <a:t>TEQ</a:t>
            </a:r>
            <a:r>
              <a:rPr lang="en-US" b="0" i="0" dirty="0">
                <a:effectLst/>
                <a:latin typeface="fkGroteskNeue"/>
              </a:rPr>
              <a:t>: R1 ⊕ R2 (result discarded)</a:t>
            </a:r>
          </a:p>
          <a:p>
            <a:pPr algn="l">
              <a:buFont typeface="Arial" panose="020B0604020202020204" pitchFamily="34" charset="0"/>
              <a:buChar char="•"/>
            </a:pPr>
            <a:r>
              <a:rPr lang="en-US" b="1" i="0" dirty="0">
                <a:effectLst/>
                <a:latin typeface="fkGroteskNeue"/>
              </a:rPr>
              <a:t>CMN</a:t>
            </a:r>
            <a:r>
              <a:rPr lang="en-US" b="0" i="0" dirty="0">
                <a:effectLst/>
                <a:latin typeface="fkGroteskNeue"/>
              </a:rPr>
              <a:t>: R1 + R2 (result discarded)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18</a:t>
            </a:fld>
            <a:endParaRPr lang="en-US"/>
          </a:p>
        </p:txBody>
      </p:sp>
    </p:spTree>
    <p:extLst>
      <p:ext uri="{BB962C8B-B14F-4D97-AF65-F5344CB8AC3E}">
        <p14:creationId xmlns:p14="http://schemas.microsoft.com/office/powerpoint/2010/main" val="40378410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latin typeface="Consolas" panose="020B0609020204030204" pitchFamily="49" charset="0"/>
                <a:cs typeface="Consolas" panose="020B0609020204030204" pitchFamily="49" charset="0"/>
              </a:rPr>
              <a:t> 	MOV r0, #0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latin typeface="Consolas" panose="020B0609020204030204" pitchFamily="49" charset="0"/>
                <a:cs typeface="Consolas" panose="020B0609020204030204" pitchFamily="49" charset="0"/>
              </a:rPr>
              <a:t>      	MOV r1, #0  </a:t>
            </a:r>
            <a:r>
              <a:rPr lang="pt-BR" dirty="0">
                <a:solidFill>
                  <a:schemeClr val="bg1">
                    <a:lumMod val="65000"/>
                  </a:schemeClr>
                </a:solidFill>
                <a:latin typeface="Consolas" panose="020B0609020204030204" pitchFamily="49" charset="0"/>
                <a:cs typeface="Consolas" panose="020B0609020204030204" pitchFamily="49" charset="0"/>
              </a:rPr>
              <a:t>; sum</a:t>
            </a:r>
          </a:p>
          <a:p>
            <a:endParaRPr lang="pt-BR" dirty="0">
              <a:latin typeface="Consolas" panose="020B0609020204030204" pitchFamily="49" charset="0"/>
              <a:cs typeface="Consolas" panose="020B0609020204030204" pitchFamily="49" charset="0"/>
            </a:endParaRPr>
          </a:p>
          <a:p>
            <a:r>
              <a:rPr lang="pt-BR" dirty="0">
                <a:solidFill>
                  <a:srgbClr val="FF0000"/>
                </a:solidFill>
                <a:latin typeface="Consolas" panose="020B0609020204030204" pitchFamily="49" charset="0"/>
                <a:cs typeface="Consolas" panose="020B0609020204030204" pitchFamily="49" charset="0"/>
              </a:rPr>
              <a:t>loop</a:t>
            </a:r>
            <a:r>
              <a:rPr lang="pt-BR" dirty="0">
                <a:latin typeface="Consolas" panose="020B0609020204030204" pitchFamily="49" charset="0"/>
                <a:cs typeface="Consolas" panose="020B0609020204030204" pitchFamily="49" charset="0"/>
              </a:rPr>
              <a:t>  	CMP r0, #10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check whether i &lt; 10</a:t>
            </a:r>
          </a:p>
          <a:p>
            <a:r>
              <a:rPr lang="pt-BR" dirty="0">
                <a:solidFill>
                  <a:srgbClr val="FF0000"/>
                </a:solidFill>
                <a:latin typeface="Consolas" panose="020B0609020204030204" pitchFamily="49" charset="0"/>
                <a:cs typeface="Consolas" panose="020B0609020204030204" pitchFamily="49" charset="0"/>
              </a:rPr>
              <a:t>      	BGE endloop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skip if ≥</a:t>
            </a:r>
          </a:p>
          <a:p>
            <a:r>
              <a:rPr lang="pt-BR" dirty="0">
                <a:latin typeface="Consolas" panose="020B0609020204030204" pitchFamily="49" charset="0"/>
                <a:cs typeface="Consolas" panose="020B0609020204030204" pitchFamily="49" charset="0"/>
              </a:rPr>
              <a:t>      	ADD r1, r1, r0  </a:t>
            </a:r>
            <a:r>
              <a:rPr lang="pt-BR" dirty="0">
                <a:solidFill>
                  <a:schemeClr val="bg1">
                    <a:lumMod val="65000"/>
                  </a:schemeClr>
                </a:solidFill>
                <a:latin typeface="Consolas" panose="020B0609020204030204" pitchFamily="49" charset="0"/>
                <a:cs typeface="Consolas" panose="020B0609020204030204" pitchFamily="49" charset="0"/>
              </a:rPr>
              <a:t>; sum += i</a:t>
            </a:r>
          </a:p>
          <a:p>
            <a:r>
              <a:rPr lang="pt-BR" dirty="0">
                <a:latin typeface="Consolas" panose="020B0609020204030204" pitchFamily="49" charset="0"/>
                <a:cs typeface="Consolas" panose="020B0609020204030204" pitchFamily="49" charset="0"/>
              </a:rPr>
              <a:t>      	ADD r0, r0, #1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solidFill>
                  <a:srgbClr val="FF0000"/>
                </a:solidFill>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endloop</a:t>
            </a:r>
            <a:endParaRPr lang="en-US" dirty="0">
              <a:latin typeface="Consolas" panose="020B0609020204030204" pitchFamily="49" charset="0"/>
              <a:cs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22</a:t>
            </a:fld>
            <a:endParaRPr lang="en-US"/>
          </a:p>
        </p:txBody>
      </p:sp>
    </p:spTree>
    <p:extLst>
      <p:ext uri="{BB962C8B-B14F-4D97-AF65-F5344CB8AC3E}">
        <p14:creationId xmlns:p14="http://schemas.microsoft.com/office/powerpoint/2010/main" val="3161737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0398530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C00000"/>
                </a:solidFill>
              </a:rPr>
              <a:t>You do not need to write IT instructions in your code. </a:t>
            </a:r>
          </a:p>
          <a:p>
            <a:endParaRPr lang="en-US" sz="1200" dirty="0">
              <a:solidFill>
                <a:srgbClr val="C00000"/>
              </a:solidFill>
            </a:endParaRPr>
          </a:p>
          <a:p>
            <a:r>
              <a:rPr lang="en-US" sz="1200" dirty="0">
                <a:solidFill>
                  <a:srgbClr val="C00000"/>
                </a:solidFill>
              </a:rPr>
              <a:t>The assembler generates them for you automatically according to the conditions specified.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37</a:t>
            </a:fld>
            <a:endParaRPr lang="en-US"/>
          </a:p>
        </p:txBody>
      </p:sp>
    </p:spTree>
    <p:extLst>
      <p:ext uri="{BB962C8B-B14F-4D97-AF65-F5344CB8AC3E}">
        <p14:creationId xmlns:p14="http://schemas.microsoft.com/office/powerpoint/2010/main" val="41025246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4256082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10/10/2025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10/10/2025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10/10/2025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10/10/2025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10/10/2025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10/10/2025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10/10/2025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10/10/2025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10/10/2025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10/10/2025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10/10/2025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fld id="{F4EA606C-8FDC-48DF-B809-A9223E8539C3}" type="datetime1">
              <a:rPr lang="en-US" smtClean="0"/>
              <a:pPr>
                <a:defRPr/>
              </a:pPr>
              <a:t>10/10/2025</a:t>
            </a:fld>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1858514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10/10/2025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www.youtube.com/watch?v=9hlxG8L5-G4&amp;list=PLRJhV4hUhIymmp5CCeIFPyxbknsdcXCc8&amp;index=28" TargetMode="External"/><Relationship Id="rId2" Type="http://schemas.openxmlformats.org/officeDocument/2006/relationships/hyperlink" Target="https://www.youtube.com/watch?v=_QKD7f1cmRI&amp;list=PLRJhV4hUhIymmp5CCeIFPyxbknsdcXCc8&amp;index=2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70F042E-8630-4D89-B007-79A5D5D66790}" type="slidenum">
              <a:rPr lang="en-US" altLang="zh-TW"/>
              <a:pPr/>
              <a:t>1</a:t>
            </a:fld>
            <a:endParaRPr lang="en-US" altLang="zh-TW"/>
          </a:p>
        </p:txBody>
      </p:sp>
      <p:sp>
        <p:nvSpPr>
          <p:cNvPr id="787458" name="Rectangle 2"/>
          <p:cNvSpPr>
            <a:spLocks noGrp="1" noChangeArrowheads="1"/>
          </p:cNvSpPr>
          <p:nvPr>
            <p:ph type="title"/>
          </p:nvPr>
        </p:nvSpPr>
        <p:spPr/>
        <p:txBody>
          <a:bodyPr/>
          <a:lstStyle/>
          <a:p>
            <a:r>
              <a:rPr lang="en-US" dirty="0"/>
              <a:t>Three Control Structures</a:t>
            </a:r>
            <a:endParaRPr lang="zh-TW" altLang="en-US" dirty="0"/>
          </a:p>
        </p:txBody>
      </p:sp>
      <p:sp>
        <p:nvSpPr>
          <p:cNvPr id="787459" name="Rectangle 3"/>
          <p:cNvSpPr>
            <a:spLocks noGrp="1" noChangeArrowheads="1"/>
          </p:cNvSpPr>
          <p:nvPr>
            <p:ph type="body" idx="1"/>
          </p:nvPr>
        </p:nvSpPr>
        <p:spPr/>
        <p:txBody>
          <a:bodyPr>
            <a:normAutofit/>
          </a:bodyPr>
          <a:lstStyle/>
          <a:p>
            <a:r>
              <a:rPr lang="en-US" sz="1800" dirty="0"/>
              <a:t>Sequence Structure</a:t>
            </a:r>
          </a:p>
          <a:p>
            <a:pPr lvl="1"/>
            <a:r>
              <a:rPr lang="en-US" sz="1600" dirty="0"/>
              <a:t>Computer executes statements (instructions), one after another, in the order listed in the program</a:t>
            </a:r>
          </a:p>
          <a:p>
            <a:pPr>
              <a:lnSpc>
                <a:spcPct val="90000"/>
              </a:lnSpc>
            </a:pPr>
            <a:r>
              <a:rPr lang="en-US" altLang="zh-TW" sz="1800" b="1" dirty="0">
                <a:latin typeface="Courier New"/>
                <a:cs typeface="Courier New"/>
              </a:rPr>
              <a:t>Selection Structure</a:t>
            </a:r>
          </a:p>
          <a:p>
            <a:pPr lvl="1">
              <a:lnSpc>
                <a:spcPct val="90000"/>
              </a:lnSpc>
            </a:pPr>
            <a:r>
              <a:rPr lang="en-US" altLang="zh-TW" sz="1600" b="1" dirty="0">
                <a:latin typeface="Courier New"/>
                <a:cs typeface="Courier New"/>
              </a:rPr>
              <a:t>If-then-else</a:t>
            </a:r>
          </a:p>
          <a:p>
            <a:pPr>
              <a:lnSpc>
                <a:spcPct val="90000"/>
              </a:lnSpc>
            </a:pPr>
            <a:r>
              <a:rPr lang="en-US" altLang="zh-TW" sz="1800" b="1" dirty="0">
                <a:latin typeface="Courier New" pitchFamily="49" charset="0"/>
              </a:rPr>
              <a:t>Loop Structure</a:t>
            </a:r>
          </a:p>
          <a:p>
            <a:pPr lvl="1">
              <a:lnSpc>
                <a:spcPct val="90000"/>
              </a:lnSpc>
            </a:pPr>
            <a:r>
              <a:rPr lang="en-US" altLang="zh-TW" sz="1600" b="1" dirty="0">
                <a:latin typeface="Courier New" pitchFamily="49" charset="0"/>
              </a:rPr>
              <a:t>while loop</a:t>
            </a:r>
          </a:p>
          <a:p>
            <a:pPr lvl="1">
              <a:lnSpc>
                <a:spcPct val="90000"/>
              </a:lnSpc>
            </a:pPr>
            <a:r>
              <a:rPr lang="en-US" altLang="zh-TW" sz="1600" b="1" dirty="0">
                <a:latin typeface="Courier New" pitchFamily="49" charset="0"/>
              </a:rPr>
              <a:t>for </a:t>
            </a:r>
            <a:r>
              <a:rPr lang="en-US" altLang="zh-TW" sz="1800" b="1" dirty="0">
                <a:latin typeface="Courier New" pitchFamily="49" charset="0"/>
              </a:rPr>
              <a:t>loop</a:t>
            </a:r>
            <a:endParaRPr lang="en-US" altLang="zh-TW" sz="1800" dirty="0"/>
          </a:p>
        </p:txBody>
      </p:sp>
      <p:pic>
        <p:nvPicPr>
          <p:cNvPr id="11"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3099329"/>
            <a:ext cx="1600200" cy="26695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TextBox 11"/>
          <p:cNvSpPr txBox="1"/>
          <p:nvPr/>
        </p:nvSpPr>
        <p:spPr>
          <a:xfrm>
            <a:off x="2133600" y="5896958"/>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13" name="Group 12">
            <a:extLst>
              <a:ext uri="{FF2B5EF4-FFF2-40B4-BE49-F238E27FC236}">
                <a16:creationId xmlns:a16="http://schemas.microsoft.com/office/drawing/2014/main" id="{B362000C-983C-524D-87C2-3EDCAF4543B1}"/>
              </a:ext>
            </a:extLst>
          </p:cNvPr>
          <p:cNvGrpSpPr/>
          <p:nvPr/>
        </p:nvGrpSpPr>
        <p:grpSpPr>
          <a:xfrm>
            <a:off x="4759452" y="3210895"/>
            <a:ext cx="3657600" cy="3011381"/>
            <a:chOff x="2362200" y="1752600"/>
            <a:chExt cx="4132390" cy="3714428"/>
          </a:xfrm>
        </p:grpSpPr>
        <p:pic>
          <p:nvPicPr>
            <p:cNvPr id="1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p:nvSpPr>
          <p:spPr>
            <a:xfrm>
              <a:off x="3439086" y="5011470"/>
              <a:ext cx="2235462" cy="455558"/>
            </a:xfrm>
            <a:prstGeom prst="rect">
              <a:avLst/>
            </a:prstGeom>
            <a:noFill/>
          </p:spPr>
          <p:txBody>
            <a:bodyPr wrap="none" rtlCol="0">
              <a:spAutoFit/>
            </a:bodyPr>
            <a:lstStyle/>
            <a:p>
              <a:r>
                <a:rPr lang="en-US" dirty="0">
                  <a:solidFill>
                    <a:srgbClr val="C00000"/>
                  </a:solidFill>
                </a:rPr>
                <a:t>Selection Structure</a:t>
              </a:r>
            </a:p>
          </p:txBody>
        </p:sp>
      </p:grpSp>
      <p:grpSp>
        <p:nvGrpSpPr>
          <p:cNvPr id="16" name="Group 15">
            <a:extLst>
              <a:ext uri="{FF2B5EF4-FFF2-40B4-BE49-F238E27FC236}">
                <a16:creationId xmlns:a16="http://schemas.microsoft.com/office/drawing/2014/main" id="{B2548B9B-63B4-EE41-BB16-A644D9AF1BF9}"/>
              </a:ext>
            </a:extLst>
          </p:cNvPr>
          <p:cNvGrpSpPr/>
          <p:nvPr/>
        </p:nvGrpSpPr>
        <p:grpSpPr>
          <a:xfrm>
            <a:off x="9616640" y="2843013"/>
            <a:ext cx="2133600" cy="3379263"/>
            <a:chOff x="6400800" y="1447800"/>
            <a:chExt cx="2517213" cy="4008753"/>
          </a:xfrm>
        </p:grpSpPr>
        <p:pic>
          <p:nvPicPr>
            <p:cNvPr id="17"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TextBox 17"/>
            <p:cNvSpPr txBox="1"/>
            <p:nvPr/>
          </p:nvSpPr>
          <p:spPr>
            <a:xfrm>
              <a:off x="6853640" y="5018422"/>
              <a:ext cx="1901278" cy="438131"/>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166800616"/>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3075"/>
          <p:cNvSpPr>
            <a:spLocks noGrp="1" noChangeArrowheads="1"/>
          </p:cNvSpPr>
          <p:nvPr>
            <p:ph type="title"/>
          </p:nvPr>
        </p:nvSpPr>
        <p:spPr/>
        <p:txBody>
          <a:bodyPr>
            <a:normAutofit/>
          </a:bodyPr>
          <a:lstStyle/>
          <a:p>
            <a:r>
              <a:rPr lang="en-US" dirty="0"/>
              <a:t>Combined Program Status Registers (</a:t>
            </a:r>
            <a:r>
              <a:rPr lang="en-US" dirty="0" err="1"/>
              <a:t>xPSR</a:t>
            </a:r>
            <a:r>
              <a:rPr lang="en-US" dirty="0"/>
              <a:t>)</a:t>
            </a:r>
          </a:p>
        </p:txBody>
      </p:sp>
      <p:sp>
        <p:nvSpPr>
          <p:cNvPr id="50" name="Slide Number Placeholder 49"/>
          <p:cNvSpPr>
            <a:spLocks noGrp="1"/>
          </p:cNvSpPr>
          <p:nvPr>
            <p:ph type="sldNum" sz="quarter" idx="12"/>
          </p:nvPr>
        </p:nvSpPr>
        <p:spPr/>
        <p:txBody>
          <a:bodyPr/>
          <a:lstStyle/>
          <a:p>
            <a:fld id="{AEE14D4A-FE32-40AF-B06D-E9622816B101}" type="slidenum">
              <a:rPr lang="en-US" smtClean="0"/>
              <a:pPr/>
              <a:t>2</a:t>
            </a:fld>
            <a:endParaRPr lang="en-US"/>
          </a:p>
        </p:txBody>
      </p:sp>
      <p:pic>
        <p:nvPicPr>
          <p:cNvPr id="3" name="Picture 2"/>
          <p:cNvPicPr>
            <a:picLocks noChangeAspect="1"/>
          </p:cNvPicPr>
          <p:nvPr/>
        </p:nvPicPr>
        <p:blipFill>
          <a:blip r:embed="rId3"/>
          <a:stretch>
            <a:fillRect/>
          </a:stretch>
        </p:blipFill>
        <p:spPr>
          <a:xfrm>
            <a:off x="1600201" y="1828800"/>
            <a:ext cx="9035457" cy="2590800"/>
          </a:xfrm>
          <a:prstGeom prst="rect">
            <a:avLst/>
          </a:prstGeom>
        </p:spPr>
      </p:pic>
      <p:sp>
        <p:nvSpPr>
          <p:cNvPr id="2" name="Horizontal Scroll 15">
            <a:extLst>
              <a:ext uri="{FF2B5EF4-FFF2-40B4-BE49-F238E27FC236}">
                <a16:creationId xmlns:a16="http://schemas.microsoft.com/office/drawing/2014/main" id="{83E562FA-F0A6-5842-2638-B80BBF6217CC}"/>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774725071"/>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p:cNvSpPr>
            <a:spLocks noGrp="1"/>
          </p:cNvSpPr>
          <p:nvPr>
            <p:ph sz="quarter" idx="1"/>
          </p:nvPr>
        </p:nvSpPr>
        <p:spPr>
          <a:xfrm>
            <a:off x="609600" y="2377588"/>
            <a:ext cx="8229600" cy="3718560"/>
          </a:xfrm>
        </p:spPr>
        <p:txBody>
          <a:bodyPr>
            <a:noAutofit/>
          </a:bodyPr>
          <a:lstStyle/>
          <a:p>
            <a:r>
              <a:rPr lang="en-US" sz="1600" b="1" dirty="0"/>
              <a:t>Negative</a:t>
            </a:r>
            <a:r>
              <a:rPr lang="en-US" sz="1600" dirty="0"/>
              <a:t> bit</a:t>
            </a:r>
          </a:p>
          <a:p>
            <a:pPr lvl="1"/>
            <a:r>
              <a:rPr lang="en-US" sz="1600" dirty="0">
                <a:latin typeface="Consolas" panose="020B0609020204030204" pitchFamily="49" charset="0"/>
                <a:cs typeface="Consolas" panose="020B0609020204030204" pitchFamily="49" charset="0"/>
              </a:rPr>
              <a:t>N = 1 </a:t>
            </a:r>
            <a:r>
              <a:rPr lang="en-US" sz="1600" dirty="0"/>
              <a:t>if most significant bit of result is </a:t>
            </a:r>
            <a:r>
              <a:rPr lang="en-US" sz="1600" dirty="0">
                <a:latin typeface="Consolas" panose="020B0609020204030204" pitchFamily="49" charset="0"/>
                <a:cs typeface="Consolas" panose="020B0609020204030204" pitchFamily="49" charset="0"/>
              </a:rPr>
              <a:t>1</a:t>
            </a:r>
          </a:p>
          <a:p>
            <a:r>
              <a:rPr lang="en-US" sz="1600" b="1" dirty="0"/>
              <a:t>Zero</a:t>
            </a:r>
            <a:r>
              <a:rPr lang="en-US" sz="1600" dirty="0"/>
              <a:t> bit</a:t>
            </a:r>
          </a:p>
          <a:p>
            <a:pPr lvl="1"/>
            <a:r>
              <a:rPr lang="en-US" sz="1600" dirty="0">
                <a:latin typeface="Consolas" panose="020B0609020204030204" pitchFamily="49" charset="0"/>
                <a:cs typeface="Consolas" panose="020B0609020204030204" pitchFamily="49" charset="0"/>
              </a:rPr>
              <a:t>Z = 1 </a:t>
            </a:r>
            <a:r>
              <a:rPr lang="en-US" sz="1600" dirty="0"/>
              <a:t>if all bits of result are </a:t>
            </a:r>
            <a:r>
              <a:rPr lang="en-US" sz="1600" dirty="0">
                <a:latin typeface="Consolas" panose="020B0609020204030204" pitchFamily="49" charset="0"/>
                <a:cs typeface="Consolas" panose="020B0609020204030204" pitchFamily="49" charset="0"/>
              </a:rPr>
              <a:t>0</a:t>
            </a:r>
          </a:p>
          <a:p>
            <a:r>
              <a:rPr lang="en-US" sz="1600" b="1" dirty="0"/>
              <a:t>Carry</a:t>
            </a:r>
            <a:r>
              <a:rPr lang="en-US" sz="1600" dirty="0"/>
              <a:t> bit</a:t>
            </a:r>
          </a:p>
          <a:p>
            <a:pPr lvl="1"/>
            <a:r>
              <a:rPr lang="en-US" sz="1600" dirty="0"/>
              <a:t>For unsigned addition, </a:t>
            </a:r>
            <a:r>
              <a:rPr lang="en-US" sz="1600" dirty="0">
                <a:latin typeface="Consolas" panose="020B0609020204030204" pitchFamily="49" charset="0"/>
                <a:cs typeface="Consolas" panose="020B0609020204030204" pitchFamily="49" charset="0"/>
              </a:rPr>
              <a:t>C = 1 </a:t>
            </a:r>
            <a:r>
              <a:rPr lang="en-US" sz="1600" dirty="0"/>
              <a:t>if carry takes place</a:t>
            </a:r>
          </a:p>
          <a:p>
            <a:pPr lvl="1"/>
            <a:r>
              <a:rPr lang="en-US" sz="1600" dirty="0"/>
              <a:t>For unsigned subtraction, </a:t>
            </a:r>
            <a:r>
              <a:rPr lang="en-US" sz="1600" dirty="0">
                <a:latin typeface="Consolas" panose="020B0609020204030204" pitchFamily="49" charset="0"/>
                <a:cs typeface="Consolas" panose="020B0609020204030204" pitchFamily="49" charset="0"/>
              </a:rPr>
              <a:t>C = 0 </a:t>
            </a:r>
            <a:r>
              <a:rPr lang="en-US" sz="1600" dirty="0"/>
              <a:t>(carry = not borrow) if borrow takes place</a:t>
            </a:r>
          </a:p>
          <a:p>
            <a:pPr lvl="1"/>
            <a:r>
              <a:rPr lang="en-US" sz="1600" dirty="0"/>
              <a:t>For shift/rotation, C = last bit shifted out</a:t>
            </a:r>
          </a:p>
          <a:p>
            <a:r>
              <a:rPr lang="en-US" sz="1600" b="1" dirty="0" err="1"/>
              <a:t>oVerflow</a:t>
            </a:r>
            <a:r>
              <a:rPr lang="en-US" sz="1600" dirty="0"/>
              <a:t> bit</a:t>
            </a:r>
          </a:p>
          <a:p>
            <a:pPr lvl="1"/>
            <a:r>
              <a:rPr lang="en-US" sz="1600" dirty="0">
                <a:latin typeface="Consolas" panose="020B0609020204030204" pitchFamily="49" charset="0"/>
                <a:cs typeface="Consolas" panose="020B0609020204030204" pitchFamily="49" charset="0"/>
              </a:rPr>
              <a:t>V = 1 </a:t>
            </a:r>
            <a:r>
              <a:rPr lang="en-US" sz="1600" dirty="0"/>
              <a:t>if adding 2 same-signed numbers produces a result with the opposite sign</a:t>
            </a:r>
          </a:p>
          <a:p>
            <a:pPr lvl="2"/>
            <a:r>
              <a:rPr lang="en-US" sz="1400" dirty="0"/>
              <a:t>Positive + Positive = Negative, or </a:t>
            </a:r>
          </a:p>
          <a:p>
            <a:pPr lvl="2"/>
            <a:r>
              <a:rPr lang="en-US" sz="1400" dirty="0"/>
              <a:t>Negative + negative = Positive</a:t>
            </a:r>
          </a:p>
          <a:p>
            <a:pPr lvl="1"/>
            <a:r>
              <a:rPr lang="en-US" sz="1600" dirty="0"/>
              <a:t>Non-arithmetic operations does not touch V bit, such as </a:t>
            </a:r>
            <a:r>
              <a:rPr lang="en-US" sz="1600" dirty="0">
                <a:latin typeface="Consolas" panose="020B0609020204030204" pitchFamily="49" charset="0"/>
                <a:cs typeface="Consolas" panose="020B0609020204030204" pitchFamily="49" charset="0"/>
              </a:rPr>
              <a:t>MOV,AND,LSL,MUL</a:t>
            </a:r>
          </a:p>
        </p:txBody>
      </p:sp>
      <p:grpSp>
        <p:nvGrpSpPr>
          <p:cNvPr id="44" name="Group 43">
            <a:extLst>
              <a:ext uri="{FF2B5EF4-FFF2-40B4-BE49-F238E27FC236}">
                <a16:creationId xmlns:a16="http://schemas.microsoft.com/office/drawing/2014/main" id="{E23C336C-72F6-5E4D-AEBB-F4AB2D4C384F}"/>
              </a:ext>
            </a:extLst>
          </p:cNvPr>
          <p:cNvGrpSpPr/>
          <p:nvPr/>
        </p:nvGrpSpPr>
        <p:grpSpPr>
          <a:xfrm>
            <a:off x="2286000" y="1333086"/>
            <a:ext cx="8527446" cy="914401"/>
            <a:chOff x="974370" y="1440516"/>
            <a:chExt cx="7606093" cy="556276"/>
          </a:xfrm>
        </p:grpSpPr>
        <p:sp>
          <p:nvSpPr>
            <p:cNvPr id="5" name="Rectangle 4">
              <a:extLst>
                <a:ext uri="{FF2B5EF4-FFF2-40B4-BE49-F238E27FC236}">
                  <a16:creationId xmlns:a16="http://schemas.microsoft.com/office/drawing/2014/main" id="{3865754D-DE16-4F39-B1B0-DA5943946BF1}"/>
                </a:ext>
              </a:extLst>
            </p:cNvPr>
            <p:cNvSpPr/>
            <p:nvPr/>
          </p:nvSpPr>
          <p:spPr bwMode="auto">
            <a:xfrm>
              <a:off x="2874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6" name="Rectangle 5">
              <a:extLst>
                <a:ext uri="{FF2B5EF4-FFF2-40B4-BE49-F238E27FC236}">
                  <a16:creationId xmlns:a16="http://schemas.microsoft.com/office/drawing/2014/main" id="{6E93E8F1-45C8-45CC-B373-7F5661A4CDAC}"/>
                </a:ext>
              </a:extLst>
            </p:cNvPr>
            <p:cNvSpPr/>
            <p:nvPr/>
          </p:nvSpPr>
          <p:spPr bwMode="auto">
            <a:xfrm>
              <a:off x="3114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7" name="Rectangle 6">
              <a:extLst>
                <a:ext uri="{FF2B5EF4-FFF2-40B4-BE49-F238E27FC236}">
                  <a16:creationId xmlns:a16="http://schemas.microsoft.com/office/drawing/2014/main" id="{4AFCC2AB-1DE5-4E46-A408-A603476BC0DC}"/>
                </a:ext>
              </a:extLst>
            </p:cNvPr>
            <p:cNvSpPr/>
            <p:nvPr/>
          </p:nvSpPr>
          <p:spPr bwMode="auto">
            <a:xfrm>
              <a:off x="3348658"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8" name="Rectangle 7">
              <a:extLst>
                <a:ext uri="{FF2B5EF4-FFF2-40B4-BE49-F238E27FC236}">
                  <a16:creationId xmlns:a16="http://schemas.microsoft.com/office/drawing/2014/main" id="{4D1D7D1A-5E84-4709-8248-A578919960E8}"/>
                </a:ext>
              </a:extLst>
            </p:cNvPr>
            <p:cNvSpPr/>
            <p:nvPr/>
          </p:nvSpPr>
          <p:spPr bwMode="auto">
            <a:xfrm>
              <a:off x="358837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9" name="Rectangle 8">
              <a:extLst>
                <a:ext uri="{FF2B5EF4-FFF2-40B4-BE49-F238E27FC236}">
                  <a16:creationId xmlns:a16="http://schemas.microsoft.com/office/drawing/2014/main" id="{5D012AA1-6463-46CA-9447-F46147A08F0D}"/>
                </a:ext>
              </a:extLst>
            </p:cNvPr>
            <p:cNvSpPr/>
            <p:nvPr/>
          </p:nvSpPr>
          <p:spPr bwMode="auto">
            <a:xfrm>
              <a:off x="3828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0" name="Rectangle 9">
              <a:extLst>
                <a:ext uri="{FF2B5EF4-FFF2-40B4-BE49-F238E27FC236}">
                  <a16:creationId xmlns:a16="http://schemas.microsoft.com/office/drawing/2014/main" id="{C70CD862-50B5-4C82-A42C-3DCF77853209}"/>
                </a:ext>
              </a:extLst>
            </p:cNvPr>
            <p:cNvSpPr/>
            <p:nvPr/>
          </p:nvSpPr>
          <p:spPr bwMode="auto">
            <a:xfrm>
              <a:off x="406779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1" name="Rectangle 10">
              <a:extLst>
                <a:ext uri="{FF2B5EF4-FFF2-40B4-BE49-F238E27FC236}">
                  <a16:creationId xmlns:a16="http://schemas.microsoft.com/office/drawing/2014/main" id="{A04B20A9-0070-459B-AD5B-2686AAB485F3}"/>
                </a:ext>
              </a:extLst>
            </p:cNvPr>
            <p:cNvSpPr/>
            <p:nvPr/>
          </p:nvSpPr>
          <p:spPr bwMode="auto">
            <a:xfrm>
              <a:off x="4301797"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2" name="Rectangle 11">
              <a:extLst>
                <a:ext uri="{FF2B5EF4-FFF2-40B4-BE49-F238E27FC236}">
                  <a16:creationId xmlns:a16="http://schemas.microsoft.com/office/drawing/2014/main" id="{D566CDDF-BF45-403E-87AF-598F6C2E43FE}"/>
                </a:ext>
              </a:extLst>
            </p:cNvPr>
            <p:cNvSpPr/>
            <p:nvPr/>
          </p:nvSpPr>
          <p:spPr bwMode="auto">
            <a:xfrm>
              <a:off x="4541509"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3" name="Rectangle 12">
              <a:extLst>
                <a:ext uri="{FF2B5EF4-FFF2-40B4-BE49-F238E27FC236}">
                  <a16:creationId xmlns:a16="http://schemas.microsoft.com/office/drawing/2014/main" id="{5E4A65F3-34EF-471D-9C2E-7512DF187876}"/>
                </a:ext>
              </a:extLst>
            </p:cNvPr>
            <p:cNvSpPr/>
            <p:nvPr/>
          </p:nvSpPr>
          <p:spPr bwMode="auto">
            <a:xfrm>
              <a:off x="477551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4" name="Rectangle 13">
              <a:extLst>
                <a:ext uri="{FF2B5EF4-FFF2-40B4-BE49-F238E27FC236}">
                  <a16:creationId xmlns:a16="http://schemas.microsoft.com/office/drawing/2014/main" id="{64DB2790-A34C-4D7B-ADEA-5F46A4AB8753}"/>
                </a:ext>
              </a:extLst>
            </p:cNvPr>
            <p:cNvSpPr/>
            <p:nvPr/>
          </p:nvSpPr>
          <p:spPr bwMode="auto">
            <a:xfrm>
              <a:off x="5015226"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5" name="Rectangle 14">
              <a:extLst>
                <a:ext uri="{FF2B5EF4-FFF2-40B4-BE49-F238E27FC236}">
                  <a16:creationId xmlns:a16="http://schemas.microsoft.com/office/drawing/2014/main" id="{3EC4CDFA-F92B-4AC6-A958-80818AFD4FD0}"/>
                </a:ext>
              </a:extLst>
            </p:cNvPr>
            <p:cNvSpPr/>
            <p:nvPr/>
          </p:nvSpPr>
          <p:spPr bwMode="auto">
            <a:xfrm>
              <a:off x="524923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6" name="Rectangle 15">
              <a:extLst>
                <a:ext uri="{FF2B5EF4-FFF2-40B4-BE49-F238E27FC236}">
                  <a16:creationId xmlns:a16="http://schemas.microsoft.com/office/drawing/2014/main" id="{031CE36A-EF5F-4EE4-A95B-86B9DB4AF71C}"/>
                </a:ext>
              </a:extLst>
            </p:cNvPr>
            <p:cNvSpPr/>
            <p:nvPr/>
          </p:nvSpPr>
          <p:spPr bwMode="auto">
            <a:xfrm>
              <a:off x="5488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7" name="Rectangle 16">
              <a:extLst>
                <a:ext uri="{FF2B5EF4-FFF2-40B4-BE49-F238E27FC236}">
                  <a16:creationId xmlns:a16="http://schemas.microsoft.com/office/drawing/2014/main" id="{7E111690-1753-4E03-B833-C0D763FC959F}"/>
                </a:ext>
              </a:extLst>
            </p:cNvPr>
            <p:cNvSpPr/>
            <p:nvPr/>
          </p:nvSpPr>
          <p:spPr bwMode="auto">
            <a:xfrm>
              <a:off x="5728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8" name="Rectangle 17">
              <a:extLst>
                <a:ext uri="{FF2B5EF4-FFF2-40B4-BE49-F238E27FC236}">
                  <a16:creationId xmlns:a16="http://schemas.microsoft.com/office/drawing/2014/main" id="{3F6BF773-7EBF-46BA-8C7B-D1E8AC322732}"/>
                </a:ext>
              </a:extLst>
            </p:cNvPr>
            <p:cNvSpPr/>
            <p:nvPr/>
          </p:nvSpPr>
          <p:spPr bwMode="auto">
            <a:xfrm>
              <a:off x="5968365"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9" name="Rectangle 18">
              <a:extLst>
                <a:ext uri="{FF2B5EF4-FFF2-40B4-BE49-F238E27FC236}">
                  <a16:creationId xmlns:a16="http://schemas.microsoft.com/office/drawing/2014/main" id="{528641D4-6BE4-42F0-9DEF-5328BBB089B2}"/>
                </a:ext>
              </a:extLst>
            </p:cNvPr>
            <p:cNvSpPr/>
            <p:nvPr/>
          </p:nvSpPr>
          <p:spPr bwMode="auto">
            <a:xfrm>
              <a:off x="6202370"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0" name="Rectangle 19">
              <a:extLst>
                <a:ext uri="{FF2B5EF4-FFF2-40B4-BE49-F238E27FC236}">
                  <a16:creationId xmlns:a16="http://schemas.microsoft.com/office/drawing/2014/main" id="{A360E56F-D602-4907-BE12-BC4495F32E15}"/>
                </a:ext>
              </a:extLst>
            </p:cNvPr>
            <p:cNvSpPr/>
            <p:nvPr/>
          </p:nvSpPr>
          <p:spPr bwMode="auto">
            <a:xfrm>
              <a:off x="6442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1" name="Rectangle 20">
              <a:extLst>
                <a:ext uri="{FF2B5EF4-FFF2-40B4-BE49-F238E27FC236}">
                  <a16:creationId xmlns:a16="http://schemas.microsoft.com/office/drawing/2014/main" id="{C49516BC-AC41-4F00-AD9D-4D90FA55F70D}"/>
                </a:ext>
              </a:extLst>
            </p:cNvPr>
            <p:cNvSpPr/>
            <p:nvPr/>
          </p:nvSpPr>
          <p:spPr bwMode="auto">
            <a:xfrm>
              <a:off x="6676086" y="1652020"/>
              <a:ext cx="239712" cy="264071"/>
            </a:xfrm>
            <a:prstGeom prst="rect">
              <a:avLst/>
            </a:prstGeom>
            <a:solidFill>
              <a:schemeClr val="accent1">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2" name="Rectangle 21">
              <a:extLst>
                <a:ext uri="{FF2B5EF4-FFF2-40B4-BE49-F238E27FC236}">
                  <a16:creationId xmlns:a16="http://schemas.microsoft.com/office/drawing/2014/main" id="{24E1D1CC-70EC-4CA7-8615-4B382AA3D3C2}"/>
                </a:ext>
              </a:extLst>
            </p:cNvPr>
            <p:cNvSpPr/>
            <p:nvPr/>
          </p:nvSpPr>
          <p:spPr bwMode="auto">
            <a:xfrm>
              <a:off x="6915797" y="1652020"/>
              <a:ext cx="237810" cy="264071"/>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3" name="TextBox 175">
              <a:extLst>
                <a:ext uri="{FF2B5EF4-FFF2-40B4-BE49-F238E27FC236}">
                  <a16:creationId xmlns:a16="http://schemas.microsoft.com/office/drawing/2014/main" id="{68648CD0-3075-4696-B669-7E74DA96EFBE}"/>
                </a:ext>
              </a:extLst>
            </p:cNvPr>
            <p:cNvSpPr txBox="1">
              <a:spLocks noChangeArrowheads="1"/>
            </p:cNvSpPr>
            <p:nvPr/>
          </p:nvSpPr>
          <p:spPr bwMode="auto">
            <a:xfrm>
              <a:off x="4914394"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sp>
          <p:nvSpPr>
            <p:cNvPr id="24" name="Rectangle 23">
              <a:extLst>
                <a:ext uri="{FF2B5EF4-FFF2-40B4-BE49-F238E27FC236}">
                  <a16:creationId xmlns:a16="http://schemas.microsoft.com/office/drawing/2014/main" id="{EE525114-3B9F-40BF-8378-90F023342A73}"/>
                </a:ext>
              </a:extLst>
            </p:cNvPr>
            <p:cNvSpPr/>
            <p:nvPr/>
          </p:nvSpPr>
          <p:spPr bwMode="auto">
            <a:xfrm>
              <a:off x="714789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5" name="Rectangle 24">
              <a:extLst>
                <a:ext uri="{FF2B5EF4-FFF2-40B4-BE49-F238E27FC236}">
                  <a16:creationId xmlns:a16="http://schemas.microsoft.com/office/drawing/2014/main" id="{B226853F-3ADD-4E19-B18E-B805DC1E278B}"/>
                </a:ext>
              </a:extLst>
            </p:cNvPr>
            <p:cNvSpPr/>
            <p:nvPr/>
          </p:nvSpPr>
          <p:spPr bwMode="auto">
            <a:xfrm>
              <a:off x="738761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6" name="Rectangle 25">
              <a:extLst>
                <a:ext uri="{FF2B5EF4-FFF2-40B4-BE49-F238E27FC236}">
                  <a16:creationId xmlns:a16="http://schemas.microsoft.com/office/drawing/2014/main" id="{BD55D5F5-D625-4899-A7C0-8BE44198F5DC}"/>
                </a:ext>
              </a:extLst>
            </p:cNvPr>
            <p:cNvSpPr/>
            <p:nvPr/>
          </p:nvSpPr>
          <p:spPr bwMode="auto">
            <a:xfrm>
              <a:off x="7627323"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7" name="Rectangle 26">
              <a:extLst>
                <a:ext uri="{FF2B5EF4-FFF2-40B4-BE49-F238E27FC236}">
                  <a16:creationId xmlns:a16="http://schemas.microsoft.com/office/drawing/2014/main" id="{F3A3B9F4-3E85-41FC-A10B-E5971133B270}"/>
                </a:ext>
              </a:extLst>
            </p:cNvPr>
            <p:cNvSpPr/>
            <p:nvPr/>
          </p:nvSpPr>
          <p:spPr bwMode="auto">
            <a:xfrm>
              <a:off x="7867034"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8" name="Rectangle 27">
              <a:extLst>
                <a:ext uri="{FF2B5EF4-FFF2-40B4-BE49-F238E27FC236}">
                  <a16:creationId xmlns:a16="http://schemas.microsoft.com/office/drawing/2014/main" id="{AB4E03AC-784F-4130-8827-18D68D5F6E44}"/>
                </a:ext>
              </a:extLst>
            </p:cNvPr>
            <p:cNvSpPr/>
            <p:nvPr/>
          </p:nvSpPr>
          <p:spPr bwMode="auto">
            <a:xfrm>
              <a:off x="810103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9" name="Rectangle 28">
              <a:extLst>
                <a:ext uri="{FF2B5EF4-FFF2-40B4-BE49-F238E27FC236}">
                  <a16:creationId xmlns:a16="http://schemas.microsoft.com/office/drawing/2014/main" id="{B6447CF9-AD34-4EFD-99F1-FF7212AF0999}"/>
                </a:ext>
              </a:extLst>
            </p:cNvPr>
            <p:cNvSpPr/>
            <p:nvPr/>
          </p:nvSpPr>
          <p:spPr bwMode="auto">
            <a:xfrm>
              <a:off x="834075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0" name="TextBox 187">
              <a:extLst>
                <a:ext uri="{FF2B5EF4-FFF2-40B4-BE49-F238E27FC236}">
                  <a16:creationId xmlns:a16="http://schemas.microsoft.com/office/drawing/2014/main" id="{4FC34199-D78E-4AAD-BD4F-3D1CA46C29C6}"/>
                </a:ext>
              </a:extLst>
            </p:cNvPr>
            <p:cNvSpPr txBox="1">
              <a:spLocks noChangeArrowheads="1"/>
            </p:cNvSpPr>
            <p:nvPr/>
          </p:nvSpPr>
          <p:spPr bwMode="auto">
            <a:xfrm>
              <a:off x="6974774" y="1689015"/>
              <a:ext cx="14572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ISR number</a:t>
              </a:r>
            </a:p>
          </p:txBody>
        </p:sp>
        <p:sp>
          <p:nvSpPr>
            <p:cNvPr id="31" name="Rectangle 30">
              <a:extLst>
                <a:ext uri="{FF2B5EF4-FFF2-40B4-BE49-F238E27FC236}">
                  <a16:creationId xmlns:a16="http://schemas.microsoft.com/office/drawing/2014/main" id="{B01593D0-75BC-44AC-8888-D7FEEBDDA23B}"/>
                </a:ext>
              </a:extLst>
            </p:cNvPr>
            <p:cNvSpPr/>
            <p:nvPr/>
          </p:nvSpPr>
          <p:spPr bwMode="auto">
            <a:xfrm>
              <a:off x="974370" y="1652020"/>
              <a:ext cx="7606093" cy="264071"/>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2" name="TextBox 192">
              <a:extLst>
                <a:ext uri="{FF2B5EF4-FFF2-40B4-BE49-F238E27FC236}">
                  <a16:creationId xmlns:a16="http://schemas.microsoft.com/office/drawing/2014/main" id="{A82AD67E-01CD-4280-99DA-A2D9DBBAB909}"/>
                </a:ext>
              </a:extLst>
            </p:cNvPr>
            <p:cNvSpPr txBox="1">
              <a:spLocks noChangeArrowheads="1"/>
            </p:cNvSpPr>
            <p:nvPr/>
          </p:nvSpPr>
          <p:spPr bwMode="auto">
            <a:xfrm>
              <a:off x="2996663" y="1440516"/>
              <a:ext cx="332556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algn="ctr" eaLnBrk="1" hangingPunct="1"/>
              <a:r>
                <a:rPr lang="en-GB" b="0" dirty="0"/>
                <a:t>Program Status Register (PSR)</a:t>
              </a:r>
            </a:p>
          </p:txBody>
        </p:sp>
        <p:sp>
          <p:nvSpPr>
            <p:cNvPr id="33" name="Rectangle 32">
              <a:extLst>
                <a:ext uri="{FF2B5EF4-FFF2-40B4-BE49-F238E27FC236}">
                  <a16:creationId xmlns:a16="http://schemas.microsoft.com/office/drawing/2014/main" id="{16A4B8D1-4535-44B8-B29B-C02808A256A9}"/>
                </a:ext>
              </a:extLst>
            </p:cNvPr>
            <p:cNvSpPr/>
            <p:nvPr/>
          </p:nvSpPr>
          <p:spPr bwMode="auto">
            <a:xfrm>
              <a:off x="2169125" y="1650165"/>
              <a:ext cx="473715"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400" dirty="0">
                  <a:cs typeface="Arial" charset="0"/>
                </a:rPr>
                <a:t>ICI/IT</a:t>
              </a:r>
            </a:p>
          </p:txBody>
        </p:sp>
        <p:sp>
          <p:nvSpPr>
            <p:cNvPr id="34" name="Rectangle 33">
              <a:extLst>
                <a:ext uri="{FF2B5EF4-FFF2-40B4-BE49-F238E27FC236}">
                  <a16:creationId xmlns:a16="http://schemas.microsoft.com/office/drawing/2014/main" id="{05AD78AE-C3D6-45BC-8E10-E7B863D9686E}"/>
                </a:ext>
              </a:extLst>
            </p:cNvPr>
            <p:cNvSpPr/>
            <p:nvPr/>
          </p:nvSpPr>
          <p:spPr bwMode="auto">
            <a:xfrm>
              <a:off x="2642839" y="1650165"/>
              <a:ext cx="237810"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T</a:t>
              </a:r>
            </a:p>
          </p:txBody>
        </p:sp>
        <p:sp>
          <p:nvSpPr>
            <p:cNvPr id="35" name="Rectangle 34">
              <a:extLst>
                <a:ext uri="{FF2B5EF4-FFF2-40B4-BE49-F238E27FC236}">
                  <a16:creationId xmlns:a16="http://schemas.microsoft.com/office/drawing/2014/main" id="{E025A097-4EBD-4C13-895B-09051144B7A4}"/>
                </a:ext>
              </a:extLst>
            </p:cNvPr>
            <p:cNvSpPr/>
            <p:nvPr/>
          </p:nvSpPr>
          <p:spPr bwMode="auto">
            <a:xfrm>
              <a:off x="974370" y="1650594"/>
              <a:ext cx="237808"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N</a:t>
              </a:r>
            </a:p>
          </p:txBody>
        </p:sp>
        <p:sp>
          <p:nvSpPr>
            <p:cNvPr id="36" name="Rectangle 35">
              <a:extLst>
                <a:ext uri="{FF2B5EF4-FFF2-40B4-BE49-F238E27FC236}">
                  <a16:creationId xmlns:a16="http://schemas.microsoft.com/office/drawing/2014/main" id="{0DEF319D-969E-486D-84A8-E35102197EDB}"/>
                </a:ext>
              </a:extLst>
            </p:cNvPr>
            <p:cNvSpPr/>
            <p:nvPr/>
          </p:nvSpPr>
          <p:spPr bwMode="auto">
            <a:xfrm>
              <a:off x="1212179"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Z</a:t>
              </a:r>
            </a:p>
          </p:txBody>
        </p:sp>
        <p:sp>
          <p:nvSpPr>
            <p:cNvPr id="37" name="Rectangle 36">
              <a:extLst>
                <a:ext uri="{FF2B5EF4-FFF2-40B4-BE49-F238E27FC236}">
                  <a16:creationId xmlns:a16="http://schemas.microsoft.com/office/drawing/2014/main" id="{01265415-19E5-4060-87AA-110FFDA83F85}"/>
                </a:ext>
              </a:extLst>
            </p:cNvPr>
            <p:cNvSpPr/>
            <p:nvPr/>
          </p:nvSpPr>
          <p:spPr bwMode="auto">
            <a:xfrm>
              <a:off x="1446184"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C</a:t>
              </a:r>
            </a:p>
          </p:txBody>
        </p:sp>
        <p:sp>
          <p:nvSpPr>
            <p:cNvPr id="38" name="Rectangle 37">
              <a:extLst>
                <a:ext uri="{FF2B5EF4-FFF2-40B4-BE49-F238E27FC236}">
                  <a16:creationId xmlns:a16="http://schemas.microsoft.com/office/drawing/2014/main" id="{F9678C94-2C85-403A-B830-B0E8C5460086}"/>
                </a:ext>
              </a:extLst>
            </p:cNvPr>
            <p:cNvSpPr/>
            <p:nvPr/>
          </p:nvSpPr>
          <p:spPr bwMode="auto">
            <a:xfrm>
              <a:off x="1685895"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V</a:t>
              </a:r>
            </a:p>
          </p:txBody>
        </p:sp>
        <p:sp>
          <p:nvSpPr>
            <p:cNvPr id="39" name="Rectangle 38">
              <a:extLst>
                <a:ext uri="{FF2B5EF4-FFF2-40B4-BE49-F238E27FC236}">
                  <a16:creationId xmlns:a16="http://schemas.microsoft.com/office/drawing/2014/main" id="{1B9FC768-1AC3-4342-9A16-035324535CA0}"/>
                </a:ext>
              </a:extLst>
            </p:cNvPr>
            <p:cNvSpPr/>
            <p:nvPr/>
          </p:nvSpPr>
          <p:spPr bwMode="auto">
            <a:xfrm>
              <a:off x="1925607"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latin typeface="Consolas" panose="020B0609020204030204" pitchFamily="49" charset="0"/>
                  <a:cs typeface="Consolas" panose="020B0609020204030204" pitchFamily="49" charset="0"/>
                </a:rPr>
                <a:t>Q</a:t>
              </a:r>
            </a:p>
          </p:txBody>
        </p:sp>
        <p:sp>
          <p:nvSpPr>
            <p:cNvPr id="40" name="Rectangle 39">
              <a:extLst>
                <a:ext uri="{FF2B5EF4-FFF2-40B4-BE49-F238E27FC236}">
                  <a16:creationId xmlns:a16="http://schemas.microsoft.com/office/drawing/2014/main" id="{4D4E244D-1ECE-4A09-A40F-FBFBC680BB13}"/>
                </a:ext>
              </a:extLst>
            </p:cNvPr>
            <p:cNvSpPr/>
            <p:nvPr/>
          </p:nvSpPr>
          <p:spPr bwMode="auto">
            <a:xfrm>
              <a:off x="5971219" y="1652223"/>
              <a:ext cx="473715" cy="264072"/>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200" dirty="0">
                  <a:cs typeface="Arial" charset="0"/>
                </a:rPr>
                <a:t>ICI/IT</a:t>
              </a:r>
            </a:p>
          </p:txBody>
        </p:sp>
        <p:sp>
          <p:nvSpPr>
            <p:cNvPr id="41" name="Rectangle 40">
              <a:extLst>
                <a:ext uri="{FF2B5EF4-FFF2-40B4-BE49-F238E27FC236}">
                  <a16:creationId xmlns:a16="http://schemas.microsoft.com/office/drawing/2014/main" id="{385393E0-B838-4933-8333-EA5CC9833BCE}"/>
                </a:ext>
              </a:extLst>
            </p:cNvPr>
            <p:cNvSpPr/>
            <p:nvPr/>
          </p:nvSpPr>
          <p:spPr bwMode="auto">
            <a:xfrm>
              <a:off x="3835474" y="1649210"/>
              <a:ext cx="943456" cy="26481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GE</a:t>
              </a:r>
            </a:p>
          </p:txBody>
        </p:sp>
        <p:sp>
          <p:nvSpPr>
            <p:cNvPr id="42" name="TextBox 175">
              <a:extLst>
                <a:ext uri="{FF2B5EF4-FFF2-40B4-BE49-F238E27FC236}">
                  <a16:creationId xmlns:a16="http://schemas.microsoft.com/office/drawing/2014/main" id="{BD7F47C9-A0AF-4D8D-A4A8-65B792F7D00A}"/>
                </a:ext>
              </a:extLst>
            </p:cNvPr>
            <p:cNvSpPr txBox="1">
              <a:spLocks noChangeArrowheads="1"/>
            </p:cNvSpPr>
            <p:nvPr/>
          </p:nvSpPr>
          <p:spPr bwMode="auto">
            <a:xfrm>
              <a:off x="2939208"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grpSp>
      <p:sp>
        <p:nvSpPr>
          <p:cNvPr id="43" name="Horizontal Scroll 15">
            <a:extLst>
              <a:ext uri="{FF2B5EF4-FFF2-40B4-BE49-F238E27FC236}">
                <a16:creationId xmlns:a16="http://schemas.microsoft.com/office/drawing/2014/main" id="{A364F533-400C-D612-5898-222CAE8624CB}"/>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pic>
        <p:nvPicPr>
          <p:cNvPr id="45" name="Picture 44">
            <a:extLst>
              <a:ext uri="{FF2B5EF4-FFF2-40B4-BE49-F238E27FC236}">
                <a16:creationId xmlns:a16="http://schemas.microsoft.com/office/drawing/2014/main" id="{F4610FDE-7BE3-AC86-5E3F-50D53906FDD5}"/>
              </a:ext>
            </a:extLst>
          </p:cNvPr>
          <p:cNvPicPr>
            <a:picLocks noChangeAspect="1"/>
          </p:cNvPicPr>
          <p:nvPr/>
        </p:nvPicPr>
        <p:blipFill>
          <a:blip r:embed="rId3"/>
          <a:stretch>
            <a:fillRect/>
          </a:stretch>
        </p:blipFill>
        <p:spPr>
          <a:xfrm>
            <a:off x="6274168" y="2201915"/>
            <a:ext cx="5130063" cy="2080525"/>
          </a:xfrm>
          <a:prstGeom prst="rect">
            <a:avLst/>
          </a:prstGeom>
        </p:spPr>
      </p:pic>
    </p:spTree>
    <p:extLst>
      <p:ext uri="{BB962C8B-B14F-4D97-AF65-F5344CB8AC3E}">
        <p14:creationId xmlns:p14="http://schemas.microsoft.com/office/powerpoint/2010/main" val="1197208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dirty="0"/>
              <a:t>Carry and Overflow Flags w/ Arithmetic Instructions</a:t>
            </a: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defRPr/>
            </a:pPr>
            <a:fld id="{433D14BE-FE52-4332-969F-3696FB65ED39}" type="slidenum">
              <a:rPr lang="en-US" sz="1400">
                <a:solidFill>
                  <a:srgbClr val="EEECE1"/>
                </a:solidFill>
              </a:rPr>
              <a:pPr algn="r">
                <a:defRPr/>
              </a:pPr>
              <a:t>4</a:t>
            </a:fld>
            <a:endParaRPr lang="en-US" sz="1400">
              <a:solidFill>
                <a:srgbClr val="EEECE1"/>
              </a:solidFill>
            </a:endParaRPr>
          </a:p>
        </p:txBody>
      </p:sp>
      <p:sp>
        <p:nvSpPr>
          <p:cNvPr id="38917" name="Rectangle 5"/>
          <p:cNvSpPr>
            <a:spLocks noChangeArrowheads="1"/>
          </p:cNvSpPr>
          <p:nvPr/>
        </p:nvSpPr>
        <p:spPr bwMode="auto">
          <a:xfrm>
            <a:off x="838200" y="1009656"/>
            <a:ext cx="10515600" cy="2985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Carry flag C = 1 </a:t>
            </a:r>
            <a:r>
              <a:rPr lang="en-US" sz="2000" dirty="0">
                <a:solidFill>
                  <a:prstClr val="black"/>
                </a:solidFill>
                <a:latin typeface="Gill Sans MT"/>
              </a:rPr>
              <a:t>(Borrow flag = 0) </a:t>
            </a:r>
            <a:r>
              <a:rPr lang="en-US" sz="2000" dirty="0">
                <a:solidFill>
                  <a:prstClr val="black"/>
                </a:solidFill>
                <a:latin typeface="Gill Sans MT"/>
                <a:cs typeface="Times New Roman" pitchFamily="18" charset="0"/>
              </a:rPr>
              <a:t>upon 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cs typeface="Times New Roman" pitchFamily="18" charset="0"/>
              </a:rPr>
              <a:t> addition if the answer is wrong (true result &gt; 2</a:t>
            </a:r>
            <a:r>
              <a:rPr lang="en-US" sz="2000" baseline="30000" dirty="0">
                <a:solidFill>
                  <a:prstClr val="black"/>
                </a:solidFill>
                <a:latin typeface="Gill Sans MT"/>
                <a:cs typeface="Times New Roman" pitchFamily="18" charset="0"/>
              </a:rPr>
              <a:t>n</a:t>
            </a:r>
            <a:r>
              <a:rPr lang="en-US" sz="2000" dirty="0">
                <a:solidFill>
                  <a:prstClr val="black"/>
                </a:solidFill>
                <a:latin typeface="Gill Sans MT"/>
                <a:cs typeface="Times New Roman" pitchFamily="18" charset="0"/>
              </a:rPr>
              <a:t>-1)</a:t>
            </a:r>
          </a:p>
          <a:p>
            <a:r>
              <a:rPr lang="en-US" sz="2000" dirty="0">
                <a:solidFill>
                  <a:prstClr val="black"/>
                </a:solidFill>
                <a:latin typeface="Gill Sans MT"/>
                <a:cs typeface="Times New Roman" pitchFamily="18" charset="0"/>
              </a:rPr>
              <a:t>Carry flag </a:t>
            </a:r>
            <a:r>
              <a:rPr lang="en-US" sz="2000" dirty="0">
                <a:solidFill>
                  <a:prstClr val="black"/>
                </a:solidFill>
                <a:latin typeface="Gill Sans MT"/>
              </a:rPr>
              <a:t>C = 0 (Borrow flag = 1) </a:t>
            </a:r>
            <a:r>
              <a:rPr lang="en-US" sz="2000" dirty="0">
                <a:solidFill>
                  <a:prstClr val="black"/>
                </a:solidFill>
                <a:latin typeface="Gill Sans MT"/>
                <a:cs typeface="Times New Roman" pitchFamily="18" charset="0"/>
              </a:rPr>
              <a:t>upon </a:t>
            </a:r>
            <a:r>
              <a:rPr lang="en-US" sz="2000" dirty="0">
                <a:solidFill>
                  <a:prstClr val="black"/>
                </a:solidFill>
                <a:latin typeface="Gill Sans MT"/>
              </a:rPr>
              <a:t>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rPr>
              <a:t> subtraction </a:t>
            </a:r>
            <a:r>
              <a:rPr lang="en-US" sz="2000" dirty="0">
                <a:solidFill>
                  <a:prstClr val="black"/>
                </a:solidFill>
                <a:latin typeface="Gill Sans MT"/>
                <a:cs typeface="Times New Roman" pitchFamily="18" charset="0"/>
              </a:rPr>
              <a:t>if the answer is wrong </a:t>
            </a:r>
            <a:r>
              <a:rPr lang="en-US" sz="2000" dirty="0">
                <a:solidFill>
                  <a:prstClr val="black"/>
                </a:solidFill>
                <a:latin typeface="Gill Sans MT"/>
              </a:rPr>
              <a:t> (</a:t>
            </a:r>
            <a:r>
              <a:rPr lang="en-US" sz="2000" dirty="0">
                <a:solidFill>
                  <a:prstClr val="black"/>
                </a:solidFill>
                <a:latin typeface="Gill Sans MT"/>
                <a:cs typeface="Times New Roman" pitchFamily="18" charset="0"/>
              </a:rPr>
              <a:t>true result &lt; 0)</a:t>
            </a: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Overflow flag V =1 upon a </a:t>
            </a:r>
            <a:r>
              <a:rPr lang="en-US" sz="2000" b="1" u="sng" dirty="0">
                <a:solidFill>
                  <a:srgbClr val="800000"/>
                </a:solidFill>
                <a:latin typeface="Gill Sans MT"/>
                <a:cs typeface="Times New Roman" pitchFamily="18" charset="0"/>
              </a:rPr>
              <a:t>signed</a:t>
            </a:r>
            <a:r>
              <a:rPr lang="en-US" sz="2000" dirty="0">
                <a:solidFill>
                  <a:prstClr val="black"/>
                </a:solidFill>
                <a:latin typeface="Gill Sans MT"/>
                <a:cs typeface="Times New Roman" pitchFamily="18" charset="0"/>
              </a:rPr>
              <a:t> addition or subtraction if the answer is wrong (true result &gt; 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sz="2000" dirty="0">
                <a:solidFill>
                  <a:prstClr val="black"/>
                </a:solidFill>
                <a:latin typeface="Gill Sans MT"/>
                <a:cs typeface="Times New Roman" pitchFamily="18" charset="0"/>
              </a:rPr>
              <a:t>-1 </a:t>
            </a:r>
            <a:r>
              <a:rPr lang="en-US" altLang="zh-CN" sz="2000" dirty="0">
                <a:solidFill>
                  <a:prstClr val="black"/>
                </a:solidFill>
                <a:latin typeface="Gill Sans MT"/>
                <a:cs typeface="Times New Roman" pitchFamily="18" charset="0"/>
              </a:rPr>
              <a:t>or true result &lt; -</a:t>
            </a:r>
            <a:r>
              <a:rPr lang="en-US" sz="2000" dirty="0">
                <a:solidFill>
                  <a:prstClr val="black"/>
                </a:solidFill>
                <a:latin typeface="Gill Sans MT"/>
                <a:cs typeface="Times New Roman" pitchFamily="18" charset="0"/>
              </a:rPr>
              <a:t>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altLang="zh-CN" sz="2000" dirty="0">
                <a:solidFill>
                  <a:prstClr val="black"/>
                </a:solidFill>
                <a:latin typeface="Gill Sans MT"/>
                <a:cs typeface="Times New Roman" pitchFamily="18" charset="0"/>
              </a:rPr>
              <a:t>)</a:t>
            </a:r>
          </a:p>
          <a:p>
            <a:pPr>
              <a:defRPr/>
            </a:pPr>
            <a:r>
              <a:rPr lang="en-US" sz="2000" dirty="0">
                <a:solidFill>
                  <a:prstClr val="black"/>
                </a:solidFill>
                <a:cs typeface="Times New Roman" pitchFamily="18" charset="0"/>
              </a:rPr>
              <a:t>Overflow may occur when adding 2 operands with the same sign, or subtracting 2 operands with different signs; Overflow cannot occur when adding 2 operands with different signs or when subtracting 2 operands with the same sign.</a:t>
            </a:r>
            <a:endParaRPr lang="en-US" sz="2000" dirty="0">
              <a:solidFill>
                <a:prstClr val="black"/>
              </a:solidFill>
              <a:latin typeface="Gill Sans MT"/>
              <a:cs typeface="Times New Roman" pitchFamily="18" charset="0"/>
            </a:endParaRPr>
          </a:p>
        </p:txBody>
      </p:sp>
      <p:graphicFrame>
        <p:nvGraphicFramePr>
          <p:cNvPr id="2" name="Table 1"/>
          <p:cNvGraphicFramePr>
            <a:graphicFrameLocks noGrp="1"/>
          </p:cNvGraphicFramePr>
          <p:nvPr/>
        </p:nvGraphicFramePr>
        <p:xfrm>
          <a:off x="1875312" y="3930022"/>
          <a:ext cx="8594812" cy="2775578"/>
        </p:xfrm>
        <a:graphic>
          <a:graphicData uri="http://schemas.openxmlformats.org/drawingml/2006/table">
            <a:tbl>
              <a:tblPr firstRow="1" firstCol="1" bandRow="1">
                <a:tableStyleId>{5C22544A-7EE6-4342-B048-85BDC9FD1C3A}</a:tableStyleId>
              </a:tblPr>
              <a:tblGrid>
                <a:gridCol w="1865256">
                  <a:extLst>
                    <a:ext uri="{9D8B030D-6E8A-4147-A177-3AD203B41FA5}">
                      <a16:colId xmlns:a16="http://schemas.microsoft.com/office/drawing/2014/main" val="3449689791"/>
                    </a:ext>
                  </a:extLst>
                </a:gridCol>
                <a:gridCol w="2236219">
                  <a:extLst>
                    <a:ext uri="{9D8B030D-6E8A-4147-A177-3AD203B41FA5}">
                      <a16:colId xmlns:a16="http://schemas.microsoft.com/office/drawing/2014/main" val="2443800576"/>
                    </a:ext>
                  </a:extLst>
                </a:gridCol>
                <a:gridCol w="2116049">
                  <a:extLst>
                    <a:ext uri="{9D8B030D-6E8A-4147-A177-3AD203B41FA5}">
                      <a16:colId xmlns:a16="http://schemas.microsoft.com/office/drawing/2014/main" val="1711257944"/>
                    </a:ext>
                  </a:extLst>
                </a:gridCol>
                <a:gridCol w="2377288">
                  <a:extLst>
                    <a:ext uri="{9D8B030D-6E8A-4147-A177-3AD203B41FA5}">
                      <a16:colId xmlns:a16="http://schemas.microsoft.com/office/drawing/2014/main" val="3663234745"/>
                    </a:ext>
                  </a:extLst>
                </a:gridCol>
              </a:tblGrid>
              <a:tr h="581018">
                <a:tc>
                  <a:txBody>
                    <a:bodyPr/>
                    <a:lstStyle/>
                    <a:p>
                      <a:pPr marL="0" marR="0">
                        <a:spcBef>
                          <a:spcPts val="0"/>
                        </a:spcBef>
                        <a:spcAft>
                          <a:spcPts val="0"/>
                        </a:spcAft>
                      </a:pPr>
                      <a:r>
                        <a:rPr lang="en-US" sz="1800" b="0" dirty="0">
                          <a:effectLst/>
                        </a:rPr>
                        <a:t> </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Addition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Signed Addition or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3840512487"/>
                  </a:ext>
                </a:extLst>
              </a:tr>
              <a:tr h="693247">
                <a:tc>
                  <a:txBody>
                    <a:bodyPr/>
                    <a:lstStyle/>
                    <a:p>
                      <a:pPr marL="0" marR="0">
                        <a:spcBef>
                          <a:spcPts val="0"/>
                        </a:spcBef>
                        <a:spcAft>
                          <a:spcPts val="0"/>
                        </a:spcAft>
                      </a:pPr>
                      <a:r>
                        <a:rPr lang="en-US" sz="1800" b="0" dirty="0">
                          <a:effectLst/>
                        </a:rPr>
                        <a:t>Carry flag</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solidFill>
                            <a:schemeClr val="tx1"/>
                          </a:solidFill>
                          <a:effectLst/>
                        </a:rPr>
                        <a:t>true result &gt; 2</a:t>
                      </a:r>
                      <a:r>
                        <a:rPr lang="en-US" sz="1800" b="0" baseline="30000" dirty="0">
                          <a:solidFill>
                            <a:schemeClr val="tx1"/>
                          </a:solidFill>
                          <a:effectLst/>
                        </a:rPr>
                        <a:t>n</a:t>
                      </a:r>
                      <a:r>
                        <a:rPr lang="en-US" sz="1800" b="0" dirty="0">
                          <a:solidFill>
                            <a:schemeClr val="tx1"/>
                          </a:solidFill>
                          <a:effectLst/>
                        </a:rPr>
                        <a:t>-1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flag=0</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dirty="0">
                          <a:solidFill>
                            <a:schemeClr val="tx1"/>
                          </a:solidFill>
                          <a:effectLst/>
                        </a:rPr>
                        <a:t>true result &lt; 0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flag=1</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2963854241"/>
                  </a:ext>
                </a:extLst>
              </a:tr>
              <a:tr h="693247">
                <a:tc>
                  <a:txBody>
                    <a:bodyPr/>
                    <a:lstStyle/>
                    <a:p>
                      <a:pPr marL="0" marR="0">
                        <a:spcBef>
                          <a:spcPts val="0"/>
                        </a:spcBef>
                        <a:spcAft>
                          <a:spcPts val="0"/>
                        </a:spcAft>
                      </a:pPr>
                      <a:r>
                        <a:rPr lang="en-US" sz="1800" b="0">
                          <a:effectLst/>
                        </a:rPr>
                        <a:t>Overflow flag</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true result &gt; 2</a:t>
                      </a:r>
                      <a:r>
                        <a:rPr lang="en-US" sz="1800" b="0" baseline="30000" dirty="0">
                          <a:effectLst/>
                        </a:rPr>
                        <a:t>n-1</a:t>
                      </a:r>
                      <a:r>
                        <a:rPr lang="en-US" sz="1800" b="0" dirty="0">
                          <a:effectLst/>
                        </a:rPr>
                        <a:t>-1 or true result &lt; -2</a:t>
                      </a:r>
                      <a:r>
                        <a:rPr lang="en-US" sz="1800" b="0" baseline="30000" dirty="0">
                          <a:effectLst/>
                        </a:rPr>
                        <a:t>n-1</a:t>
                      </a:r>
                    </a:p>
                    <a:p>
                      <a:pPr marL="285750" marR="0" indent="-285750">
                        <a:spcBef>
                          <a:spcPts val="0"/>
                        </a:spcBef>
                        <a:spcAft>
                          <a:spcPts val="0"/>
                        </a:spcAft>
                        <a:buFont typeface="Wingdings" panose="05000000000000000000" pitchFamily="2" charset="2"/>
                        <a:buChar char="è"/>
                      </a:pPr>
                      <a:r>
                        <a:rPr lang="en-US" sz="1800" b="0" dirty="0">
                          <a:effectLst/>
                        </a:rPr>
                        <a:t>Overflow flag=1</a:t>
                      </a:r>
                    </a:p>
                    <a:p>
                      <a:pPr marL="0" marR="0" indent="0">
                        <a:spcBef>
                          <a:spcPts val="0"/>
                        </a:spcBef>
                        <a:spcAft>
                          <a:spcPts val="0"/>
                        </a:spcAft>
                        <a:buFont typeface="Wingdings" panose="05000000000000000000" pitchFamily="2" charset="2"/>
                        <a:buNone/>
                      </a:pPr>
                      <a:r>
                        <a:rPr kumimoji="0" lang="en-US" sz="1800" b="0" kern="1200" dirty="0">
                          <a:solidFill>
                            <a:schemeClr val="tx1"/>
                          </a:solidFill>
                          <a:effectLst/>
                          <a:latin typeface="+mn-lt"/>
                          <a:ea typeface="+mn-ea"/>
                          <a:cs typeface="+mn-cs"/>
                        </a:rPr>
                        <a:t>(Result incorrect)</a:t>
                      </a:r>
                    </a:p>
                  </a:txBody>
                  <a:tcPr marL="68580" marR="68580" marT="0" marB="0"/>
                </a:tc>
                <a:extLst>
                  <a:ext uri="{0D108BD9-81ED-4DB2-BD59-A6C34878D82A}">
                    <a16:rowId xmlns:a16="http://schemas.microsoft.com/office/drawing/2014/main" val="1206363004"/>
                  </a:ext>
                </a:extLst>
              </a:tr>
            </a:tbl>
          </a:graphicData>
        </a:graphic>
      </p:graphicFrame>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E2ACC35D-CF95-407F-B222-DF5A1F69BA9F}"/>
                  </a:ext>
                </a:extLst>
              </p14:cNvPr>
              <p14:cNvContentPartPr/>
              <p14:nvPr/>
            </p14:nvContentPartPr>
            <p14:xfrm>
              <a:off x="4934359" y="4932611"/>
              <a:ext cx="360" cy="360"/>
            </p14:xfrm>
          </p:contentPart>
        </mc:Choice>
        <mc:Fallback xmlns="">
          <p:pic>
            <p:nvPicPr>
              <p:cNvPr id="5" name="Ink 4">
                <a:extLst>
                  <a:ext uri="{FF2B5EF4-FFF2-40B4-BE49-F238E27FC236}">
                    <a16:creationId xmlns:a16="http://schemas.microsoft.com/office/drawing/2014/main" id="{E2ACC35D-CF95-407F-B222-DF5A1F69BA9F}"/>
                  </a:ext>
                </a:extLst>
              </p:cNvPr>
              <p:cNvPicPr/>
              <p:nvPr/>
            </p:nvPicPr>
            <p:blipFill>
              <a:blip r:embed="rId4"/>
              <a:stretch>
                <a:fillRect/>
              </a:stretch>
            </p:blipFill>
            <p:spPr>
              <a:xfrm>
                <a:off x="4925359" y="4923611"/>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641399B7-0992-4159-AA56-A61464B0489C}"/>
                  </a:ext>
                </a:extLst>
              </p14:cNvPr>
              <p14:cNvContentPartPr/>
              <p14:nvPr/>
            </p14:nvContentPartPr>
            <p14:xfrm>
              <a:off x="5494879" y="4932611"/>
              <a:ext cx="360" cy="360"/>
            </p14:xfrm>
          </p:contentPart>
        </mc:Choice>
        <mc:Fallback xmlns="">
          <p:pic>
            <p:nvPicPr>
              <p:cNvPr id="6" name="Ink 5">
                <a:extLst>
                  <a:ext uri="{FF2B5EF4-FFF2-40B4-BE49-F238E27FC236}">
                    <a16:creationId xmlns:a16="http://schemas.microsoft.com/office/drawing/2014/main" id="{641399B7-0992-4159-AA56-A61464B0489C}"/>
                  </a:ext>
                </a:extLst>
              </p:cNvPr>
              <p:cNvPicPr/>
              <p:nvPr/>
            </p:nvPicPr>
            <p:blipFill>
              <a:blip r:embed="rId4"/>
              <a:stretch>
                <a:fillRect/>
              </a:stretch>
            </p:blipFill>
            <p:spPr>
              <a:xfrm>
                <a:off x="5485879" y="4923611"/>
                <a:ext cx="18000" cy="18000"/>
              </a:xfrm>
              <a:prstGeom prst="rect">
                <a:avLst/>
              </a:prstGeom>
            </p:spPr>
          </p:pic>
        </mc:Fallback>
      </mc:AlternateContent>
      <p:sp>
        <p:nvSpPr>
          <p:cNvPr id="3" name="Horizontal Scroll 15">
            <a:extLst>
              <a:ext uri="{FF2B5EF4-FFF2-40B4-BE49-F238E27FC236}">
                <a16:creationId xmlns:a16="http://schemas.microsoft.com/office/drawing/2014/main" id="{4DF73044-40F3-F2D2-4520-3537F47168BE}"/>
              </a:ext>
            </a:extLst>
          </p:cNvPr>
          <p:cNvSpPr/>
          <p:nvPr/>
        </p:nvSpPr>
        <p:spPr>
          <a:xfrm>
            <a:off x="609600" y="-7874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
        <p:nvSpPr>
          <p:cNvPr id="4" name="Slide Number Placeholder 2">
            <a:extLst>
              <a:ext uri="{FF2B5EF4-FFF2-40B4-BE49-F238E27FC236}">
                <a16:creationId xmlns:a16="http://schemas.microsoft.com/office/drawing/2014/main" id="{3666F114-4345-426E-8C76-29F4A48DFE0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4</a:t>
            </a:fld>
            <a:endParaRPr kumimoji="0" lang="en-US" dirty="0"/>
          </a:p>
        </p:txBody>
      </p:sp>
    </p:spTree>
    <p:extLst>
      <p:ext uri="{BB962C8B-B14F-4D97-AF65-F5344CB8AC3E}">
        <p14:creationId xmlns:p14="http://schemas.microsoft.com/office/powerpoint/2010/main" val="83737189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9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p:cNvSpPr>
            <a:spLocks noGrp="1"/>
          </p:cNvSpPr>
          <p:nvPr>
            <p:ph sz="quarter" idx="1"/>
          </p:nvPr>
        </p:nvSpPr>
        <p:spPr>
          <a:xfrm>
            <a:off x="609600" y="1219200"/>
            <a:ext cx="10972800" cy="4953000"/>
          </a:xfrm>
        </p:spPr>
        <p:txBody>
          <a:bodyPr/>
          <a:lstStyle/>
          <a:p>
            <a:r>
              <a:rPr lang="en-US" dirty="0"/>
              <a:t>Method </a:t>
            </a:r>
            <a:r>
              <a:rPr lang="en-US" dirty="0">
                <a:latin typeface="Consolas" panose="020B0609020204030204" pitchFamily="49" charset="0"/>
              </a:rPr>
              <a:t>1</a:t>
            </a:r>
            <a:r>
              <a:rPr lang="en-US" dirty="0"/>
              <a:t>:  append “</a:t>
            </a:r>
            <a:r>
              <a:rPr lang="en-US" b="1" dirty="0">
                <a:solidFill>
                  <a:srgbClr val="FF0000"/>
                </a:solidFill>
                <a:latin typeface="Consolas" panose="020B0609020204030204" pitchFamily="49" charset="0"/>
              </a:rPr>
              <a:t>S</a:t>
            </a:r>
            <a:r>
              <a:rPr lang="en-US" dirty="0"/>
              <a:t>”: updates destination register, and sets flags</a:t>
            </a:r>
          </a:p>
          <a:p>
            <a:pPr lvl="1"/>
            <a:r>
              <a:rPr lang="en-US" dirty="0">
                <a:latin typeface="Consolas" panose="020B0609020204030204" pitchFamily="49" charset="0"/>
              </a:rPr>
              <a:t>ADD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ADD</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ea typeface="Arial Unicode MS" panose="020B0604020202020204" pitchFamily="34" charset="-128"/>
                <a:cs typeface="Arial Unicode MS" panose="020B0604020202020204" pitchFamily="34" charset="-128"/>
              </a:rPr>
              <a:t> r0,r1,r2</a:t>
            </a:r>
            <a:r>
              <a:rPr lang="en-US" dirty="0"/>
              <a:t> </a:t>
            </a:r>
          </a:p>
          <a:p>
            <a:pPr lvl="1"/>
            <a:r>
              <a:rPr lang="en-US" dirty="0">
                <a:latin typeface="Consolas" panose="020B0609020204030204" pitchFamily="49" charset="0"/>
              </a:rPr>
              <a:t>SUB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SUB</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rPr>
              <a:t> r0,r1,r2</a:t>
            </a:r>
          </a:p>
          <a:p>
            <a:pPr lvl="1"/>
            <a:r>
              <a:rPr lang="en-US" dirty="0"/>
              <a:t>Performs operation, writes the result into Rd, and also updates NZCV flags</a:t>
            </a:r>
          </a:p>
          <a:p>
            <a:r>
              <a:rPr lang="en-US" dirty="0"/>
              <a:t>Method </a:t>
            </a:r>
            <a:r>
              <a:rPr lang="en-US" dirty="0">
                <a:latin typeface="Consolas" panose="020B0609020204030204" pitchFamily="49" charset="0"/>
              </a:rPr>
              <a:t>2</a:t>
            </a:r>
            <a:r>
              <a:rPr lang="en-US" dirty="0"/>
              <a:t>:  compare instructions: sets flags only</a:t>
            </a:r>
          </a:p>
          <a:p>
            <a:pPr lvl="1"/>
            <a:r>
              <a:rPr lang="en-US" dirty="0"/>
              <a:t>CMP/CMN/TEQ/TST: performs operation to update NZCV flags, but the computation result is not saved and discarded</a:t>
            </a:r>
          </a:p>
          <a:p>
            <a:endParaRPr lang="en-US" dirty="0">
              <a:latin typeface="Consolas" panose="020B0609020204030204" pitchFamily="49" charset="0"/>
            </a:endParaRPr>
          </a:p>
        </p:txBody>
      </p:sp>
    </p:spTree>
    <p:extLst>
      <p:ext uri="{BB962C8B-B14F-4D97-AF65-F5344CB8AC3E}">
        <p14:creationId xmlns:p14="http://schemas.microsoft.com/office/powerpoint/2010/main" val="1680559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5" name="Content Placeholder 4"/>
          <p:cNvSpPr>
            <a:spLocks noGrp="1"/>
          </p:cNvSpPr>
          <p:nvPr>
            <p:ph sz="quarter" idx="1"/>
          </p:nvPr>
        </p:nvSpPr>
        <p:spPr>
          <a:xfrm>
            <a:off x="1524000" y="3399790"/>
            <a:ext cx="9448800" cy="2956560"/>
          </a:xfrm>
        </p:spPr>
        <p:txBody>
          <a:bodyPr>
            <a:normAutofit lnSpcReduction="10000"/>
          </a:bodyPr>
          <a:lstStyle/>
          <a:p>
            <a:pPr>
              <a:lnSpc>
                <a:spcPct val="90000"/>
              </a:lnSpc>
              <a:buFont typeface="Wingdings" pitchFamily="2" charset="2"/>
              <a:buChar char="Ø"/>
            </a:pPr>
            <a:r>
              <a:rPr lang="en-US" altLang="zh-TW" sz="1900" b="1" dirty="0">
                <a:solidFill>
                  <a:srgbClr val="C00000"/>
                </a:solidFill>
              </a:rPr>
              <a:t>Update flags</a:t>
            </a:r>
            <a:endParaRPr lang="en-US" altLang="zh-TW" sz="1900" b="1" i="1" dirty="0"/>
          </a:p>
          <a:p>
            <a:pPr marL="800100" lvl="1" indent="-342900">
              <a:lnSpc>
                <a:spcPct val="90000"/>
              </a:lnSpc>
              <a:buFont typeface="Arial" pitchFamily="34" charset="0"/>
              <a:buChar char="•"/>
            </a:pPr>
            <a:r>
              <a:rPr lang="en-US" altLang="zh-TW" sz="1600" dirty="0"/>
              <a:t>No need to add S. No need to specify destination register.</a:t>
            </a:r>
          </a:p>
          <a:p>
            <a:pPr>
              <a:lnSpc>
                <a:spcPct val="90000"/>
              </a:lnSpc>
              <a:buFont typeface="Wingdings" pitchFamily="2" charset="2"/>
              <a:buChar char="Ø"/>
            </a:pPr>
            <a:r>
              <a:rPr lang="en-US" altLang="zh-TW" sz="1900" dirty="0"/>
              <a:t>Operations are:</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CMP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SUBS, except result discarded (not written to destination register)</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CMN  </a:t>
            </a:r>
            <a:r>
              <a:rPr lang="en-US" altLang="zh-TW" sz="1600" dirty="0">
                <a:latin typeface="Consolas" panose="020B0609020204030204" pitchFamily="49" charset="0"/>
                <a:cs typeface="Consolas" panose="020B0609020204030204" pitchFamily="49" charset="0"/>
              </a:rPr>
              <a:t>R1 + R2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ADDS,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TST  </a:t>
            </a:r>
            <a:r>
              <a:rPr lang="en-US" altLang="zh-TW" sz="1600" dirty="0">
                <a:latin typeface="Consolas" panose="020B0609020204030204" pitchFamily="49" charset="0"/>
                <a:cs typeface="Consolas" panose="020B0609020204030204" pitchFamily="49" charset="0"/>
              </a:rPr>
              <a:t>R1 &amp; R2:</a:t>
            </a:r>
            <a:r>
              <a:rPr lang="en-US" altLang="zh-TW" sz="1600" dirty="0"/>
              <a:t> Same as ANDS,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TEQ  </a:t>
            </a:r>
            <a:r>
              <a:rPr lang="en-US" altLang="zh-TW" sz="1600" dirty="0">
                <a:latin typeface="Consolas" panose="020B0609020204030204" pitchFamily="49" charset="0"/>
              </a:rPr>
              <a:t>R1</a:t>
            </a:r>
            <a:r>
              <a:rPr lang="en-US" altLang="zh-TW" sz="1600" dirty="0">
                <a:latin typeface="Consolas" panose="020B0609020204030204" pitchFamily="49" charset="0"/>
                <a:cs typeface="Consolas" panose="020B0609020204030204" pitchFamily="49" charset="0"/>
              </a:rPr>
              <a:t> ⊕ R2:</a:t>
            </a:r>
            <a:r>
              <a:rPr lang="en-US" altLang="zh-TW" sz="1600" dirty="0"/>
              <a:t> Same as EORS, except result discarded</a:t>
            </a:r>
          </a:p>
          <a:p>
            <a:pPr>
              <a:lnSpc>
                <a:spcPct val="90000"/>
              </a:lnSpc>
              <a:buFont typeface="Wingdings" pitchFamily="2" charset="2"/>
              <a:buChar char="Ø"/>
            </a:pPr>
            <a:r>
              <a:rPr lang="en-US" altLang="zh-TW" sz="2100" dirty="0"/>
              <a:t>Examples:</a:t>
            </a:r>
            <a:endParaRPr lang="en-US" altLang="zh-TW" sz="2100" b="1" dirty="0">
              <a:latin typeface="Courier New" pitchFamily="49" charset="0"/>
            </a:endParaRPr>
          </a:p>
          <a:p>
            <a:pPr marL="800100" lvl="1" indent="-342900">
              <a:lnSpc>
                <a:spcPct val="90000"/>
              </a:lnSpc>
              <a:buFont typeface="Arial" pitchFamily="34" charset="0"/>
              <a:buChar char="•"/>
            </a:pPr>
            <a:r>
              <a:rPr lang="en-US" altLang="zh-TW" sz="1600" b="1" dirty="0">
                <a:latin typeface="Courier New" pitchFamily="49" charset="0"/>
              </a:rPr>
              <a:t>CMP  r0, r1</a:t>
            </a:r>
          </a:p>
          <a:p>
            <a:pPr marL="800100" lvl="1" indent="-342900">
              <a:lnSpc>
                <a:spcPct val="90000"/>
              </a:lnSpc>
              <a:buFont typeface="Arial" pitchFamily="34" charset="0"/>
              <a:buChar char="•"/>
            </a:pPr>
            <a:r>
              <a:rPr lang="en-US" altLang="zh-TW" sz="1600" b="1" dirty="0">
                <a:latin typeface="Courier New" pitchFamily="49" charset="0"/>
              </a:rPr>
              <a:t>TST  r2, #5</a:t>
            </a:r>
            <a:endParaRPr lang="zh-TW" altLang="en-US" sz="1600" b="1" dirty="0">
              <a:latin typeface="Courier New" pitchFamily="49" charset="0"/>
            </a:endParaRPr>
          </a:p>
          <a:p>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946063848"/>
              </p:ext>
            </p:extLst>
          </p:nvPr>
        </p:nvGraphicFramePr>
        <p:xfrm>
          <a:off x="2971800" y="1242566"/>
          <a:ext cx="6096001"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1607736">
                  <a:extLst>
                    <a:ext uri="{9D8B030D-6E8A-4147-A177-3AD203B41FA5}">
                      <a16:colId xmlns:a16="http://schemas.microsoft.com/office/drawing/2014/main" val="20001"/>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Brief description</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 </a:t>
                      </a: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kumimoji="0" lang="en-US" sz="1800" kern="1200" dirty="0">
                          <a:solidFill>
                            <a:schemeClr val="dk1"/>
                          </a:solidFill>
                          <a:effectLst/>
                          <a:latin typeface="+mn-lt"/>
                          <a:ea typeface="+mn-ea"/>
                          <a:cs typeface="+mn-cs"/>
                        </a:rPr>
                        <a:t>R1 + R2</a:t>
                      </a: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&amp; R2</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TEQ</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b="0" i="0" kern="1200" dirty="0">
                          <a:solidFill>
                            <a:schemeClr val="tx1"/>
                          </a:solidFill>
                          <a:effectLst/>
                          <a:latin typeface="+mn-lt"/>
                          <a:ea typeface="+mn-ea"/>
                          <a:cs typeface="+mn-cs"/>
                        </a:rPr>
                        <a:t>R1 ⊕ R2 </a:t>
                      </a:r>
                      <a:endParaRPr kumimoji="0" lang="en-US" sz="1800" kern="1200" dirty="0">
                        <a:solidFill>
                          <a:schemeClr val="dk1"/>
                        </a:solidFill>
                        <a:effectLst/>
                        <a:latin typeface="+mn-lt"/>
                        <a:ea typeface="+mn-ea"/>
                        <a:cs typeface="+mn-cs"/>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915448931"/>
                  </a:ext>
                </a:extLst>
              </a:tr>
            </a:tbl>
          </a:graphicData>
        </a:graphic>
      </p:graphicFrame>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6</a:t>
            </a:fld>
            <a:endParaRPr kumimoji="0" lang="en-US" dirty="0"/>
          </a:p>
        </p:txBody>
      </p:sp>
    </p:spTree>
    <p:extLst>
      <p:ext uri="{BB962C8B-B14F-4D97-AF65-F5344CB8AC3E}">
        <p14:creationId xmlns:p14="http://schemas.microsoft.com/office/powerpoint/2010/main" val="25023434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CMP</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7</a:t>
            </a:fld>
            <a:endParaRPr kumimoji="0" lang="en-US" dirty="0"/>
          </a:p>
        </p:txBody>
      </p:sp>
      <p:sp>
        <p:nvSpPr>
          <p:cNvPr id="5" name="Rectangle 4"/>
          <p:cNvSpPr/>
          <p:nvPr/>
        </p:nvSpPr>
        <p:spPr>
          <a:xfrm>
            <a:off x="2933700" y="2085697"/>
            <a:ext cx="6324600"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Area absolute, CODE, </a:t>
            </a:r>
            <a:r>
              <a:rPr lang="en-US" dirty="0" err="1">
                <a:latin typeface="Consolas" panose="020B0609020204030204" pitchFamily="49" charset="0"/>
                <a:cs typeface="Consolas" panose="020B0609020204030204" pitchFamily="49" charset="0"/>
              </a:rPr>
              <a:t>READONLY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EXPORT __main  </a:t>
            </a:r>
          </a:p>
          <a:p>
            <a:r>
              <a:rPr lang="en-US" dirty="0">
                <a:latin typeface="Consolas" panose="020B0609020204030204" pitchFamily="49" charset="0"/>
                <a:cs typeface="Consolas" panose="020B0609020204030204" pitchFamily="49" charset="0"/>
              </a:rPr>
              <a:t>       ENTRY</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__main </a:t>
            </a:r>
            <a:r>
              <a:rPr lang="en-US" dirty="0" err="1">
                <a:latin typeface="Consolas" panose="020B0609020204030204" pitchFamily="49" charset="0"/>
                <a:cs typeface="Consolas" panose="020B0609020204030204" pitchFamily="49" charset="0"/>
              </a:rPr>
              <a:t>PROC</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CMP</a:t>
            </a:r>
            <a:r>
              <a:rPr lang="en-US" dirty="0">
                <a:latin typeface="Consolas" panose="020B0609020204030204" pitchFamily="49" charset="0"/>
                <a:cs typeface="Consolas" panose="020B0609020204030204" pitchFamily="49" charset="0"/>
              </a:rPr>
              <a:t>    r1, #0       </a:t>
            </a:r>
            <a:r>
              <a:rPr lang="en-US" dirty="0">
                <a:solidFill>
                  <a:schemeClr val="bg1">
                    <a:lumMod val="50000"/>
                  </a:schemeClr>
                </a:solidFill>
                <a:latin typeface="Consolas" panose="020B0609020204030204" pitchFamily="49" charset="0"/>
                <a:cs typeface="Consolas" panose="020B0609020204030204" pitchFamily="49" charset="0"/>
              </a:rPr>
              <a:t>; r1 = x</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RSB</a:t>
            </a:r>
            <a:r>
              <a:rPr lang="en-US" b="1" dirty="0">
                <a:solidFill>
                  <a:srgbClr val="FF0000"/>
                </a:solidFill>
                <a:latin typeface="Consolas" panose="020B0609020204030204" pitchFamily="49" charset="0"/>
                <a:cs typeface="Consolas" panose="020B0609020204030204" pitchFamily="49" charset="0"/>
              </a:rPr>
              <a:t>LT</a:t>
            </a:r>
            <a:r>
              <a:rPr lang="en-US" dirty="0">
                <a:latin typeface="Consolas" panose="020B0609020204030204" pitchFamily="49" charset="0"/>
                <a:cs typeface="Consolas" panose="020B0609020204030204" pitchFamily="49" charset="0"/>
              </a:rPr>
              <a:t>  r0, r1, #0</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done   B done     </a:t>
            </a:r>
            <a:r>
              <a:rPr lang="en-US" dirty="0">
                <a:solidFill>
                  <a:schemeClr val="bg1">
                    <a:lumMod val="50000"/>
                  </a:schemeClr>
                </a:solidFill>
                <a:latin typeface="Consolas" panose="020B0609020204030204" pitchFamily="49" charset="0"/>
                <a:cs typeface="Consolas" panose="020B0609020204030204" pitchFamily="49" charset="0"/>
              </a:rPr>
              <a:t>; deadloop, end of program</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ENDP</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END</a:t>
            </a:r>
          </a:p>
        </p:txBody>
      </p:sp>
      <mc:AlternateContent xmlns:mc="http://schemas.openxmlformats.org/markup-compatibility/2006" xmlns:a14="http://schemas.microsoft.com/office/drawing/2010/main">
        <mc:Choice Requires="a14">
          <p:sp>
            <p:nvSpPr>
              <p:cNvPr id="6" name="TextBox 5"/>
              <p:cNvSpPr txBox="1"/>
              <p:nvPr/>
            </p:nvSpPr>
            <p:spPr>
              <a:xfrm>
                <a:off x="5219700" y="1323697"/>
                <a:ext cx="2057400"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a:rPr>
                        <m:t>𝑓</m:t>
                      </m:r>
                      <m:d>
                        <m:dPr>
                          <m:ctrlPr>
                            <a:rPr lang="en-US" sz="2800" i="1">
                              <a:latin typeface="Cambria Math" panose="02040503050406030204" pitchFamily="18" charset="0"/>
                            </a:rPr>
                          </m:ctrlPr>
                        </m:dPr>
                        <m:e>
                          <m:r>
                            <a:rPr lang="en-US" sz="2800" i="1">
                              <a:latin typeface="Cambria Math"/>
                            </a:rPr>
                            <m:t>𝑥</m:t>
                          </m:r>
                        </m:e>
                      </m:d>
                      <m:r>
                        <a:rPr lang="en-US" sz="2800" i="1">
                          <a:latin typeface="Cambria Math"/>
                        </a:rPr>
                        <m:t>=|</m:t>
                      </m:r>
                      <m:r>
                        <a:rPr lang="en-US" sz="2800" i="1">
                          <a:latin typeface="Cambria Math"/>
                        </a:rPr>
                        <m:t>𝑥</m:t>
                      </m:r>
                      <m:r>
                        <a:rPr lang="en-US" sz="2800" i="1">
                          <a:latin typeface="Cambria Math"/>
                        </a:rPr>
                        <m:t>|</m:t>
                      </m:r>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5219700" y="1323697"/>
                <a:ext cx="2057400" cy="523220"/>
              </a:xfrm>
              <a:prstGeom prst="rect">
                <a:avLst/>
              </a:prstGeom>
              <a:blipFill>
                <a:blip r:embed="rId3"/>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070E943D-54D2-737B-8F17-C236B0E07369}"/>
              </a:ext>
            </a:extLst>
          </p:cNvPr>
          <p:cNvSpPr txBox="1"/>
          <p:nvPr/>
        </p:nvSpPr>
        <p:spPr>
          <a:xfrm>
            <a:off x="2857499" y="5576213"/>
            <a:ext cx="6629400"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RSBLT r1, r1, #0:: conditional execution of the RSB instruction with condition code LT. If r1 &lt; 0, then set r1=−r1</a:t>
            </a:r>
            <a:endParaRPr lang="en-US" dirty="0"/>
          </a:p>
        </p:txBody>
      </p:sp>
    </p:spTree>
    <p:extLst>
      <p:ext uri="{BB962C8B-B14F-4D97-AF65-F5344CB8AC3E}">
        <p14:creationId xmlns:p14="http://schemas.microsoft.com/office/powerpoint/2010/main" val="3410570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Updating Condition Flags:</a:t>
            </a:r>
            <a:br>
              <a:rPr lang="en-US" dirty="0"/>
            </a:br>
            <a:r>
              <a:rPr lang="en-US" dirty="0"/>
              <a:t>TST and TEQ</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8</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685800" y="1447800"/>
                <a:ext cx="8686800" cy="4709160"/>
              </a:xfrm>
            </p:spPr>
            <p:txBody>
              <a:bodyPr>
                <a:normAutofit fontScale="92500" lnSpcReduction="10000"/>
              </a:bodyPr>
              <a:lstStyle/>
              <a:p>
                <a:pPr marL="0" indent="0">
                  <a:buNone/>
                </a:pPr>
                <a:r>
                  <a:rPr lang="en-US" sz="2400" b="1" dirty="0">
                    <a:solidFill>
                      <a:srgbClr val="FF0000"/>
                    </a:solidFill>
                    <a:latin typeface="Consolas" panose="020B0609020204030204" pitchFamily="49" charset="0"/>
                  </a:rPr>
                  <a:t>   TST</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AND</a:t>
                </a:r>
              </a:p>
              <a:p>
                <a:pPr marL="0" indent="0">
                  <a:buNone/>
                </a:pPr>
                <a:r>
                  <a:rPr lang="en-US" sz="2400" b="1" dirty="0">
                    <a:solidFill>
                      <a:srgbClr val="FF0000"/>
                    </a:solidFill>
                    <a:latin typeface="Consolas" panose="020B0609020204030204" pitchFamily="49" charset="0"/>
                  </a:rPr>
                  <a:t>   TEQ</a:t>
                </a:r>
                <a:r>
                  <a:rPr lang="en-US" sz="2400" b="1" dirty="0">
                    <a:latin typeface="Consolas" panose="020B0609020204030204" pitchFamily="49" charset="0"/>
                  </a:rPr>
                  <a:t> R1, R2  </a:t>
                </a:r>
                <a:r>
                  <a:rPr lang="en-US" sz="2400" b="1" dirty="0">
                    <a:solidFill>
                      <a:schemeClr val="bg1">
                        <a:lumMod val="50000"/>
                      </a:schemeClr>
                    </a:solidFill>
                    <a:latin typeface="Consolas" panose="020B0609020204030204" pitchFamily="49" charset="0"/>
                  </a:rPr>
                  <a:t>; Bitwise Exclusive OR</a:t>
                </a:r>
              </a:p>
              <a:p>
                <a:pPr marL="0" indent="0" algn="ctr">
                  <a:buNone/>
                </a:pPr>
                <a:endParaRPr lang="en-US" sz="1400" dirty="0"/>
              </a:p>
              <a:p>
                <a:r>
                  <a:rPr lang="en-US" sz="2000" dirty="0">
                    <a:solidFill>
                      <a:srgbClr val="FF0000"/>
                    </a:solidFill>
                  </a:rPr>
                  <a:t>Update N and Z </a:t>
                </a:r>
                <a:r>
                  <a:rPr lang="en-US" sz="2000" dirty="0"/>
                  <a:t>according to the result</a:t>
                </a:r>
              </a:p>
              <a:p>
                <a:r>
                  <a:rPr lang="en-US" sz="2000" dirty="0"/>
                  <a:t>Can update C during the calculation of R2 (w/ shifting)</a:t>
                </a:r>
              </a:p>
              <a:p>
                <a:r>
                  <a:rPr lang="en-US" sz="2000" dirty="0"/>
                  <a:t>Do not affect V</a:t>
                </a:r>
              </a:p>
              <a:p>
                <a:r>
                  <a:rPr lang="en-US" sz="2000" dirty="0"/>
                  <a:t>TST performs </a:t>
                </a:r>
                <a:r>
                  <a:rPr lang="en-US" sz="2000" dirty="0">
                    <a:solidFill>
                      <a:srgbClr val="FF0000"/>
                    </a:solidFill>
                  </a:rPr>
                  <a:t>bitwise AND </a:t>
                </a:r>
                <a:r>
                  <a:rPr lang="en-US" sz="2000" dirty="0"/>
                  <a:t>on R1 and R2. </a:t>
                </a:r>
              </a:p>
              <a:p>
                <a:pPr lvl="1"/>
                <a:r>
                  <a:rPr lang="en-US" sz="1800" dirty="0"/>
                  <a:t>Same as </a:t>
                </a:r>
                <a:r>
                  <a:rPr lang="en-US" sz="1800" dirty="0">
                    <a:latin typeface="Consolas" panose="020B0609020204030204" pitchFamily="49" charset="0"/>
                  </a:rPr>
                  <a:t>ANDS</a:t>
                </a:r>
                <a:r>
                  <a:rPr lang="en-US" sz="1800" dirty="0"/>
                  <a:t>, except result discarded.</a:t>
                </a:r>
              </a:p>
              <a:p>
                <a:pPr lvl="1"/>
                <a:r>
                  <a:rPr lang="en-US" sz="1800" dirty="0"/>
                  <a:t>Use R2 as a mask; Z=0 implies “some masked bit(s) are set, so result is non-zero” Z=1 implies “none of the masked bit(s) are set, so result is zero.” For a single-bit mask, Z=0 means “that bit in R1 is 1,” and Z=1 means “that bit is 0.”</a:t>
                </a:r>
              </a:p>
              <a:p>
                <a:r>
                  <a:rPr lang="en-US" sz="2000" dirty="0"/>
                  <a:t> TEQ performs </a:t>
                </a:r>
                <a:r>
                  <a:rPr lang="en-US" sz="2000" dirty="0">
                    <a:solidFill>
                      <a:srgbClr val="FF0000"/>
                    </a:solidFill>
                  </a:rPr>
                  <a:t>bitwise Exclusive OR </a:t>
                </a:r>
                <a:r>
                  <a:rPr lang="en-US" sz="2000" dirty="0"/>
                  <a:t>on R1 and R2.</a:t>
                </a:r>
              </a:p>
              <a:p>
                <a:pPr lvl="1"/>
                <a:r>
                  <a:rPr lang="en-US" sz="1800" dirty="0"/>
                  <a:t>Same as </a:t>
                </a:r>
                <a:r>
                  <a:rPr lang="en-US" sz="1800" dirty="0">
                    <a:latin typeface="Consolas" panose="020B0609020204030204" pitchFamily="49" charset="0"/>
                  </a:rPr>
                  <a:t>EORS</a:t>
                </a:r>
                <a:r>
                  <a:rPr lang="en-US" sz="1800" dirty="0"/>
                  <a:t>, except result discarded.</a:t>
                </a:r>
              </a:p>
              <a:p>
                <a:pPr lvl="1"/>
                <a:r>
                  <a:rPr lang="en-US" sz="1800" dirty="0"/>
                  <a:t>If R1 and R2 are equal, then </a:t>
                </a:r>
                <a14:m>
                  <m:oMath xmlns:m="http://schemas.openxmlformats.org/officeDocument/2006/math">
                    <m:r>
                      <a:rPr lang="en-US" sz="1800">
                        <a:latin typeface="Cambria Math" panose="02040503050406030204" pitchFamily="18" charset="0"/>
                      </a:rPr>
                      <m:t>𝑅𝑛</m:t>
                    </m:r>
                    <m:r>
                      <a:rPr lang="en-US" sz="1800">
                        <a:latin typeface="Cambria Math" panose="02040503050406030204" pitchFamily="18" charset="0"/>
                      </a:rPr>
                      <m:t>⊕</m:t>
                    </m:r>
                    <m:r>
                      <a:rPr lang="en-US" sz="1800">
                        <a:latin typeface="Cambria Math" panose="02040503050406030204" pitchFamily="18" charset="0"/>
                      </a:rPr>
                      <m:t>𝑂𝑝𝑒𝑟𝑎𝑛𝑑</m:t>
                    </m:r>
                    <m:r>
                      <a:rPr lang="en-US" sz="1800">
                        <a:latin typeface="Cambria Math" panose="02040503050406030204" pitchFamily="18" charset="0"/>
                      </a:rPr>
                      <m:t>2</m:t>
                    </m:r>
                  </m:oMath>
                </a14:m>
                <a:r>
                  <a:rPr lang="en-US" sz="1800" dirty="0"/>
                  <a:t> is zero, and Z is set to 1; otherwise Z is cleared.</a:t>
                </a:r>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685800" y="1447800"/>
                <a:ext cx="8686800" cy="4709160"/>
              </a:xfrm>
              <a:blipFill>
                <a:blip r:embed="rId3"/>
                <a:stretch>
                  <a:fillRect l="-211" t="-1554"/>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8DCF8158-0829-196C-D9FE-1C770A94B4C4}"/>
              </a:ext>
            </a:extLst>
          </p:cNvPr>
          <p:cNvGraphicFramePr>
            <a:graphicFrameLocks noGrp="1"/>
          </p:cNvGraphicFramePr>
          <p:nvPr>
            <p:extLst>
              <p:ext uri="{D42A27DB-BD31-4B8C-83A1-F6EECF244321}">
                <p14:modId xmlns:p14="http://schemas.microsoft.com/office/powerpoint/2010/main" val="1239562302"/>
              </p:ext>
            </p:extLst>
          </p:nvPr>
        </p:nvGraphicFramePr>
        <p:xfrm>
          <a:off x="9776968" y="1828800"/>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AND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2771978248"/>
                  </a:ext>
                </a:extLst>
              </a:tr>
            </a:tbl>
          </a:graphicData>
        </a:graphic>
      </p:graphicFrame>
      <p:graphicFrame>
        <p:nvGraphicFramePr>
          <p:cNvPr id="6" name="Table 5">
            <a:extLst>
              <a:ext uri="{FF2B5EF4-FFF2-40B4-BE49-F238E27FC236}">
                <a16:creationId xmlns:a16="http://schemas.microsoft.com/office/drawing/2014/main" id="{03FCCA32-130C-6803-E182-E05ADA9ECB49}"/>
              </a:ext>
            </a:extLst>
          </p:cNvPr>
          <p:cNvGraphicFramePr>
            <a:graphicFrameLocks noGrp="1"/>
          </p:cNvGraphicFramePr>
          <p:nvPr>
            <p:extLst>
              <p:ext uri="{D42A27DB-BD31-4B8C-83A1-F6EECF244321}">
                <p14:modId xmlns:p14="http://schemas.microsoft.com/office/powerpoint/2010/main" val="375375003"/>
              </p:ext>
            </p:extLst>
          </p:nvPr>
        </p:nvGraphicFramePr>
        <p:xfrm>
          <a:off x="9776968" y="3949491"/>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XOR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771978248"/>
                  </a:ext>
                </a:extLst>
              </a:tr>
            </a:tbl>
          </a:graphicData>
        </a:graphic>
      </p:graphicFrame>
    </p:spTree>
    <p:extLst>
      <p:ext uri="{BB962C8B-B14F-4D97-AF65-F5344CB8AC3E}">
        <p14:creationId xmlns:p14="http://schemas.microsoft.com/office/powerpoint/2010/main" val="30372484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B27C1-1F30-01B4-EDA5-AA372A7564E3}"/>
              </a:ext>
            </a:extLst>
          </p:cNvPr>
          <p:cNvSpPr>
            <a:spLocks noGrp="1"/>
          </p:cNvSpPr>
          <p:nvPr>
            <p:ph type="title"/>
          </p:nvPr>
        </p:nvSpPr>
        <p:spPr/>
        <p:txBody>
          <a:bodyPr/>
          <a:lstStyle/>
          <a:p>
            <a:r>
              <a:rPr lang="en-US" dirty="0"/>
              <a:t>Example of TEQ</a:t>
            </a:r>
          </a:p>
        </p:txBody>
      </p:sp>
      <p:sp>
        <p:nvSpPr>
          <p:cNvPr id="3" name="Slide Number Placeholder 2">
            <a:extLst>
              <a:ext uri="{FF2B5EF4-FFF2-40B4-BE49-F238E27FC236}">
                <a16:creationId xmlns:a16="http://schemas.microsoft.com/office/drawing/2014/main" id="{45F24D4A-7641-EB87-BBFE-58459B1F105F}"/>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0994813A-6090-94C3-BB20-0506E22F6AC2}"/>
              </a:ext>
            </a:extLst>
          </p:cNvPr>
          <p:cNvSpPr>
            <a:spLocks noGrp="1"/>
          </p:cNvSpPr>
          <p:nvPr>
            <p:ph sz="quarter" idx="1"/>
          </p:nvPr>
        </p:nvSpPr>
        <p:spPr>
          <a:xfrm>
            <a:off x="990600" y="1219200"/>
            <a:ext cx="9220200" cy="990600"/>
          </a:xfrm>
        </p:spPr>
        <p:txBody>
          <a:bodyPr/>
          <a:lstStyle/>
          <a:p>
            <a:r>
              <a:rPr lang="pt-BR" dirty="0"/>
              <a:t>Translate C code into assembly:</a:t>
            </a:r>
          </a:p>
        </p:txBody>
      </p:sp>
      <mc:AlternateContent xmlns:mc="http://schemas.openxmlformats.org/markup-compatibility/2006" xmlns:a14="http://schemas.microsoft.com/office/drawing/2010/main">
        <mc:Choice Requires="a14">
          <p:sp>
            <p:nvSpPr>
              <p:cNvPr id="6" name="Content Placeholder 3">
                <a:extLst>
                  <a:ext uri="{FF2B5EF4-FFF2-40B4-BE49-F238E27FC236}">
                    <a16:creationId xmlns:a16="http://schemas.microsoft.com/office/drawing/2014/main" id="{E5FFFCF9-37E2-4F46-BF73-3BA72A325AB2}"/>
                  </a:ext>
                </a:extLst>
              </p:cNvPr>
              <p:cNvSpPr txBox="1">
                <a:spLocks/>
              </p:cNvSpPr>
              <p:nvPr/>
            </p:nvSpPr>
            <p:spPr>
              <a:xfrm>
                <a:off x="990600" y="3200400"/>
                <a:ext cx="10210800" cy="3281640"/>
              </a:xfrm>
              <a:prstGeom prst="rect">
                <a:avLst/>
              </a:prstGeom>
            </p:spPr>
            <p:txBody>
              <a:bodyPr vert="horz">
                <a:normAutofit fontScale="7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TEQ r0, #‘!’ performs a test-equal by computing </a:t>
                </a:r>
                <a14:m>
                  <m:oMath xmlns:m="http://schemas.openxmlformats.org/officeDocument/2006/math">
                    <m:r>
                      <a:rPr lang="en-US" i="1">
                        <a:latin typeface="Cambria Math" panose="02040503050406030204" pitchFamily="18" charset="0"/>
                      </a:rPr>
                      <m:t>𝑟</m:t>
                    </m:r>
                    <m:r>
                      <a:rPr lang="en-US">
                        <a:latin typeface="Cambria Math" panose="02040503050406030204" pitchFamily="18" charset="0"/>
                      </a:rPr>
                      <m:t>0</m:t>
                    </m:r>
                    <m:sSup>
                      <m:sSupPr>
                        <m:ctrlPr>
                          <a:rPr lang="ar-AE" i="1">
                            <a:latin typeface="Cambria Math" panose="02040503050406030204" pitchFamily="18" charset="0"/>
                          </a:rPr>
                        </m:ctrlPr>
                      </m:sSupPr>
                      <m:e>
                        <m:r>
                          <a:rPr lang="ar-AE">
                            <a:latin typeface="Cambria Math" panose="02040503050406030204" pitchFamily="18" charset="0"/>
                          </a:rPr>
                          <m:t>⊕</m:t>
                        </m:r>
                      </m:e>
                      <m:sup>
                        <m:r>
                          <a:rPr lang="ar-AE">
                            <a:latin typeface="Cambria Math" panose="02040503050406030204" pitchFamily="18" charset="0"/>
                          </a:rPr>
                          <m:t>′</m:t>
                        </m:r>
                      </m:sup>
                    </m:sSup>
                    <m:sSup>
                      <m:sSupPr>
                        <m:ctrlPr>
                          <a:rPr lang="ar-AE" i="1">
                            <a:latin typeface="Cambria Math" panose="02040503050406030204" pitchFamily="18" charset="0"/>
                          </a:rPr>
                        </m:ctrlPr>
                      </m:sSupPr>
                      <m:e>
                        <m:r>
                          <a:rPr lang="ar-AE">
                            <a:latin typeface="Cambria Math" panose="02040503050406030204" pitchFamily="18" charset="0"/>
                          </a:rPr>
                          <m:t>!</m:t>
                        </m:r>
                      </m:e>
                      <m:sup>
                        <m:r>
                          <a:rPr lang="ar-AE">
                            <a:latin typeface="Cambria Math" panose="02040503050406030204" pitchFamily="18" charset="0"/>
                          </a:rPr>
                          <m:t>′</m:t>
                        </m:r>
                      </m:sup>
                    </m:sSup>
                  </m:oMath>
                </a14:m>
                <a:r>
                  <a:rPr lang="ar-AE" dirty="0"/>
                  <a:t> </a:t>
                </a:r>
                <a:r>
                  <a:rPr lang="en-US" dirty="0"/>
                  <a:t>and setting condition flags; Z=1 when r0 equals ‘!’. </a:t>
                </a:r>
              </a:p>
              <a:p>
                <a:r>
                  <a:rPr lang="en-US" dirty="0"/>
                  <a:t>TEQNE r0, #‘?’ executes only if the previous Z=0 (i.e., char was not ‘!’); it tests r0 against ‘?’ and sets Z accordingly.  This achieves the logical OR without branches by conditionally running the second test only when needed.</a:t>
                </a:r>
              </a:p>
              <a:p>
                <a:pPr lvl="1"/>
                <a:r>
                  <a:rPr lang="en-GB" sz="2400" kern="0" dirty="0"/>
                  <a:t>Logical OR operator (||) employs short-circuit evaluation, meaning it evaluates expressions from left to right and stops as soon as the result of the entire expression is determined. For (cond1||cond2): If cond1 evaluates to true (non-zero), the overall result of the || operation is already known to be true, so cond2 is not evaluated. If cond1 evaluates to false (zero), the evaluation proceeds to the next operand cond2.</a:t>
                </a:r>
                <a:endParaRPr lang="en-US" dirty="0"/>
              </a:p>
              <a:p>
                <a:r>
                  <a:rPr lang="en-US" dirty="0"/>
                  <a:t>ADDEQ r1, r1, #1 executes only if Z=1 after the tests, meaning char matched either ‘!’ or ‘?’.</a:t>
                </a:r>
              </a:p>
              <a:p>
                <a:endParaRPr lang="en-US" dirty="0"/>
              </a:p>
            </p:txBody>
          </p:sp>
        </mc:Choice>
        <mc:Fallback xmlns="">
          <p:sp>
            <p:nvSpPr>
              <p:cNvPr id="6" name="Content Placeholder 3">
                <a:extLst>
                  <a:ext uri="{FF2B5EF4-FFF2-40B4-BE49-F238E27FC236}">
                    <a16:creationId xmlns:a16="http://schemas.microsoft.com/office/drawing/2014/main" id="{E5FFFCF9-37E2-4F46-BF73-3BA72A325AB2}"/>
                  </a:ext>
                </a:extLst>
              </p:cNvPr>
              <p:cNvSpPr txBox="1">
                <a:spLocks noRot="1" noChangeAspect="1" noMove="1" noResize="1" noEditPoints="1" noAdjustHandles="1" noChangeArrowheads="1" noChangeShapeType="1" noTextEdit="1"/>
              </p:cNvSpPr>
              <p:nvPr/>
            </p:nvSpPr>
            <p:spPr>
              <a:xfrm>
                <a:off x="990600" y="3200400"/>
                <a:ext cx="10210800" cy="3281640"/>
              </a:xfrm>
              <a:prstGeom prst="rect">
                <a:avLst/>
              </a:prstGeom>
              <a:blipFill>
                <a:blip r:embed="rId2"/>
                <a:stretch>
                  <a:fillRect l="-239" t="-2788" r="-597"/>
                </a:stretch>
              </a:blipFill>
            </p:spPr>
            <p:txBody>
              <a:bodyPr/>
              <a:lstStyle/>
              <a:p>
                <a:r>
                  <a:rPr lang="en-US">
                    <a:noFill/>
                  </a:rPr>
                  <a:t> </a:t>
                </a:r>
              </a:p>
            </p:txBody>
          </p:sp>
        </mc:Fallback>
      </mc:AlternateContent>
      <p:graphicFrame>
        <p:nvGraphicFramePr>
          <p:cNvPr id="7" name="Table 6">
            <a:extLst>
              <a:ext uri="{FF2B5EF4-FFF2-40B4-BE49-F238E27FC236}">
                <a16:creationId xmlns:a16="http://schemas.microsoft.com/office/drawing/2014/main" id="{92162710-0645-EA84-2B5C-000E62B73A45}"/>
              </a:ext>
            </a:extLst>
          </p:cNvPr>
          <p:cNvGraphicFramePr>
            <a:graphicFrameLocks noGrp="1"/>
          </p:cNvGraphicFramePr>
          <p:nvPr>
            <p:extLst>
              <p:ext uri="{D42A27DB-BD31-4B8C-83A1-F6EECF244321}">
                <p14:modId xmlns:p14="http://schemas.microsoft.com/office/powerpoint/2010/main" val="1083452584"/>
              </p:ext>
            </p:extLst>
          </p:nvPr>
        </p:nvGraphicFramePr>
        <p:xfrm>
          <a:off x="1828800" y="1806067"/>
          <a:ext cx="8256373" cy="1261872"/>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239268">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C Code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Assembly</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957072">
                <a:tc>
                  <a:txBody>
                    <a:bodyPr/>
                    <a:lstStyle/>
                    <a:p>
                      <a:pPr marL="0" marR="0" algn="just">
                        <a:spcBef>
                          <a:spcPts val="0"/>
                        </a:spcBef>
                        <a:spcAft>
                          <a:spcPts val="0"/>
                        </a:spcAft>
                      </a:pPr>
                      <a:r>
                        <a:rPr lang="en-US" sz="2000" dirty="0">
                          <a:effectLst/>
                          <a:latin typeface="Consolas" panose="020B0609020204030204" pitchFamily="49" charset="0"/>
                          <a:ea typeface="宋体"/>
                          <a:cs typeface="Consolas" panose="020B0609020204030204" pitchFamily="49" charset="0"/>
                        </a:rPr>
                        <a:t>if (char==‘!’||char==‘?’) found++; </a:t>
                      </a:r>
                    </a:p>
                    <a:p>
                      <a:pPr marL="0" marR="0" algn="just">
                        <a:spcBef>
                          <a:spcPts val="0"/>
                        </a:spcBef>
                        <a:spcAft>
                          <a:spcPts val="0"/>
                        </a:spcAft>
                      </a:pP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 r0, #‘!’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TEQNE r0,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ADDEQ r1, r1, #1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9745622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Unconditional Branch Instructions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10</a:t>
            </a:fld>
            <a:endParaRPr kumimoji="0" lang="en-US" dirty="0"/>
          </a:p>
        </p:txBody>
      </p:sp>
      <p:sp>
        <p:nvSpPr>
          <p:cNvPr id="5" name="Content Placeholder 4"/>
          <p:cNvSpPr>
            <a:spLocks noGrp="1"/>
          </p:cNvSpPr>
          <p:nvPr>
            <p:ph sz="quarter" idx="1"/>
          </p:nvPr>
        </p:nvSpPr>
        <p:spPr>
          <a:xfrm>
            <a:off x="842932" y="3228829"/>
            <a:ext cx="8534400" cy="2880360"/>
          </a:xfrm>
        </p:spPr>
        <p:txBody>
          <a:bodyPr>
            <a:normAutofit fontScale="92500" lnSpcReduction="20000"/>
          </a:bodyPr>
          <a:lstStyle/>
          <a:p>
            <a:r>
              <a:rPr lang="en-US" sz="2000" i="1" dirty="0">
                <a:solidFill>
                  <a:srgbClr val="FF0000"/>
                </a:solidFill>
              </a:rPr>
              <a:t>B label</a:t>
            </a:r>
            <a:r>
              <a:rPr lang="en-US" sz="2000" dirty="0"/>
              <a:t> </a:t>
            </a:r>
          </a:p>
          <a:p>
            <a:pPr lvl="1"/>
            <a:r>
              <a:rPr lang="en-US" sz="1700" dirty="0"/>
              <a:t>cause a branch to label.</a:t>
            </a:r>
          </a:p>
          <a:p>
            <a:r>
              <a:rPr lang="en-US" sz="2000" i="1" dirty="0">
                <a:solidFill>
                  <a:srgbClr val="FF0000"/>
                </a:solidFill>
              </a:rPr>
              <a:t>BL label</a:t>
            </a:r>
            <a:endParaRPr lang="en-US" sz="2000" dirty="0"/>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cause a branch to label.</a:t>
            </a:r>
          </a:p>
          <a:p>
            <a:r>
              <a:rPr lang="en-US" sz="2000" i="1" dirty="0">
                <a:solidFill>
                  <a:srgbClr val="FF0000"/>
                </a:solidFill>
              </a:rPr>
              <a:t>BX Rm</a:t>
            </a:r>
            <a:endParaRPr lang="en-US" sz="2000" dirty="0"/>
          </a:p>
          <a:p>
            <a:pPr lvl="1"/>
            <a:r>
              <a:rPr lang="en-US" sz="1700" dirty="0"/>
              <a:t>branch to the address held in Rm</a:t>
            </a:r>
          </a:p>
          <a:p>
            <a:r>
              <a:rPr lang="en-US" sz="2000" i="1" dirty="0">
                <a:solidFill>
                  <a:srgbClr val="FF0000"/>
                </a:solidFill>
              </a:rPr>
              <a:t>BLX Rm</a:t>
            </a:r>
            <a:r>
              <a:rPr lang="en-US" sz="2000" dirty="0"/>
              <a:t>: </a:t>
            </a:r>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branch to the address held in Rm</a:t>
            </a:r>
          </a:p>
        </p:txBody>
      </p:sp>
      <p:graphicFrame>
        <p:nvGraphicFramePr>
          <p:cNvPr id="3" name="Table 2"/>
          <p:cNvGraphicFramePr>
            <a:graphicFrameLocks noGrp="1"/>
          </p:cNvGraphicFramePr>
          <p:nvPr>
            <p:extLst>
              <p:ext uri="{D42A27DB-BD31-4B8C-83A1-F6EECF244321}">
                <p14:modId xmlns:p14="http://schemas.microsoft.com/office/powerpoint/2010/main" val="2406667574"/>
              </p:ext>
            </p:extLst>
          </p:nvPr>
        </p:nvGraphicFramePr>
        <p:xfrm>
          <a:off x="3352801" y="1503389"/>
          <a:ext cx="5791199" cy="1478280"/>
        </p:xfrm>
        <a:graphic>
          <a:graphicData uri="http://schemas.openxmlformats.org/drawingml/2006/table">
            <a:tbl>
              <a:tblPr firstRow="1" firstCol="1" bandRow="1">
                <a:tableStyleId>{B301B821-A1FF-4177-AEE7-76D212191A09}</a:tableStyleId>
              </a:tblPr>
              <a:tblGrid>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104057392"/>
                    </a:ext>
                  </a:extLst>
                </a:gridCol>
                <a:gridCol w="3047999">
                  <a:extLst>
                    <a:ext uri="{9D8B030D-6E8A-4147-A177-3AD203B41FA5}">
                      <a16:colId xmlns:a16="http://schemas.microsoft.com/office/drawing/2014/main" val="20002"/>
                    </a:ext>
                  </a:extLst>
                </a:gridCol>
              </a:tblGrid>
              <a:tr h="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nchorCtr="1">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Consolas" panose="020B0609020204030204" pitchFamily="49" charset="0"/>
                        </a:rPr>
                        <a:t>label</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a:effectLst/>
                          <a:latin typeface="Consolas" panose="020B0609020204030204" pitchFamily="49" charset="0"/>
                        </a:rPr>
                        <a:t>label</a:t>
                      </a:r>
                      <a:endParaRPr lang="en-US" sz="180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BLX</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BX</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860551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Unconditional Branch Instructions:</a:t>
            </a:r>
            <a:br>
              <a:rPr lang="en-US" dirty="0"/>
            </a:br>
            <a:r>
              <a:rPr lang="en-US" dirty="0"/>
              <a:t>A Simple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p:cNvSpPr>
            <a:spLocks noGrp="1"/>
          </p:cNvSpPr>
          <p:nvPr>
            <p:ph sz="quarter" idx="1"/>
          </p:nvPr>
        </p:nvSpPr>
        <p:spPr>
          <a:xfrm>
            <a:off x="2136648" y="4253396"/>
            <a:ext cx="8229600" cy="1280160"/>
          </a:xfrm>
        </p:spPr>
        <p:txBody>
          <a:bodyPr>
            <a:normAutofit fontScale="77500" lnSpcReduction="20000"/>
          </a:bodyPr>
          <a:lstStyle/>
          <a:p>
            <a:r>
              <a:rPr lang="en-US" dirty="0"/>
              <a:t>A </a:t>
            </a:r>
            <a:r>
              <a:rPr lang="en-US" dirty="0">
                <a:solidFill>
                  <a:srgbClr val="FF0000"/>
                </a:solidFill>
              </a:rPr>
              <a:t>label</a:t>
            </a:r>
            <a:r>
              <a:rPr lang="en-US" dirty="0"/>
              <a:t> marks the location of an instruction</a:t>
            </a:r>
          </a:p>
          <a:p>
            <a:r>
              <a:rPr lang="en-US" dirty="0"/>
              <a:t>Labels helps human to read the code</a:t>
            </a:r>
          </a:p>
          <a:p>
            <a:r>
              <a:rPr lang="en-US" dirty="0"/>
              <a:t>In machine program, labels are converted to numeric offsets by assembler </a:t>
            </a:r>
          </a:p>
        </p:txBody>
      </p:sp>
      <p:sp>
        <p:nvSpPr>
          <p:cNvPr id="5" name="TextBox 4"/>
          <p:cNvSpPr txBox="1"/>
          <p:nvPr/>
        </p:nvSpPr>
        <p:spPr>
          <a:xfrm>
            <a:off x="3478894" y="1729343"/>
            <a:ext cx="5545108"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a:latin typeface="Consolas" panose="020B0609020204030204" pitchFamily="49" charset="0"/>
              </a:rPr>
              <a:t>       MOVS r1, #1</a:t>
            </a:r>
          </a:p>
          <a:p>
            <a:r>
              <a:rPr lang="en-US" sz="2000" dirty="0">
                <a:latin typeface="Consolas" panose="020B0609020204030204" pitchFamily="49" charset="0"/>
              </a:rPr>
              <a:t>       </a:t>
            </a:r>
            <a:r>
              <a:rPr lang="en-US" sz="2000" b="1" dirty="0">
                <a:solidFill>
                  <a:srgbClr val="FF0000"/>
                </a:solidFill>
                <a:latin typeface="Consolas" panose="020B0609020204030204" pitchFamily="49" charset="0"/>
              </a:rPr>
              <a:t>B    target  </a:t>
            </a:r>
            <a:r>
              <a:rPr lang="en-US" sz="2000" dirty="0">
                <a:solidFill>
                  <a:schemeClr val="bg1">
                    <a:lumMod val="50000"/>
                  </a:schemeClr>
                </a:solidFill>
                <a:latin typeface="Consolas" panose="020B0609020204030204" pitchFamily="49" charset="0"/>
              </a:rPr>
              <a:t>; Branch to target</a:t>
            </a:r>
            <a:endParaRPr lang="en-US" sz="2000" b="1" dirty="0">
              <a:solidFill>
                <a:srgbClr val="FF0000"/>
              </a:solidFill>
              <a:latin typeface="Consolas" panose="020B0609020204030204" pitchFamily="49" charset="0"/>
            </a:endParaRPr>
          </a:p>
          <a:p>
            <a:r>
              <a:rPr lang="en-US" sz="2000" dirty="0">
                <a:latin typeface="Consolas" panose="020B0609020204030204" pitchFamily="49" charset="0"/>
              </a:rPr>
              <a:t>       MOVS r2, #2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r3, #3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r4, #4  </a:t>
            </a:r>
            <a:r>
              <a:rPr lang="en-US" sz="2000" dirty="0">
                <a:solidFill>
                  <a:srgbClr val="0000FF"/>
                </a:solidFill>
                <a:latin typeface="Consolas" panose="020B0609020204030204" pitchFamily="49" charset="0"/>
              </a:rPr>
              <a:t>; Not executed</a:t>
            </a:r>
          </a:p>
          <a:p>
            <a:r>
              <a:rPr lang="en-US" sz="2000" b="1" dirty="0">
                <a:solidFill>
                  <a:srgbClr val="FF0000"/>
                </a:solidFill>
                <a:latin typeface="Consolas" panose="020B0609020204030204" pitchFamily="49" charset="0"/>
              </a:rPr>
              <a:t>target</a:t>
            </a:r>
            <a:r>
              <a:rPr lang="en-US" sz="2000" dirty="0">
                <a:latin typeface="Consolas" panose="020B0609020204030204" pitchFamily="49" charset="0"/>
              </a:rPr>
              <a:t> MOVS r5, #5</a:t>
            </a:r>
          </a:p>
        </p:txBody>
      </p:sp>
    </p:spTree>
    <p:extLst>
      <p:ext uri="{BB962C8B-B14F-4D97-AF65-F5344CB8AC3E}">
        <p14:creationId xmlns:p14="http://schemas.microsoft.com/office/powerpoint/2010/main" val="2162368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14342" name="Rectangle 5"/>
          <p:cNvSpPr>
            <a:spLocks noChangeArrowheads="1"/>
          </p:cNvSpPr>
          <p:nvPr/>
        </p:nvSpPr>
        <p:spPr bwMode="auto">
          <a:xfrm>
            <a:off x="4220972" y="2309814"/>
            <a:ext cx="3435035" cy="265113"/>
          </a:xfrm>
          <a:prstGeom prst="rect">
            <a:avLst/>
          </a:prstGeom>
          <a:noFill/>
          <a:ln w="12700">
            <a:solidFill>
              <a:schemeClr val="tx1"/>
            </a:solidFill>
            <a:miter lim="800000"/>
            <a:headEnd/>
            <a:tailEnd/>
          </a:ln>
        </p:spPr>
        <p:txBody>
          <a:bodyPr wrap="none" anchor="ctr"/>
          <a:lstStyle/>
          <a:p>
            <a:r>
              <a:rPr lang="en-US" dirty="0">
                <a:solidFill>
                  <a:srgbClr val="0000FF"/>
                </a:solidFill>
                <a:latin typeface="Arial" pitchFamily="34" charset="0"/>
              </a:rPr>
              <a:t>N</a:t>
            </a:r>
            <a:r>
              <a:rPr lang="en-US" dirty="0">
                <a:latin typeface="Arial" pitchFamily="34" charset="0"/>
              </a:rPr>
              <a:t>ot </a:t>
            </a:r>
            <a:r>
              <a:rPr lang="en-US" dirty="0">
                <a:solidFill>
                  <a:srgbClr val="0000FF"/>
                </a:solidFill>
                <a:latin typeface="Arial" pitchFamily="34" charset="0"/>
              </a:rPr>
              <a:t>E</a:t>
            </a:r>
            <a:r>
              <a:rPr lang="en-US" dirty="0">
                <a:latin typeface="Arial" pitchFamily="34" charset="0"/>
              </a:rPr>
              <a:t>qual</a:t>
            </a:r>
          </a:p>
        </p:txBody>
      </p:sp>
      <p:sp>
        <p:nvSpPr>
          <p:cNvPr id="14343" name="Rectangle 6"/>
          <p:cNvSpPr>
            <a:spLocks noChangeArrowheads="1"/>
          </p:cNvSpPr>
          <p:nvPr/>
        </p:nvSpPr>
        <p:spPr bwMode="auto">
          <a:xfrm>
            <a:off x="4220972" y="25749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H</a:t>
            </a:r>
            <a:r>
              <a:rPr lang="en-US" dirty="0">
                <a:latin typeface="Arial" pitchFamily="34" charset="0"/>
              </a:rPr>
              <a:t>igher or </a:t>
            </a:r>
            <a:r>
              <a:rPr lang="en-US" dirty="0">
                <a:solidFill>
                  <a:srgbClr val="0000FF"/>
                </a:solidFill>
                <a:latin typeface="Arial" pitchFamily="34" charset="0"/>
              </a:rPr>
              <a:t>S</a:t>
            </a:r>
            <a:r>
              <a:rPr lang="en-US" dirty="0">
                <a:latin typeface="Arial" pitchFamily="34" charset="0"/>
              </a:rPr>
              <a:t>ame</a:t>
            </a:r>
          </a:p>
        </p:txBody>
      </p:sp>
      <p:sp>
        <p:nvSpPr>
          <p:cNvPr id="14344" name="Rectangle 7"/>
          <p:cNvSpPr>
            <a:spLocks noChangeArrowheads="1"/>
          </p:cNvSpPr>
          <p:nvPr/>
        </p:nvSpPr>
        <p:spPr bwMode="auto">
          <a:xfrm>
            <a:off x="4220972" y="28400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LO</a:t>
            </a:r>
            <a:r>
              <a:rPr lang="en-US" dirty="0" err="1">
                <a:latin typeface="Arial" pitchFamily="34" charset="0"/>
              </a:rPr>
              <a:t>wer</a:t>
            </a:r>
            <a:endParaRPr lang="en-US" dirty="0">
              <a:latin typeface="Arial" pitchFamily="34" charset="0"/>
            </a:endParaRPr>
          </a:p>
        </p:txBody>
      </p:sp>
      <p:sp>
        <p:nvSpPr>
          <p:cNvPr id="14345" name="Rectangle 8"/>
          <p:cNvSpPr>
            <a:spLocks noChangeArrowheads="1"/>
          </p:cNvSpPr>
          <p:nvPr/>
        </p:nvSpPr>
        <p:spPr bwMode="auto">
          <a:xfrm>
            <a:off x="4220972" y="310515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MI</a:t>
            </a:r>
            <a:r>
              <a:rPr lang="en-US" dirty="0" err="1">
                <a:latin typeface="Arial" pitchFamily="34" charset="0"/>
              </a:rPr>
              <a:t>nus</a:t>
            </a:r>
            <a:r>
              <a:rPr lang="en-US" dirty="0">
                <a:latin typeface="Arial" pitchFamily="34" charset="0"/>
              </a:rPr>
              <a:t> (Negative)</a:t>
            </a:r>
          </a:p>
        </p:txBody>
      </p:sp>
      <p:sp>
        <p:nvSpPr>
          <p:cNvPr id="14346" name="Rectangle 9"/>
          <p:cNvSpPr>
            <a:spLocks noChangeArrowheads="1"/>
          </p:cNvSpPr>
          <p:nvPr/>
        </p:nvSpPr>
        <p:spPr bwMode="auto">
          <a:xfrm>
            <a:off x="4220972" y="204470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EQ</a:t>
            </a:r>
            <a:r>
              <a:rPr lang="en-US" dirty="0" err="1">
                <a:latin typeface="Arial" pitchFamily="34" charset="0"/>
              </a:rPr>
              <a:t>ual</a:t>
            </a:r>
            <a:endParaRPr lang="en-US" dirty="0">
              <a:latin typeface="Arial" pitchFamily="34" charset="0"/>
            </a:endParaRPr>
          </a:p>
        </p:txBody>
      </p:sp>
      <p:sp>
        <p:nvSpPr>
          <p:cNvPr id="14347" name="Rectangle 10"/>
          <p:cNvSpPr>
            <a:spLocks noChangeArrowheads="1"/>
          </p:cNvSpPr>
          <p:nvPr/>
        </p:nvSpPr>
        <p:spPr bwMode="auto">
          <a:xfrm>
            <a:off x="4220972" y="3635377"/>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S</a:t>
            </a:r>
            <a:r>
              <a:rPr lang="en-US" dirty="0">
                <a:latin typeface="Arial" pitchFamily="34" charset="0"/>
              </a:rPr>
              <a:t>et</a:t>
            </a:r>
          </a:p>
        </p:txBody>
      </p:sp>
      <p:sp>
        <p:nvSpPr>
          <p:cNvPr id="14348" name="Rectangle 11"/>
          <p:cNvSpPr>
            <a:spLocks noChangeArrowheads="1"/>
          </p:cNvSpPr>
          <p:nvPr/>
        </p:nvSpPr>
        <p:spPr bwMode="auto">
          <a:xfrm>
            <a:off x="4220972" y="3900489"/>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C</a:t>
            </a:r>
            <a:r>
              <a:rPr lang="en-US" dirty="0">
                <a:latin typeface="Arial" pitchFamily="34" charset="0"/>
              </a:rPr>
              <a:t>lear</a:t>
            </a:r>
          </a:p>
        </p:txBody>
      </p:sp>
      <p:sp>
        <p:nvSpPr>
          <p:cNvPr id="14349" name="Rectangle 12"/>
          <p:cNvSpPr>
            <a:spLocks noChangeArrowheads="1"/>
          </p:cNvSpPr>
          <p:nvPr/>
        </p:nvSpPr>
        <p:spPr bwMode="auto">
          <a:xfrm>
            <a:off x="4220972" y="416560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HI</a:t>
            </a:r>
            <a:r>
              <a:rPr lang="en-US" dirty="0" err="1">
                <a:latin typeface="Arial" pitchFamily="34" charset="0"/>
              </a:rPr>
              <a:t>gher</a:t>
            </a:r>
            <a:endParaRPr lang="en-US" dirty="0">
              <a:latin typeface="Arial" pitchFamily="34" charset="0"/>
            </a:endParaRPr>
          </a:p>
        </p:txBody>
      </p:sp>
      <p:sp>
        <p:nvSpPr>
          <p:cNvPr id="14350" name="Rectangle 13"/>
          <p:cNvSpPr>
            <a:spLocks noChangeArrowheads="1"/>
          </p:cNvSpPr>
          <p:nvPr/>
        </p:nvSpPr>
        <p:spPr bwMode="auto">
          <a:xfrm>
            <a:off x="4220972" y="443071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L</a:t>
            </a:r>
            <a:r>
              <a:rPr lang="en-US" dirty="0">
                <a:latin typeface="Arial" pitchFamily="34" charset="0"/>
              </a:rPr>
              <a:t>ower or </a:t>
            </a:r>
            <a:r>
              <a:rPr lang="en-US" dirty="0">
                <a:solidFill>
                  <a:srgbClr val="0000FF"/>
                </a:solidFill>
                <a:latin typeface="Arial" pitchFamily="34" charset="0"/>
              </a:rPr>
              <a:t>S</a:t>
            </a:r>
            <a:r>
              <a:rPr lang="en-US" dirty="0">
                <a:latin typeface="Arial" pitchFamily="34" charset="0"/>
              </a:rPr>
              <a:t>ame</a:t>
            </a:r>
          </a:p>
        </p:txBody>
      </p:sp>
      <p:sp>
        <p:nvSpPr>
          <p:cNvPr id="14351" name="Rectangle 14"/>
          <p:cNvSpPr>
            <a:spLocks noChangeArrowheads="1"/>
          </p:cNvSpPr>
          <p:nvPr/>
        </p:nvSpPr>
        <p:spPr bwMode="auto">
          <a:xfrm>
            <a:off x="4220972" y="3370264"/>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PL</a:t>
            </a:r>
            <a:r>
              <a:rPr lang="en-US" dirty="0" err="1">
                <a:latin typeface="Arial" pitchFamily="34" charset="0"/>
              </a:rPr>
              <a:t>us</a:t>
            </a:r>
            <a:r>
              <a:rPr lang="en-US" dirty="0">
                <a:latin typeface="Arial" pitchFamily="34" charset="0"/>
              </a:rPr>
              <a:t> (Positive or Zero)</a:t>
            </a:r>
          </a:p>
        </p:txBody>
      </p:sp>
      <p:sp>
        <p:nvSpPr>
          <p:cNvPr id="14352" name="Rectangle 15"/>
          <p:cNvSpPr>
            <a:spLocks noChangeArrowheads="1"/>
          </p:cNvSpPr>
          <p:nvPr/>
        </p:nvSpPr>
        <p:spPr bwMode="auto">
          <a:xfrm>
            <a:off x="4220972" y="49609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a:t>
            </a:r>
            <a:r>
              <a:rPr lang="en-US" dirty="0">
                <a:solidFill>
                  <a:srgbClr val="0000FF"/>
                </a:solidFill>
                <a:latin typeface="Arial" pitchFamily="34" charset="0"/>
              </a:rPr>
              <a:t>T</a:t>
            </a:r>
            <a:r>
              <a:rPr lang="en-US" dirty="0">
                <a:latin typeface="Arial" pitchFamily="34" charset="0"/>
              </a:rPr>
              <a:t>han</a:t>
            </a:r>
          </a:p>
        </p:txBody>
      </p:sp>
      <p:sp>
        <p:nvSpPr>
          <p:cNvPr id="14353" name="Rectangle 16"/>
          <p:cNvSpPr>
            <a:spLocks noChangeArrowheads="1"/>
          </p:cNvSpPr>
          <p:nvPr/>
        </p:nvSpPr>
        <p:spPr bwMode="auto">
          <a:xfrm>
            <a:off x="4220972" y="522605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G</a:t>
            </a:r>
            <a:r>
              <a:rPr lang="en-US" dirty="0">
                <a:latin typeface="Arial" pitchFamily="34" charset="0"/>
              </a:rPr>
              <a:t>reater </a:t>
            </a:r>
            <a:r>
              <a:rPr lang="en-US" dirty="0">
                <a:solidFill>
                  <a:srgbClr val="0000FF"/>
                </a:solidFill>
                <a:latin typeface="Arial" pitchFamily="34" charset="0"/>
              </a:rPr>
              <a:t>T</a:t>
            </a:r>
            <a:r>
              <a:rPr lang="en-US" dirty="0">
                <a:latin typeface="Arial" pitchFamily="34" charset="0"/>
              </a:rPr>
              <a:t>han</a:t>
            </a:r>
          </a:p>
        </p:txBody>
      </p:sp>
      <p:sp>
        <p:nvSpPr>
          <p:cNvPr id="14354" name="Rectangle 17"/>
          <p:cNvSpPr>
            <a:spLocks noChangeArrowheads="1"/>
          </p:cNvSpPr>
          <p:nvPr/>
        </p:nvSpPr>
        <p:spPr bwMode="auto">
          <a:xfrm>
            <a:off x="4220972" y="549116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than or </a:t>
            </a:r>
            <a:r>
              <a:rPr lang="en-US" dirty="0">
                <a:solidFill>
                  <a:srgbClr val="0000FF"/>
                </a:solidFill>
                <a:latin typeface="Arial" pitchFamily="34" charset="0"/>
              </a:rPr>
              <a:t>E</a:t>
            </a:r>
            <a:r>
              <a:rPr lang="en-US" dirty="0">
                <a:latin typeface="Arial" pitchFamily="34" charset="0"/>
              </a:rPr>
              <a:t>qual</a:t>
            </a:r>
          </a:p>
        </p:txBody>
      </p:sp>
      <p:sp>
        <p:nvSpPr>
          <p:cNvPr id="14355" name="Rectangle 18"/>
          <p:cNvSpPr>
            <a:spLocks noChangeArrowheads="1"/>
          </p:cNvSpPr>
          <p:nvPr/>
        </p:nvSpPr>
        <p:spPr bwMode="auto">
          <a:xfrm>
            <a:off x="4220972" y="5756277"/>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AL</a:t>
            </a:r>
            <a:r>
              <a:rPr lang="en-US" dirty="0" err="1">
                <a:latin typeface="Arial" pitchFamily="34" charset="0"/>
              </a:rPr>
              <a:t>ways</a:t>
            </a:r>
            <a:endParaRPr lang="en-US" dirty="0">
              <a:latin typeface="Arial" pitchFamily="34" charset="0"/>
            </a:endParaRPr>
          </a:p>
        </p:txBody>
      </p:sp>
      <p:sp>
        <p:nvSpPr>
          <p:cNvPr id="14356" name="Rectangle 19"/>
          <p:cNvSpPr>
            <a:spLocks noChangeArrowheads="1"/>
          </p:cNvSpPr>
          <p:nvPr/>
        </p:nvSpPr>
        <p:spPr bwMode="auto">
          <a:xfrm>
            <a:off x="4220972" y="46958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a:t>
            </a:r>
            <a:r>
              <a:rPr lang="en-US" dirty="0">
                <a:solidFill>
                  <a:srgbClr val="0000FF"/>
                </a:solidFill>
                <a:latin typeface="Arial" pitchFamily="34" charset="0"/>
              </a:rPr>
              <a:t> G</a:t>
            </a:r>
            <a:r>
              <a:rPr lang="en-US" dirty="0">
                <a:latin typeface="Arial" pitchFamily="34" charset="0"/>
              </a:rPr>
              <a:t>reater or </a:t>
            </a:r>
            <a:r>
              <a:rPr lang="en-US" dirty="0">
                <a:solidFill>
                  <a:srgbClr val="0000FF"/>
                </a:solidFill>
                <a:latin typeface="Arial" pitchFamily="34" charset="0"/>
              </a:rPr>
              <a:t>E</a:t>
            </a:r>
            <a:r>
              <a:rPr lang="en-US" dirty="0">
                <a:latin typeface="Arial" pitchFamily="34" charset="0"/>
              </a:rPr>
              <a:t>qual</a:t>
            </a:r>
          </a:p>
        </p:txBody>
      </p:sp>
      <p:sp>
        <p:nvSpPr>
          <p:cNvPr id="14357" name="Rectangle 20"/>
          <p:cNvSpPr>
            <a:spLocks noChangeArrowheads="1"/>
          </p:cNvSpPr>
          <p:nvPr/>
        </p:nvSpPr>
        <p:spPr bwMode="auto">
          <a:xfrm>
            <a:off x="2947975" y="20447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EQ</a:t>
            </a:r>
          </a:p>
        </p:txBody>
      </p:sp>
      <p:sp>
        <p:nvSpPr>
          <p:cNvPr id="14358" name="Rectangle 21"/>
          <p:cNvSpPr>
            <a:spLocks noChangeArrowheads="1"/>
          </p:cNvSpPr>
          <p:nvPr/>
        </p:nvSpPr>
        <p:spPr bwMode="auto">
          <a:xfrm>
            <a:off x="2947975" y="23098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NE</a:t>
            </a:r>
          </a:p>
        </p:txBody>
      </p:sp>
      <p:sp>
        <p:nvSpPr>
          <p:cNvPr id="14359" name="Rectangle 22"/>
          <p:cNvSpPr>
            <a:spLocks noChangeArrowheads="1"/>
          </p:cNvSpPr>
          <p:nvPr/>
        </p:nvSpPr>
        <p:spPr bwMode="auto">
          <a:xfrm>
            <a:off x="2947975" y="25749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CS/HS</a:t>
            </a:r>
          </a:p>
        </p:txBody>
      </p:sp>
      <p:sp>
        <p:nvSpPr>
          <p:cNvPr id="14360" name="Rectangle 23"/>
          <p:cNvSpPr>
            <a:spLocks noChangeArrowheads="1"/>
          </p:cNvSpPr>
          <p:nvPr/>
        </p:nvSpPr>
        <p:spPr bwMode="auto">
          <a:xfrm>
            <a:off x="2947975" y="28400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CC/LO</a:t>
            </a:r>
          </a:p>
        </p:txBody>
      </p:sp>
      <p:sp>
        <p:nvSpPr>
          <p:cNvPr id="14361" name="Rectangle 24"/>
          <p:cNvSpPr>
            <a:spLocks noChangeArrowheads="1"/>
          </p:cNvSpPr>
          <p:nvPr/>
        </p:nvSpPr>
        <p:spPr bwMode="auto">
          <a:xfrm>
            <a:off x="2947975" y="33702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PL</a:t>
            </a:r>
          </a:p>
        </p:txBody>
      </p:sp>
      <p:sp>
        <p:nvSpPr>
          <p:cNvPr id="14362" name="Rectangle 25"/>
          <p:cNvSpPr>
            <a:spLocks noChangeArrowheads="1"/>
          </p:cNvSpPr>
          <p:nvPr/>
        </p:nvSpPr>
        <p:spPr bwMode="auto">
          <a:xfrm>
            <a:off x="2947975" y="36353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VS</a:t>
            </a:r>
          </a:p>
        </p:txBody>
      </p:sp>
      <p:sp>
        <p:nvSpPr>
          <p:cNvPr id="14363" name="Rectangle 26"/>
          <p:cNvSpPr>
            <a:spLocks noChangeArrowheads="1"/>
          </p:cNvSpPr>
          <p:nvPr/>
        </p:nvSpPr>
        <p:spPr bwMode="auto">
          <a:xfrm>
            <a:off x="2947975" y="41656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HI</a:t>
            </a:r>
          </a:p>
        </p:txBody>
      </p:sp>
      <p:sp>
        <p:nvSpPr>
          <p:cNvPr id="14364" name="Rectangle 27"/>
          <p:cNvSpPr>
            <a:spLocks noChangeArrowheads="1"/>
          </p:cNvSpPr>
          <p:nvPr/>
        </p:nvSpPr>
        <p:spPr bwMode="auto">
          <a:xfrm>
            <a:off x="2947975" y="44307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LS</a:t>
            </a:r>
          </a:p>
        </p:txBody>
      </p:sp>
      <p:sp>
        <p:nvSpPr>
          <p:cNvPr id="14365" name="Rectangle 28"/>
          <p:cNvSpPr>
            <a:spLocks noChangeArrowheads="1"/>
          </p:cNvSpPr>
          <p:nvPr/>
        </p:nvSpPr>
        <p:spPr bwMode="auto">
          <a:xfrm>
            <a:off x="2947975" y="46958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GE</a:t>
            </a:r>
          </a:p>
        </p:txBody>
      </p:sp>
      <p:sp>
        <p:nvSpPr>
          <p:cNvPr id="14366" name="Rectangle 29"/>
          <p:cNvSpPr>
            <a:spLocks noChangeArrowheads="1"/>
          </p:cNvSpPr>
          <p:nvPr/>
        </p:nvSpPr>
        <p:spPr bwMode="auto">
          <a:xfrm>
            <a:off x="2947975" y="49609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LT</a:t>
            </a:r>
          </a:p>
        </p:txBody>
      </p:sp>
      <p:sp>
        <p:nvSpPr>
          <p:cNvPr id="14367" name="Rectangle 30"/>
          <p:cNvSpPr>
            <a:spLocks noChangeArrowheads="1"/>
          </p:cNvSpPr>
          <p:nvPr/>
        </p:nvSpPr>
        <p:spPr bwMode="auto">
          <a:xfrm>
            <a:off x="2947975" y="52260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GT</a:t>
            </a:r>
          </a:p>
        </p:txBody>
      </p:sp>
      <p:sp>
        <p:nvSpPr>
          <p:cNvPr id="14368" name="Rectangle 31"/>
          <p:cNvSpPr>
            <a:spLocks noChangeArrowheads="1"/>
          </p:cNvSpPr>
          <p:nvPr/>
        </p:nvSpPr>
        <p:spPr bwMode="auto">
          <a:xfrm>
            <a:off x="2947975" y="54911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LE</a:t>
            </a:r>
          </a:p>
        </p:txBody>
      </p:sp>
      <p:sp>
        <p:nvSpPr>
          <p:cNvPr id="14369" name="Rectangle 32"/>
          <p:cNvSpPr>
            <a:spLocks noChangeArrowheads="1"/>
          </p:cNvSpPr>
          <p:nvPr/>
        </p:nvSpPr>
        <p:spPr bwMode="auto">
          <a:xfrm>
            <a:off x="2947975" y="57562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AL</a:t>
            </a:r>
          </a:p>
        </p:txBody>
      </p:sp>
      <p:sp>
        <p:nvSpPr>
          <p:cNvPr id="14370" name="Rectangle 33"/>
          <p:cNvSpPr>
            <a:spLocks noChangeArrowheads="1"/>
          </p:cNvSpPr>
          <p:nvPr/>
        </p:nvSpPr>
        <p:spPr bwMode="auto">
          <a:xfrm>
            <a:off x="2947975" y="31051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MI</a:t>
            </a:r>
          </a:p>
        </p:txBody>
      </p:sp>
      <p:sp>
        <p:nvSpPr>
          <p:cNvPr id="14371" name="Rectangle 34"/>
          <p:cNvSpPr>
            <a:spLocks noChangeArrowheads="1"/>
          </p:cNvSpPr>
          <p:nvPr/>
        </p:nvSpPr>
        <p:spPr bwMode="auto">
          <a:xfrm>
            <a:off x="2947975" y="390048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VC</a:t>
            </a:r>
          </a:p>
        </p:txBody>
      </p:sp>
      <p:sp>
        <p:nvSpPr>
          <p:cNvPr id="14372" name="Rectangle 35"/>
          <p:cNvSpPr>
            <a:spLocks noChangeArrowheads="1"/>
          </p:cNvSpPr>
          <p:nvPr/>
        </p:nvSpPr>
        <p:spPr bwMode="auto">
          <a:xfrm>
            <a:off x="2947975" y="1779589"/>
            <a:ext cx="1272997"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Suffix</a:t>
            </a:r>
          </a:p>
        </p:txBody>
      </p:sp>
      <p:sp>
        <p:nvSpPr>
          <p:cNvPr id="14373" name="Rectangle 36"/>
          <p:cNvSpPr>
            <a:spLocks noChangeArrowheads="1"/>
          </p:cNvSpPr>
          <p:nvPr/>
        </p:nvSpPr>
        <p:spPr bwMode="auto">
          <a:xfrm>
            <a:off x="4220972" y="1779589"/>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Description</a:t>
            </a:r>
          </a:p>
        </p:txBody>
      </p:sp>
      <p:sp>
        <p:nvSpPr>
          <p:cNvPr id="14374" name="Rectangle 37"/>
          <p:cNvSpPr>
            <a:spLocks noChangeArrowheads="1"/>
          </p:cNvSpPr>
          <p:nvPr/>
        </p:nvSpPr>
        <p:spPr bwMode="auto">
          <a:xfrm>
            <a:off x="7656006" y="23098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a:t>
            </a:r>
          </a:p>
        </p:txBody>
      </p:sp>
      <p:sp>
        <p:nvSpPr>
          <p:cNvPr id="14375" name="Rectangle 38"/>
          <p:cNvSpPr>
            <a:spLocks noChangeArrowheads="1"/>
          </p:cNvSpPr>
          <p:nvPr/>
        </p:nvSpPr>
        <p:spPr bwMode="auto">
          <a:xfrm>
            <a:off x="7656006" y="25749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a:t>
            </a:r>
          </a:p>
        </p:txBody>
      </p:sp>
      <p:sp>
        <p:nvSpPr>
          <p:cNvPr id="14376" name="Rectangle 39"/>
          <p:cNvSpPr>
            <a:spLocks noChangeArrowheads="1"/>
          </p:cNvSpPr>
          <p:nvPr/>
        </p:nvSpPr>
        <p:spPr bwMode="auto">
          <a:xfrm>
            <a:off x="7656006" y="284003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a:t>
            </a:r>
          </a:p>
        </p:txBody>
      </p:sp>
      <p:sp>
        <p:nvSpPr>
          <p:cNvPr id="14377" name="Rectangle 40"/>
          <p:cNvSpPr>
            <a:spLocks noChangeArrowheads="1"/>
          </p:cNvSpPr>
          <p:nvPr/>
        </p:nvSpPr>
        <p:spPr bwMode="auto">
          <a:xfrm>
            <a:off x="7656006" y="20447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a:t>
            </a:r>
          </a:p>
        </p:txBody>
      </p:sp>
      <p:sp>
        <p:nvSpPr>
          <p:cNvPr id="14378" name="Rectangle 41"/>
          <p:cNvSpPr>
            <a:spLocks noChangeArrowheads="1"/>
          </p:cNvSpPr>
          <p:nvPr/>
        </p:nvSpPr>
        <p:spPr bwMode="auto">
          <a:xfrm>
            <a:off x="7656006" y="1779589"/>
            <a:ext cx="2021394"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rPr>
              <a:t>Flags tested</a:t>
            </a:r>
          </a:p>
        </p:txBody>
      </p:sp>
      <p:sp>
        <p:nvSpPr>
          <p:cNvPr id="14379" name="Rectangle 42"/>
          <p:cNvSpPr>
            <a:spLocks noChangeArrowheads="1"/>
          </p:cNvSpPr>
          <p:nvPr/>
        </p:nvSpPr>
        <p:spPr bwMode="auto">
          <a:xfrm>
            <a:off x="7656006" y="31051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N==1</a:t>
            </a:r>
          </a:p>
        </p:txBody>
      </p:sp>
      <p:sp>
        <p:nvSpPr>
          <p:cNvPr id="14380" name="Rectangle 43"/>
          <p:cNvSpPr>
            <a:spLocks noChangeArrowheads="1"/>
          </p:cNvSpPr>
          <p:nvPr/>
        </p:nvSpPr>
        <p:spPr bwMode="auto">
          <a:xfrm>
            <a:off x="7656006" y="33702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N==0</a:t>
            </a:r>
          </a:p>
        </p:txBody>
      </p:sp>
      <p:sp>
        <p:nvSpPr>
          <p:cNvPr id="14381" name="Rectangle 44"/>
          <p:cNvSpPr>
            <a:spLocks noChangeArrowheads="1"/>
          </p:cNvSpPr>
          <p:nvPr/>
        </p:nvSpPr>
        <p:spPr bwMode="auto">
          <a:xfrm>
            <a:off x="7656006" y="363537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V==1</a:t>
            </a:r>
          </a:p>
        </p:txBody>
      </p:sp>
      <p:sp>
        <p:nvSpPr>
          <p:cNvPr id="14382" name="Rectangle 45"/>
          <p:cNvSpPr>
            <a:spLocks noChangeArrowheads="1"/>
          </p:cNvSpPr>
          <p:nvPr/>
        </p:nvSpPr>
        <p:spPr bwMode="auto">
          <a:xfrm>
            <a:off x="7656006" y="390048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V==0</a:t>
            </a:r>
          </a:p>
        </p:txBody>
      </p:sp>
      <p:sp>
        <p:nvSpPr>
          <p:cNvPr id="14383" name="Rectangle 46"/>
          <p:cNvSpPr>
            <a:spLocks noChangeArrowheads="1"/>
          </p:cNvSpPr>
          <p:nvPr/>
        </p:nvSpPr>
        <p:spPr bwMode="auto">
          <a:xfrm>
            <a:off x="7656006" y="41656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 and Z==0</a:t>
            </a:r>
          </a:p>
        </p:txBody>
      </p:sp>
      <p:sp>
        <p:nvSpPr>
          <p:cNvPr id="14384" name="Rectangle 47"/>
          <p:cNvSpPr>
            <a:spLocks noChangeArrowheads="1"/>
          </p:cNvSpPr>
          <p:nvPr/>
        </p:nvSpPr>
        <p:spPr bwMode="auto">
          <a:xfrm>
            <a:off x="7656006" y="44307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 or Z==1</a:t>
            </a:r>
          </a:p>
        </p:txBody>
      </p:sp>
      <p:sp>
        <p:nvSpPr>
          <p:cNvPr id="14385" name="Rectangle 48"/>
          <p:cNvSpPr>
            <a:spLocks noChangeArrowheads="1"/>
          </p:cNvSpPr>
          <p:nvPr/>
        </p:nvSpPr>
        <p:spPr bwMode="auto">
          <a:xfrm>
            <a:off x="7656006" y="46958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N==V</a:t>
            </a:r>
          </a:p>
        </p:txBody>
      </p:sp>
      <p:sp>
        <p:nvSpPr>
          <p:cNvPr id="14386" name="Rectangle 49"/>
          <p:cNvSpPr>
            <a:spLocks noChangeArrowheads="1"/>
          </p:cNvSpPr>
          <p:nvPr/>
        </p:nvSpPr>
        <p:spPr bwMode="auto">
          <a:xfrm>
            <a:off x="7656006" y="4960939"/>
            <a:ext cx="2021394" cy="265113"/>
          </a:xfrm>
          <a:prstGeom prst="rect">
            <a:avLst/>
          </a:prstGeom>
          <a:noFill/>
          <a:ln w="12700">
            <a:solidFill>
              <a:schemeClr val="tx1"/>
            </a:solidFill>
            <a:miter lim="800000"/>
            <a:headEnd/>
            <a:tailEnd/>
          </a:ln>
        </p:spPr>
        <p:txBody>
          <a:bodyPr wrap="none" anchor="ctr"/>
          <a:lstStyle/>
          <a:p>
            <a:r>
              <a:rPr lang="en-US" b="1">
                <a:solidFill>
                  <a:srgbClr val="FF0000"/>
                </a:solidFill>
                <a:latin typeface="Consolas" panose="020B0609020204030204" pitchFamily="49" charset="0"/>
              </a:rPr>
              <a:t>N!=V</a:t>
            </a:r>
          </a:p>
        </p:txBody>
      </p:sp>
      <p:sp>
        <p:nvSpPr>
          <p:cNvPr id="14387" name="Rectangle 50"/>
          <p:cNvSpPr>
            <a:spLocks noChangeArrowheads="1"/>
          </p:cNvSpPr>
          <p:nvPr/>
        </p:nvSpPr>
        <p:spPr bwMode="auto">
          <a:xfrm>
            <a:off x="7656006" y="52260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 and N==V</a:t>
            </a:r>
          </a:p>
        </p:txBody>
      </p:sp>
      <p:sp>
        <p:nvSpPr>
          <p:cNvPr id="14388" name="Rectangle 51"/>
          <p:cNvSpPr>
            <a:spLocks noChangeArrowheads="1"/>
          </p:cNvSpPr>
          <p:nvPr/>
        </p:nvSpPr>
        <p:spPr bwMode="auto">
          <a:xfrm>
            <a:off x="7656006" y="54911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 or N!=V</a:t>
            </a:r>
          </a:p>
        </p:txBody>
      </p:sp>
      <p:sp>
        <p:nvSpPr>
          <p:cNvPr id="14389" name="Rectangle 52"/>
          <p:cNvSpPr>
            <a:spLocks noChangeArrowheads="1"/>
          </p:cNvSpPr>
          <p:nvPr/>
        </p:nvSpPr>
        <p:spPr bwMode="auto">
          <a:xfrm>
            <a:off x="7656006" y="5756277"/>
            <a:ext cx="2021394" cy="265113"/>
          </a:xfrm>
          <a:prstGeom prst="rect">
            <a:avLst/>
          </a:prstGeom>
          <a:noFill/>
          <a:ln w="12700">
            <a:solidFill>
              <a:schemeClr val="tx1"/>
            </a:solidFill>
            <a:miter lim="800000"/>
            <a:headEnd/>
            <a:tailEnd/>
          </a:ln>
        </p:spPr>
        <p:txBody>
          <a:bodyPr wrap="none" anchor="ctr"/>
          <a:lstStyle/>
          <a:p>
            <a:endParaRPr lang="en-GB" b="1">
              <a:solidFill>
                <a:srgbClr val="FF0000"/>
              </a:solidFill>
              <a:latin typeface="Consolas" panose="020B0609020204030204" pitchFamily="49" charset="0"/>
            </a:endParaRPr>
          </a:p>
        </p:txBody>
      </p:sp>
      <p:sp>
        <p:nvSpPr>
          <p:cNvPr id="54" name="Slide Number Placeholder 53"/>
          <p:cNvSpPr>
            <a:spLocks noGrp="1"/>
          </p:cNvSpPr>
          <p:nvPr>
            <p:ph type="sldNum" sz="quarter" idx="12"/>
          </p:nvPr>
        </p:nvSpPr>
        <p:spPr/>
        <p:txBody>
          <a:bodyPr/>
          <a:lstStyle/>
          <a:p>
            <a:fld id="{AEE14D4A-FE32-40AF-B06D-E9622816B101}" type="slidenum">
              <a:rPr lang="en-US" smtClean="0"/>
              <a:pPr/>
              <a:t>12</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spTree>
    <p:extLst>
      <p:ext uri="{BB962C8B-B14F-4D97-AF65-F5344CB8AC3E}">
        <p14:creationId xmlns:p14="http://schemas.microsoft.com/office/powerpoint/2010/main" val="1977878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3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37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37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37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38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38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38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38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38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38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438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38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438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43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74" grpId="0" animBg="1"/>
      <p:bldP spid="14375" grpId="0" animBg="1"/>
      <p:bldP spid="14376" grpId="0" animBg="1"/>
      <p:bldP spid="14379" grpId="0" animBg="1"/>
      <p:bldP spid="14380" grpId="0" animBg="1"/>
      <p:bldP spid="14381" grpId="0" animBg="1"/>
      <p:bldP spid="14382" grpId="0" animBg="1"/>
      <p:bldP spid="14383" grpId="0" animBg="1"/>
      <p:bldP spid="14384" grpId="0" animBg="1"/>
      <p:bldP spid="14385" grpId="0" animBg="1"/>
      <p:bldP spid="14386" grpId="0" animBg="1"/>
      <p:bldP spid="14387" grpId="0" animBg="1"/>
      <p:bldP spid="14388" grpId="0" animBg="1"/>
      <p:bldP spid="1438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3C95E-A962-92D0-2B90-0A7037282001}"/>
            </a:ext>
          </a:extLst>
        </p:cNvPr>
        <p:cNvGrpSpPr/>
        <p:nvPr/>
      </p:nvGrpSpPr>
      <p:grpSpPr>
        <a:xfrm>
          <a:off x="0" y="0"/>
          <a:ext cx="0" cy="0"/>
          <a:chOff x="0" y="0"/>
          <a:chExt cx="0" cy="0"/>
        </a:xfrm>
      </p:grpSpPr>
      <p:sp>
        <p:nvSpPr>
          <p:cNvPr id="60418" name="Rectangle 2">
            <a:extLst>
              <a:ext uri="{FF2B5EF4-FFF2-40B4-BE49-F238E27FC236}">
                <a16:creationId xmlns:a16="http://schemas.microsoft.com/office/drawing/2014/main" id="{29334F85-F4AB-E37C-CBEC-4F6DA332F541}"/>
              </a:ext>
            </a:extLst>
          </p:cNvPr>
          <p:cNvSpPr>
            <a:spLocks noGrp="1" noChangeArrowheads="1"/>
          </p:cNvSpPr>
          <p:nvPr>
            <p:ph type="title"/>
          </p:nvPr>
        </p:nvSpPr>
        <p:spPr>
          <a:xfrm>
            <a:off x="533400" y="0"/>
            <a:ext cx="97536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a:extLst>
              <a:ext uri="{FF2B5EF4-FFF2-40B4-BE49-F238E27FC236}">
                <a16:creationId xmlns:a16="http://schemas.microsoft.com/office/drawing/2014/main" id="{953B495F-2AE2-6625-B8BC-7D792EFD6259}"/>
              </a:ext>
            </a:extLst>
          </p:cNvPr>
          <p:cNvSpPr>
            <a:spLocks noGrp="1"/>
          </p:cNvSpPr>
          <p:nvPr>
            <p:ph type="sldNum" sz="quarter" idx="11"/>
          </p:nvPr>
        </p:nvSpPr>
        <p:spPr/>
        <p:txBody>
          <a:bodyPr/>
          <a:lstStyle/>
          <a:p>
            <a:pPr>
              <a:defRPr/>
            </a:pPr>
            <a:fld id="{7D3083A4-9012-4F92-8AC9-739FC4D3B103}" type="slidenum">
              <a:rPr lang="en-US" smtClean="0"/>
              <a:pPr>
                <a:defRPr/>
              </a:pPr>
              <a:t>13</a:t>
            </a:fld>
            <a:endParaRPr lang="en-US"/>
          </a:p>
        </p:txBody>
      </p:sp>
      <p:graphicFrame>
        <p:nvGraphicFramePr>
          <p:cNvPr id="449628" name="Group 92">
            <a:extLst>
              <a:ext uri="{FF2B5EF4-FFF2-40B4-BE49-F238E27FC236}">
                <a16:creationId xmlns:a16="http://schemas.microsoft.com/office/drawing/2014/main" id="{7D8499F6-3030-7FBC-3F58-582698C6C897}"/>
              </a:ext>
            </a:extLst>
          </p:cNvPr>
          <p:cNvGraphicFramePr>
            <a:graphicFrameLocks noGrp="1"/>
          </p:cNvGraphicFramePr>
          <p:nvPr>
            <p:ph idx="1"/>
            <p:extLst>
              <p:ext uri="{D42A27DB-BD31-4B8C-83A1-F6EECF244321}">
                <p14:modId xmlns:p14="http://schemas.microsoft.com/office/powerpoint/2010/main" val="884214569"/>
              </p:ext>
            </p:extLst>
          </p:nvPr>
        </p:nvGraphicFramePr>
        <p:xfrm>
          <a:off x="304800" y="1373948"/>
          <a:ext cx="11582399" cy="4541520"/>
        </p:xfrm>
        <a:graphic>
          <a:graphicData uri="http://schemas.openxmlformats.org/drawingml/2006/table">
            <a:tbl>
              <a:tblPr/>
              <a:tblGrid>
                <a:gridCol w="1348636">
                  <a:extLst>
                    <a:ext uri="{9D8B030D-6E8A-4147-A177-3AD203B41FA5}">
                      <a16:colId xmlns:a16="http://schemas.microsoft.com/office/drawing/2014/main" val="20000"/>
                    </a:ext>
                  </a:extLst>
                </a:gridCol>
                <a:gridCol w="1816683">
                  <a:extLst>
                    <a:ext uri="{9D8B030D-6E8A-4147-A177-3AD203B41FA5}">
                      <a16:colId xmlns:a16="http://schemas.microsoft.com/office/drawing/2014/main" val="20001"/>
                    </a:ext>
                  </a:extLst>
                </a:gridCol>
                <a:gridCol w="1330481">
                  <a:extLst>
                    <a:ext uri="{9D8B030D-6E8A-4147-A177-3AD203B41FA5}">
                      <a16:colId xmlns:a16="http://schemas.microsoft.com/office/drawing/2014/main" val="1649928022"/>
                    </a:ext>
                  </a:extLst>
                </a:gridCol>
                <a:gridCol w="1950754">
                  <a:extLst>
                    <a:ext uri="{9D8B030D-6E8A-4147-A177-3AD203B41FA5}">
                      <a16:colId xmlns:a16="http://schemas.microsoft.com/office/drawing/2014/main" val="1974045517"/>
                    </a:ext>
                  </a:extLst>
                </a:gridCol>
                <a:gridCol w="1711948">
                  <a:extLst>
                    <a:ext uri="{9D8B030D-6E8A-4147-A177-3AD203B41FA5}">
                      <a16:colId xmlns:a16="http://schemas.microsoft.com/office/drawing/2014/main" val="20002"/>
                    </a:ext>
                  </a:extLst>
                </a:gridCol>
                <a:gridCol w="1426932">
                  <a:extLst>
                    <a:ext uri="{9D8B030D-6E8A-4147-A177-3AD203B41FA5}">
                      <a16:colId xmlns:a16="http://schemas.microsoft.com/office/drawing/2014/main" val="3919743556"/>
                    </a:ext>
                  </a:extLst>
                </a:gridCol>
                <a:gridCol w="1996965">
                  <a:extLst>
                    <a:ext uri="{9D8B030D-6E8A-4147-A177-3AD203B41FA5}">
                      <a16:colId xmlns:a16="http://schemas.microsoft.com/office/drawing/2014/main" val="1589835667"/>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Op</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Cond (Unsigned)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Flags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Explanation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&gt;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 </a:t>
                      </a:r>
                      <a:r>
                        <a:rPr kumimoji="0" lang="en-US" sz="2000" kern="1200" dirty="0">
                          <a:solidFill>
                            <a:schemeClr val="tx1"/>
                          </a:solidFill>
                          <a:latin typeface="+mn-lt"/>
                          <a:ea typeface="+mn-ea"/>
                          <a:cs typeface="+mn-cs"/>
                        </a:rPr>
                        <a:t>(Greater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Z=0 &amp;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Non-zero result and signs agree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 </a:t>
                      </a:r>
                      <a:r>
                        <a:rPr kumimoji="0" lang="en-US" sz="2000" kern="1200" dirty="0">
                          <a:solidFill>
                            <a:schemeClr val="tx1"/>
                          </a:solidFill>
                          <a:latin typeface="+mn-lt"/>
                          <a:ea typeface="+mn-ea"/>
                          <a:cs typeface="+mn-cs"/>
                        </a:rPr>
                        <a:t>(Higher)</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 &amp; 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and not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 </a:t>
                      </a:r>
                      <a:r>
                        <a:rPr kumimoji="0" lang="en-US" sz="2000" kern="1200" dirty="0">
                          <a:solidFill>
                            <a:schemeClr val="tx1"/>
                          </a:solidFill>
                          <a:latin typeface="+mn-lt"/>
                          <a:ea typeface="+mn-ea"/>
                          <a:cs typeface="+mn-cs"/>
                        </a:rPr>
                        <a:t>(Greater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 </a:t>
                      </a:r>
                      <a:r>
                        <a:rPr kumimoji="0" lang="en-US" sz="2000" kern="1200" dirty="0">
                          <a:solidFill>
                            <a:schemeClr val="tx1"/>
                          </a:solidFill>
                          <a:latin typeface="+mn-lt"/>
                          <a:ea typeface="+mn-ea"/>
                          <a:cs typeface="+mn-cs"/>
                        </a:rPr>
                        <a:t>(Higher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No borrow (R1 ≥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&lt;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 </a:t>
                      </a:r>
                      <a:r>
                        <a:rPr kumimoji="0" lang="en-US" sz="2000" kern="1200" dirty="0">
                          <a:solidFill>
                            <a:schemeClr val="tx1"/>
                          </a:solidFill>
                          <a:latin typeface="+mn-lt"/>
                          <a:ea typeface="+mn-ea"/>
                          <a:cs typeface="+mn-cs"/>
                        </a:rPr>
                        <a:t>(Less Than)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N≠V</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See next page</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 </a:t>
                      </a:r>
                      <a:r>
                        <a:rPr kumimoji="0" lang="en-US" sz="2000" kern="1200" dirty="0">
                          <a:solidFill>
                            <a:schemeClr val="tx1"/>
                          </a:solidFill>
                          <a:latin typeface="+mn-lt"/>
                          <a:ea typeface="+mn-ea"/>
                          <a:cs typeface="+mn-cs"/>
                        </a:rPr>
                        <a:t>(</a:t>
                      </a:r>
                      <a:r>
                        <a:rPr kumimoji="0" lang="en-US" altLang="zh-CN" sz="2000" kern="1200" dirty="0">
                          <a:solidFill>
                            <a:schemeClr val="tx1"/>
                          </a:solidFill>
                          <a:latin typeface="+mn-lt"/>
                          <a:ea typeface="+mn-ea"/>
                          <a:cs typeface="+mn-cs"/>
                        </a:rPr>
                        <a:t>Lower</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occurred (R1 &lt; R2)</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 </a:t>
                      </a:r>
                      <a:r>
                        <a:rPr kumimoji="0" lang="en-US" sz="2000" kern="1200" dirty="0">
                          <a:solidFill>
                            <a:schemeClr val="tx1"/>
                          </a:solidFill>
                          <a:latin typeface="+mn-lt"/>
                          <a:ea typeface="+mn-ea"/>
                          <a:cs typeface="+mn-cs"/>
                        </a:rPr>
                        <a:t>(Less </a:t>
                      </a:r>
                      <a:r>
                        <a:rPr kumimoji="0" lang="en-US" altLang="zh-CN" sz="2000" kern="1200" dirty="0">
                          <a:solidFill>
                            <a:schemeClr val="tx1"/>
                          </a:solidFill>
                          <a:latin typeface="+mn-lt"/>
                          <a:ea typeface="+mn-ea"/>
                          <a:cs typeface="+mn-cs"/>
                        </a:rPr>
                        <a:t>or Equal</a:t>
                      </a:r>
                      <a:r>
                        <a:rPr kumimoji="0" lang="en-US" sz="2000" kern="1200" dirty="0">
                          <a:solidFill>
                            <a:schemeClr val="tx1"/>
                          </a:solidFill>
                          <a:latin typeface="+mn-lt"/>
                          <a:ea typeface="+mn-ea"/>
                          <a:cs typeface="+mn-cs"/>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Z=1 or N≠V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 or overflow mismatch</a:t>
                      </a:r>
                      <a:endPar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 </a:t>
                      </a:r>
                      <a:r>
                        <a:rPr kumimoji="0" lang="en-US" sz="2000" kern="1200" dirty="0">
                          <a:solidFill>
                            <a:schemeClr val="tx1"/>
                          </a:solidFill>
                          <a:latin typeface="+mn-lt"/>
                          <a:ea typeface="+mn-ea"/>
                          <a:cs typeface="+mn-cs"/>
                        </a:rPr>
                        <a:t>(Lower or Same)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kern="1200" dirty="0">
                          <a:solidFill>
                            <a:schemeClr val="tx1"/>
                          </a:solidFill>
                          <a:effectLst/>
                          <a:latin typeface="Consolas" panose="020B0609020204030204" pitchFamily="49" charset="0"/>
                          <a:ea typeface="+mn-ea"/>
                          <a:cs typeface="+mn-cs"/>
                        </a:rPr>
                        <a:t>C=0 or Z=1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Borrow or equal</a:t>
                      </a: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 </a:t>
                      </a:r>
                      <a:r>
                        <a:rPr kumimoji="0" lang="en-US" sz="2000" kern="1200" dirty="0">
                          <a:solidFill>
                            <a:schemeClr val="tx1"/>
                          </a:solidFill>
                          <a:latin typeface="+mn-lt"/>
                          <a:ea typeface="+mn-ea"/>
                          <a:cs typeface="+mn-cs"/>
                        </a:rPr>
                        <a:t>(Equal)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Z=1</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lang="en-US" sz="2000" dirty="0"/>
                        <a:t>Zero</a:t>
                      </a:r>
                      <a:endPar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R1 ≠ R2</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4">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kern="1200" dirty="0">
                          <a:solidFill>
                            <a:schemeClr val="tx1"/>
                          </a:solidFill>
                          <a:latin typeface="+mn-lt"/>
                          <a:ea typeface="+mn-ea"/>
                          <a:cs typeface="+mn-cs"/>
                        </a:rPr>
                        <a:t>NE (Not Equal)</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endParaRPr lang="en-US"/>
                    </a:p>
                  </a:txBody>
                  <a:tcPr/>
                </a:tc>
                <a:tc hMerge="1">
                  <a:txBody>
                    <a:bodyPr/>
                    <a:lstStyle/>
                    <a:p>
                      <a:endParaRPr lang="en-US"/>
                    </a:p>
                  </a:txBody>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Z=0</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Non-Zero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
        <p:nvSpPr>
          <p:cNvPr id="3" name="TextBox 2">
            <a:extLst>
              <a:ext uri="{FF2B5EF4-FFF2-40B4-BE49-F238E27FC236}">
                <a16:creationId xmlns:a16="http://schemas.microsoft.com/office/drawing/2014/main" id="{B5A1696D-B757-8D10-A6BF-4D8E30062551}"/>
              </a:ext>
            </a:extLst>
          </p:cNvPr>
          <p:cNvSpPr txBox="1"/>
          <p:nvPr/>
        </p:nvSpPr>
        <p:spPr>
          <a:xfrm>
            <a:off x="3048000" y="6014224"/>
            <a:ext cx="64694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sz="2000" b="1" dirty="0">
                <a:solidFill>
                  <a:srgbClr val="C00000"/>
                </a:solidFill>
                <a:latin typeface="Consolas" panose="020B0609020204030204" pitchFamily="49" charset="0"/>
                <a:cs typeface="Consolas" panose="020B0609020204030204" pitchFamily="49" charset="0"/>
              </a:rPr>
              <a:t>CMP R1, R2</a:t>
            </a:r>
          </a:p>
          <a:p>
            <a:r>
              <a:rPr lang="en-US" sz="2000" dirty="0"/>
              <a:t>perform subtraction </a:t>
            </a:r>
            <a:r>
              <a:rPr lang="en-US" sz="2000" dirty="0">
                <a:latin typeface="Consolas" panose="020B0609020204030204" pitchFamily="49" charset="0"/>
              </a:rPr>
              <a:t>R1 – R2</a:t>
            </a:r>
            <a:r>
              <a:rPr lang="en-US" sz="2000" dirty="0"/>
              <a:t>, set flags without saving result</a:t>
            </a:r>
          </a:p>
        </p:txBody>
      </p:sp>
    </p:spTree>
    <p:extLst>
      <p:ext uri="{BB962C8B-B14F-4D97-AF65-F5344CB8AC3E}">
        <p14:creationId xmlns:p14="http://schemas.microsoft.com/office/powerpoint/2010/main" val="42755131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AEC003-10FE-7EA9-881C-E182B2F1C796}"/>
              </a:ext>
            </a:extLst>
          </p:cNvPr>
          <p:cNvSpPr>
            <a:spLocks noGrp="1"/>
          </p:cNvSpPr>
          <p:nvPr>
            <p:ph type="sldNum" sz="quarter" idx="11"/>
          </p:nvPr>
        </p:nvSpPr>
        <p:spPr/>
        <p:txBody>
          <a:bodyPr/>
          <a:lstStyle/>
          <a:p>
            <a:pPr>
              <a:defRPr/>
            </a:pPr>
            <a:fld id="{7D3083A4-9012-4F92-8AC9-739FC4D3B103}" type="slidenum">
              <a:rPr lang="en-US" smtClean="0"/>
              <a:pPr>
                <a:defRPr/>
              </a:pPr>
              <a:t>14</a:t>
            </a:fld>
            <a:endParaRPr lang="en-US"/>
          </a:p>
        </p:txBody>
      </p:sp>
      <p:graphicFrame>
        <p:nvGraphicFramePr>
          <p:cNvPr id="8" name="Table Placeholder 4">
            <a:extLst>
              <a:ext uri="{FF2B5EF4-FFF2-40B4-BE49-F238E27FC236}">
                <a16:creationId xmlns:a16="http://schemas.microsoft.com/office/drawing/2014/main" id="{4B1A6FE1-D3BE-B2FE-273E-9D2E25FD1073}"/>
              </a:ext>
            </a:extLst>
          </p:cNvPr>
          <p:cNvGraphicFramePr>
            <a:graphicFrameLocks/>
          </p:cNvGraphicFramePr>
          <p:nvPr>
            <p:extLst>
              <p:ext uri="{D42A27DB-BD31-4B8C-83A1-F6EECF244321}">
                <p14:modId xmlns:p14="http://schemas.microsoft.com/office/powerpoint/2010/main" val="1608372988"/>
              </p:ext>
            </p:extLst>
          </p:nvPr>
        </p:nvGraphicFramePr>
        <p:xfrm>
          <a:off x="1066798" y="1815717"/>
          <a:ext cx="10363199" cy="3448050"/>
        </p:xfrm>
        <a:graphic>
          <a:graphicData uri="http://schemas.openxmlformats.org/drawingml/2006/table">
            <a:tbl>
              <a:tblPr>
                <a:tableStyleId>{5940675A-B579-460E-94D1-54222C63F5DA}</a:tableStyleId>
              </a:tblPr>
              <a:tblGrid>
                <a:gridCol w="2057401">
                  <a:extLst>
                    <a:ext uri="{9D8B030D-6E8A-4147-A177-3AD203B41FA5}">
                      <a16:colId xmlns:a16="http://schemas.microsoft.com/office/drawing/2014/main" val="266373244"/>
                    </a:ext>
                  </a:extLst>
                </a:gridCol>
                <a:gridCol w="533400">
                  <a:extLst>
                    <a:ext uri="{9D8B030D-6E8A-4147-A177-3AD203B41FA5}">
                      <a16:colId xmlns:a16="http://schemas.microsoft.com/office/drawing/2014/main" val="13043426"/>
                    </a:ext>
                  </a:extLst>
                </a:gridCol>
                <a:gridCol w="609600">
                  <a:extLst>
                    <a:ext uri="{9D8B030D-6E8A-4147-A177-3AD203B41FA5}">
                      <a16:colId xmlns:a16="http://schemas.microsoft.com/office/drawing/2014/main" val="630746829"/>
                    </a:ext>
                  </a:extLst>
                </a:gridCol>
                <a:gridCol w="1655084">
                  <a:extLst>
                    <a:ext uri="{9D8B030D-6E8A-4147-A177-3AD203B41FA5}">
                      <a16:colId xmlns:a16="http://schemas.microsoft.com/office/drawing/2014/main" val="2113643734"/>
                    </a:ext>
                  </a:extLst>
                </a:gridCol>
                <a:gridCol w="5507714">
                  <a:extLst>
                    <a:ext uri="{9D8B030D-6E8A-4147-A177-3AD203B41FA5}">
                      <a16:colId xmlns:a16="http://schemas.microsoft.com/office/drawing/2014/main" val="2172270859"/>
                    </a:ext>
                  </a:extLst>
                </a:gridCol>
              </a:tblGrid>
              <a:tr h="270510">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Condition (signed)</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N</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V</a:t>
                      </a:r>
                    </a:p>
                  </a:txBody>
                  <a:tcPr marL="64770" marR="64770" marT="32385" marB="32385" anchor="ctr">
                    <a:solidFill>
                      <a:srgbClr val="0070C0"/>
                    </a:solidFill>
                  </a:tcPr>
                </a:tc>
                <a:tc>
                  <a:txBody>
                    <a:bodyPr/>
                    <a:lstStyle/>
                    <a:p>
                      <a:pPr algn="ctr">
                        <a:buNone/>
                      </a:pPr>
                      <a:r>
                        <a:rPr kumimoji="0" lang="en-US" sz="2000" b="1" i="0" u="none" strike="noStrike" kern="1200" cap="none" normalizeH="0" baseline="0" dirty="0">
                          <a:ln>
                            <a:noFill/>
                          </a:ln>
                          <a:solidFill>
                            <a:schemeClr val="bg1"/>
                          </a:solidFill>
                          <a:effectLst/>
                          <a:latin typeface="Arial" charset="0"/>
                          <a:ea typeface="+mn-ea"/>
                          <a:cs typeface="+mn-cs"/>
                        </a:rPr>
                        <a:t>CMP R1, R2 returns</a:t>
                      </a:r>
                    </a:p>
                  </a:txBody>
                  <a:tcPr marL="64770" marR="64770" marT="32385" marB="32385" anchor="ctr">
                    <a:solidFill>
                      <a:srgbClr val="0070C0"/>
                    </a:solidFill>
                  </a:tcPr>
                </a:tc>
                <a:tc>
                  <a:txBody>
                    <a:bodyPr/>
                    <a:lstStyle/>
                    <a:p>
                      <a:pPr>
                        <a:buNone/>
                      </a:pPr>
                      <a:r>
                        <a:rPr kumimoji="0" lang="en-US" sz="2000" b="1" i="0" u="none" strike="noStrike" kern="1200" cap="none" normalizeH="0" baseline="0" dirty="0">
                          <a:ln>
                            <a:noFill/>
                          </a:ln>
                          <a:solidFill>
                            <a:schemeClr val="bg1"/>
                          </a:solidFill>
                          <a:effectLst/>
                          <a:latin typeface="Arial" charset="0"/>
                          <a:ea typeface="+mn-ea"/>
                          <a:cs typeface="+mn-cs"/>
                        </a:rPr>
                        <a:t>Meaning</a:t>
                      </a:r>
                    </a:p>
                  </a:txBody>
                  <a:tcPr marL="64770" marR="64770" marT="32385" marB="32385" anchor="ctr">
                    <a:solidFill>
                      <a:srgbClr val="0070C0"/>
                    </a:solidFill>
                  </a:tcPr>
                </a:tc>
                <a:extLst>
                  <a:ext uri="{0D108BD9-81ED-4DB2-BD59-A6C34878D82A}">
                    <a16:rowId xmlns:a16="http://schemas.microsoft.com/office/drawing/2014/main" val="595633833"/>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non-negative (R1 – R2 ≥ 0), no overflow → R1 ≥ R2</a:t>
                      </a:r>
                    </a:p>
                  </a:txBody>
                  <a:tcPr marL="64770" marR="64770" marT="32385" marB="32385" anchor="ctr"/>
                </a:tc>
                <a:extLst>
                  <a:ext uri="{0D108BD9-81ED-4DB2-BD59-A6C34878D82A}">
                    <a16:rowId xmlns:a16="http://schemas.microsoft.com/office/drawing/2014/main" val="2533983157"/>
                  </a:ext>
                </a:extLst>
              </a:tr>
              <a:tr h="521970">
                <a:tc>
                  <a:txBody>
                    <a:bodyPr/>
                    <a:lstStyle/>
                    <a:p>
                      <a:pPr>
                        <a:buNone/>
                      </a:pPr>
                      <a:r>
                        <a:rPr lang="en-US" sz="2000" b="0" dirty="0"/>
                        <a:t>GE (Greater or Equal)</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but overflowed so sign is flipped → true result ≥ 0 → R1 ≥ R2</a:t>
                      </a:r>
                    </a:p>
                  </a:txBody>
                  <a:tcPr marL="64770" marR="64770" marT="32385" marB="32385" anchor="ctr"/>
                </a:tc>
                <a:extLst>
                  <a:ext uri="{0D108BD9-81ED-4DB2-BD59-A6C34878D82A}">
                    <a16:rowId xmlns:a16="http://schemas.microsoft.com/office/drawing/2014/main" val="1184494324"/>
                  </a:ext>
                </a:extLst>
              </a:tr>
              <a:tr h="521970">
                <a:tc>
                  <a:txBody>
                    <a:bodyPr/>
                    <a:lstStyle/>
                    <a:p>
                      <a:pPr>
                        <a:buNone/>
                      </a:pPr>
                      <a:r>
                        <a:rPr lang="en-US" sz="2000" b="0" dirty="0"/>
                        <a:t>LT (Less Than)</a:t>
                      </a:r>
                    </a:p>
                  </a:txBody>
                  <a:tcPr marL="64770" marR="64770" marT="32385" marB="32385" anchor="ctr"/>
                </a:tc>
                <a:tc>
                  <a:txBody>
                    <a:bodyPr/>
                    <a:lstStyle/>
                    <a:p>
                      <a:pPr algn="ctr">
                        <a:buNone/>
                      </a:pPr>
                      <a:r>
                        <a:rPr lang="en-US" sz="200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negative (R1 – R2 &lt; 0), no overflow → R1 &lt; R2</a:t>
                      </a:r>
                    </a:p>
                  </a:txBody>
                  <a:tcPr marL="64770" marR="64770" marT="32385" marB="32385" anchor="ctr"/>
                </a:tc>
                <a:extLst>
                  <a:ext uri="{0D108BD9-81ED-4DB2-BD59-A6C34878D82A}">
                    <a16:rowId xmlns:a16="http://schemas.microsoft.com/office/drawing/2014/main" val="1349570872"/>
                  </a:ext>
                </a:extLst>
              </a:tr>
              <a:tr h="750570">
                <a:tc>
                  <a:txBody>
                    <a:bodyPr/>
                    <a:lstStyle/>
                    <a:p>
                      <a:pPr>
                        <a:buNone/>
                      </a:pPr>
                      <a:r>
                        <a:rPr lang="en-US" sz="2000" b="0" dirty="0"/>
                        <a:t>LT (Less Than)</a:t>
                      </a:r>
                    </a:p>
                  </a:txBody>
                  <a:tcPr marL="64770" marR="64770" marT="32385" marB="32385" anchor="ctr"/>
                </a:tc>
                <a:tc>
                  <a:txBody>
                    <a:bodyPr/>
                    <a:lstStyle/>
                    <a:p>
                      <a:pPr algn="ctr">
                        <a:buNone/>
                      </a:pPr>
                      <a:r>
                        <a:rPr lang="en-US" sz="2000"/>
                        <a:t>0</a:t>
                      </a:r>
                    </a:p>
                  </a:txBody>
                  <a:tcPr marL="64770" marR="64770" marT="32385" marB="32385" anchor="ctr"/>
                </a:tc>
                <a:tc>
                  <a:txBody>
                    <a:bodyPr/>
                    <a:lstStyle/>
                    <a:p>
                      <a:pPr algn="ctr">
                        <a:buNone/>
                      </a:pPr>
                      <a:r>
                        <a:rPr lang="en-US" sz="2000" dirty="0"/>
                        <a:t>1</a:t>
                      </a:r>
                    </a:p>
                  </a:txBody>
                  <a:tcPr marL="64770" marR="64770" marT="32385" marB="32385" anchor="ctr"/>
                </a:tc>
                <a:tc>
                  <a:txBody>
                    <a:bodyPr/>
                    <a:lstStyle/>
                    <a:p>
                      <a:pPr algn="ctr">
                        <a:buNone/>
                      </a:pPr>
                      <a:r>
                        <a:rPr lang="en-US" sz="2000" dirty="0"/>
                        <a:t>0</a:t>
                      </a:r>
                    </a:p>
                  </a:txBody>
                  <a:tcPr marL="64770" marR="64770" marT="32385" marB="32385" anchor="ctr"/>
                </a:tc>
                <a:tc>
                  <a:txBody>
                    <a:bodyPr/>
                    <a:lstStyle/>
                    <a:p>
                      <a:pPr>
                        <a:buNone/>
                      </a:pPr>
                      <a:r>
                        <a:rPr kumimoji="0" lang="en-US" sz="2000" kern="1200" dirty="0">
                          <a:solidFill>
                            <a:schemeClr val="tx1"/>
                          </a:solidFill>
                          <a:latin typeface="+mn-lt"/>
                          <a:ea typeface="+mn-ea"/>
                          <a:cs typeface="+mn-cs"/>
                        </a:rPr>
                        <a:t>Result </a:t>
                      </a:r>
                      <a:r>
                        <a:rPr lang="en-US" sz="2000" baseline="0" dirty="0"/>
                        <a:t>non-negative </a:t>
                      </a:r>
                      <a:r>
                        <a:rPr kumimoji="0" lang="en-US" sz="2000" kern="1200" dirty="0">
                          <a:solidFill>
                            <a:schemeClr val="tx1"/>
                          </a:solidFill>
                          <a:latin typeface="+mn-lt"/>
                          <a:ea typeface="+mn-ea"/>
                          <a:cs typeface="+mn-cs"/>
                        </a:rPr>
                        <a:t>(R1 – R2 ≥ 0), but overflowed so sign is flipped → true result &lt; 0 → R1 &lt; R2</a:t>
                      </a:r>
                    </a:p>
                  </a:txBody>
                  <a:tcPr marL="64770" marR="64770" marT="32385" marB="32385" anchor="ctr"/>
                </a:tc>
                <a:extLst>
                  <a:ext uri="{0D108BD9-81ED-4DB2-BD59-A6C34878D82A}">
                    <a16:rowId xmlns:a16="http://schemas.microsoft.com/office/drawing/2014/main" val="3690059485"/>
                  </a:ext>
                </a:extLst>
              </a:tr>
            </a:tbl>
          </a:graphicData>
        </a:graphic>
      </p:graphicFrame>
      <p:sp>
        <p:nvSpPr>
          <p:cNvPr id="9" name="Rectangle 2">
            <a:extLst>
              <a:ext uri="{FF2B5EF4-FFF2-40B4-BE49-F238E27FC236}">
                <a16:creationId xmlns:a16="http://schemas.microsoft.com/office/drawing/2014/main" id="{040766FF-157F-F258-92E4-7978E9A74698}"/>
              </a:ext>
            </a:extLst>
          </p:cNvPr>
          <p:cNvSpPr>
            <a:spLocks noGrp="1" noChangeArrowheads="1"/>
          </p:cNvSpPr>
          <p:nvPr>
            <p:ph type="title"/>
          </p:nvPr>
        </p:nvSpPr>
        <p:spPr>
          <a:xfrm>
            <a:off x="533400" y="0"/>
            <a:ext cx="9753600" cy="1143000"/>
          </a:xfrm>
        </p:spPr>
        <p:txBody>
          <a:bodyPr/>
          <a:lstStyle/>
          <a:p>
            <a:r>
              <a:rPr lang="en-US" dirty="0"/>
              <a:t>Signed </a:t>
            </a:r>
            <a:r>
              <a:rPr lang="en-US" altLang="zh-CN" dirty="0"/>
              <a:t>Comparison Explanations</a:t>
            </a:r>
            <a:endParaRPr lang="en-US" dirty="0"/>
          </a:p>
        </p:txBody>
      </p:sp>
      <p:sp>
        <p:nvSpPr>
          <p:cNvPr id="10" name="TextBox 9">
            <a:extLst>
              <a:ext uri="{FF2B5EF4-FFF2-40B4-BE49-F238E27FC236}">
                <a16:creationId xmlns:a16="http://schemas.microsoft.com/office/drawing/2014/main" id="{79A02399-C781-EF9E-3862-DF68871F920A}"/>
              </a:ext>
            </a:extLst>
          </p:cNvPr>
          <p:cNvSpPr txBox="1"/>
          <p:nvPr/>
        </p:nvSpPr>
        <p:spPr>
          <a:xfrm>
            <a:off x="3276600" y="564846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42319312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AE6B-50BF-EC87-C691-EAFDE1EB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43FBB-D245-9542-B4DC-8D249EAA2EF8}"/>
              </a:ext>
            </a:extLst>
          </p:cNvPr>
          <p:cNvSpPr>
            <a:spLocks noGrp="1"/>
          </p:cNvSpPr>
          <p:nvPr>
            <p:ph type="title"/>
          </p:nvPr>
        </p:nvSpPr>
        <p:spPr/>
        <p:txBody>
          <a:bodyPr>
            <a:normAutofit/>
          </a:bodyPr>
          <a:lstStyle/>
          <a:p>
            <a:r>
              <a:rPr lang="en-US" dirty="0"/>
              <a:t>Signed Comparison Examples</a:t>
            </a:r>
          </a:p>
        </p:txBody>
      </p:sp>
      <p:sp>
        <p:nvSpPr>
          <p:cNvPr id="3" name="Slide Number Placeholder 2">
            <a:extLst>
              <a:ext uri="{FF2B5EF4-FFF2-40B4-BE49-F238E27FC236}">
                <a16:creationId xmlns:a16="http://schemas.microsoft.com/office/drawing/2014/main" id="{ED158967-29A6-2F86-E4C9-0AF69AC0F715}"/>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graphicFrame>
        <p:nvGraphicFramePr>
          <p:cNvPr id="5" name="Table 4">
            <a:extLst>
              <a:ext uri="{FF2B5EF4-FFF2-40B4-BE49-F238E27FC236}">
                <a16:creationId xmlns:a16="http://schemas.microsoft.com/office/drawing/2014/main" id="{C7914D5B-2CC7-293C-9379-3C41827285D1}"/>
              </a:ext>
            </a:extLst>
          </p:cNvPr>
          <p:cNvGraphicFramePr>
            <a:graphicFrameLocks noGrp="1"/>
          </p:cNvGraphicFramePr>
          <p:nvPr>
            <p:extLst>
              <p:ext uri="{D42A27DB-BD31-4B8C-83A1-F6EECF244321}">
                <p14:modId xmlns:p14="http://schemas.microsoft.com/office/powerpoint/2010/main" val="19148270"/>
              </p:ext>
            </p:extLst>
          </p:nvPr>
        </p:nvGraphicFramePr>
        <p:xfrm>
          <a:off x="1066800" y="1295400"/>
          <a:ext cx="9906000" cy="4541520"/>
        </p:xfrm>
        <a:graphic>
          <a:graphicData uri="http://schemas.openxmlformats.org/drawingml/2006/table">
            <a:tbl>
              <a:tblPr firstRow="1" firstCol="1" bandRow="1">
                <a:tableStyleId>{5C22544A-7EE6-4342-B048-85BDC9FD1C3A}</a:tableStyleId>
              </a:tblPr>
              <a:tblGrid>
                <a:gridCol w="1033669">
                  <a:extLst>
                    <a:ext uri="{9D8B030D-6E8A-4147-A177-3AD203B41FA5}">
                      <a16:colId xmlns:a16="http://schemas.microsoft.com/office/drawing/2014/main" val="20000"/>
                    </a:ext>
                  </a:extLst>
                </a:gridCol>
                <a:gridCol w="4371119">
                  <a:extLst>
                    <a:ext uri="{9D8B030D-6E8A-4147-A177-3AD203B41FA5}">
                      <a16:colId xmlns:a16="http://schemas.microsoft.com/office/drawing/2014/main" val="20001"/>
                    </a:ext>
                  </a:extLst>
                </a:gridCol>
                <a:gridCol w="4501212">
                  <a:extLst>
                    <a:ext uri="{9D8B030D-6E8A-4147-A177-3AD203B41FA5}">
                      <a16:colId xmlns:a16="http://schemas.microsoft.com/office/drawing/2014/main" val="20002"/>
                    </a:ext>
                  </a:extLst>
                </a:gridCol>
              </a:tblGrid>
              <a:tr h="363556">
                <a:tc>
                  <a:txBody>
                    <a:bodyPr/>
                    <a:lstStyle/>
                    <a:p>
                      <a:endParaRPr lang="en-US" sz="2000" dirty="0">
                        <a:latin typeface="Consolas" panose="020B0609020204030204" pitchFamily="49" charset="0"/>
                        <a:cs typeface="Consolas" panose="020B0609020204030204" pitchFamily="49" charset="0"/>
                      </a:endParaRPr>
                    </a:p>
                  </a:txBody>
                  <a:tcPr anchor="ctr" anchorCtr="1"/>
                </a:tc>
                <a:tc>
                  <a:txBody>
                    <a:bodyPr/>
                    <a:lstStyle/>
                    <a:p>
                      <a:pPr algn="ctr"/>
                      <a:r>
                        <a:rPr lang="en-US" sz="2000" dirty="0">
                          <a:latin typeface="Consolas" panose="020B0609020204030204" pitchFamily="49" charset="0"/>
                          <a:cs typeface="Consolas" panose="020B0609020204030204" pitchFamily="49" charset="0"/>
                        </a:rPr>
                        <a:t> N = 0</a:t>
                      </a:r>
                    </a:p>
                  </a:txBody>
                  <a:tcPr anchor="ctr" anchorCtr="1"/>
                </a:tc>
                <a:tc>
                  <a:txBody>
                    <a:bodyPr/>
                    <a:lstStyle/>
                    <a:p>
                      <a:pPr algn="ctr"/>
                      <a:r>
                        <a:rPr lang="en-US" sz="2000"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sz="2000"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sz="2000" dirty="0"/>
                        <a:t>R1 = +7 (00111)</a:t>
                      </a:r>
                    </a:p>
                    <a:p>
                      <a:pPr marL="285750" indent="-285750">
                        <a:buFont typeface="Arial" pitchFamily="34" charset="0"/>
                        <a:buChar char="•"/>
                      </a:pPr>
                      <a:r>
                        <a:rPr lang="en-US" sz="2000" dirty="0"/>
                        <a:t>R2 = +3 (00011) </a:t>
                      </a:r>
                    </a:p>
                    <a:p>
                      <a:pPr marL="285750" indent="-285750">
                        <a:buFont typeface="Arial" pitchFamily="34" charset="0"/>
                        <a:buChar char="•"/>
                      </a:pPr>
                      <a:r>
                        <a:rPr lang="en-US" sz="2000" dirty="0"/>
                        <a:t>R1 − R2 = +4 (00100); </a:t>
                      </a:r>
                    </a:p>
                    <a:p>
                      <a:pPr marL="285750" indent="-285750">
                        <a:buFont typeface="Arial" pitchFamily="34" charset="0"/>
                        <a:buChar char="•"/>
                      </a:pPr>
                      <a:r>
                        <a:rPr lang="en-US" sz="2000" dirty="0"/>
                        <a:t>result non‑negative and no signed overflow, so N=0, V=0 ⇒ GE holds</a:t>
                      </a:r>
                    </a:p>
                    <a:p>
                      <a:pPr marL="285750" indent="-285750">
                        <a:buFont typeface="Arial" pitchFamily="34" charset="0"/>
                        <a:buChar char="•"/>
                      </a:pPr>
                      <a:endParaRPr lang="en-US" sz="2000"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sz="2000" dirty="0"/>
                        <a:t>R1 = +3 (00011)</a:t>
                      </a:r>
                    </a:p>
                    <a:p>
                      <a:pPr marL="285750" indent="-285750">
                        <a:buFont typeface="Arial" pitchFamily="34" charset="0"/>
                        <a:buChar char="•"/>
                      </a:pPr>
                      <a:r>
                        <a:rPr lang="en-US" sz="2000" dirty="0"/>
                        <a:t>R2 = +7 (00111)</a:t>
                      </a:r>
                    </a:p>
                    <a:p>
                      <a:pPr marL="285750" indent="-285750">
                        <a:buFont typeface="Arial" pitchFamily="34" charset="0"/>
                        <a:buChar char="•"/>
                      </a:pPr>
                      <a:r>
                        <a:rPr lang="en-US" sz="2000" dirty="0"/>
                        <a:t>R1 − R2 = −4 (11100)</a:t>
                      </a:r>
                    </a:p>
                    <a:p>
                      <a:pPr marL="285750" indent="-285750">
                        <a:buFont typeface="Arial" pitchFamily="34" charset="0"/>
                        <a:buChar char="•"/>
                      </a:pPr>
                      <a:r>
                        <a:rPr lang="en-US" sz="2000" dirty="0"/>
                        <a:t>result negative with no overflow, so N=1, V=0 ⇒ LT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sz="2000"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(10110)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(00111)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00111 (decimal 7), whose sign bit is 0 so N=0, but signed overflow occurs so V=1 </a:t>
                      </a:r>
                      <a:r>
                        <a:rPr lang="en-US" sz="2000" dirty="0"/>
                        <a:t>⇒ LT holds</a:t>
                      </a:r>
                      <a:r>
                        <a:rPr lang="en-US" sz="2000" baseline="0" dirty="0"/>
                        <a:t> </a:t>
                      </a:r>
                      <a:endParaRPr lang="en-US" sz="2000"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+10 (01010)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R2 = −7 (11001)</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sz="2000" baseline="0" dirty="0"/>
                        <a:t>R1 − R2 = +17, outside range [−16,+15]; result is 10001 (decimal −15), whose sign bit is 1 so N=1, but signed overflow occurs so V=1 </a:t>
                      </a:r>
                      <a:r>
                        <a:rPr lang="en-US" sz="2000" dirty="0"/>
                        <a:t>⇒ GE holds</a:t>
                      </a:r>
                      <a:endParaRPr lang="en-US" sz="2000"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8" name="TextBox 7">
            <a:extLst>
              <a:ext uri="{FF2B5EF4-FFF2-40B4-BE49-F238E27FC236}">
                <a16:creationId xmlns:a16="http://schemas.microsoft.com/office/drawing/2014/main" id="{C91562D7-FD5F-D68D-AA23-37D3AD1BE77E}"/>
              </a:ext>
            </a:extLst>
          </p:cNvPr>
          <p:cNvSpPr txBox="1"/>
          <p:nvPr/>
        </p:nvSpPr>
        <p:spPr>
          <a:xfrm>
            <a:off x="3276600" y="5921424"/>
            <a:ext cx="5638800" cy="70788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pPr marL="285750" indent="-285750">
              <a:buFont typeface="Arial" pitchFamily="34" charset="0"/>
              <a:buChar char="•"/>
            </a:pPr>
            <a:r>
              <a:rPr lang="en-US" sz="2000" dirty="0"/>
              <a:t>If N = V, then GE (CMP R1, R2 returns 1)</a:t>
            </a:r>
          </a:p>
          <a:p>
            <a:pPr marL="285750" indent="-285750">
              <a:buFont typeface="Arial" pitchFamily="34" charset="0"/>
              <a:buChar char="•"/>
            </a:pPr>
            <a:r>
              <a:rPr lang="en-US" sz="2000" dirty="0"/>
              <a:t>If N ≠ V, then LT (CMP R1, R2 returns 0)</a:t>
            </a:r>
          </a:p>
        </p:txBody>
      </p:sp>
    </p:spTree>
    <p:extLst>
      <p:ext uri="{BB962C8B-B14F-4D97-AF65-F5344CB8AC3E}">
        <p14:creationId xmlns:p14="http://schemas.microsoft.com/office/powerpoint/2010/main" val="16713733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p:txBody>
          <a:bodyPr>
            <a:normAutofit/>
          </a:bodyPr>
          <a:lstStyle/>
          <a:p>
            <a:r>
              <a:rPr lang="en-US" dirty="0"/>
              <a:t>Number Interpretation</a:t>
            </a:r>
            <a:endParaRPr lang="en-US" dirty="0">
              <a:solidFill>
                <a:schemeClr val="tx1"/>
              </a:solidFill>
              <a:latin typeface="Tahoma" pitchFamily="34" charset="0"/>
              <a:cs typeface="Times New Roman" pitchFamily="18" charset="0"/>
            </a:endParaRP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16</a:t>
            </a:fld>
            <a:endParaRPr kumimoji="0" lang="en-US" dirty="0"/>
          </a:p>
        </p:txBody>
      </p:sp>
      <p:sp>
        <p:nvSpPr>
          <p:cNvPr id="6" name="Content Placeholder 5"/>
          <p:cNvSpPr>
            <a:spLocks noGrp="1"/>
          </p:cNvSpPr>
          <p:nvPr>
            <p:ph sz="quarter" idx="1"/>
          </p:nvPr>
        </p:nvSpPr>
        <p:spPr>
          <a:xfrm>
            <a:off x="609600" y="3036505"/>
            <a:ext cx="10287000" cy="2575560"/>
          </a:xfrm>
        </p:spPr>
        <p:txBody>
          <a:bodyPr>
            <a:normAutofit/>
          </a:bodyPr>
          <a:lstStyle/>
          <a:p>
            <a:r>
              <a:rPr lang="en-US" sz="2400" dirty="0"/>
              <a:t>If they represent signed numbers, the latter is greater. </a:t>
            </a:r>
          </a:p>
          <a:p>
            <a:pPr marL="0" indent="0">
              <a:buNone/>
            </a:pPr>
            <a:r>
              <a:rPr lang="en-US" sz="2400" dirty="0"/>
              <a:t>   (</a:t>
            </a:r>
            <a:r>
              <a:rPr lang="en-US" sz="2400" b="1" dirty="0">
                <a:latin typeface="Consolas" panose="020B0609020204030204" pitchFamily="49" charset="0"/>
                <a:cs typeface="Consolas" panose="020B0609020204030204" pitchFamily="49" charset="0"/>
              </a:rPr>
              <a:t>1 &gt; -1</a:t>
            </a:r>
            <a:r>
              <a:rPr lang="en-US" sz="2400" dirty="0"/>
              <a:t>).</a:t>
            </a:r>
          </a:p>
          <a:p>
            <a:pPr marL="0" indent="0">
              <a:buNone/>
            </a:pPr>
            <a:endParaRPr lang="en-US" sz="2400" dirty="0"/>
          </a:p>
          <a:p>
            <a:r>
              <a:rPr lang="en-US" sz="2400" dirty="0"/>
              <a:t>If they represent unsigned numbers, the former is greater</a:t>
            </a:r>
          </a:p>
          <a:p>
            <a:pPr marL="0" indent="0">
              <a:buNone/>
            </a:pPr>
            <a:r>
              <a:rPr lang="en-US" sz="2400" dirty="0"/>
              <a:t>   (2</a:t>
            </a:r>
            <a:r>
              <a:rPr lang="en-US" sz="2400" baseline="30000" dirty="0"/>
              <a:t>32-1</a:t>
            </a:r>
            <a:r>
              <a:rPr lang="en-US" sz="2400" b="1" dirty="0">
                <a:latin typeface="Consolas" panose="020B0609020204030204" pitchFamily="49" charset="0"/>
                <a:cs typeface="Consolas" panose="020B0609020204030204" pitchFamily="49" charset="0"/>
              </a:rPr>
              <a:t> &gt; 1</a:t>
            </a:r>
            <a:r>
              <a:rPr lang="en-US" sz="2400" dirty="0"/>
              <a:t>).</a:t>
            </a:r>
          </a:p>
        </p:txBody>
      </p:sp>
      <p:sp>
        <p:nvSpPr>
          <p:cNvPr id="2" name="Rectangle 1"/>
          <p:cNvSpPr/>
          <p:nvPr/>
        </p:nvSpPr>
        <p:spPr>
          <a:xfrm>
            <a:off x="1981200" y="1295401"/>
            <a:ext cx="7772400" cy="1061829"/>
          </a:xfrm>
          <a:prstGeom prst="rect">
            <a:avLst/>
          </a:prstGeom>
        </p:spPr>
        <p:txBody>
          <a:bodyPr wrap="square">
            <a:spAutoFit/>
          </a:bodyPr>
          <a:lstStyle/>
          <a:p>
            <a:r>
              <a:rPr lang="en-US" sz="2800" dirty="0"/>
              <a:t>Which is greater?</a:t>
            </a:r>
          </a:p>
          <a:p>
            <a:endParaRPr lang="en-US" sz="1100" dirty="0"/>
          </a:p>
          <a:p>
            <a:r>
              <a:rPr lang="en-US" sz="2400" dirty="0">
                <a:latin typeface="Consolas" panose="020B0609020204030204" pitchFamily="49" charset="0"/>
                <a:cs typeface="Consolas" panose="020B0609020204030204" pitchFamily="49" charset="0"/>
              </a:rPr>
              <a:t>	</a:t>
            </a:r>
            <a:r>
              <a:rPr lang="en-US" sz="2400" b="1" dirty="0" err="1">
                <a:solidFill>
                  <a:srgbClr val="FF0000"/>
                </a:solidFill>
                <a:latin typeface="Consolas" panose="020B0609020204030204" pitchFamily="49" charset="0"/>
                <a:cs typeface="Consolas" panose="020B0609020204030204" pitchFamily="49" charset="0"/>
              </a:rPr>
              <a:t>0xFFFFFFFF</a:t>
            </a:r>
            <a:r>
              <a:rPr lang="en-US" sz="2400" dirty="0">
                <a:latin typeface="Tahoma" pitchFamily="34" charset="0"/>
                <a:cs typeface="Times New Roman" pitchFamily="18" charset="0"/>
              </a:rPr>
              <a:t> or </a:t>
            </a:r>
            <a:r>
              <a:rPr lang="en-US" sz="2400" b="1" dirty="0" err="1">
                <a:solidFill>
                  <a:srgbClr val="FF0000"/>
                </a:solidFill>
                <a:latin typeface="Consolas" panose="020B0609020204030204" pitchFamily="49" charset="0"/>
                <a:cs typeface="Consolas" panose="020B0609020204030204" pitchFamily="49" charset="0"/>
              </a:rPr>
              <a:t>0x00000001</a:t>
            </a:r>
            <a:endParaRPr lang="en-US" sz="2400" b="1" dirty="0">
              <a:solidFill>
                <a:srgbClr val="FF0000"/>
              </a:solidFill>
              <a:latin typeface="Tahoma" pitchFamily="34" charset="0"/>
              <a:cs typeface="Times New Roman" pitchFamily="18" charset="0"/>
            </a:endParaRPr>
          </a:p>
        </p:txBody>
      </p:sp>
    </p:spTree>
    <p:extLst>
      <p:ext uri="{BB962C8B-B14F-4D97-AF65-F5344CB8AC3E}">
        <p14:creationId xmlns:p14="http://schemas.microsoft.com/office/powerpoint/2010/main" val="2319237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615906" y="132281"/>
            <a:ext cx="8686800" cy="990600"/>
          </a:xfrm>
        </p:spPr>
        <p:txBody>
          <a:bodyPr>
            <a:normAutofit fontScale="90000"/>
          </a:bodyPr>
          <a:lstStyle/>
          <a:p>
            <a:r>
              <a:rPr lang="en-US" dirty="0"/>
              <a:t>Which is Greater: </a:t>
            </a:r>
            <a:r>
              <a:rPr lang="en-US" dirty="0">
                <a:solidFill>
                  <a:schemeClr val="tx1"/>
                </a:solidFill>
                <a:latin typeface="Consolas" panose="020B0609020204030204" pitchFamily="49" charset="0"/>
                <a:cs typeface="Consolas" panose="020B0609020204030204" pitchFamily="49" charset="0"/>
              </a:rPr>
              <a:t>0xFFFFFFFF</a:t>
            </a:r>
            <a:r>
              <a:rPr lang="en-US" dirty="0">
                <a:solidFill>
                  <a:schemeClr val="tx1"/>
                </a:solidFill>
                <a:latin typeface="Tahoma" pitchFamily="34" charset="0"/>
                <a:cs typeface="Times New Roman" pitchFamily="18" charset="0"/>
              </a:rPr>
              <a:t> or </a:t>
            </a:r>
            <a:r>
              <a:rPr lang="en-US" dirty="0">
                <a:solidFill>
                  <a:schemeClr val="tx1"/>
                </a:solidFill>
                <a:latin typeface="Consolas" panose="020B0609020204030204" pitchFamily="49" charset="0"/>
                <a:cs typeface="Consolas" panose="020B0609020204030204" pitchFamily="49" charset="0"/>
              </a:rPr>
              <a:t>0x00000001</a:t>
            </a:r>
            <a:r>
              <a:rPr lang="en-US" dirty="0">
                <a:solidFill>
                  <a:schemeClr val="tx1"/>
                </a:solidFill>
                <a:latin typeface="Tahoma" pitchFamily="34" charset="0"/>
                <a:cs typeface="Times New Roman" pitchFamily="18" charset="0"/>
              </a:rPr>
              <a:t>?</a:t>
            </a:r>
          </a:p>
        </p:txBody>
      </p:sp>
      <p:sp>
        <p:nvSpPr>
          <p:cNvPr id="119811" name="Text Box 3"/>
          <p:cNvSpPr txBox="1">
            <a:spLocks noChangeArrowheads="1"/>
          </p:cNvSpPr>
          <p:nvPr/>
        </p:nvSpPr>
        <p:spPr bwMode="auto">
          <a:xfrm>
            <a:off x="2498388" y="2331184"/>
            <a:ext cx="298801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int32_t x, y ;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x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9812" name="Text Box 4"/>
          <p:cNvSpPr txBox="1">
            <a:spLocks noChangeArrowheads="1"/>
          </p:cNvSpPr>
          <p:nvPr/>
        </p:nvSpPr>
        <p:spPr bwMode="auto">
          <a:xfrm>
            <a:off x="2484398" y="4388584"/>
            <a:ext cx="300200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uint32_t x, y ;</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x = 4294967295;</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17</a:t>
            </a:fld>
            <a:endParaRPr kumimoji="0" lang="en-US" dirty="0"/>
          </a:p>
        </p:txBody>
      </p:sp>
      <p:sp>
        <p:nvSpPr>
          <p:cNvPr id="2" name="TextBox 1"/>
          <p:cNvSpPr txBox="1"/>
          <p:nvPr/>
        </p:nvSpPr>
        <p:spPr>
          <a:xfrm>
            <a:off x="4114800" y="3974068"/>
            <a:ext cx="4131580" cy="369332"/>
          </a:xfrm>
          <a:prstGeom prst="rect">
            <a:avLst/>
          </a:prstGeom>
          <a:noFill/>
        </p:spPr>
        <p:txBody>
          <a:bodyPr wrap="none" rtlCol="0">
            <a:spAutoFit/>
          </a:bodyPr>
          <a:lstStyle/>
          <a:p>
            <a:r>
              <a:rPr lang="en-US" b="1" dirty="0"/>
              <a:t>BLE</a:t>
            </a:r>
            <a:r>
              <a:rPr lang="en-US" dirty="0"/>
              <a:t>: Branch if less than or equal, signed ≤</a:t>
            </a:r>
          </a:p>
        </p:txBody>
      </p:sp>
      <p:sp>
        <p:nvSpPr>
          <p:cNvPr id="9" name="TextBox 8"/>
          <p:cNvSpPr txBox="1"/>
          <p:nvPr/>
        </p:nvSpPr>
        <p:spPr>
          <a:xfrm>
            <a:off x="4041726" y="6031468"/>
            <a:ext cx="4076437" cy="369332"/>
          </a:xfrm>
          <a:prstGeom prst="rect">
            <a:avLst/>
          </a:prstGeom>
          <a:noFill/>
        </p:spPr>
        <p:txBody>
          <a:bodyPr wrap="none" rtlCol="0">
            <a:spAutoFit/>
          </a:bodyPr>
          <a:lstStyle/>
          <a:p>
            <a:r>
              <a:rPr lang="en-US" b="1" dirty="0"/>
              <a:t>BLS</a:t>
            </a:r>
            <a:r>
              <a:rPr lang="en-US" dirty="0"/>
              <a:t>: Branch if lower or same, unsigned ≤</a:t>
            </a:r>
          </a:p>
        </p:txBody>
      </p:sp>
      <p:sp>
        <p:nvSpPr>
          <p:cNvPr id="4" name="TextBox 3"/>
          <p:cNvSpPr txBox="1"/>
          <p:nvPr/>
        </p:nvSpPr>
        <p:spPr>
          <a:xfrm>
            <a:off x="600986" y="1220257"/>
            <a:ext cx="7473905" cy="1015663"/>
          </a:xfrm>
          <a:prstGeom prst="rect">
            <a:avLst/>
          </a:prstGeom>
          <a:noFill/>
        </p:spPr>
        <p:txBody>
          <a:bodyPr wrap="none" rtlCol="0">
            <a:spAutoFit/>
          </a:bodyPr>
          <a:lstStyle/>
          <a:p>
            <a:r>
              <a:rPr lang="en-US" sz="2000" dirty="0"/>
              <a:t>It’s </a:t>
            </a:r>
            <a:r>
              <a:rPr lang="en-US" sz="2000" b="1" dirty="0">
                <a:solidFill>
                  <a:srgbClr val="0000FF"/>
                </a:solidFill>
              </a:rPr>
              <a:t>software’s responsibility </a:t>
            </a:r>
            <a:r>
              <a:rPr lang="en-US" sz="2000" dirty="0"/>
              <a:t>to tell computer how to interpret data:</a:t>
            </a:r>
          </a:p>
          <a:p>
            <a:pPr marL="285750" indent="-285750">
              <a:buFont typeface="Arial" pitchFamily="34" charset="0"/>
              <a:buChar char="•"/>
            </a:pPr>
            <a:r>
              <a:rPr lang="en-US" sz="2000" dirty="0"/>
              <a:t>If written in C,  declare the signed </a:t>
            </a:r>
            <a:r>
              <a:rPr lang="en-US" sz="2000" i="1" dirty="0"/>
              <a:t>vs</a:t>
            </a:r>
            <a:r>
              <a:rPr lang="en-US" sz="2000" dirty="0"/>
              <a:t> unsigned variable </a:t>
            </a:r>
          </a:p>
          <a:p>
            <a:pPr marL="285750" indent="-285750">
              <a:buFont typeface="Arial" pitchFamily="34" charset="0"/>
              <a:buChar char="•"/>
            </a:pPr>
            <a:r>
              <a:rPr lang="en-US" sz="2000" dirty="0"/>
              <a:t>If written in Assembly, use signed </a:t>
            </a:r>
            <a:r>
              <a:rPr lang="en-US" sz="2000" i="1" dirty="0"/>
              <a:t>vs</a:t>
            </a:r>
            <a:r>
              <a:rPr lang="en-US" sz="2000" dirty="0"/>
              <a:t> unsigned branch instructions</a:t>
            </a:r>
          </a:p>
        </p:txBody>
      </p:sp>
      <p:sp>
        <p:nvSpPr>
          <p:cNvPr id="10" name="Text Box 3"/>
          <p:cNvSpPr txBox="1">
            <a:spLocks noChangeArrowheads="1"/>
          </p:cNvSpPr>
          <p:nvPr/>
        </p:nvSpPr>
        <p:spPr bwMode="auto">
          <a:xfrm>
            <a:off x="5712453" y="2327728"/>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BLE</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 name="Text Box 4"/>
          <p:cNvSpPr txBox="1">
            <a:spLocks noChangeArrowheads="1"/>
          </p:cNvSpPr>
          <p:nvPr/>
        </p:nvSpPr>
        <p:spPr bwMode="auto">
          <a:xfrm>
            <a:off x="5715000" y="4369367"/>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BLS</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Tree>
    <p:extLst>
      <p:ext uri="{BB962C8B-B14F-4D97-AF65-F5344CB8AC3E}">
        <p14:creationId xmlns:p14="http://schemas.microsoft.com/office/powerpoint/2010/main" val="2121641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normAutofit/>
          </a:bodyPr>
          <a:lstStyle/>
          <a:p>
            <a:r>
              <a:rPr lang="en-US" dirty="0"/>
              <a:t>Conditional Branch Instructions</a:t>
            </a:r>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18</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2037928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19</a:t>
            </a:fld>
            <a:endParaRPr kumimoji="0" lang="en-US" dirty="0"/>
          </a:p>
        </p:txBody>
      </p:sp>
      <p:graphicFrame>
        <p:nvGraphicFramePr>
          <p:cNvPr id="5" name="Table 4"/>
          <p:cNvGraphicFramePr>
            <a:graphicFrameLocks noGrp="1"/>
          </p:cNvGraphicFramePr>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0051250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 Statement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20</a:t>
            </a:fld>
            <a:endParaRPr kumimoji="0" lang="en-US" dirty="0"/>
          </a:p>
        </p:txBody>
      </p:sp>
      <p:graphicFrame>
        <p:nvGraphicFramePr>
          <p:cNvPr id="4" name="Table 3">
            <a:extLst>
              <a:ext uri="{FF2B5EF4-FFF2-40B4-BE49-F238E27FC236}">
                <a16:creationId xmlns:a16="http://schemas.microsoft.com/office/drawing/2014/main" id="{8989EC59-E611-F201-0209-F4496711ACCE}"/>
              </a:ext>
            </a:extLst>
          </p:cNvPr>
          <p:cNvGraphicFramePr>
            <a:graphicFrameLocks noGrp="1"/>
          </p:cNvGraphicFramePr>
          <p:nvPr>
            <p:extLst>
              <p:ext uri="{D42A27DB-BD31-4B8C-83A1-F6EECF244321}">
                <p14:modId xmlns:p14="http://schemas.microsoft.com/office/powerpoint/2010/main" val="3011298063"/>
              </p:ext>
            </p:extLst>
          </p:nvPr>
        </p:nvGraphicFramePr>
        <p:xfrm>
          <a:off x="228600" y="1371601"/>
          <a:ext cx="11734800" cy="1981173"/>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&lt; 0 ) {</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 = 0 – a;</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x = x + 1;</a:t>
                      </a:r>
                      <a:endParaRPr lang="en-US" sz="24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(signed integer), r2 = x</a:t>
                      </a:r>
                    </a:p>
                    <a:p>
                      <a:r>
                        <a:rPr lang="en-US" dirty="0">
                          <a:latin typeface="Consolas" panose="020B0609020204030204" pitchFamily="49" charset="0"/>
                          <a:cs typeface="Consolas" panose="020B0609020204030204" pitchFamily="49" charset="0"/>
                        </a:rPr>
                        <a:t>CMP r1, #0   </a:t>
                      </a:r>
                      <a:r>
                        <a:rPr lang="en-US" dirty="0">
                          <a:solidFill>
                            <a:schemeClr val="bg1">
                              <a:lumMod val="65000"/>
                            </a:schemeClr>
                          </a:solidFill>
                          <a:latin typeface="Consolas" panose="020B0609020204030204" pitchFamily="49" charset="0"/>
                          <a:cs typeface="Consolas" panose="020B0609020204030204" pitchFamily="49" charset="0"/>
                        </a:rPr>
                        <a:t>; Compare a with 0</a:t>
                      </a:r>
                    </a:p>
                    <a:p>
                      <a:r>
                        <a:rPr lang="en-US" b="1" dirty="0">
                          <a:solidFill>
                            <a:srgbClr val="C00000"/>
                          </a:solidFill>
                          <a:latin typeface="Consolas" panose="020B0609020204030204" pitchFamily="49" charset="0"/>
                          <a:cs typeface="Consolas" panose="020B0609020204030204" pitchFamily="49" charset="0"/>
                        </a:rPr>
                        <a:t>BGE</a:t>
                      </a:r>
                      <a:r>
                        <a:rPr lang="en-US" dirty="0">
                          <a:solidFill>
                            <a:srgbClr val="C00000"/>
                          </a:solidFill>
                          <a:latin typeface="Consolas" panose="020B0609020204030204" pitchFamily="49" charset="0"/>
                          <a:cs typeface="Consolas" panose="020B0609020204030204" pitchFamily="49" charset="0"/>
                        </a:rPr>
                        <a:t> </a:t>
                      </a:r>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t>
                      </a:r>
                      <a:r>
                        <a:rPr lang="en-US" dirty="0">
                          <a:solidFill>
                            <a:schemeClr val="bg1">
                              <a:lumMod val="65000"/>
                            </a:schemeClr>
                          </a:solidFill>
                          <a:latin typeface="Consolas" panose="020B0609020204030204" pitchFamily="49" charset="0"/>
                          <a:cs typeface="Consolas" panose="020B0609020204030204" pitchFamily="49" charset="0"/>
                        </a:rPr>
                        <a:t>; Go to endif if a ≥ 0</a:t>
                      </a:r>
                    </a:p>
                    <a:p>
                      <a:r>
                        <a:rPr lang="en-US" dirty="0">
                          <a:latin typeface="Consolas" panose="020B0609020204030204" pitchFamily="49" charset="0"/>
                          <a:cs typeface="Consolas" panose="020B0609020204030204" pitchFamily="49" charset="0"/>
                        </a:rPr>
                        <a:t>RSB r1, r1, #0     </a:t>
                      </a:r>
                      <a:r>
                        <a:rPr lang="en-US" dirty="0">
                          <a:solidFill>
                            <a:schemeClr val="bg1">
                              <a:lumMod val="65000"/>
                            </a:schemeClr>
                          </a:solidFill>
                          <a:latin typeface="Consolas" panose="020B0609020204030204" pitchFamily="49" charset="0"/>
                          <a:cs typeface="Consolas" panose="020B0609020204030204" pitchFamily="49" charset="0"/>
                        </a:rPr>
                        <a:t>; a = - a</a:t>
                      </a:r>
                    </a:p>
                    <a:p>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x</a:t>
                      </a:r>
                    </a:p>
                    <a:p>
                      <a:r>
                        <a:rPr lang="en-US" dirty="0">
                          <a:latin typeface="Consolas" panose="020B0609020204030204" pitchFamily="49" charset="0"/>
                          <a:cs typeface="Consolas" panose="020B0609020204030204" pitchFamily="49" charset="0"/>
                        </a:rPr>
                        <a:t>CMP   r1, #0</a:t>
                      </a:r>
                      <a:endParaRPr lang="en-US" dirty="0">
                        <a:solidFill>
                          <a:schemeClr val="bg1">
                            <a:lumMod val="65000"/>
                          </a:schemeClr>
                        </a:solidFill>
                        <a:latin typeface="Consolas" panose="020B0609020204030204" pitchFamily="49" charset="0"/>
                        <a:cs typeface="Consolas" panose="020B0609020204030204" pitchFamily="49" charset="0"/>
                      </a:endParaRPr>
                    </a:p>
                    <a:p>
                      <a:r>
                        <a:rPr lang="en-US" b="1" dirty="0">
                          <a:solidFill>
                            <a:srgbClr val="C00000"/>
                          </a:solidFill>
                          <a:latin typeface="Consolas" panose="020B0609020204030204" pitchFamily="49" charset="0"/>
                          <a:cs typeface="Consolas" panose="020B0609020204030204" pitchFamily="49" charset="0"/>
                        </a:rPr>
                        <a:t>RSBLT</a:t>
                      </a:r>
                      <a:r>
                        <a:rPr lang="en-US" dirty="0">
                          <a:solidFill>
                            <a:srgbClr val="C00000"/>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r1, r1, #0   </a:t>
                      </a:r>
                      <a:r>
                        <a:rPr lang="en-US" dirty="0">
                          <a:solidFill>
                            <a:schemeClr val="bg1">
                              <a:lumMod val="65000"/>
                            </a:schemeClr>
                          </a:solidFill>
                          <a:latin typeface="Consolas" panose="020B0609020204030204" pitchFamily="49" charset="0"/>
                          <a:cs typeface="Consolas" panose="020B0609020204030204" pitchFamily="49" charset="0"/>
                        </a:rPr>
                        <a:t>; a = - a if a &lt; 0</a:t>
                      </a:r>
                    </a:p>
                    <a:p>
                      <a:r>
                        <a:rPr lang="en-US" dirty="0">
                          <a:latin typeface="Consolas" panose="020B0609020204030204" pitchFamily="49" charset="0"/>
                          <a:cs typeface="Consolas" panose="020B0609020204030204" pitchFamily="49" charset="0"/>
                        </a:rPr>
                        <a:t>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905028314"/>
              </p:ext>
            </p:extLst>
          </p:nvPr>
        </p:nvGraphicFramePr>
        <p:xfrm>
          <a:off x="1981200" y="3608269"/>
          <a:ext cx="8229600" cy="2083237"/>
        </p:xfrm>
        <a:graphic>
          <a:graphicData uri="http://schemas.openxmlformats.org/drawingml/2006/table">
            <a:tbl>
              <a:tblPr firstRow="1" firstCol="1" bandRow="1">
                <a:tableStyleId>{5940675A-B579-460E-94D1-54222C63F5DA}</a:tableStyleId>
              </a:tblPr>
              <a:tblGrid>
                <a:gridCol w="2885704">
                  <a:extLst>
                    <a:ext uri="{9D8B030D-6E8A-4147-A177-3AD203B41FA5}">
                      <a16:colId xmlns:a16="http://schemas.microsoft.com/office/drawing/2014/main" val="20000"/>
                    </a:ext>
                  </a:extLst>
                </a:gridCol>
                <a:gridCol w="5343896">
                  <a:extLst>
                    <a:ext uri="{9D8B030D-6E8A-4147-A177-3AD203B41FA5}">
                      <a16:colId xmlns:a16="http://schemas.microsoft.com/office/drawing/2014/main" val="20001"/>
                    </a:ext>
                  </a:extLst>
                </a:gridCol>
              </a:tblGrid>
              <a:tr h="218003">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39397">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endParaRPr lang="en-US" sz="20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a:t>
                      </a:r>
                      <a:r>
                        <a:rPr lang="en-US" sz="1600" dirty="0" err="1">
                          <a:solidFill>
                            <a:schemeClr val="bg1">
                              <a:lumMod val="65000"/>
                            </a:schemeClr>
                          </a:solidFill>
                          <a:effectLst/>
                          <a:latin typeface="Consolas" panose="020B0609020204030204" pitchFamily="49" charset="0"/>
                          <a:cs typeface="Consolas" panose="020B0609020204030204" pitchFamily="49" charset="0"/>
                        </a:rPr>
                        <a:t>r0</a:t>
                      </a:r>
                      <a:r>
                        <a:rPr lang="en-US" sz="1600" dirty="0">
                          <a:solidFill>
                            <a:schemeClr val="bg1">
                              <a:lumMod val="65000"/>
                            </a:schemeClr>
                          </a:solidFill>
                          <a:effectLst/>
                          <a:latin typeface="Consolas" panose="020B0609020204030204" pitchFamily="49" charset="0"/>
                          <a:cs typeface="Consolas" panose="020B0609020204030204" pitchFamily="49" charset="0"/>
                        </a:rPr>
                        <a:t> = x</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#20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BLE</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then</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then if x ≤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#25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BLT</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endif</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a:t>
                      </a:r>
                      <a:r>
                        <a:rPr lang="en-US" sz="1600" dirty="0" err="1">
                          <a:solidFill>
                            <a:schemeClr val="bg1">
                              <a:lumMod val="65000"/>
                            </a:schemeClr>
                          </a:solidFill>
                          <a:effectLst/>
                          <a:latin typeface="Consolas" panose="020B0609020204030204" pitchFamily="49" charset="0"/>
                          <a:cs typeface="Consolas" panose="020B0609020204030204" pitchFamily="49" charset="0"/>
                        </a:rPr>
                        <a:t>endif</a:t>
                      </a:r>
                      <a:r>
                        <a:rPr lang="en-US" sz="1600" dirty="0">
                          <a:solidFill>
                            <a:schemeClr val="bg1">
                              <a:lumMod val="65000"/>
                            </a:schemeClr>
                          </a:solidFill>
                          <a:effectLst/>
                          <a:latin typeface="Consolas" panose="020B0609020204030204" pitchFamily="49" charset="0"/>
                          <a:cs typeface="Consolas" panose="020B0609020204030204" pitchFamily="49" charset="0"/>
                        </a:rPr>
                        <a:t> if x &lt;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then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r>
                        <a:rPr lang="en-US" sz="1600" dirty="0">
                          <a:effectLst/>
                          <a:latin typeface="Consolas" panose="020B0609020204030204" pitchFamily="49" charset="0"/>
                          <a:cs typeface="Consolas" panose="020B0609020204030204" pitchFamily="49" charset="0"/>
                        </a:rPr>
                        <a:t>, #1    </a:t>
                      </a:r>
                      <a:r>
                        <a:rPr lang="en-US" sz="1600" dirty="0">
                          <a:solidFill>
                            <a:schemeClr val="bg1">
                              <a:lumMod val="65000"/>
                            </a:schemeClr>
                          </a:solidFill>
                          <a:effectLst/>
                          <a:latin typeface="Consolas" panose="020B0609020204030204" pitchFamily="49" charset="0"/>
                          <a:cs typeface="Consolas" panose="020B0609020204030204" pitchFamily="49" charset="0"/>
                        </a:rPr>
                        <a:t>; a = 1 </a:t>
                      </a: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endif</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56433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If-then-else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graphicFrame>
        <p:nvGraphicFramePr>
          <p:cNvPr id="4" name="Table 3">
            <a:extLst>
              <a:ext uri="{FF2B5EF4-FFF2-40B4-BE49-F238E27FC236}">
                <a16:creationId xmlns:a16="http://schemas.microsoft.com/office/drawing/2014/main" id="{7F82155A-10D1-2BC7-1D07-F345C9BE816C}"/>
              </a:ext>
            </a:extLst>
          </p:cNvPr>
          <p:cNvGraphicFramePr>
            <a:graphicFrameLocks noGrp="1"/>
          </p:cNvGraphicFramePr>
          <p:nvPr>
            <p:extLst>
              <p:ext uri="{D42A27DB-BD31-4B8C-83A1-F6EECF244321}">
                <p14:modId xmlns:p14="http://schemas.microsoft.com/office/powerpoint/2010/main" val="3314981232"/>
              </p:ext>
            </p:extLst>
          </p:nvPr>
        </p:nvGraphicFramePr>
        <p:xfrm>
          <a:off x="1143000" y="1342835"/>
          <a:ext cx="9448800" cy="2194560"/>
        </p:xfrm>
        <a:graphic>
          <a:graphicData uri="http://schemas.openxmlformats.org/drawingml/2006/table">
            <a:tbl>
              <a:tblPr firstRow="1" firstCol="1" bandRow="1">
                <a:tableStyleId>{5940675A-B579-460E-94D1-54222C63F5DA}</a:tableStyleId>
              </a:tblPr>
              <a:tblGrid>
                <a:gridCol w="3854117">
                  <a:extLst>
                    <a:ext uri="{9D8B030D-6E8A-4147-A177-3AD203B41FA5}">
                      <a16:colId xmlns:a16="http://schemas.microsoft.com/office/drawing/2014/main" val="20000"/>
                    </a:ext>
                  </a:extLst>
                </a:gridCol>
                <a:gridCol w="5594683">
                  <a:extLst>
                    <a:ext uri="{9D8B030D-6E8A-4147-A177-3AD203B41FA5}">
                      <a16:colId xmlns:a16="http://schemas.microsoft.com/office/drawing/2014/main" val="20001"/>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 1)</a:t>
                      </a:r>
                    </a:p>
                    <a:p>
                      <a:pPr marL="0" marR="0" algn="just">
                        <a:spcBef>
                          <a:spcPts val="0"/>
                        </a:spcBef>
                        <a:spcAft>
                          <a:spcPts val="0"/>
                        </a:spcAft>
                      </a:pPr>
                      <a:r>
                        <a:rPr lang="en-US" sz="1800" dirty="0">
                          <a:solidFill>
                            <a:srgbClr val="0000FF"/>
                          </a:solidFill>
                          <a:effectLst/>
                          <a:latin typeface="Consolas" panose="020B0609020204030204" pitchFamily="49" charset="0"/>
                          <a:cs typeface="Consolas" panose="020B0609020204030204" pitchFamily="49" charset="0"/>
                        </a:rPr>
                        <a:t>   b = 3;</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else</a:t>
                      </a:r>
                    </a:p>
                    <a:p>
                      <a:pPr marL="0" marR="0" algn="just">
                        <a:spcBef>
                          <a:spcPts val="0"/>
                        </a:spcBef>
                        <a:spcAft>
                          <a:spcPts val="0"/>
                        </a:spcAft>
                      </a:pPr>
                      <a:r>
                        <a:rPr lang="en-US" sz="1800" dirty="0">
                          <a:solidFill>
                            <a:srgbClr val="FF0000"/>
                          </a:solidFill>
                          <a:effectLst/>
                          <a:latin typeface="Consolas" panose="020B0609020204030204" pitchFamily="49" charset="0"/>
                          <a:cs typeface="Consolas" panose="020B0609020204030204" pitchFamily="49" charset="0"/>
                        </a:rPr>
                        <a:t>   b = 4;</a:t>
                      </a:r>
                      <a:endParaRPr lang="en-US" sz="18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b</a:t>
                      </a:r>
                    </a:p>
                    <a:p>
                      <a:r>
                        <a:rPr lang="en-US" dirty="0">
                          <a:latin typeface="Consolas" panose="020B0609020204030204" pitchFamily="49" charset="0"/>
                          <a:cs typeface="Consolas" panose="020B0609020204030204" pitchFamily="49" charset="0"/>
                        </a:rPr>
                        <a:t>CMP r1, #1   </a:t>
                      </a:r>
                      <a:r>
                        <a:rPr lang="en-US" dirty="0">
                          <a:solidFill>
                            <a:schemeClr val="bg1">
                              <a:lumMod val="65000"/>
                            </a:schemeClr>
                          </a:solidFill>
                          <a:latin typeface="Consolas" panose="020B0609020204030204" pitchFamily="49" charset="0"/>
                          <a:cs typeface="Consolas" panose="020B0609020204030204" pitchFamily="49" charset="0"/>
                        </a:rPr>
                        <a:t>; compare a and 1</a:t>
                      </a:r>
                    </a:p>
                    <a:p>
                      <a:r>
                        <a:rPr lang="en-US" dirty="0">
                          <a:latin typeface="Consolas" panose="020B0609020204030204" pitchFamily="49" charset="0"/>
                          <a:cs typeface="Consolas" panose="020B0609020204030204" pitchFamily="49" charset="0"/>
                        </a:rPr>
                        <a:t>BNE else     </a:t>
                      </a:r>
                      <a:r>
                        <a:rPr lang="en-US" dirty="0">
                          <a:solidFill>
                            <a:schemeClr val="bg1">
                              <a:lumMod val="65000"/>
                            </a:schemeClr>
                          </a:solidFill>
                          <a:latin typeface="Consolas" panose="020B0609020204030204" pitchFamily="49" charset="0"/>
                          <a:cs typeface="Consolas" panose="020B0609020204030204" pitchFamily="49" charset="0"/>
                        </a:rPr>
                        <a:t>; go to else if a ≠ 1  </a:t>
                      </a:r>
                    </a:p>
                    <a:p>
                      <a:r>
                        <a:rPr lang="en-US" dirty="0">
                          <a:latin typeface="Consolas" panose="020B0609020204030204" pitchFamily="49" charset="0"/>
                          <a:cs typeface="Consolas" panose="020B0609020204030204" pitchFamily="49" charset="0"/>
                        </a:rPr>
                        <a:t>then: </a:t>
                      </a:r>
                      <a:r>
                        <a:rPr lang="en-US" dirty="0">
                          <a:solidFill>
                            <a:srgbClr val="0000FF"/>
                          </a:solidFill>
                          <a:latin typeface="Consolas" panose="020B0609020204030204" pitchFamily="49" charset="0"/>
                          <a:cs typeface="Consolas" panose="020B0609020204030204" pitchFamily="49" charset="0"/>
                        </a:rPr>
                        <a:t>MOV r2, #3   </a:t>
                      </a:r>
                      <a:r>
                        <a:rPr lang="en-US" dirty="0">
                          <a:solidFill>
                            <a:schemeClr val="bg1">
                              <a:lumMod val="65000"/>
                            </a:schemeClr>
                          </a:solidFill>
                          <a:latin typeface="Consolas" panose="020B0609020204030204" pitchFamily="49" charset="0"/>
                          <a:cs typeface="Consolas" panose="020B0609020204030204" pitchFamily="49" charset="0"/>
                        </a:rPr>
                        <a:t>; b = 3 </a:t>
                      </a:r>
                    </a:p>
                    <a:p>
                      <a:r>
                        <a:rPr lang="en-US" dirty="0">
                          <a:latin typeface="Consolas" panose="020B0609020204030204" pitchFamily="49" charset="0"/>
                          <a:cs typeface="Consolas" panose="020B0609020204030204" pitchFamily="49" charset="0"/>
                        </a:rPr>
                        <a:t>B   endif    </a:t>
                      </a:r>
                      <a:r>
                        <a:rPr lang="en-US" dirty="0">
                          <a:solidFill>
                            <a:schemeClr val="bg1">
                              <a:lumMod val="65000"/>
                            </a:schemeClr>
                          </a:solidFill>
                          <a:latin typeface="Consolas" panose="020B0609020204030204" pitchFamily="49" charset="0"/>
                          <a:cs typeface="Consolas" panose="020B0609020204030204" pitchFamily="49" charset="0"/>
                        </a:rPr>
                        <a:t>; go to endif</a:t>
                      </a:r>
                    </a:p>
                    <a:p>
                      <a:r>
                        <a:rPr lang="en-US" dirty="0">
                          <a:latin typeface="Consolas" panose="020B0609020204030204" pitchFamily="49" charset="0"/>
                          <a:cs typeface="Consolas" panose="020B0609020204030204" pitchFamily="49" charset="0"/>
                        </a:rPr>
                        <a:t>else: </a:t>
                      </a:r>
                      <a:r>
                        <a:rPr lang="en-US" dirty="0">
                          <a:solidFill>
                            <a:srgbClr val="FF0000"/>
                          </a:solidFill>
                          <a:latin typeface="Consolas" panose="020B0609020204030204" pitchFamily="49" charset="0"/>
                          <a:cs typeface="Consolas" panose="020B0609020204030204" pitchFamily="49" charset="0"/>
                        </a:rPr>
                        <a:t>MOV r2, #4   </a:t>
                      </a:r>
                      <a:r>
                        <a:rPr lang="en-US" dirty="0">
                          <a:solidFill>
                            <a:schemeClr val="bg1">
                              <a:lumMod val="65000"/>
                            </a:schemeClr>
                          </a:solidFill>
                          <a:latin typeface="Consolas" panose="020B0609020204030204" pitchFamily="49" charset="0"/>
                          <a:cs typeface="Consolas" panose="020B0609020204030204" pitchFamily="49" charset="0"/>
                        </a:rPr>
                        <a:t>; b = 4 </a:t>
                      </a:r>
                    </a:p>
                    <a:p>
                      <a:r>
                        <a:rPr lang="en-US" dirty="0">
                          <a:latin typeface="Consolas" panose="020B0609020204030204" pitchFamily="49" charset="0"/>
                          <a:cs typeface="Consolas" panose="020B0609020204030204" pitchFamily="49" charset="0"/>
                        </a:rPr>
                        <a:t>endif: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3316277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803425474"/>
              </p:ext>
            </p:extLst>
          </p:nvPr>
        </p:nvGraphicFramePr>
        <p:xfrm>
          <a:off x="3124200" y="1367817"/>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3162300" y="3657600"/>
            <a:ext cx="58674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p>
          <a:p>
            <a:r>
              <a:rPr lang="pt-BR" dirty="0">
                <a:latin typeface="Consolas" panose="020B0609020204030204" pitchFamily="49" charset="0"/>
                <a:cs typeface="Consolas" panose="020B0609020204030204" pitchFamily="49" charset="0"/>
              </a:rPr>
              <a:t>loop:</a:t>
            </a:r>
          </a:p>
          <a:p>
            <a:r>
              <a:rPr lang="pt-BR" dirty="0">
                <a:latin typeface="Consolas" panose="020B0609020204030204" pitchFamily="49" charset="0"/>
                <a:cs typeface="Consolas" panose="020B0609020204030204" pitchFamily="49" charset="0"/>
              </a:rPr>
              <a:t>    CMP     r1, #10         % i &lt; 10 ?</a:t>
            </a:r>
          </a:p>
          <a:p>
            <a:r>
              <a:rPr lang="pt-BR" dirty="0">
                <a:latin typeface="Consolas" panose="020B0609020204030204" pitchFamily="49" charset="0"/>
                <a:cs typeface="Consolas" panose="020B0609020204030204" pitchFamily="49" charset="0"/>
              </a:rPr>
              <a:t>    BGE     done            % exit if i &gt;= 10</a:t>
            </a:r>
          </a:p>
          <a:p>
            <a:r>
              <a:rPr lang="pt-BR" dirty="0">
                <a:latin typeface="Consolas" panose="020B0609020204030204" pitchFamily="49" charset="0"/>
                <a:cs typeface="Consolas" panose="020B0609020204030204" pitchFamily="49" charset="0"/>
              </a:rPr>
              <a:t>    ADD     r0, r0, r1      % sum += i</a:t>
            </a:r>
          </a:p>
          <a:p>
            <a:r>
              <a:rPr lang="pt-BR" dirty="0">
                <a:latin typeface="Consolas" panose="020B0609020204030204" pitchFamily="49" charset="0"/>
                <a:cs typeface="Consolas" panose="020B0609020204030204" pitchFamily="49" charset="0"/>
              </a:rPr>
              <a:t>    ADD     r1, r1, #1      % i++</a:t>
            </a:r>
          </a:p>
          <a:p>
            <a:r>
              <a:rPr lang="pt-BR" dirty="0">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done:           % : is optional after a label</a:t>
            </a:r>
            <a:endParaRPr lang="en-US" dirty="0">
              <a:latin typeface="Consolas" panose="020B0609020204030204" pitchFamily="49" charset="0"/>
              <a:cs typeface="Consolas" panose="020B0609020204030204" pitchFamily="49" charset="0"/>
            </a:endParaRPr>
          </a:p>
        </p:txBody>
      </p:sp>
      <p:sp>
        <p:nvSpPr>
          <p:cNvPr id="9" name="TextBox 8"/>
          <p:cNvSpPr txBox="1"/>
          <p:nvPr/>
        </p:nvSpPr>
        <p:spPr>
          <a:xfrm>
            <a:off x="1981201" y="3262867"/>
            <a:ext cx="4730975" cy="369332"/>
          </a:xfrm>
          <a:prstGeom prst="rect">
            <a:avLst/>
          </a:prstGeom>
          <a:noFill/>
        </p:spPr>
        <p:txBody>
          <a:bodyPr wrap="none" rtlCol="0">
            <a:spAutoFit/>
          </a:bodyPr>
          <a:lstStyle/>
          <a:p>
            <a:r>
              <a:rPr lang="en-US" dirty="0"/>
              <a:t>Implementation 1 (Classic compare-and-branch):</a:t>
            </a:r>
          </a:p>
        </p:txBody>
      </p:sp>
      <p:graphicFrame>
        <p:nvGraphicFramePr>
          <p:cNvPr id="6" name="Table 5">
            <a:extLst>
              <a:ext uri="{FF2B5EF4-FFF2-40B4-BE49-F238E27FC236}">
                <a16:creationId xmlns:a16="http://schemas.microsoft.com/office/drawing/2014/main" id="{CC22D971-1F5A-1D46-A09B-973DA00758B0}"/>
              </a:ext>
            </a:extLst>
          </p:cNvPr>
          <p:cNvGraphicFramePr>
            <a:graphicFrameLocks noGrp="1"/>
          </p:cNvGraphicFramePr>
          <p:nvPr>
            <p:extLst>
              <p:ext uri="{D42A27DB-BD31-4B8C-83A1-F6EECF244321}">
                <p14:modId xmlns:p14="http://schemas.microsoft.com/office/powerpoint/2010/main" val="2583440696"/>
              </p:ext>
            </p:extLst>
          </p:nvPr>
        </p:nvGraphicFramePr>
        <p:xfrm>
          <a:off x="6705600" y="1367817"/>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208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81763652"/>
              </p:ext>
            </p:extLst>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2968810" y="3950732"/>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Check: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p:cNvSpPr txBox="1"/>
          <p:nvPr/>
        </p:nvSpPr>
        <p:spPr>
          <a:xfrm>
            <a:off x="1981201" y="3581400"/>
            <a:ext cx="1975221" cy="369332"/>
          </a:xfrm>
          <a:prstGeom prst="rect">
            <a:avLst/>
          </a:prstGeom>
          <a:noFill/>
        </p:spPr>
        <p:txBody>
          <a:bodyPr wrap="none" rtlCol="0">
            <a:spAutoFit/>
          </a:bodyPr>
          <a:lstStyle/>
          <a:p>
            <a:r>
              <a:rPr lang="en-US" dirty="0"/>
              <a:t>Implementation 2a:</a:t>
            </a:r>
          </a:p>
        </p:txBody>
      </p:sp>
      <p:graphicFrame>
        <p:nvGraphicFramePr>
          <p:cNvPr id="4" name="Table 3">
            <a:extLst>
              <a:ext uri="{FF2B5EF4-FFF2-40B4-BE49-F238E27FC236}">
                <a16:creationId xmlns:a16="http://schemas.microsoft.com/office/drawing/2014/main" id="{5A85722B-8C7E-4849-80BC-2DED8CDF9515}"/>
              </a:ext>
            </a:extLst>
          </p:cNvPr>
          <p:cNvGraphicFramePr>
            <a:graphicFrameLocks noGrp="1"/>
          </p:cNvGraphicFramePr>
          <p:nvPr>
            <p:extLst>
              <p:ext uri="{D42A27DB-BD31-4B8C-83A1-F6EECF244321}">
                <p14:modId xmlns:p14="http://schemas.microsoft.com/office/powerpoint/2010/main" val="4250353872"/>
              </p:ext>
            </p:extLst>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207256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3E81B-B755-4FF4-6A27-4703B760C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895A4A-7037-FCD6-A607-5E29CA861A4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4AB12D37-781E-3EA2-5B9B-0D713E82096F}"/>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a:extLst>
              <a:ext uri="{FF2B5EF4-FFF2-40B4-BE49-F238E27FC236}">
                <a16:creationId xmlns:a16="http://schemas.microsoft.com/office/drawing/2014/main" id="{0ADA1BDE-EE41-7118-7E7E-B14D424070DB}"/>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A464CC59-3D0C-A490-2CDE-EC4627D26E12}"/>
              </a:ext>
            </a:extLst>
          </p:cNvPr>
          <p:cNvSpPr/>
          <p:nvPr/>
        </p:nvSpPr>
        <p:spPr>
          <a:xfrm>
            <a:off x="2971982" y="3956376"/>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a:t>
            </a:r>
            <a:r>
              <a:rPr lang="pt-BR" b="1" dirty="0">
                <a:latin typeface="Consolas" panose="020B0609020204030204" pitchFamily="49" charset="0"/>
                <a:cs typeface="Consolas" panose="020B0609020204030204" pitchFamily="49" charset="0"/>
              </a:rPr>
              <a:t>%</a:t>
            </a:r>
            <a:r>
              <a:rPr lang="pt-BR" dirty="0">
                <a:latin typeface="Consolas" panose="020B0609020204030204" pitchFamily="49" charset="0"/>
                <a:cs typeface="Consolas" panose="020B0609020204030204" pitchFamily="49" charset="0"/>
              </a:rPr>
              <a:t>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 Deleted</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a:extLst>
              <a:ext uri="{FF2B5EF4-FFF2-40B4-BE49-F238E27FC236}">
                <a16:creationId xmlns:a16="http://schemas.microsoft.com/office/drawing/2014/main" id="{938C6334-8AF3-C245-A043-490C963D00DE}"/>
              </a:ext>
            </a:extLst>
          </p:cNvPr>
          <p:cNvSpPr txBox="1"/>
          <p:nvPr/>
        </p:nvSpPr>
        <p:spPr>
          <a:xfrm>
            <a:off x="1981201" y="3581400"/>
            <a:ext cx="1992853" cy="369332"/>
          </a:xfrm>
          <a:prstGeom prst="rect">
            <a:avLst/>
          </a:prstGeom>
          <a:noFill/>
        </p:spPr>
        <p:txBody>
          <a:bodyPr wrap="none" rtlCol="0">
            <a:spAutoFit/>
          </a:bodyPr>
          <a:lstStyle/>
          <a:p>
            <a:r>
              <a:rPr lang="en-US" dirty="0"/>
              <a:t>Implementation 2b:</a:t>
            </a:r>
          </a:p>
        </p:txBody>
      </p:sp>
      <p:graphicFrame>
        <p:nvGraphicFramePr>
          <p:cNvPr id="4" name="Table 3">
            <a:extLst>
              <a:ext uri="{FF2B5EF4-FFF2-40B4-BE49-F238E27FC236}">
                <a16:creationId xmlns:a16="http://schemas.microsoft.com/office/drawing/2014/main" id="{54904106-3185-EC5F-ABA9-B210A8CE4425}"/>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do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while (i &lt; 10);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98011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79D6-6AC1-DF34-E2A7-F71F04510B18}"/>
              </a:ext>
            </a:extLst>
          </p:cNvPr>
          <p:cNvSpPr>
            <a:spLocks noGrp="1"/>
          </p:cNvSpPr>
          <p:nvPr>
            <p:ph type="title"/>
          </p:nvPr>
        </p:nvSpPr>
        <p:spPr/>
        <p:txBody>
          <a:bodyPr>
            <a:normAutofit/>
          </a:bodyPr>
          <a:lstStyle/>
          <a:p>
            <a:r>
              <a:rPr lang="en-US" dirty="0"/>
              <a:t>Explanations for 2a and 2b </a:t>
            </a:r>
          </a:p>
        </p:txBody>
      </p:sp>
      <p:sp>
        <p:nvSpPr>
          <p:cNvPr id="3" name="Slide Number Placeholder 2">
            <a:extLst>
              <a:ext uri="{FF2B5EF4-FFF2-40B4-BE49-F238E27FC236}">
                <a16:creationId xmlns:a16="http://schemas.microsoft.com/office/drawing/2014/main" id="{C464A668-0AB8-96CF-5C60-2C7C4A7EC054}"/>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4" name="Content Placeholder 3">
            <a:extLst>
              <a:ext uri="{FF2B5EF4-FFF2-40B4-BE49-F238E27FC236}">
                <a16:creationId xmlns:a16="http://schemas.microsoft.com/office/drawing/2014/main" id="{4DA6FD01-9EBA-97EE-ECB7-E1CEB7C5AA2D}"/>
              </a:ext>
            </a:extLst>
          </p:cNvPr>
          <p:cNvSpPr>
            <a:spLocks noGrp="1"/>
          </p:cNvSpPr>
          <p:nvPr>
            <p:ph sz="quarter" idx="1"/>
          </p:nvPr>
        </p:nvSpPr>
        <p:spPr/>
        <p:txBody>
          <a:bodyPr>
            <a:normAutofit/>
          </a:bodyPr>
          <a:lstStyle/>
          <a:p>
            <a:r>
              <a:rPr lang="en-US" dirty="0"/>
              <a:t>2a and 2b implement two different loop structures:</a:t>
            </a:r>
          </a:p>
          <a:p>
            <a:pPr lvl="1"/>
            <a:r>
              <a:rPr lang="en-US" dirty="0"/>
              <a:t> Version with “B check” is a pre-test loop (while/for): it tests </a:t>
            </a:r>
            <a:r>
              <a:rPr lang="en-US" dirty="0" err="1"/>
              <a:t>i</a:t>
            </a:r>
            <a:r>
              <a:rPr lang="en-US" dirty="0"/>
              <a:t> &lt; 10 before the first iteration, so the body may execute zero times if the condition is false initially</a:t>
            </a:r>
          </a:p>
          <a:p>
            <a:pPr lvl="1"/>
            <a:r>
              <a:rPr lang="en-US" dirty="0"/>
              <a:t>Version without “B check” is a post-test loop (do-while): it executes the body once before testing, then repeats while </a:t>
            </a:r>
            <a:r>
              <a:rPr lang="en-US" dirty="0" err="1"/>
              <a:t>i</a:t>
            </a:r>
            <a:r>
              <a:rPr lang="en-US" dirty="0"/>
              <a:t> &lt; 10</a:t>
            </a:r>
          </a:p>
          <a:p>
            <a:r>
              <a:rPr lang="en-US" dirty="0"/>
              <a:t>Because </a:t>
            </a:r>
            <a:r>
              <a:rPr lang="en-US" dirty="0" err="1"/>
              <a:t>i</a:t>
            </a:r>
            <a:r>
              <a:rPr lang="en-US" dirty="0"/>
              <a:t> starts at 0 and the condition is </a:t>
            </a:r>
            <a:r>
              <a:rPr lang="en-US" dirty="0" err="1"/>
              <a:t>i</a:t>
            </a:r>
            <a:r>
              <a:rPr lang="en-US" dirty="0"/>
              <a:t> &lt; 10, and loop iterates from </a:t>
            </a:r>
            <a:r>
              <a:rPr lang="en-US" dirty="0" err="1"/>
              <a:t>i</a:t>
            </a:r>
            <a:r>
              <a:rPr lang="en-US" dirty="0"/>
              <a:t>=0 to </a:t>
            </a:r>
            <a:r>
              <a:rPr lang="en-US" dirty="0" err="1"/>
              <a:t>i</a:t>
            </a:r>
            <a:r>
              <a:rPr lang="en-US" dirty="0"/>
              <a:t>=9, even though the control-flow order differs. If the initial condition were false, only the pre-test version would skip the loop entirely.</a:t>
            </a:r>
          </a:p>
          <a:p>
            <a:endParaRPr lang="en-US" dirty="0"/>
          </a:p>
        </p:txBody>
      </p:sp>
    </p:spTree>
    <p:extLst>
      <p:ext uri="{BB962C8B-B14F-4D97-AF65-F5344CB8AC3E}">
        <p14:creationId xmlns:p14="http://schemas.microsoft.com/office/powerpoint/2010/main" val="6206001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EDD41-7CDA-3EDD-105C-D68CB078E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ACB093-C82E-85F3-F872-714CE262862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A7CAB2FA-1FF5-DA47-7741-E08D60D8199E}"/>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aphicFrame>
        <p:nvGraphicFramePr>
          <p:cNvPr id="5" name="Table 4">
            <a:extLst>
              <a:ext uri="{FF2B5EF4-FFF2-40B4-BE49-F238E27FC236}">
                <a16:creationId xmlns:a16="http://schemas.microsoft.com/office/drawing/2014/main" id="{6F2D648B-3ED5-0E4F-A7ED-98BE3DF04FA3}"/>
              </a:ext>
            </a:extLst>
          </p:cNvPr>
          <p:cNvGraphicFramePr>
            <a:graphicFrameLocks noGrp="1"/>
          </p:cNvGraphicFramePr>
          <p:nvPr>
            <p:extLst>
              <p:ext uri="{D42A27DB-BD31-4B8C-83A1-F6EECF244321}">
                <p14:modId xmlns:p14="http://schemas.microsoft.com/office/powerpoint/2010/main" val="404832185"/>
              </p:ext>
            </p:extLst>
          </p:nvPr>
        </p:nvGraphicFramePr>
        <p:xfrm>
          <a:off x="3099882" y="137791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4C1592DD-F03B-6E7A-3471-FB08A36F2965}"/>
              </a:ext>
            </a:extLst>
          </p:cNvPr>
          <p:cNvSpPr/>
          <p:nvPr/>
        </p:nvSpPr>
        <p:spPr>
          <a:xfrm>
            <a:off x="2895600" y="3771027"/>
            <a:ext cx="64008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#10         % loop count = 10</a:t>
            </a:r>
          </a:p>
          <a:p>
            <a:r>
              <a:rPr lang="en-US" dirty="0">
                <a:latin typeface="Consolas" panose="020B0609020204030204" pitchFamily="49" charset="0"/>
                <a:cs typeface="Consolas" panose="020B0609020204030204" pitchFamily="49" charset="0"/>
              </a:rPr>
              <a:t>    MOV     r2,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ADD     r0, r0, r2      %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r2, r2, #1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SUBS    r1, r1, #1      % --count, set flags</a:t>
            </a:r>
          </a:p>
          <a:p>
            <a:r>
              <a:rPr lang="en-US" dirty="0">
                <a:latin typeface="Consolas" panose="020B0609020204030204" pitchFamily="49" charset="0"/>
                <a:cs typeface="Consolas" panose="020B0609020204030204" pitchFamily="49" charset="0"/>
              </a:rPr>
              <a:t>    BNE     loop            % repeat until loop count==0</a:t>
            </a:r>
          </a:p>
        </p:txBody>
      </p:sp>
      <p:sp>
        <p:nvSpPr>
          <p:cNvPr id="9" name="TextBox 8">
            <a:extLst>
              <a:ext uri="{FF2B5EF4-FFF2-40B4-BE49-F238E27FC236}">
                <a16:creationId xmlns:a16="http://schemas.microsoft.com/office/drawing/2014/main" id="{A03229C5-4093-D4A1-3845-BC38F36FF253}"/>
              </a:ext>
            </a:extLst>
          </p:cNvPr>
          <p:cNvSpPr txBox="1"/>
          <p:nvPr/>
        </p:nvSpPr>
        <p:spPr>
          <a:xfrm>
            <a:off x="1956883" y="3272960"/>
            <a:ext cx="4821513" cy="369332"/>
          </a:xfrm>
          <a:prstGeom prst="rect">
            <a:avLst/>
          </a:prstGeom>
          <a:noFill/>
        </p:spPr>
        <p:txBody>
          <a:bodyPr wrap="none" rtlCol="0">
            <a:spAutoFit/>
          </a:bodyPr>
          <a:lstStyle/>
          <a:p>
            <a:r>
              <a:rPr lang="en-US" dirty="0"/>
              <a:t>Implementation 3 (Count-down with SUBS/BNE):</a:t>
            </a:r>
          </a:p>
        </p:txBody>
      </p:sp>
      <p:graphicFrame>
        <p:nvGraphicFramePr>
          <p:cNvPr id="4" name="Table 3">
            <a:extLst>
              <a:ext uri="{FF2B5EF4-FFF2-40B4-BE49-F238E27FC236}">
                <a16:creationId xmlns:a16="http://schemas.microsoft.com/office/drawing/2014/main" id="{65448C97-B3F4-3495-8E46-D23B540F2A4B}"/>
              </a:ext>
            </a:extLst>
          </p:cNvPr>
          <p:cNvGraphicFramePr>
            <a:graphicFrameLocks noGrp="1"/>
          </p:cNvGraphicFramePr>
          <p:nvPr>
            <p:extLst>
              <p:ext uri="{D42A27DB-BD31-4B8C-83A1-F6EECF244321}">
                <p14:modId xmlns:p14="http://schemas.microsoft.com/office/powerpoint/2010/main" val="332871376"/>
              </p:ext>
            </p:extLst>
          </p:nvPr>
        </p:nvGraphicFramePr>
        <p:xfrm>
          <a:off x="6681282" y="1128071"/>
          <a:ext cx="2514600" cy="213360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sum = 0;     // r0</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count = 10;   // r1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0;        // r2</a:t>
                      </a:r>
                    </a:p>
                    <a:p>
                      <a:pPr marL="0" marR="0" algn="just">
                        <a:spcBef>
                          <a:spcPts val="0"/>
                        </a:spcBef>
                        <a:spcAft>
                          <a:spcPts val="0"/>
                        </a:spcAft>
                        <a:tabLst>
                          <a:tab pos="794385" algn="ctr"/>
                        </a:tabLst>
                      </a:pPr>
                      <a:endParaRPr lang="en-US"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while (count != 0)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sum +=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1;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count -= 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5484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72B-840B-27DC-0543-D529612AD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F9B59-1230-5E38-A012-0C84111218A1}"/>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73E67F8B-FF76-AE26-1B8A-D53FC7913FCD}"/>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a:extLst>
              <a:ext uri="{FF2B5EF4-FFF2-40B4-BE49-F238E27FC236}">
                <a16:creationId xmlns:a16="http://schemas.microsoft.com/office/drawing/2014/main" id="{268911CB-1A74-0359-3203-6E34F208221E}"/>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EC1EA560-6C16-220F-A31C-F3027A7E493C}"/>
              </a:ext>
            </a:extLst>
          </p:cNvPr>
          <p:cNvSpPr/>
          <p:nvPr/>
        </p:nvSpPr>
        <p:spPr>
          <a:xfrm>
            <a:off x="2919918" y="4079467"/>
            <a:ext cx="6400800" cy="203132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CMP     r1, #10         % set flags from i-10</a:t>
            </a:r>
          </a:p>
          <a:p>
            <a:r>
              <a:rPr lang="en-US" dirty="0">
                <a:latin typeface="Consolas" panose="020B0609020204030204" pitchFamily="49" charset="0"/>
                <a:cs typeface="Consolas" panose="020B0609020204030204" pitchFamily="49" charset="0"/>
              </a:rPr>
              <a:t>    ADDLT   r0, r0, r1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ADDLT   r1, r1, #1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BLT     loop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loop</a:t>
            </a:r>
          </a:p>
        </p:txBody>
      </p:sp>
      <p:sp>
        <p:nvSpPr>
          <p:cNvPr id="9" name="TextBox 8">
            <a:extLst>
              <a:ext uri="{FF2B5EF4-FFF2-40B4-BE49-F238E27FC236}">
                <a16:creationId xmlns:a16="http://schemas.microsoft.com/office/drawing/2014/main" id="{915EAF87-721D-2D80-E09F-B26BA59F955F}"/>
              </a:ext>
            </a:extLst>
          </p:cNvPr>
          <p:cNvSpPr txBox="1"/>
          <p:nvPr/>
        </p:nvSpPr>
        <p:spPr>
          <a:xfrm>
            <a:off x="1981200" y="3581400"/>
            <a:ext cx="4529958" cy="369332"/>
          </a:xfrm>
          <a:prstGeom prst="rect">
            <a:avLst/>
          </a:prstGeom>
          <a:noFill/>
        </p:spPr>
        <p:txBody>
          <a:bodyPr wrap="none" rtlCol="0">
            <a:spAutoFit/>
          </a:bodyPr>
          <a:lstStyle/>
          <a:p>
            <a:r>
              <a:rPr lang="en-US" dirty="0"/>
              <a:t>Implementation 4 (Use conditional execution):</a:t>
            </a:r>
          </a:p>
        </p:txBody>
      </p:sp>
      <p:graphicFrame>
        <p:nvGraphicFramePr>
          <p:cNvPr id="6" name="Table 5">
            <a:extLst>
              <a:ext uri="{FF2B5EF4-FFF2-40B4-BE49-F238E27FC236}">
                <a16:creationId xmlns:a16="http://schemas.microsoft.com/office/drawing/2014/main" id="{5D964848-CBE2-1E6F-3041-9EF39AC0F02B}"/>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6883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28</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14340" name="Group 4"/>
          <p:cNvGrpSpPr>
            <a:grpSpLocks/>
          </p:cNvGrpSpPr>
          <p:nvPr/>
        </p:nvGrpSpPr>
        <p:grpSpPr bwMode="auto">
          <a:xfrm>
            <a:off x="2947974" y="1779588"/>
            <a:ext cx="6362700" cy="4241800"/>
            <a:chOff x="1488" y="1584"/>
            <a:chExt cx="2784" cy="2304"/>
          </a:xfrm>
        </p:grpSpPr>
        <p:sp>
          <p:nvSpPr>
            <p:cNvPr id="14342" name="Rectangle 5"/>
            <p:cNvSpPr>
              <a:spLocks noChangeArrowheads="1"/>
            </p:cNvSpPr>
            <p:nvPr/>
          </p:nvSpPr>
          <p:spPr bwMode="auto">
            <a:xfrm>
              <a:off x="2045" y="187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Not equal</a:t>
              </a:r>
            </a:p>
          </p:txBody>
        </p:sp>
        <p:sp>
          <p:nvSpPr>
            <p:cNvPr id="14343" name="Rectangle 6"/>
            <p:cNvSpPr>
              <a:spLocks noChangeArrowheads="1"/>
            </p:cNvSpPr>
            <p:nvPr/>
          </p:nvSpPr>
          <p:spPr bwMode="auto">
            <a:xfrm>
              <a:off x="2045" y="201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 or same</a:t>
              </a:r>
            </a:p>
          </p:txBody>
        </p:sp>
        <p:sp>
          <p:nvSpPr>
            <p:cNvPr id="14344" name="Rectangle 7"/>
            <p:cNvSpPr>
              <a:spLocks noChangeArrowheads="1"/>
            </p:cNvSpPr>
            <p:nvPr/>
          </p:nvSpPr>
          <p:spPr bwMode="auto">
            <a:xfrm>
              <a:off x="2045" y="216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lower</a:t>
              </a:r>
            </a:p>
          </p:txBody>
        </p:sp>
        <p:sp>
          <p:nvSpPr>
            <p:cNvPr id="14345" name="Rectangle 8"/>
            <p:cNvSpPr>
              <a:spLocks noChangeArrowheads="1"/>
            </p:cNvSpPr>
            <p:nvPr/>
          </p:nvSpPr>
          <p:spPr bwMode="auto">
            <a:xfrm>
              <a:off x="2045" y="2304"/>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045" y="1728"/>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Equal</a:t>
              </a:r>
            </a:p>
          </p:txBody>
        </p:sp>
        <p:sp>
          <p:nvSpPr>
            <p:cNvPr id="14347" name="Rectangle 10"/>
            <p:cNvSpPr>
              <a:spLocks noChangeArrowheads="1"/>
            </p:cNvSpPr>
            <p:nvPr/>
          </p:nvSpPr>
          <p:spPr bwMode="auto">
            <a:xfrm>
              <a:off x="2045" y="259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Overflow</a:t>
              </a:r>
            </a:p>
          </p:txBody>
        </p:sp>
        <p:sp>
          <p:nvSpPr>
            <p:cNvPr id="14348" name="Rectangle 11"/>
            <p:cNvSpPr>
              <a:spLocks noChangeArrowheads="1"/>
            </p:cNvSpPr>
            <p:nvPr/>
          </p:nvSpPr>
          <p:spPr bwMode="auto">
            <a:xfrm>
              <a:off x="2045" y="273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No overflow</a:t>
              </a:r>
            </a:p>
          </p:txBody>
        </p:sp>
        <p:sp>
          <p:nvSpPr>
            <p:cNvPr id="14349" name="Rectangle 12"/>
            <p:cNvSpPr>
              <a:spLocks noChangeArrowheads="1"/>
            </p:cNvSpPr>
            <p:nvPr/>
          </p:nvSpPr>
          <p:spPr bwMode="auto">
            <a:xfrm>
              <a:off x="2045" y="288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a:t>
              </a:r>
            </a:p>
          </p:txBody>
        </p:sp>
        <p:sp>
          <p:nvSpPr>
            <p:cNvPr id="14350" name="Rectangle 13"/>
            <p:cNvSpPr>
              <a:spLocks noChangeArrowheads="1"/>
            </p:cNvSpPr>
            <p:nvPr/>
          </p:nvSpPr>
          <p:spPr bwMode="auto">
            <a:xfrm>
              <a:off x="2045" y="302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Unsigned lower or same</a:t>
              </a:r>
            </a:p>
          </p:txBody>
        </p:sp>
        <p:sp>
          <p:nvSpPr>
            <p:cNvPr id="14351" name="Rectangle 14"/>
            <p:cNvSpPr>
              <a:spLocks noChangeArrowheads="1"/>
            </p:cNvSpPr>
            <p:nvPr/>
          </p:nvSpPr>
          <p:spPr bwMode="auto">
            <a:xfrm>
              <a:off x="2045" y="244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Positive or Zero</a:t>
              </a:r>
            </a:p>
          </p:txBody>
        </p:sp>
        <p:sp>
          <p:nvSpPr>
            <p:cNvPr id="14352" name="Rectangle 15"/>
            <p:cNvSpPr>
              <a:spLocks noChangeArrowheads="1"/>
            </p:cNvSpPr>
            <p:nvPr/>
          </p:nvSpPr>
          <p:spPr bwMode="auto">
            <a:xfrm>
              <a:off x="2045" y="3312"/>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a:t>
              </a:r>
            </a:p>
          </p:txBody>
        </p:sp>
        <p:sp>
          <p:nvSpPr>
            <p:cNvPr id="14353" name="Rectangle 16"/>
            <p:cNvSpPr>
              <a:spLocks noChangeArrowheads="1"/>
            </p:cNvSpPr>
            <p:nvPr/>
          </p:nvSpPr>
          <p:spPr bwMode="auto">
            <a:xfrm>
              <a:off x="2045" y="345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than</a:t>
              </a:r>
            </a:p>
          </p:txBody>
        </p:sp>
        <p:sp>
          <p:nvSpPr>
            <p:cNvPr id="14354" name="Rectangle 17"/>
            <p:cNvSpPr>
              <a:spLocks noChangeArrowheads="1"/>
            </p:cNvSpPr>
            <p:nvPr/>
          </p:nvSpPr>
          <p:spPr bwMode="auto">
            <a:xfrm>
              <a:off x="2045" y="360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 or equal</a:t>
              </a:r>
            </a:p>
          </p:txBody>
        </p:sp>
        <p:sp>
          <p:nvSpPr>
            <p:cNvPr id="14355" name="Rectangle 18"/>
            <p:cNvSpPr>
              <a:spLocks noChangeArrowheads="1"/>
            </p:cNvSpPr>
            <p:nvPr/>
          </p:nvSpPr>
          <p:spPr bwMode="auto">
            <a:xfrm>
              <a:off x="2045" y="374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Always</a:t>
              </a:r>
            </a:p>
          </p:txBody>
        </p:sp>
        <p:sp>
          <p:nvSpPr>
            <p:cNvPr id="14356" name="Rectangle 19"/>
            <p:cNvSpPr>
              <a:spLocks noChangeArrowheads="1"/>
            </p:cNvSpPr>
            <p:nvPr/>
          </p:nvSpPr>
          <p:spPr bwMode="auto">
            <a:xfrm>
              <a:off x="2045" y="316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or equal</a:t>
              </a:r>
            </a:p>
          </p:txBody>
        </p:sp>
        <p:sp>
          <p:nvSpPr>
            <p:cNvPr id="14357" name="Rectangle 20"/>
            <p:cNvSpPr>
              <a:spLocks noChangeArrowheads="1"/>
            </p:cNvSpPr>
            <p:nvPr/>
          </p:nvSpPr>
          <p:spPr bwMode="auto">
            <a:xfrm>
              <a:off x="1488" y="172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88" y="187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88" y="201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88" y="216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88" y="244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88" y="259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88" y="288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88" y="302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88" y="316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88" y="331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88" y="345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88" y="360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88" y="374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88" y="230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88" y="273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88" y="1584"/>
              <a:ext cx="557"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045" y="1584"/>
              <a:ext cx="1503"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3548" y="187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3548" y="201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3548" y="216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3548" y="172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3548" y="1584"/>
              <a:ext cx="724"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3548" y="230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3548" y="244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3548" y="259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3548" y="273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3548" y="288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3548" y="302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3548" y="316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3548" y="331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3548" y="345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3548" y="3600"/>
              <a:ext cx="724"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3548" y="3744"/>
              <a:ext cx="724" cy="144"/>
            </a:xfrm>
            <a:prstGeom prst="rect">
              <a:avLst/>
            </a:prstGeom>
            <a:noFill/>
            <a:ln w="12700">
              <a:solidFill>
                <a:schemeClr val="tx1"/>
              </a:solidFill>
              <a:miter lim="800000"/>
              <a:headEnd/>
              <a:tailEnd/>
            </a:ln>
          </p:spPr>
          <p:txBody>
            <a:bodyPr wrap="none" anchor="ctr"/>
            <a:lstStyle/>
            <a:p>
              <a:endParaRPr lang="en-GB">
                <a:solidFill>
                  <a:schemeClr val="hlink"/>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809613256"/>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Conditional Execution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29</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10460754"/>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V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V = 0</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 &amp;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 or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 &amp;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Z = 1 or N = !V</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36013020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F265-DA75-5412-44AA-C22BFCDE0014}"/>
              </a:ext>
            </a:extLst>
          </p:cNvPr>
          <p:cNvSpPr>
            <a:spLocks noGrp="1"/>
          </p:cNvSpPr>
          <p:nvPr>
            <p:ph type="title"/>
          </p:nvPr>
        </p:nvSpPr>
        <p:spPr/>
        <p:txBody>
          <a:bodyPr/>
          <a:lstStyle/>
          <a:p>
            <a:r>
              <a:rPr lang="en-US" dirty="0"/>
              <a:t>Conditional Execution Examples</a:t>
            </a:r>
          </a:p>
        </p:txBody>
      </p:sp>
      <p:sp>
        <p:nvSpPr>
          <p:cNvPr id="3" name="Slide Number Placeholder 2">
            <a:extLst>
              <a:ext uri="{FF2B5EF4-FFF2-40B4-BE49-F238E27FC236}">
                <a16:creationId xmlns:a16="http://schemas.microsoft.com/office/drawing/2014/main" id="{E5A13768-EB3E-CE96-F337-4962B888126E}"/>
              </a:ext>
            </a:extLst>
          </p:cNvPr>
          <p:cNvSpPr>
            <a:spLocks noGrp="1"/>
          </p:cNvSpPr>
          <p:nvPr>
            <p:ph type="sldNum" sz="quarter" idx="12"/>
          </p:nvPr>
        </p:nvSpPr>
        <p:spPr/>
        <p:txBody>
          <a:bodyPr/>
          <a:lstStyle/>
          <a:p>
            <a:fld id="{EA7C8D44-3667-46F6-9772-CC52308E2A7F}" type="slidenum">
              <a:rPr kumimoji="0" lang="en-US" smtClean="0"/>
              <a:pPr/>
              <a:t>30</a:t>
            </a:fld>
            <a:endParaRPr kumimoji="0" lang="en-US" dirty="0"/>
          </a:p>
        </p:txBody>
      </p:sp>
      <p:graphicFrame>
        <p:nvGraphicFramePr>
          <p:cNvPr id="5" name="Table 4">
            <a:extLst>
              <a:ext uri="{FF2B5EF4-FFF2-40B4-BE49-F238E27FC236}">
                <a16:creationId xmlns:a16="http://schemas.microsoft.com/office/drawing/2014/main" id="{36D3B1D8-F1BE-7C4B-D0AC-4EDEA5327C9E}"/>
              </a:ext>
            </a:extLst>
          </p:cNvPr>
          <p:cNvGraphicFramePr>
            <a:graphicFrameLocks noGrp="1"/>
          </p:cNvGraphicFramePr>
          <p:nvPr>
            <p:extLst>
              <p:ext uri="{D42A27DB-BD31-4B8C-83A1-F6EECF244321}">
                <p14:modId xmlns:p14="http://schemas.microsoft.com/office/powerpoint/2010/main" val="1290932328"/>
              </p:ext>
            </p:extLst>
          </p:nvPr>
        </p:nvGraphicFramePr>
        <p:xfrm>
          <a:off x="816864" y="1311924"/>
          <a:ext cx="10765536" cy="4047576"/>
        </p:xfrm>
        <a:graphic>
          <a:graphicData uri="http://schemas.openxmlformats.org/drawingml/2006/table">
            <a:tbl>
              <a:tblPr firstRow="1" firstCol="1" bandRow="1">
                <a:tableStyleId>{5940675A-B579-460E-94D1-54222C63F5DA}</a:tableStyleId>
              </a:tblPr>
              <a:tblGrid>
                <a:gridCol w="3729567">
                  <a:extLst>
                    <a:ext uri="{9D8B030D-6E8A-4147-A177-3AD203B41FA5}">
                      <a16:colId xmlns:a16="http://schemas.microsoft.com/office/drawing/2014/main" val="20000"/>
                    </a:ext>
                  </a:extLst>
                </a:gridCol>
                <a:gridCol w="7035969">
                  <a:extLst>
                    <a:ext uri="{9D8B030D-6E8A-4147-A177-3AD203B41FA5}">
                      <a16:colId xmlns:a16="http://schemas.microsoft.com/office/drawing/2014/main" val="20001"/>
                    </a:ext>
                  </a:extLst>
                </a:gridCol>
              </a:tblGrid>
              <a:tr h="243024">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0" dirty="0">
                          <a:solidFill>
                            <a:schemeClr val="bg1"/>
                          </a:solidFill>
                          <a:effectLst/>
                          <a:latin typeface="Consolas" panose="020B0609020204030204" pitchFamily="49" charset="0"/>
                          <a:cs typeface="Consolas" panose="020B0609020204030204" pitchFamily="49" charset="0"/>
                        </a:rPr>
                        <a:t>Assembly Program</a:t>
                      </a:r>
                      <a:endParaRPr lang="en-US" sz="1600" b="0"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2151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bg1">
                              <a:lumMod val="65000"/>
                            </a:schemeClr>
                          </a:solidFill>
                          <a:effectLst/>
                          <a:latin typeface="Consolas" panose="020B0609020204030204" pitchFamily="49" charset="0"/>
                          <a:cs typeface="Consolas" panose="020B0609020204030204" pitchFamily="49" charset="0"/>
                        </a:rPr>
                        <a:t>//y is a signed integer</a:t>
                      </a:r>
                    </a:p>
                    <a:p>
                      <a:r>
                        <a:rPr lang="en-US" sz="1600" dirty="0">
                          <a:latin typeface="Consolas" panose="020B0609020204030204" pitchFamily="49" charset="0"/>
                          <a:cs typeface="Consolas" panose="020B0609020204030204" pitchFamily="49" charset="0"/>
                        </a:rPr>
                        <a:t>if (a &lt;= 0)  </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r0 = a, r1 = y</a:t>
                      </a:r>
                    </a:p>
                    <a:p>
                      <a:r>
                        <a:rPr lang="en-US" sz="1600" dirty="0">
                          <a:latin typeface="Consolas" panose="020B0609020204030204" pitchFamily="49" charset="0"/>
                          <a:cs typeface="Consolas" panose="020B0609020204030204" pitchFamily="49" charset="0"/>
                        </a:rPr>
                        <a:t>CMP   r0, #0</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LE</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LE</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GT</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GT</a:t>
                      </a:r>
                    </a:p>
                  </a:txBody>
                  <a:tcPr marL="68580" marR="68580" marT="0" marB="0"/>
                </a:tc>
                <a:extLst>
                  <a:ext uri="{0D108BD9-81ED-4DB2-BD59-A6C34878D82A}">
                    <a16:rowId xmlns:a16="http://schemas.microsoft.com/office/drawing/2014/main" val="10001"/>
                  </a:ext>
                </a:extLst>
              </a:tr>
              <a:tr h="1215120">
                <a:tc>
                  <a:txBody>
                    <a:bodyPr/>
                    <a:lstStyle/>
                    <a:p>
                      <a:r>
                        <a:rPr lang="en-US" sz="1600" dirty="0">
                          <a:latin typeface="Consolas" panose="020B0609020204030204" pitchFamily="49" charset="0"/>
                          <a:cs typeface="Consolas" panose="020B0609020204030204" pitchFamily="49" charset="0"/>
                        </a:rPr>
                        <a:t>if (a==1 || a==7 || a==11)</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p>
                    <a:p>
                      <a:pPr marL="0" marR="0" algn="just">
                        <a:spcBef>
                          <a:spcPts val="0"/>
                        </a:spcBef>
                        <a:spcAft>
                          <a:spcPts val="0"/>
                        </a:spcAft>
                      </a:pP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CMP   r0,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#7  </a:t>
                      </a:r>
                      <a:r>
                        <a:rPr lang="en-US" sz="1600" dirty="0">
                          <a:solidFill>
                            <a:schemeClr val="bg1">
                              <a:lumMod val="50000"/>
                            </a:schemeClr>
                          </a:solidFill>
                          <a:latin typeface="Consolas" panose="020B0609020204030204" pitchFamily="49" charset="0"/>
                          <a:cs typeface="Consolas" panose="020B0609020204030204" pitchFamily="49" charset="0"/>
                        </a:rPr>
                        <a:t>; executed if r0 !=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#11 </a:t>
                      </a:r>
                      <a:r>
                        <a:rPr lang="en-US" sz="1600" dirty="0">
                          <a:solidFill>
                            <a:schemeClr val="bg1">
                              <a:lumMod val="50000"/>
                            </a:schemeClr>
                          </a:solidFill>
                          <a:latin typeface="Consolas" panose="020B0609020204030204" pitchFamily="49" charset="0"/>
                          <a:cs typeface="Consolas" panose="020B0609020204030204" pitchFamily="49" charset="0"/>
                        </a:rPr>
                        <a:t>; executed if r0 != 7</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EQ</a:t>
                      </a:r>
                      <a:r>
                        <a:rPr lang="en-US" sz="1600" dirty="0">
                          <a:latin typeface="Consolas" panose="020B0609020204030204" pitchFamily="49" charset="0"/>
                          <a:cs typeface="Consolas" panose="020B0609020204030204" pitchFamily="49" charset="0"/>
                        </a:rPr>
                        <a:t> r1, #1  </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r1, #-1</a:t>
                      </a:r>
                      <a:endParaRPr lang="en-US" sz="1600" b="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3790576033"/>
                  </a:ext>
                </a:extLst>
              </a:tr>
              <a:tr h="1365336">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l">
                        <a:spcBef>
                          <a:spcPts val="0"/>
                        </a:spcBef>
                        <a:spcAft>
                          <a:spcPts val="0"/>
                        </a:spcAft>
                      </a:pPr>
                      <a:r>
                        <a:rPr lang="en-US" sz="1600" b="0" dirty="0">
                          <a:solidFill>
                            <a:schemeClr val="bg1">
                              <a:lumMod val="65000"/>
                            </a:schemeClr>
                          </a:solidFill>
                          <a:effectLst/>
                          <a:latin typeface="Consolas" panose="020B0609020204030204" pitchFamily="49" charset="0"/>
                          <a:cs typeface="Consolas" panose="020B0609020204030204" pitchFamily="49" charset="0"/>
                        </a:rPr>
                        <a:t>; r0 = x, r1 = a</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#20  </a:t>
                      </a:r>
                      <a:r>
                        <a:rPr lang="en-US" sz="1600" b="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LE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less or equal</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#25  </a:t>
                      </a:r>
                      <a:r>
                        <a:rPr lang="en-US" sz="1600" b="0" dirty="0">
                          <a:solidFill>
                            <a:schemeClr val="bg1">
                              <a:lumMod val="65000"/>
                            </a:schemeClr>
                          </a:solidFill>
                          <a:effectLst/>
                          <a:latin typeface="Consolas" panose="020B0609020204030204" pitchFamily="49" charset="0"/>
                          <a:cs typeface="Consolas" panose="020B0609020204030204" pitchFamily="49" charset="0"/>
                        </a:rPr>
                        <a:t>; CMP if greater than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GE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greater or equal</a:t>
                      </a:r>
                    </a:p>
                  </a:txBody>
                  <a:tcPr marL="68580" marR="68580" marT="0" marB="0"/>
                </a:tc>
                <a:extLst>
                  <a:ext uri="{0D108BD9-81ED-4DB2-BD59-A6C34878D82A}">
                    <a16:rowId xmlns:a16="http://schemas.microsoft.com/office/drawing/2014/main" val="4276130"/>
                  </a:ext>
                </a:extLst>
              </a:tr>
            </a:tbl>
          </a:graphicData>
        </a:graphic>
      </p:graphicFrame>
      <p:sp>
        <p:nvSpPr>
          <p:cNvPr id="6" name="TextBox 5">
            <a:extLst>
              <a:ext uri="{FF2B5EF4-FFF2-40B4-BE49-F238E27FC236}">
                <a16:creationId xmlns:a16="http://schemas.microsoft.com/office/drawing/2014/main" id="{1AA5C05D-7D53-25EE-9C42-8BF9E5E46050}"/>
              </a:ext>
            </a:extLst>
          </p:cNvPr>
          <p:cNvSpPr txBox="1"/>
          <p:nvPr/>
        </p:nvSpPr>
        <p:spPr>
          <a:xfrm>
            <a:off x="3233260" y="5710020"/>
            <a:ext cx="3065263" cy="646331"/>
          </a:xfrm>
          <a:prstGeom prst="rect">
            <a:avLst/>
          </a:prstGeom>
          <a:noFill/>
        </p:spPr>
        <p:txBody>
          <a:bodyPr wrap="none" rtlCol="0">
            <a:spAutoFit/>
          </a:bodyPr>
          <a:lstStyle/>
          <a:p>
            <a:r>
              <a:rPr lang="en-US" b="1" dirty="0">
                <a:solidFill>
                  <a:srgbClr val="FF0000"/>
                </a:solidFill>
                <a:latin typeface="Consolas" panose="020B0609020204030204" pitchFamily="49" charset="0"/>
                <a:cs typeface="Consolas" panose="020B0609020204030204" pitchFamily="49" charset="0"/>
              </a:rPr>
              <a:t>LE</a:t>
            </a:r>
            <a:r>
              <a:rPr lang="en-US" dirty="0">
                <a:latin typeface="Consolas" panose="020B0609020204030204" pitchFamily="49" charset="0"/>
                <a:cs typeface="Consolas" panose="020B0609020204030204" pitchFamily="49" charset="0"/>
              </a:rPr>
              <a:t>: </a:t>
            </a:r>
            <a:r>
              <a:rPr lang="en-US" dirty="0"/>
              <a:t>Signed Less than or Equal</a:t>
            </a:r>
          </a:p>
          <a:p>
            <a:r>
              <a:rPr lang="en-US" b="1" dirty="0">
                <a:solidFill>
                  <a:srgbClr val="FF0000"/>
                </a:solidFill>
                <a:latin typeface="Consolas" panose="020B0609020204030204" pitchFamily="49" charset="0"/>
                <a:cs typeface="Consolas" panose="020B0609020204030204" pitchFamily="49" charset="0"/>
              </a:rPr>
              <a:t>GT</a:t>
            </a:r>
            <a:r>
              <a:rPr lang="en-US" dirty="0">
                <a:latin typeface="Consolas" panose="020B0609020204030204" pitchFamily="49" charset="0"/>
                <a:cs typeface="Consolas" panose="020B0609020204030204" pitchFamily="49" charset="0"/>
              </a:rPr>
              <a:t>: </a:t>
            </a:r>
            <a:r>
              <a:rPr lang="en-US" dirty="0"/>
              <a:t>Signed Greater Than</a:t>
            </a:r>
          </a:p>
        </p:txBody>
      </p:sp>
      <p:sp>
        <p:nvSpPr>
          <p:cNvPr id="7" name="TextBox 6">
            <a:extLst>
              <a:ext uri="{FF2B5EF4-FFF2-40B4-BE49-F238E27FC236}">
                <a16:creationId xmlns:a16="http://schemas.microsoft.com/office/drawing/2014/main" id="{FFE81B0B-1A4B-FC5A-8958-6FFC88C75779}"/>
              </a:ext>
            </a:extLst>
          </p:cNvPr>
          <p:cNvSpPr txBox="1"/>
          <p:nvPr/>
        </p:nvSpPr>
        <p:spPr>
          <a:xfrm>
            <a:off x="6477000" y="5710019"/>
            <a:ext cx="1514517" cy="646331"/>
          </a:xfrm>
          <a:prstGeom prst="rect">
            <a:avLst/>
          </a:prstGeom>
          <a:noFill/>
        </p:spPr>
        <p:txBody>
          <a:bodyPr wrap="none" rtlCol="0">
            <a:spAutoFit/>
          </a:bodyPr>
          <a:lstStyle/>
          <a:p>
            <a:r>
              <a:rPr lang="en-US" dirty="0">
                <a:solidFill>
                  <a:srgbClr val="FF0000"/>
                </a:solidFill>
                <a:latin typeface="Consolas" panose="020B0609020204030204" pitchFamily="49" charset="0"/>
              </a:rPr>
              <a:t>NE</a:t>
            </a:r>
            <a:r>
              <a:rPr lang="en-US" dirty="0"/>
              <a:t>: Not Equal</a:t>
            </a:r>
          </a:p>
          <a:p>
            <a:r>
              <a:rPr lang="en-US" dirty="0" err="1">
                <a:solidFill>
                  <a:srgbClr val="FF0000"/>
                </a:solidFill>
                <a:latin typeface="Consolas" panose="020B0609020204030204" pitchFamily="49" charset="0"/>
              </a:rPr>
              <a:t>EQ</a:t>
            </a:r>
            <a:r>
              <a:rPr lang="en-US" dirty="0"/>
              <a:t>: Equal</a:t>
            </a:r>
          </a:p>
        </p:txBody>
      </p:sp>
    </p:spTree>
    <p:extLst>
      <p:ext uri="{BB962C8B-B14F-4D97-AF65-F5344CB8AC3E}">
        <p14:creationId xmlns:p14="http://schemas.microsoft.com/office/powerpoint/2010/main" val="23082057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EF74B-F835-6B09-4B91-23075FA91516}"/>
              </a:ext>
            </a:extLst>
          </p:cNvPr>
          <p:cNvSpPr>
            <a:spLocks noGrp="1"/>
          </p:cNvSpPr>
          <p:nvPr>
            <p:ph type="title"/>
          </p:nvPr>
        </p:nvSpPr>
        <p:spPr/>
        <p:txBody>
          <a:bodyPr>
            <a:normAutofit/>
          </a:bodyPr>
          <a:lstStyle/>
          <a:p>
            <a:r>
              <a:rPr lang="en-US" dirty="0"/>
              <a:t>Explanations for Compound Boolean Expression</a:t>
            </a:r>
          </a:p>
        </p:txBody>
      </p:sp>
      <p:sp>
        <p:nvSpPr>
          <p:cNvPr id="3" name="Slide Number Placeholder 2">
            <a:extLst>
              <a:ext uri="{FF2B5EF4-FFF2-40B4-BE49-F238E27FC236}">
                <a16:creationId xmlns:a16="http://schemas.microsoft.com/office/drawing/2014/main" id="{3EB478E7-A271-8C0D-4DEE-22250FEFF600}"/>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4" name="Content Placeholder 3">
            <a:extLst>
              <a:ext uri="{FF2B5EF4-FFF2-40B4-BE49-F238E27FC236}">
                <a16:creationId xmlns:a16="http://schemas.microsoft.com/office/drawing/2014/main" id="{52A8D265-BD59-8C4E-12B1-03AC7ABB6312}"/>
              </a:ext>
            </a:extLst>
          </p:cNvPr>
          <p:cNvSpPr>
            <a:spLocks noGrp="1"/>
          </p:cNvSpPr>
          <p:nvPr>
            <p:ph sz="quarter" idx="1"/>
          </p:nvPr>
        </p:nvSpPr>
        <p:spPr/>
        <p:txBody>
          <a:bodyPr>
            <a:normAutofit fontScale="85000" lnSpcReduction="20000"/>
          </a:bodyPr>
          <a:lstStyle/>
          <a:p>
            <a:r>
              <a:rPr lang="en-US" sz="2800" dirty="0">
                <a:latin typeface="Consolas" panose="020B0609020204030204" pitchFamily="49" charset="0"/>
                <a:cs typeface="Consolas" panose="020B0609020204030204" pitchFamily="49" charset="0"/>
              </a:rPr>
              <a:t>Explanations for compound condition</a:t>
            </a:r>
          </a:p>
          <a:p>
            <a:pPr lvl="1"/>
            <a:r>
              <a:rPr lang="en-US" sz="2500" dirty="0">
                <a:latin typeface="Consolas" panose="020B0609020204030204" pitchFamily="49" charset="0"/>
                <a:cs typeface="Consolas" panose="020B0609020204030204" pitchFamily="49" charset="0"/>
              </a:rPr>
              <a:t>CMP   r0,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#7  </a:t>
            </a:r>
            <a:r>
              <a:rPr lang="en-US" sz="2500" dirty="0">
                <a:solidFill>
                  <a:schemeClr val="bg1">
                    <a:lumMod val="50000"/>
                  </a:schemeClr>
                </a:solidFill>
                <a:latin typeface="Consolas" panose="020B0609020204030204" pitchFamily="49" charset="0"/>
                <a:cs typeface="Consolas" panose="020B0609020204030204" pitchFamily="49" charset="0"/>
              </a:rPr>
              <a:t>; executed if r0 !=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#11 </a:t>
            </a:r>
            <a:r>
              <a:rPr lang="en-US" sz="2500" dirty="0">
                <a:solidFill>
                  <a:schemeClr val="bg1">
                    <a:lumMod val="50000"/>
                  </a:schemeClr>
                </a:solidFill>
                <a:latin typeface="Consolas" panose="020B0609020204030204" pitchFamily="49" charset="0"/>
                <a:cs typeface="Consolas" panose="020B0609020204030204" pitchFamily="49" charset="0"/>
              </a:rPr>
              <a:t>; executed if r0 != 7</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EQ</a:t>
            </a:r>
            <a:r>
              <a:rPr lang="en-US" sz="2500" dirty="0">
                <a:latin typeface="Consolas" panose="020B0609020204030204" pitchFamily="49" charset="0"/>
                <a:cs typeface="Consolas" panose="020B0609020204030204" pitchFamily="49" charset="0"/>
              </a:rPr>
              <a:t> r1, #1  </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r1, #-1</a:t>
            </a:r>
            <a:endParaRPr lang="en-US" sz="2500" dirty="0">
              <a:latin typeface="Consolas" panose="020B0609020204030204" pitchFamily="49" charset="0"/>
              <a:ea typeface="宋体"/>
              <a:cs typeface="Consolas" panose="020B0609020204030204" pitchFamily="49" charset="0"/>
            </a:endParaRPr>
          </a:p>
          <a:p>
            <a:r>
              <a:rPr lang="en-US" dirty="0"/>
              <a:t>CMP r0, #1 compares a with 1 and sets Z=1 if equal, else Z=0.</a:t>
            </a:r>
          </a:p>
          <a:p>
            <a:r>
              <a:rPr lang="en-US" dirty="0"/>
              <a:t>CMPNE r0, #7 runs only if the previous compare was not equal, and if it runs, it refreshes the flags by comparing a with 7.</a:t>
            </a:r>
          </a:p>
          <a:p>
            <a:r>
              <a:rPr lang="en-US" dirty="0"/>
              <a:t>CMPNE r0, #11 runs only if a was not 1 and not 7, and if it runs, it compares a with 11 to set Z accordingly.</a:t>
            </a:r>
          </a:p>
          <a:p>
            <a:r>
              <a:rPr lang="en-US" dirty="0"/>
              <a:t>MOVEQ r1, #1 executes only when Z=1 from any of the comparisons, so y becomes 1 if a matched 1, 7, or 11.</a:t>
            </a:r>
          </a:p>
          <a:p>
            <a:r>
              <a:rPr lang="en-US" dirty="0"/>
              <a:t>MOVNE r1, #-1 executes only when Z=0 after all relevant compares, so y becomes -1 when none of the values matched. </a:t>
            </a:r>
          </a:p>
          <a:p>
            <a:endParaRPr lang="en-US" dirty="0"/>
          </a:p>
        </p:txBody>
      </p:sp>
    </p:spTree>
    <p:extLst>
      <p:ext uri="{BB962C8B-B14F-4D97-AF65-F5344CB8AC3E}">
        <p14:creationId xmlns:p14="http://schemas.microsoft.com/office/powerpoint/2010/main" val="32771992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Branching vs. Conditional Execution</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32</a:t>
            </a:fld>
            <a:endParaRPr kumimoji="0" lang="en-US" dirty="0"/>
          </a:p>
        </p:txBody>
      </p:sp>
      <p:sp>
        <p:nvSpPr>
          <p:cNvPr id="4" name="内容占位符 2">
            <a:extLst>
              <a:ext uri="{FF2B5EF4-FFF2-40B4-BE49-F238E27FC236}">
                <a16:creationId xmlns:a16="http://schemas.microsoft.com/office/drawing/2014/main" id="{3F602F0E-B127-6CB2-8064-C83E858D3911}"/>
              </a:ext>
            </a:extLst>
          </p:cNvPr>
          <p:cNvSpPr txBox="1">
            <a:spLocks/>
          </p:cNvSpPr>
          <p:nvPr/>
        </p:nvSpPr>
        <p:spPr bwMode="auto">
          <a:xfrm>
            <a:off x="2137664" y="4200739"/>
            <a:ext cx="7602166" cy="1437802"/>
          </a:xfrm>
          <a:prstGeom prst="rect">
            <a:avLst/>
          </a:prstGeom>
          <a:solidFill>
            <a:schemeClr val="bg1">
              <a:lumMod val="85000"/>
            </a:schemeClr>
          </a:solid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sz="1800" b="0" kern="0" dirty="0"/>
              <a:t>BPL </a:t>
            </a:r>
            <a:r>
              <a:rPr lang="en-US" sz="1800" b="0" kern="0" dirty="0" err="1"/>
              <a:t>PosOrZ</a:t>
            </a:r>
            <a:r>
              <a:rPr lang="en-US" sz="1800" b="0" kern="0" dirty="0"/>
              <a:t>: Branch </a:t>
            </a:r>
            <a:r>
              <a:rPr lang="en-US" sz="1800" kern="0" dirty="0"/>
              <a:t>to </a:t>
            </a:r>
            <a:r>
              <a:rPr lang="en-US" sz="1800" kern="0" dirty="0" err="1"/>
              <a:t>PosOrZ</a:t>
            </a:r>
            <a:r>
              <a:rPr lang="en-US" sz="1800" kern="0" dirty="0"/>
              <a:t> </a:t>
            </a:r>
            <a:r>
              <a:rPr lang="en-US" sz="1800" b="0" kern="0" dirty="0"/>
              <a:t>if condition PL is true (N == 0 indicating Positive or Zero) for ADDS r0, r0, r1</a:t>
            </a:r>
          </a:p>
          <a:p>
            <a:pPr marL="0" indent="0">
              <a:buNone/>
            </a:pPr>
            <a:r>
              <a:rPr lang="en-US" sz="1800" b="0" kern="0" dirty="0"/>
              <a:t>MOVPL r0, #1: conditional move that executes </a:t>
            </a:r>
            <a:r>
              <a:rPr lang="en-US" sz="1800" kern="0" dirty="0"/>
              <a:t>only when condition PL is true</a:t>
            </a:r>
          </a:p>
          <a:p>
            <a:pPr marL="0" indent="0">
              <a:buNone/>
            </a:pPr>
            <a:r>
              <a:rPr lang="en-US" sz="1800" kern="0" dirty="0"/>
              <a:t>MOVMI r0, #0: conditional move that executes only when condition MI (N == 1 indicating Negative) is true</a:t>
            </a:r>
            <a:endParaRPr lang="en-US" sz="1800" b="0" kern="0" dirty="0"/>
          </a:p>
        </p:txBody>
      </p:sp>
      <p:graphicFrame>
        <p:nvGraphicFramePr>
          <p:cNvPr id="8" name="Table 7">
            <a:extLst>
              <a:ext uri="{FF2B5EF4-FFF2-40B4-BE49-F238E27FC236}">
                <a16:creationId xmlns:a16="http://schemas.microsoft.com/office/drawing/2014/main" id="{98FE3E34-A027-7F17-4DDF-8969E43EBD67}"/>
              </a:ext>
            </a:extLst>
          </p:cNvPr>
          <p:cNvGraphicFramePr>
            <a:graphicFrameLocks noGrp="1"/>
          </p:cNvGraphicFramePr>
          <p:nvPr>
            <p:extLst>
              <p:ext uri="{D42A27DB-BD31-4B8C-83A1-F6EECF244321}">
                <p14:modId xmlns:p14="http://schemas.microsoft.com/office/powerpoint/2010/main" val="3668512032"/>
              </p:ext>
            </p:extLst>
          </p:nvPr>
        </p:nvGraphicFramePr>
        <p:xfrm>
          <a:off x="816864" y="1524000"/>
          <a:ext cx="10972800" cy="1774611"/>
        </p:xfrm>
        <a:graphic>
          <a:graphicData uri="http://schemas.openxmlformats.org/drawingml/2006/table">
            <a:tbl>
              <a:tblPr firstRow="1" firstCol="1" bandRow="1">
                <a:tableStyleId>{5940675A-B579-460E-94D1-54222C63F5DA}</a:tableStyleId>
              </a:tblPr>
              <a:tblGrid>
                <a:gridCol w="2298896">
                  <a:extLst>
                    <a:ext uri="{9D8B030D-6E8A-4147-A177-3AD203B41FA5}">
                      <a16:colId xmlns:a16="http://schemas.microsoft.com/office/drawing/2014/main" val="20000"/>
                    </a:ext>
                  </a:extLst>
                </a:gridCol>
                <a:gridCol w="2806504">
                  <a:extLst>
                    <a:ext uri="{9D8B030D-6E8A-4147-A177-3AD203B41FA5}">
                      <a16:colId xmlns:a16="http://schemas.microsoft.com/office/drawing/2014/main" val="20001"/>
                    </a:ext>
                  </a:extLst>
                </a:gridCol>
                <a:gridCol w="5867400">
                  <a:extLst>
                    <a:ext uri="{9D8B030D-6E8A-4147-A177-3AD203B41FA5}">
                      <a16:colId xmlns:a16="http://schemas.microsoft.com/office/drawing/2014/main" val="3183283504"/>
                    </a:ext>
                  </a:extLst>
                </a:gridCol>
              </a:tblGrid>
              <a:tr h="246502">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1</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2</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28109">
                <a:tc>
                  <a:txBody>
                    <a:bodyPr/>
                    <a:lstStyle/>
                    <a:p>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x in r0, y in r1</a:t>
                      </a:r>
                    </a:p>
                    <a:p>
                      <a:r>
                        <a:rPr lang="en-US" sz="1600" dirty="0">
                          <a:latin typeface="Consolas" panose="020B0609020204030204" pitchFamily="49" charset="0"/>
                          <a:cs typeface="Consolas" panose="020B0609020204030204" pitchFamily="49" charset="0"/>
                        </a:rPr>
                        <a:t>if ( x + y &lt; 0 )</a:t>
                      </a:r>
                    </a:p>
                    <a:p>
                      <a:r>
                        <a:rPr lang="en-US" sz="1600" dirty="0">
                          <a:latin typeface="Consolas" panose="020B0609020204030204" pitchFamily="49" charset="0"/>
                          <a:cs typeface="Consolas" panose="020B0609020204030204" pitchFamily="49" charset="0"/>
                        </a:rPr>
                        <a:t>  x = 0;</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        ADD</a:t>
                      </a:r>
                      <a:r>
                        <a:rPr lang="en-US" sz="1600" b="1" dirty="0">
                          <a:solidFill>
                            <a:srgbClr val="FF0000"/>
                          </a:solidFill>
                          <a:latin typeface="Consolas" panose="020B0609020204030204" pitchFamily="49" charset="0"/>
                          <a:cs typeface="Consolas" panose="020B0609020204030204" pitchFamily="49" charset="0"/>
                        </a:rPr>
                        <a:t>S</a:t>
                      </a:r>
                      <a:r>
                        <a:rPr lang="en-US" sz="1600" dirty="0">
                          <a:solidFill>
                            <a:srgbClr val="FF0000"/>
                          </a:solidFill>
                          <a:latin typeface="Consolas" panose="020B0609020204030204" pitchFamily="49" charset="0"/>
                          <a:cs typeface="Consolas" panose="020B0609020204030204" pitchFamily="49" charset="0"/>
                        </a:rPr>
                        <a:t> </a:t>
                      </a:r>
                      <a:r>
                        <a:rPr lang="en-US" sz="1600" dirty="0">
                          <a:latin typeface="Consolas" panose="020B0609020204030204" pitchFamily="49" charset="0"/>
                          <a:cs typeface="Consolas" panose="020B0609020204030204" pitchFamily="49" charset="0"/>
                        </a:rPr>
                        <a:t>r0, r0, r1</a:t>
                      </a:r>
                    </a:p>
                    <a:p>
                      <a:r>
                        <a:rPr lang="en-US" sz="1600" dirty="0">
                          <a:latin typeface="Consolas" panose="020B0609020204030204" pitchFamily="49" charset="0"/>
                          <a:cs typeface="Consolas" panose="020B0609020204030204" pitchFamily="49" charset="0"/>
                        </a:rPr>
                        <a:t>        B</a:t>
                      </a:r>
                      <a:r>
                        <a:rPr lang="en-US" sz="1600" b="1" dirty="0">
                          <a:solidFill>
                            <a:srgbClr val="FF0000"/>
                          </a:solidFill>
                          <a:latin typeface="Consolas" panose="020B0609020204030204" pitchFamily="49" charset="0"/>
                          <a:cs typeface="Consolas" panose="020B0609020204030204" pitchFamily="49" charset="0"/>
                        </a:rPr>
                        <a:t>PL</a:t>
                      </a:r>
                      <a:r>
                        <a:rPr lang="en-US" sz="1600" dirty="0">
                          <a:solidFill>
                            <a:srgbClr val="FF0000"/>
                          </a:solidFill>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PosOrZ</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MOV  r0, #0</a:t>
                      </a:r>
                    </a:p>
                    <a:p>
                      <a:r>
                        <a:rPr lang="en-US" sz="1600" dirty="0">
                          <a:latin typeface="Consolas" panose="020B0609020204030204" pitchFamily="49" charset="0"/>
                          <a:cs typeface="Consolas" panose="020B0609020204030204" pitchFamily="49" charset="0"/>
                        </a:rPr>
                        <a:t>        B    done</a:t>
                      </a:r>
                      <a:endParaRPr lang="en-US" sz="1600" dirty="0">
                        <a:solidFill>
                          <a:srgbClr val="0000FF"/>
                        </a:solidFill>
                        <a:latin typeface="Consolas" panose="020B0609020204030204" pitchFamily="49" charset="0"/>
                        <a:cs typeface="Consolas" panose="020B0609020204030204" pitchFamily="49" charset="0"/>
                      </a:endParaRPr>
                    </a:p>
                    <a:p>
                      <a:r>
                        <a:rPr lang="en-US" sz="1600" dirty="0" err="1">
                          <a:latin typeface="Consolas" panose="020B0609020204030204" pitchFamily="49" charset="0"/>
                          <a:cs typeface="Consolas" panose="020B0609020204030204" pitchFamily="49" charset="0"/>
                        </a:rPr>
                        <a:t>PosOrZ</a:t>
                      </a:r>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done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pt-BR" sz="1600" b="0" dirty="0">
                          <a:latin typeface="Consolas" panose="020B0609020204030204" pitchFamily="49" charset="0"/>
                          <a:cs typeface="Consolas" panose="020B0609020204030204" pitchFamily="49" charset="0"/>
                        </a:rPr>
                        <a:t>ADD</a:t>
                      </a:r>
                      <a:r>
                        <a:rPr lang="pt-BR" sz="1600" b="1" dirty="0">
                          <a:solidFill>
                            <a:srgbClr val="FF0000"/>
                          </a:solidFill>
                          <a:latin typeface="Consolas" panose="020B0609020204030204" pitchFamily="49" charset="0"/>
                          <a:cs typeface="Consolas" panose="020B0609020204030204" pitchFamily="49" charset="0"/>
                        </a:rPr>
                        <a:t>S</a:t>
                      </a:r>
                      <a:r>
                        <a:rPr lang="pt-BR" sz="1600" b="0" dirty="0">
                          <a:latin typeface="Consolas" panose="020B0609020204030204" pitchFamily="49" charset="0"/>
                          <a:cs typeface="Consolas" panose="020B0609020204030204" pitchFamily="49" charset="0"/>
                        </a:rPr>
                        <a:t>	r0, r0, r1  </a:t>
                      </a:r>
                      <a:r>
                        <a:rPr kumimoji="0" lang="pt-BR" sz="1600" kern="1200" dirty="0">
                          <a:solidFill>
                            <a:schemeClr val="bg1">
                              <a:lumMod val="65000"/>
                            </a:schemeClr>
                          </a:solidFill>
                          <a:effectLst/>
                          <a:latin typeface="Consolas" panose="020B0609020204030204" pitchFamily="49" charset="0"/>
                          <a:ea typeface="+mn-ea"/>
                          <a:cs typeface="Consolas" panose="020B0609020204030204" pitchFamily="49" charset="0"/>
                        </a:rPr>
                        <a:t>;  r0 = x + y,  setting CCs</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MI</a:t>
                      </a:r>
                      <a:r>
                        <a:rPr lang="en-US" sz="1600" b="0" dirty="0">
                          <a:latin typeface="Consolas" panose="020B0609020204030204" pitchFamily="49" charset="0"/>
                          <a:cs typeface="Consolas" panose="020B0609020204030204" pitchFamily="49" charset="0"/>
                        </a:rPr>
                        <a:t> 	r0, #0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0 if n bit = 1</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PL</a:t>
                      </a:r>
                      <a:r>
                        <a:rPr lang="en-US" sz="1600" b="0" dirty="0">
                          <a:latin typeface="Consolas" panose="020B0609020204030204" pitchFamily="49" charset="0"/>
                          <a:cs typeface="Consolas" panose="020B0609020204030204" pitchFamily="49" charset="0"/>
                        </a:rPr>
                        <a:t> 	r0, #1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1 if n bit = 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5205966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Combination</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33</a:t>
            </a:fld>
            <a:endParaRPr kumimoji="0" lang="en-US"/>
          </a:p>
        </p:txBody>
      </p:sp>
      <p:sp>
        <p:nvSpPr>
          <p:cNvPr id="5" name="Content Placeholder 4"/>
          <p:cNvSpPr>
            <a:spLocks noGrp="1"/>
          </p:cNvSpPr>
          <p:nvPr>
            <p:ph sz="quarter" idx="1"/>
          </p:nvPr>
        </p:nvSpPr>
        <p:spPr>
          <a:xfrm>
            <a:off x="1981200" y="3124200"/>
            <a:ext cx="8229600" cy="3032760"/>
          </a:xfrm>
        </p:spPr>
        <p:txBody>
          <a:bodyPr>
            <a:normAutofit/>
          </a:bodyPr>
          <a:lstStyle/>
          <a:p>
            <a:r>
              <a:rPr lang="en-US" sz="2000" dirty="0"/>
              <a:t>Except that it does not change the status flags, </a:t>
            </a:r>
            <a:r>
              <a:rPr lang="en-US" sz="2000" dirty="0">
                <a:solidFill>
                  <a:srgbClr val="FF0000"/>
                </a:solidFill>
                <a:latin typeface="Consolas" panose="020B0609020204030204" pitchFamily="49" charset="0"/>
              </a:rPr>
              <a:t>CBZ R1,label</a:t>
            </a:r>
            <a:r>
              <a:rPr lang="en-US" sz="2000" dirty="0">
                <a:latin typeface="Consolas" panose="020B0609020204030204" pitchFamily="49" charset="0"/>
              </a:rPr>
              <a:t> </a:t>
            </a:r>
            <a:r>
              <a:rPr lang="en-US" sz="2000" dirty="0"/>
              <a:t>is equivalent to:</a:t>
            </a:r>
          </a:p>
          <a:p>
            <a:pPr marL="274320" lvl="1" indent="0">
              <a:buNone/>
            </a:pPr>
            <a:r>
              <a:rPr lang="en-US" sz="1800" b="1" dirty="0"/>
              <a:t>    </a:t>
            </a:r>
            <a:r>
              <a:rPr lang="en-US" sz="1800" b="1" dirty="0">
                <a:latin typeface="Consolas" panose="020B0609020204030204" pitchFamily="49" charset="0"/>
                <a:cs typeface="Consolas" panose="020B0609020204030204" pitchFamily="49" charset="0"/>
              </a:rPr>
              <a:t>CMP R1, #0</a:t>
            </a:r>
          </a:p>
          <a:p>
            <a:pPr marL="274320" lvl="1" indent="0">
              <a:buNone/>
            </a:pPr>
            <a:r>
              <a:rPr lang="en-US" sz="1800" b="1" dirty="0">
                <a:latin typeface="Consolas" panose="020B0609020204030204" pitchFamily="49" charset="0"/>
                <a:cs typeface="Consolas" panose="020B0609020204030204" pitchFamily="49" charset="0"/>
              </a:rPr>
              <a:t>  BEQ label</a:t>
            </a:r>
          </a:p>
          <a:p>
            <a:r>
              <a:rPr lang="en-US" sz="2000" dirty="0"/>
              <a:t>Except that it does not change the status flags, </a:t>
            </a:r>
            <a:r>
              <a:rPr lang="en-US" sz="2000" dirty="0">
                <a:solidFill>
                  <a:srgbClr val="FF0000"/>
                </a:solidFill>
                <a:latin typeface="Consolas" panose="020B0609020204030204" pitchFamily="49" charset="0"/>
              </a:rPr>
              <a:t>CBNZ R1,label </a:t>
            </a:r>
            <a:r>
              <a:rPr lang="en-US" sz="2000" dirty="0"/>
              <a:t>is equivalent to:</a:t>
            </a:r>
          </a:p>
          <a:p>
            <a:pPr marL="274320" lvl="1" indent="0">
              <a:buNone/>
            </a:pPr>
            <a:r>
              <a:rPr lang="en-US" sz="1800" b="1" dirty="0">
                <a:latin typeface="Consolas" panose="020B0609020204030204" pitchFamily="49" charset="0"/>
                <a:cs typeface="Consolas" panose="020B0609020204030204" pitchFamily="49" charset="0"/>
              </a:rPr>
              <a:t>  CMP  R1, #0</a:t>
            </a:r>
          </a:p>
          <a:p>
            <a:pPr marL="274320" lvl="1" indent="0">
              <a:buNone/>
            </a:pPr>
            <a:r>
              <a:rPr lang="en-US" sz="1800" b="1" dirty="0">
                <a:latin typeface="Consolas" panose="020B0609020204030204" pitchFamily="49" charset="0"/>
                <a:cs typeface="Consolas" panose="020B0609020204030204" pitchFamily="49" charset="0"/>
              </a:rPr>
              <a:t>  BNE  label</a:t>
            </a:r>
          </a:p>
        </p:txBody>
      </p:sp>
      <p:graphicFrame>
        <p:nvGraphicFramePr>
          <p:cNvPr id="3" name="Table 2"/>
          <p:cNvGraphicFramePr>
            <a:graphicFrameLocks noGrp="1"/>
          </p:cNvGraphicFramePr>
          <p:nvPr>
            <p:extLst>
              <p:ext uri="{D42A27DB-BD31-4B8C-83A1-F6EECF244321}">
                <p14:modId xmlns:p14="http://schemas.microsoft.com/office/powerpoint/2010/main" val="3862874838"/>
              </p:ext>
            </p:extLst>
          </p:nvPr>
        </p:nvGraphicFramePr>
        <p:xfrm>
          <a:off x="2890908" y="1342391"/>
          <a:ext cx="6410185" cy="1454733"/>
        </p:xfrm>
        <a:graphic>
          <a:graphicData uri="http://schemas.openxmlformats.org/drawingml/2006/table">
            <a:tbl>
              <a:tblPr firstRow="1" bandRow="1">
                <a:tableStyleId>{5C22544A-7EE6-4342-B048-85BDC9FD1C3A}</a:tableStyleId>
              </a:tblPr>
              <a:tblGrid>
                <a:gridCol w="1331577">
                  <a:extLst>
                    <a:ext uri="{9D8B030D-6E8A-4147-A177-3AD203B41FA5}">
                      <a16:colId xmlns:a16="http://schemas.microsoft.com/office/drawing/2014/main" val="20000"/>
                    </a:ext>
                  </a:extLst>
                </a:gridCol>
                <a:gridCol w="1640223">
                  <a:extLst>
                    <a:ext uri="{9D8B030D-6E8A-4147-A177-3AD203B41FA5}">
                      <a16:colId xmlns:a16="http://schemas.microsoft.com/office/drawing/2014/main" val="20001"/>
                    </a:ext>
                  </a:extLst>
                </a:gridCol>
                <a:gridCol w="3438385">
                  <a:extLst>
                    <a:ext uri="{9D8B030D-6E8A-4147-A177-3AD203B41FA5}">
                      <a16:colId xmlns:a16="http://schemas.microsoft.com/office/drawing/2014/main" val="20002"/>
                    </a:ext>
                  </a:extLst>
                </a:gridCol>
              </a:tblGrid>
              <a:tr h="484911">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CBNZ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R1, label</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Non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44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vs. Continue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46676030"/>
              </p:ext>
            </p:extLst>
          </p:nvPr>
        </p:nvGraphicFramePr>
        <p:xfrm>
          <a:off x="1954427" y="1895475"/>
          <a:ext cx="8256373" cy="2905125"/>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477555">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break</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continue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910219">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break</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continue</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517351">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b="0" dirty="0">
                          <a:solidFill>
                            <a:srgbClr val="FF0000"/>
                          </a:solidFill>
                          <a:effectLst/>
                          <a:latin typeface="Consolas" panose="020B0609020204030204" pitchFamily="49" charset="0"/>
                          <a:cs typeface="Consolas" panose="020B0609020204030204" pitchFamily="49" charset="0"/>
                        </a:rPr>
                        <a:t>0, 1</a:t>
                      </a:r>
                      <a:endParaRPr lang="en-US" sz="2000" b="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dirty="0">
                          <a:solidFill>
                            <a:srgbClr val="FF0000"/>
                          </a:solidFill>
                          <a:effectLst/>
                          <a:latin typeface="Consolas" panose="020B0609020204030204" pitchFamily="49" charset="0"/>
                          <a:cs typeface="Consolas" panose="020B0609020204030204" pitchFamily="49" charset="0"/>
                        </a:rPr>
                        <a:t>0, 1, 3, 4</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379007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1341-D21B-827F-647D-98C768F8D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4EBD-B88F-9F62-0BFB-92E3BC08A27F}"/>
              </a:ext>
            </a:extLst>
          </p:cNvPr>
          <p:cNvSpPr>
            <a:spLocks noGrp="1"/>
          </p:cNvSpPr>
          <p:nvPr>
            <p:ph type="title"/>
          </p:nvPr>
        </p:nvSpPr>
        <p:spPr/>
        <p:txBody>
          <a:bodyPr/>
          <a:lstStyle/>
          <a:p>
            <a:r>
              <a:rPr lang="en-US" dirty="0"/>
              <a:t>Break Example</a:t>
            </a:r>
          </a:p>
        </p:txBody>
      </p:sp>
      <p:sp>
        <p:nvSpPr>
          <p:cNvPr id="3" name="Slide Number Placeholder 2">
            <a:extLst>
              <a:ext uri="{FF2B5EF4-FFF2-40B4-BE49-F238E27FC236}">
                <a16:creationId xmlns:a16="http://schemas.microsoft.com/office/drawing/2014/main" id="{CE18427F-5082-AA25-B304-788BCB17E7AC}"/>
              </a:ext>
            </a:extLst>
          </p:cNvPr>
          <p:cNvSpPr>
            <a:spLocks noGrp="1"/>
          </p:cNvSpPr>
          <p:nvPr>
            <p:ph type="sldNum" sz="quarter" idx="12"/>
          </p:nvPr>
        </p:nvSpPr>
        <p:spPr/>
        <p:txBody>
          <a:bodyPr/>
          <a:lstStyle/>
          <a:p>
            <a:fld id="{EA7C8D44-3667-46F6-9772-CC52308E2A7F}" type="slidenum">
              <a:rPr kumimoji="0" lang="en-US" smtClean="0"/>
              <a:pPr/>
              <a:t>35</a:t>
            </a:fld>
            <a:endParaRPr kumimoji="0" lang="en-US" dirty="0"/>
          </a:p>
        </p:txBody>
      </p:sp>
      <p:graphicFrame>
        <p:nvGraphicFramePr>
          <p:cNvPr id="5" name="Table 4">
            <a:extLst>
              <a:ext uri="{FF2B5EF4-FFF2-40B4-BE49-F238E27FC236}">
                <a16:creationId xmlns:a16="http://schemas.microsoft.com/office/drawing/2014/main" id="{3AA2C914-9DD9-E383-780A-21A36B511DD8}"/>
              </a:ext>
            </a:extLst>
          </p:cNvPr>
          <p:cNvGraphicFramePr>
            <a:graphicFrameLocks noGrp="1"/>
          </p:cNvGraphicFramePr>
          <p:nvPr>
            <p:extLst>
              <p:ext uri="{D42A27DB-BD31-4B8C-83A1-F6EECF244321}">
                <p14:modId xmlns:p14="http://schemas.microsoft.com/office/powerpoint/2010/main" val="3067588530"/>
              </p:ext>
            </p:extLst>
          </p:nvPr>
        </p:nvGraphicFramePr>
        <p:xfrm>
          <a:off x="228600" y="1371600"/>
          <a:ext cx="11734800" cy="4395551"/>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Find string length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"hello";</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int</a:t>
                      </a: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b="1" dirty="0">
                          <a:solidFill>
                            <a:srgbClr val="FF0000"/>
                          </a:solidFill>
                          <a:effectLst/>
                          <a:latin typeface="Consolas" panose="020B0609020204030204" pitchFamily="49" charset="0"/>
                          <a:cs typeface="Consolas" panose="020B0609020204030204" pitchFamily="49" charset="0"/>
                        </a:rPr>
                        <a:t>        CBNZ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notZero</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a:t>
                      </a: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notZero</a:t>
                      </a:r>
                      <a:r>
                        <a:rPr lang="en-US" sz="1800" b="1"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lang="en-US" sz="1800" dirty="0">
                          <a:solidFill>
                            <a:schemeClr val="bg1">
                              <a:lumMod val="50000"/>
                            </a:schemeClr>
                          </a:solidFill>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lang="en-US" sz="1800" dirty="0">
                          <a:solidFill>
                            <a:schemeClr val="bg1">
                              <a:lumMod val="50000"/>
                            </a:schemeClr>
                          </a:solidFill>
                          <a:effectLst/>
                          <a:latin typeface="Consolas" panose="020B0609020204030204" pitchFamily="49" charset="0"/>
                          <a:cs typeface="Consolas" panose="020B0609020204030204" pitchFamily="49" charset="0"/>
                        </a:rPr>
                        <a:t>; </a:t>
                      </a:r>
                      <a:r>
                        <a:rPr lang="en-US" sz="1800" dirty="0" err="1">
                          <a:solidFill>
                            <a:schemeClr val="bg1">
                              <a:lumMod val="50000"/>
                            </a:schemeClr>
                          </a:solidFill>
                          <a:effectLst/>
                          <a:latin typeface="Consolas" panose="020B0609020204030204" pitchFamily="49" charset="0"/>
                          <a:cs typeface="Consolas" panose="020B0609020204030204" pitchFamily="49" charset="0"/>
                        </a:rPr>
                        <a:t>len</a:t>
                      </a:r>
                      <a:r>
                        <a:rPr lang="en-US" sz="180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endloop</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r0, r0,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endloop</a:t>
                      </a:r>
                      <a:r>
                        <a:rPr lang="en-US" sz="1800" b="1" dirty="0">
                          <a:solidFill>
                            <a:srgbClr val="FF0000"/>
                          </a:solidFill>
                          <a:effectLst/>
                          <a:latin typeface="Consolas" panose="020B0609020204030204" pitchFamily="49" charset="0"/>
                          <a:cs typeface="Consolas" panose="020B0609020204030204" pitchFamily="49" charset="0"/>
                        </a:rPr>
                        <a:t>:</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1090160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and Continue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19102640"/>
              </p:ext>
            </p:extLst>
          </p:nvPr>
        </p:nvGraphicFramePr>
        <p:xfrm>
          <a:off x="816864" y="1231224"/>
          <a:ext cx="11070336" cy="4572000"/>
        </p:xfrm>
        <a:graphic>
          <a:graphicData uri="http://schemas.openxmlformats.org/drawingml/2006/table">
            <a:tbl>
              <a:tblPr firstRow="1" firstCol="1" bandRow="1">
                <a:tableStyleId>{5940675A-B579-460E-94D1-54222C63F5DA}</a:tableStyleId>
              </a:tblPr>
              <a:tblGrid>
                <a:gridCol w="4515532">
                  <a:extLst>
                    <a:ext uri="{9D8B030D-6E8A-4147-A177-3AD203B41FA5}">
                      <a16:colId xmlns:a16="http://schemas.microsoft.com/office/drawing/2014/main" val="20000"/>
                    </a:ext>
                  </a:extLst>
                </a:gridCol>
                <a:gridCol w="6554804">
                  <a:extLst>
                    <a:ext uri="{9D8B030D-6E8A-4147-A177-3AD203B41FA5}">
                      <a16:colId xmlns:a16="http://schemas.microsoft.com/office/drawing/2014/main" val="20001"/>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Count characters that are not 'l' until the null terminator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str[] = "hello";</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int count = 0;</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continue;</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count++;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p>
                  </a:txBody>
                  <a:tcPr marL="68580" marR="68580" marT="0" marB="0"/>
                </a:tc>
                <a:tc>
                  <a:txBody>
                    <a:bodyPr/>
                    <a:lstStyle/>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r0 = string address (str)</a:t>
                      </a:r>
                    </a:p>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r1 = count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effectLst/>
                          <a:latin typeface="Consolas" panose="020B0609020204030204" pitchFamily="49" charset="0"/>
                          <a:cs typeface="Consolas" panose="020B0609020204030204" pitchFamily="49" charset="0"/>
                        </a:rPr>
                        <a:t>  r2,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'\0' =&gt; break</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CMP  r2, #’l’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char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BEQ</a:t>
                      </a:r>
                      <a:r>
                        <a:rPr lang="en-US" sz="1800" dirty="0">
                          <a:effectLst/>
                          <a:latin typeface="Consolas" panose="020B0609020204030204" pitchFamily="49" charset="0"/>
                          <a:cs typeface="Consolas" panose="020B0609020204030204" pitchFamily="49" charset="0"/>
                        </a:rPr>
                        <a:t>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continue and skip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2918461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 (If-Then) instruction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37</a:t>
            </a:fld>
            <a:endParaRPr kumimoji="0" lang="en-US" dirty="0"/>
          </a:p>
        </p:txBody>
      </p:sp>
      <p:sp>
        <p:nvSpPr>
          <p:cNvPr id="4" name="Content Placeholder 3"/>
          <p:cNvSpPr>
            <a:spLocks noGrp="1"/>
          </p:cNvSpPr>
          <p:nvPr>
            <p:ph sz="quarter" idx="1"/>
          </p:nvPr>
        </p:nvSpPr>
        <p:spPr>
          <a:xfrm>
            <a:off x="609600" y="1158248"/>
            <a:ext cx="11049000" cy="2994085"/>
          </a:xfrm>
        </p:spPr>
        <p:txBody>
          <a:bodyPr>
            <a:noAutofit/>
          </a:bodyPr>
          <a:lstStyle/>
          <a:p>
            <a:r>
              <a:rPr lang="en-US" sz="2000" dirty="0"/>
              <a:t>"IT" (If-Then) instruction in the ARM Thumb-2 instruction set (16 bits) allows conditional execution of up to four instructions based on a condition flag (like EQ, NE, etc.).</a:t>
            </a:r>
          </a:p>
          <a:p>
            <a:r>
              <a:rPr lang="en-US" sz="2000" b="1" dirty="0">
                <a:solidFill>
                  <a:srgbClr val="0000FF"/>
                </a:solidFill>
              </a:rPr>
              <a:t>IT{x{y{z}}} {</a:t>
            </a:r>
            <a:r>
              <a:rPr lang="en-US" sz="2000" b="1" dirty="0" err="1">
                <a:solidFill>
                  <a:srgbClr val="0000FF"/>
                </a:solidFill>
              </a:rPr>
              <a:t>cond</a:t>
            </a:r>
            <a:r>
              <a:rPr lang="en-US" sz="2000" b="1" dirty="0">
                <a:solidFill>
                  <a:srgbClr val="0000FF"/>
                </a:solidFill>
              </a:rPr>
              <a:t>}, </a:t>
            </a:r>
            <a:r>
              <a:rPr lang="en-US" sz="2000" dirty="0"/>
              <a:t>where x, y, and z specify the existence of the optional second, third, and fourth conditional instruction respectively.  x, y, and z are either </a:t>
            </a:r>
            <a:r>
              <a:rPr lang="en-US" sz="2000" dirty="0">
                <a:solidFill>
                  <a:srgbClr val="FF0000"/>
                </a:solidFill>
              </a:rPr>
              <a:t>T</a:t>
            </a:r>
            <a:r>
              <a:rPr lang="en-US" sz="2000" dirty="0"/>
              <a:t> (Then) or </a:t>
            </a:r>
            <a:r>
              <a:rPr lang="en-US" sz="2000" dirty="0">
                <a:solidFill>
                  <a:srgbClr val="FF0000"/>
                </a:solidFill>
              </a:rPr>
              <a:t>E </a:t>
            </a:r>
            <a:r>
              <a:rPr lang="en-US" sz="2000" dirty="0"/>
              <a:t>(Else). T = execute the following instruction if condition is True; E = execute the following instruction if condition is False</a:t>
            </a:r>
          </a:p>
          <a:p>
            <a:pPr lvl="1"/>
            <a:r>
              <a:rPr lang="en-US" sz="1600" dirty="0"/>
              <a:t>IT — 1 following instruction (If)</a:t>
            </a:r>
          </a:p>
          <a:p>
            <a:pPr lvl="1"/>
            <a:r>
              <a:rPr lang="en-US" sz="1600" dirty="0"/>
              <a:t>ITT — 2 following instructions (If-Then)</a:t>
            </a:r>
          </a:p>
          <a:p>
            <a:pPr lvl="1"/>
            <a:r>
              <a:rPr lang="en-US" sz="1600" dirty="0"/>
              <a:t>ITE — 2 following instructions (If-Else)</a:t>
            </a:r>
          </a:p>
          <a:p>
            <a:pPr lvl="1"/>
            <a:r>
              <a:rPr lang="en-US" sz="1600" dirty="0"/>
              <a:t>ITTE, ITEEE, etc. — up to 4 instructions total</a:t>
            </a:r>
          </a:p>
        </p:txBody>
      </p:sp>
      <p:sp>
        <p:nvSpPr>
          <p:cNvPr id="5" name="Rectangle 4"/>
          <p:cNvSpPr/>
          <p:nvPr/>
        </p:nvSpPr>
        <p:spPr>
          <a:xfrm>
            <a:off x="1600200" y="4267200"/>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dirty="0">
                <a:solidFill>
                  <a:srgbClr val="FF0000"/>
                </a:solidFill>
              </a:rPr>
              <a:t>ITTE</a:t>
            </a:r>
            <a:r>
              <a:rPr lang="en-US" sz="1400" dirty="0"/>
              <a:t> NE      ; If-Then-Then-Else</a:t>
            </a:r>
          </a:p>
          <a:p>
            <a:r>
              <a:rPr lang="en-US" sz="1400" dirty="0"/>
              <a:t>    ANDNE r0,r0,r1  ; executed if Not Equal</a:t>
            </a:r>
          </a:p>
          <a:p>
            <a:r>
              <a:rPr lang="en-US" sz="1400" dirty="0"/>
              <a:t>    ADDNE r2,r2,#1  ; executed if Not Equal</a:t>
            </a:r>
          </a:p>
          <a:p>
            <a:r>
              <a:rPr lang="en-US" sz="1400" dirty="0"/>
              <a:t>    MOVEQ r2,r3     ; executed if Equal</a:t>
            </a:r>
          </a:p>
        </p:txBody>
      </p:sp>
      <p:sp>
        <p:nvSpPr>
          <p:cNvPr id="6" name="Rectangle 5"/>
          <p:cNvSpPr/>
          <p:nvPr/>
        </p:nvSpPr>
        <p:spPr>
          <a:xfrm>
            <a:off x="5366746" y="5273383"/>
            <a:ext cx="5237648" cy="116955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AL             ; AL (Always) condition executes two 16-bit instructions unconditionally; the last ADD is outside the IT block.</a:t>
            </a:r>
          </a:p>
          <a:p>
            <a:r>
              <a:rPr lang="en-US" sz="1400" dirty="0"/>
              <a:t>    ADDAL  r0,r0,r1  ; 16-bit ADD, not ADDS</a:t>
            </a:r>
          </a:p>
          <a:p>
            <a:r>
              <a:rPr lang="en-US" sz="1400" dirty="0"/>
              <a:t>    SUBAL  r2,r2,#1  ; 16-bit SUB, not SUB</a:t>
            </a:r>
          </a:p>
          <a:p>
            <a:r>
              <a:rPr lang="en-US" sz="1400" dirty="0"/>
              <a:t>    ADD     r0,r0,r1   ; expands into 32-bit ADD, and is not in  IT block</a:t>
            </a:r>
          </a:p>
        </p:txBody>
      </p:sp>
      <p:sp>
        <p:nvSpPr>
          <p:cNvPr id="7" name="Rectangle 6"/>
          <p:cNvSpPr/>
          <p:nvPr/>
        </p:nvSpPr>
        <p:spPr>
          <a:xfrm>
            <a:off x="5366746" y="4267200"/>
            <a:ext cx="5237648"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BEQ    </a:t>
            </a:r>
            <a:r>
              <a:rPr lang="en-US" sz="1400" dirty="0" err="1"/>
              <a:t>dloop</a:t>
            </a:r>
            <a:r>
              <a:rPr lang="en-US" sz="1400" dirty="0"/>
              <a:t>     ; branch at end of IT block is permitted</a:t>
            </a:r>
          </a:p>
        </p:txBody>
      </p:sp>
      <p:sp>
        <p:nvSpPr>
          <p:cNvPr id="8" name="Rectangle 7"/>
          <p:cNvSpPr/>
          <p:nvPr/>
        </p:nvSpPr>
        <p:spPr>
          <a:xfrm>
            <a:off x="1600200" y="5280318"/>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ADDEQ  r0,r0,#1 </a:t>
            </a:r>
          </a:p>
        </p:txBody>
      </p:sp>
      <p:sp>
        <p:nvSpPr>
          <p:cNvPr id="11" name="TextBox 10">
            <a:extLst>
              <a:ext uri="{FF2B5EF4-FFF2-40B4-BE49-F238E27FC236}">
                <a16:creationId xmlns:a16="http://schemas.microsoft.com/office/drawing/2014/main" id="{5068A1AF-722F-F81B-ABAF-811986421AAA}"/>
              </a:ext>
            </a:extLst>
          </p:cNvPr>
          <p:cNvSpPr txBox="1"/>
          <p:nvPr/>
        </p:nvSpPr>
        <p:spPr>
          <a:xfrm>
            <a:off x="6134100" y="2967335"/>
            <a:ext cx="5257800" cy="92333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You do not need to write IT instructions in your code. </a:t>
            </a:r>
          </a:p>
          <a:p>
            <a:r>
              <a:rPr lang="en-US" dirty="0">
                <a:solidFill>
                  <a:schemeClr val="tx1"/>
                </a:solidFill>
              </a:rPr>
              <a:t>The assembler generates them for you automatically according to the conditions specified.</a:t>
            </a:r>
          </a:p>
        </p:txBody>
      </p:sp>
    </p:spTree>
    <p:extLst>
      <p:ext uri="{BB962C8B-B14F-4D97-AF65-F5344CB8AC3E}">
        <p14:creationId xmlns:p14="http://schemas.microsoft.com/office/powerpoint/2010/main" val="2075995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p:txBody>
          <a:bodyPr>
            <a:normAutofit/>
          </a:bodyPr>
          <a:lstStyle/>
          <a:p>
            <a:r>
              <a:rPr lang="en-US" dirty="0"/>
              <a:t>Summary: 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38</a:t>
            </a:fld>
            <a:endParaRPr lang="en-US"/>
          </a:p>
        </p:txBody>
      </p:sp>
      <p:sp>
        <p:nvSpPr>
          <p:cNvPr id="2" name="Rectangle 1"/>
          <p:cNvSpPr/>
          <p:nvPr/>
        </p:nvSpPr>
        <p:spPr>
          <a:xfrm>
            <a:off x="2914650" y="5765381"/>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2914650" y="1412357"/>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cs typeface="Consolas" panose="020B0609020204030204" pitchFamily="49" charset="0"/>
                </a:rPr>
                <a:t>N</a:t>
              </a:r>
              <a:r>
                <a:rPr lang="en-US" dirty="0">
                  <a:latin typeface="Consolas" panose="020B0609020204030204" pitchFamily="49" charset="0"/>
                  <a:cs typeface="Consolas" panose="020B0609020204030204" pitchFamily="49" charset="0"/>
                </a:rPr>
                <a:t>ot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H</a:t>
              </a:r>
              <a:r>
                <a:rPr lang="en-US" dirty="0">
                  <a:latin typeface="Consolas" panose="020B0609020204030204" pitchFamily="49" charset="0"/>
                  <a:cs typeface="Consolas" panose="020B0609020204030204" pitchFamily="49" charset="0"/>
                </a:rPr>
                <a:t>igher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LO</a:t>
              </a:r>
              <a:r>
                <a:rPr lang="en-US" dirty="0" err="1">
                  <a:latin typeface="Consolas" panose="020B0609020204030204" pitchFamily="49" charset="0"/>
                  <a:cs typeface="Consolas" panose="020B0609020204030204" pitchFamily="49" charset="0"/>
                </a:rPr>
                <a:t>wer</a:t>
              </a:r>
              <a:endParaRPr lang="en-US"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MI</a:t>
              </a:r>
              <a:r>
                <a:rPr lang="en-US" dirty="0" err="1">
                  <a:latin typeface="Consolas" panose="020B0609020204030204" pitchFamily="49" charset="0"/>
                  <a:cs typeface="Consolas" panose="020B0609020204030204" pitchFamily="49" charset="0"/>
                </a:rPr>
                <a:t>nus</a:t>
              </a:r>
              <a:r>
                <a:rPr lang="en-US" dirty="0">
                  <a:latin typeface="Consolas" panose="020B0609020204030204" pitchFamily="49" charset="0"/>
                  <a:cs typeface="Consolas" panose="020B0609020204030204" pitchFamily="49" charset="0"/>
                </a:rPr>
                <a:t> (Negative)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EQ</a:t>
              </a:r>
              <a:r>
                <a:rPr lang="en-US" dirty="0" err="1">
                  <a:latin typeface="Consolas" panose="020B0609020204030204" pitchFamily="49" charset="0"/>
                  <a:cs typeface="Consolas" panose="020B0609020204030204" pitchFamily="49" charset="0"/>
                </a:rPr>
                <a:t>ual</a:t>
              </a:r>
              <a:endParaRPr lang="en-US"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HI</a:t>
              </a:r>
              <a:r>
                <a:rPr lang="en-US" dirty="0" err="1">
                  <a:latin typeface="Consolas" panose="020B0609020204030204" pitchFamily="49" charset="0"/>
                  <a:cs typeface="Consolas" panose="020B0609020204030204" pitchFamily="49" charset="0"/>
                </a:rPr>
                <a:t>gher</a:t>
              </a:r>
              <a:endParaRPr lang="en-US"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ower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PL</a:t>
              </a:r>
              <a:r>
                <a:rPr lang="en-US" dirty="0" err="1">
                  <a:latin typeface="Consolas" panose="020B0609020204030204" pitchFamily="49" charset="0"/>
                  <a:cs typeface="Consolas" panose="020B0609020204030204" pitchFamily="49" charset="0"/>
                </a:rPr>
                <a:t>us</a:t>
              </a:r>
              <a:r>
                <a:rPr lang="en-US"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than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AL</a:t>
              </a:r>
              <a:r>
                <a:rPr lang="en-US" dirty="0" err="1">
                  <a:latin typeface="Consolas" panose="020B0609020204030204" pitchFamily="49" charset="0"/>
                  <a:cs typeface="Consolas" panose="020B0609020204030204" pitchFamily="49" charset="0"/>
                </a:rPr>
                <a:t>ways</a:t>
              </a:r>
              <a:endParaRPr lang="en-US"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b="1">
                <a:solidFill>
                  <a:srgbClr val="0000FF"/>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2171254142"/>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39</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69944596"/>
              </p:ext>
            </p:extLst>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8299866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Conditionally Executed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998225169"/>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V = 1</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V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C = 1 &amp; Z = 0</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 or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 &amp;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 or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15584148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551B6-A954-DCC7-2AC8-9AA742ABB495}"/>
              </a:ext>
            </a:extLst>
          </p:cNvPr>
          <p:cNvSpPr>
            <a:spLocks noGrp="1"/>
          </p:cNvSpPr>
          <p:nvPr>
            <p:ph type="title"/>
          </p:nvPr>
        </p:nvSpPr>
        <p:spPr/>
        <p:txBody>
          <a:bodyPr/>
          <a:lstStyle/>
          <a:p>
            <a:r>
              <a:rPr lang="en-US"/>
              <a:t>Summary: Condition </a:t>
            </a:r>
            <a:r>
              <a:rPr lang="en-US" dirty="0"/>
              <a:t>Codes </a:t>
            </a:r>
          </a:p>
        </p:txBody>
      </p:sp>
      <p:sp>
        <p:nvSpPr>
          <p:cNvPr id="3" name="Slide Number Placeholder 2">
            <a:extLst>
              <a:ext uri="{FF2B5EF4-FFF2-40B4-BE49-F238E27FC236}">
                <a16:creationId xmlns:a16="http://schemas.microsoft.com/office/drawing/2014/main" id="{2900298C-1D25-DA72-C278-43F14B830581}"/>
              </a:ext>
            </a:extLst>
          </p:cNvPr>
          <p:cNvSpPr>
            <a:spLocks noGrp="1"/>
          </p:cNvSpPr>
          <p:nvPr>
            <p:ph type="sldNum" sz="quarter" idx="12"/>
          </p:nvPr>
        </p:nvSpPr>
        <p:spPr/>
        <p:txBody>
          <a:bodyPr/>
          <a:lstStyle/>
          <a:p>
            <a:fld id="{EA7C8D44-3667-46F6-9772-CC52308E2A7F}" type="slidenum">
              <a:rPr kumimoji="0" lang="en-US" smtClean="0"/>
              <a:pPr/>
              <a:t>41</a:t>
            </a:fld>
            <a:endParaRPr kumimoji="0" lang="en-US" dirty="0"/>
          </a:p>
        </p:txBody>
      </p:sp>
      <p:sp>
        <p:nvSpPr>
          <p:cNvPr id="4" name="Content Placeholder 3">
            <a:extLst>
              <a:ext uri="{FF2B5EF4-FFF2-40B4-BE49-F238E27FC236}">
                <a16:creationId xmlns:a16="http://schemas.microsoft.com/office/drawing/2014/main" id="{8ACB34CE-40D1-6F33-9B1D-79C24203EF8E}"/>
              </a:ext>
            </a:extLst>
          </p:cNvPr>
          <p:cNvSpPr>
            <a:spLocks noGrp="1"/>
          </p:cNvSpPr>
          <p:nvPr>
            <p:ph sz="quarter" idx="1"/>
          </p:nvPr>
        </p:nvSpPr>
        <p:spPr/>
        <p:txBody>
          <a:bodyPr>
            <a:normAutofit/>
          </a:bodyPr>
          <a:lstStyle/>
          <a:p>
            <a:r>
              <a:rPr lang="en-US" dirty="0"/>
              <a:t>Condition Codes:</a:t>
            </a:r>
          </a:p>
          <a:p>
            <a:pPr lvl="1"/>
            <a:r>
              <a:rPr lang="en-US" dirty="0"/>
              <a:t>EQ/NE: Z=1 / Z=0 (Equal/Not Equal)</a:t>
            </a:r>
          </a:p>
          <a:p>
            <a:pPr lvl="1"/>
            <a:r>
              <a:rPr lang="en-US" dirty="0"/>
              <a:t>LT/GE: N≠V / N=V (Signed Less Than/Greater Equal)</a:t>
            </a:r>
          </a:p>
          <a:p>
            <a:pPr lvl="1"/>
            <a:r>
              <a:rPr lang="en-US" dirty="0"/>
              <a:t>GT/LE: Z=0 &amp; N=V / Z=1 or N≠V (Signed Greater/Less Equal)</a:t>
            </a:r>
          </a:p>
          <a:p>
            <a:pPr lvl="1"/>
            <a:r>
              <a:rPr lang="en-US" dirty="0"/>
              <a:t>LO/HS: C=0 / C=1 (Unsigned Lower/Higher Same)</a:t>
            </a:r>
          </a:p>
          <a:p>
            <a:pPr lvl="1"/>
            <a:r>
              <a:rPr lang="en-US" dirty="0"/>
              <a:t>HI/LS: C=1 &amp; Z=0 / C=0 or Z=1 (Unsigned Higher/Lower Same)</a:t>
            </a:r>
          </a:p>
          <a:p>
            <a:r>
              <a:rPr lang="en-US" dirty="0"/>
              <a:t>Flag Setting Instructions:</a:t>
            </a:r>
          </a:p>
          <a:p>
            <a:pPr lvl="1"/>
            <a:r>
              <a:rPr lang="en-US" dirty="0"/>
              <a:t>CMP: R1 - R2 (result discarded)</a:t>
            </a:r>
          </a:p>
          <a:p>
            <a:pPr lvl="1"/>
            <a:r>
              <a:rPr lang="en-US" dirty="0"/>
              <a:t>TST: R1 &amp; R2 (result discarded)</a:t>
            </a:r>
          </a:p>
          <a:p>
            <a:pPr lvl="1"/>
            <a:r>
              <a:rPr lang="en-US" dirty="0"/>
              <a:t>TEQ: R1 ⊕ R2 (result discarded)</a:t>
            </a:r>
          </a:p>
          <a:p>
            <a:pPr lvl="1"/>
            <a:r>
              <a:rPr lang="en-US" dirty="0"/>
              <a:t>CMN: R1 + R2 (result discarded)</a:t>
            </a:r>
          </a:p>
        </p:txBody>
      </p:sp>
    </p:spTree>
    <p:extLst>
      <p:ext uri="{BB962C8B-B14F-4D97-AF65-F5344CB8AC3E}">
        <p14:creationId xmlns:p14="http://schemas.microsoft.com/office/powerpoint/2010/main" val="18640632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78535-4966-806D-563F-E30D5DC6011F}"/>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6B0D3C31-9770-F6CE-008C-3E0F8A77160D}"/>
              </a:ext>
            </a:extLst>
          </p:cNvPr>
          <p:cNvSpPr>
            <a:spLocks noGrp="1"/>
          </p:cNvSpPr>
          <p:nvPr>
            <p:ph type="sldNum" sz="quarter" idx="12"/>
          </p:nvPr>
        </p:nvSpPr>
        <p:spPr/>
        <p:txBody>
          <a:bodyPr/>
          <a:lstStyle/>
          <a:p>
            <a:fld id="{EA7C8D44-3667-46F6-9772-CC52308E2A7F}" type="slidenum">
              <a:rPr kumimoji="0" lang="en-US" smtClean="0"/>
              <a:pPr/>
              <a:t>42</a:t>
            </a:fld>
            <a:endParaRPr kumimoji="0" lang="en-US" dirty="0"/>
          </a:p>
        </p:txBody>
      </p:sp>
      <p:sp>
        <p:nvSpPr>
          <p:cNvPr id="4" name="Content Placeholder 3">
            <a:extLst>
              <a:ext uri="{FF2B5EF4-FFF2-40B4-BE49-F238E27FC236}">
                <a16:creationId xmlns:a16="http://schemas.microsoft.com/office/drawing/2014/main" id="{54CC50AA-36EF-23F3-1FFB-A84D8ABC47C2}"/>
              </a:ext>
            </a:extLst>
          </p:cNvPr>
          <p:cNvSpPr>
            <a:spLocks noGrp="1"/>
          </p:cNvSpPr>
          <p:nvPr>
            <p:ph sz="quarter" idx="1"/>
          </p:nvPr>
        </p:nvSpPr>
        <p:spPr/>
        <p:txBody>
          <a:bodyPr/>
          <a:lstStyle/>
          <a:p>
            <a:r>
              <a:rPr lang="en-US" dirty="0"/>
              <a:t>Lecture 27. Branch instructions</a:t>
            </a:r>
          </a:p>
          <a:p>
            <a:pPr lvl="1"/>
            <a:r>
              <a:rPr lang="en-US" dirty="0">
                <a:hlinkClick r:id="rId2"/>
              </a:rPr>
              <a:t>https://www.youtube.com/watch?v=_QKD7f1cmRI&amp;list=PLRJhV4hUhIymmp5CCeIFPyxbknsdcXCc8&amp;index=27</a:t>
            </a:r>
            <a:endParaRPr lang="en-US" dirty="0"/>
          </a:p>
          <a:p>
            <a:r>
              <a:rPr lang="en-US" dirty="0"/>
              <a:t>Lecture 28. Conditional Execution</a:t>
            </a:r>
          </a:p>
          <a:p>
            <a:pPr lvl="1"/>
            <a:r>
              <a:rPr lang="en-US" dirty="0">
                <a:hlinkClick r:id="rId3"/>
              </a:rPr>
              <a:t>https://www.youtube.com/watch?v=9hlxG8L5-G4&amp;list=PLRJhV4hUhIymmp5CCeIFPyxbknsdcXCc8&amp;index=28</a:t>
            </a:r>
            <a:endParaRPr lang="en-US" dirty="0"/>
          </a:p>
          <a:p>
            <a:endParaRPr lang="en-US" dirty="0"/>
          </a:p>
          <a:p>
            <a:endParaRPr lang="en-US" dirty="0"/>
          </a:p>
        </p:txBody>
      </p:sp>
    </p:spTree>
    <p:extLst>
      <p:ext uri="{BB962C8B-B14F-4D97-AF65-F5344CB8AC3E}">
        <p14:creationId xmlns:p14="http://schemas.microsoft.com/office/powerpoint/2010/main" val="9813009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3608</TotalTime>
  <Words>8378</Words>
  <Application>Microsoft Office PowerPoint</Application>
  <PresentationFormat>Widescreen</PresentationFormat>
  <Paragraphs>1282</Paragraphs>
  <Slides>42</Slides>
  <Notes>15</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42</vt:i4>
      </vt:variant>
    </vt:vector>
  </HeadingPairs>
  <TitlesOfParts>
    <vt:vector size="57" baseType="lpstr">
      <vt:lpstr>Arial Unicode MS</vt:lpstr>
      <vt:lpstr>fkGroteskNeue</vt:lpstr>
      <vt:lpstr>var(--font-fk-grotesk)</vt:lpstr>
      <vt:lpstr>Arial</vt:lpstr>
      <vt:lpstr>Bookman Old Style</vt:lpstr>
      <vt:lpstr>Calibri</vt:lpstr>
      <vt:lpstr>Cambria Math</vt:lpstr>
      <vt:lpstr>Consolas</vt:lpstr>
      <vt:lpstr>Courier New</vt:lpstr>
      <vt:lpstr>Gill Sans MT</vt:lpstr>
      <vt:lpstr>Tahoma</vt:lpstr>
      <vt:lpstr>Times New Roman</vt:lpstr>
      <vt:lpstr>Wingdings</vt:lpstr>
      <vt:lpstr>Wingdings 3</vt:lpstr>
      <vt:lpstr>Origin</vt:lpstr>
      <vt:lpstr>Three Control Structures</vt:lpstr>
      <vt:lpstr>Combined Program Status Registers (xPSR)</vt:lpstr>
      <vt:lpstr>Condition Flags</vt:lpstr>
      <vt:lpstr>Carry and Overflow Flags w/ Arithmetic Instructions</vt:lpstr>
      <vt:lpstr>Updating Condition Flags</vt:lpstr>
      <vt:lpstr>Updating Condition Flags</vt:lpstr>
      <vt:lpstr>Example of CMP</vt:lpstr>
      <vt:lpstr>Updating Condition Flags: TST and TEQ</vt:lpstr>
      <vt:lpstr>Example of TEQ</vt:lpstr>
      <vt:lpstr>Unconditional Branch Instructions</vt:lpstr>
      <vt:lpstr>Unconditional Branch Instructions: A Simple Example</vt:lpstr>
      <vt:lpstr>Condition Codes </vt:lpstr>
      <vt:lpstr>Signed vs. Unsigned Comparison</vt:lpstr>
      <vt:lpstr>Signed Comparison Explanations</vt:lpstr>
      <vt:lpstr>Signed Comparison Examples</vt:lpstr>
      <vt:lpstr>Number Interpretation</vt:lpstr>
      <vt:lpstr>Which is Greater: 0xFFFFFFFF or 0x00000001?</vt:lpstr>
      <vt:lpstr>Conditional Branch Instructions</vt:lpstr>
      <vt:lpstr>Branch Instructions</vt:lpstr>
      <vt:lpstr>If-then Statement</vt:lpstr>
      <vt:lpstr>If-then-else</vt:lpstr>
      <vt:lpstr>For Loop</vt:lpstr>
      <vt:lpstr>For Loop</vt:lpstr>
      <vt:lpstr>For Loop</vt:lpstr>
      <vt:lpstr>Explanations for 2a and 2b </vt:lpstr>
      <vt:lpstr>For Loop</vt:lpstr>
      <vt:lpstr>For Loop</vt:lpstr>
      <vt:lpstr>Condition Codes </vt:lpstr>
      <vt:lpstr>Conditional Execution</vt:lpstr>
      <vt:lpstr>Conditional Execution Examples</vt:lpstr>
      <vt:lpstr>Explanations for Compound Boolean Expression</vt:lpstr>
      <vt:lpstr>Branching vs. Conditional Execution</vt:lpstr>
      <vt:lpstr>Combination</vt:lpstr>
      <vt:lpstr>Break vs. Continue</vt:lpstr>
      <vt:lpstr>Break Example</vt:lpstr>
      <vt:lpstr>Break and Continue Example</vt:lpstr>
      <vt:lpstr>IT (If-Then) instruction </vt:lpstr>
      <vt:lpstr>Summary: Condition Codes </vt:lpstr>
      <vt:lpstr>Summary: Branch Instructions</vt:lpstr>
      <vt:lpstr>Summary: Conditionally Executed</vt:lpstr>
      <vt:lpstr>Summary: Condition Codes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229</cp:revision>
  <cp:lastPrinted>2018-02-28T12:51:32Z</cp:lastPrinted>
  <dcterms:created xsi:type="dcterms:W3CDTF">2014-02-09T17:12:51Z</dcterms:created>
  <dcterms:modified xsi:type="dcterms:W3CDTF">2025-10-10T12:03:00Z</dcterms:modified>
</cp:coreProperties>
</file>