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4"/>
  </p:notesMasterIdLst>
  <p:sldIdLst>
    <p:sldId id="269" r:id="rId2"/>
    <p:sldId id="303" r:id="rId3"/>
    <p:sldId id="343" r:id="rId4"/>
    <p:sldId id="567" r:id="rId5"/>
    <p:sldId id="348" r:id="rId6"/>
    <p:sldId id="275" r:id="rId7"/>
    <p:sldId id="285" r:id="rId8"/>
    <p:sldId id="356" r:id="rId9"/>
    <p:sldId id="554" r:id="rId10"/>
    <p:sldId id="277" r:id="rId11"/>
    <p:sldId id="349" r:id="rId12"/>
    <p:sldId id="299" r:id="rId13"/>
    <p:sldId id="353" r:id="rId14"/>
    <p:sldId id="292" r:id="rId15"/>
    <p:sldId id="300" r:id="rId16"/>
    <p:sldId id="344" r:id="rId17"/>
    <p:sldId id="565" r:id="rId18"/>
    <p:sldId id="564" r:id="rId19"/>
    <p:sldId id="297" r:id="rId20"/>
    <p:sldId id="298" r:id="rId21"/>
    <p:sldId id="321" r:id="rId22"/>
    <p:sldId id="325" r:id="rId23"/>
    <p:sldId id="558" r:id="rId24"/>
    <p:sldId id="559" r:id="rId25"/>
    <p:sldId id="560" r:id="rId26"/>
    <p:sldId id="561" r:id="rId27"/>
    <p:sldId id="562" r:id="rId28"/>
    <p:sldId id="563" r:id="rId29"/>
    <p:sldId id="304" r:id="rId30"/>
    <p:sldId id="331" r:id="rId31"/>
    <p:sldId id="556" r:id="rId32"/>
    <p:sldId id="566" r:id="rId33"/>
    <p:sldId id="336" r:id="rId34"/>
    <p:sldId id="313" r:id="rId35"/>
    <p:sldId id="346" r:id="rId36"/>
    <p:sldId id="557" r:id="rId37"/>
    <p:sldId id="334" r:id="rId38"/>
    <p:sldId id="317" r:id="rId39"/>
    <p:sldId id="352" r:id="rId40"/>
    <p:sldId id="350" r:id="rId41"/>
    <p:sldId id="351" r:id="rId42"/>
    <p:sldId id="555" r:id="rId43"/>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F26D6-4912-4FCD-B287-04E039541311}" v="11" dt="2025-10-07T19:15:39.2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5461" autoAdjust="0"/>
    <p:restoredTop sz="79085" autoAdjust="0"/>
  </p:normalViewPr>
  <p:slideViewPr>
    <p:cSldViewPr>
      <p:cViewPr varScale="1">
        <p:scale>
          <a:sx n="65" d="100"/>
          <a:sy n="65" d="100"/>
        </p:scale>
        <p:origin x="264" y="58"/>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07T20:27:42.986" v="1885" actId="47"/>
      <pc:docMkLst>
        <pc:docMk/>
      </pc:docMkLst>
      <pc:sldChg chg="addSp delSp modSp del mod">
        <pc:chgData name="Zonghua Gu" userId="9a7e1853e1951ef5" providerId="LiveId" clId="{CF1FAA12-072C-4ED5-BA76-0FFFAEFDB88A}" dt="2025-10-02T21:17:35.809" v="3" actId="47"/>
        <pc:sldMkLst>
          <pc:docMk/>
          <pc:sldMk cId="1683281344" sldId="256"/>
        </pc:sldMkLst>
      </pc:sldChg>
      <pc:sldChg chg="modSp mod">
        <pc:chgData name="Zonghua Gu" userId="9a7e1853e1951ef5" providerId="LiveId" clId="{CF1FAA12-072C-4ED5-BA76-0FFFAEFDB88A}" dt="2025-10-02T21:19:03.671" v="14" actId="1076"/>
        <pc:sldMkLst>
          <pc:docMk/>
          <pc:sldMk cId="166800616" sldId="269"/>
        </pc:sldMkLst>
        <pc:spChg chg="mod">
          <ac:chgData name="Zonghua Gu" userId="9a7e1853e1951ef5" providerId="LiveId" clId="{CF1FAA12-072C-4ED5-BA76-0FFFAEFDB88A}" dt="2025-10-02T21:19:03.671" v="14" actId="1076"/>
          <ac:spMkLst>
            <pc:docMk/>
            <pc:sldMk cId="166800616" sldId="269"/>
            <ac:spMk id="12" creationId="{00000000-0000-0000-0000-000000000000}"/>
          </ac:spMkLst>
        </pc:spChg>
        <pc:spChg chg="mod">
          <ac:chgData name="Zonghua Gu" userId="9a7e1853e1951ef5" providerId="LiveId" clId="{CF1FAA12-072C-4ED5-BA76-0FFFAEFDB88A}" dt="2025-10-02T21:19:03.671" v="14" actId="1076"/>
          <ac:spMkLst>
            <pc:docMk/>
            <pc:sldMk cId="166800616" sldId="269"/>
            <ac:spMk id="15" creationId="{00000000-0000-0000-0000-000000000000}"/>
          </ac:spMkLst>
        </pc:spChg>
        <pc:spChg chg="mod">
          <ac:chgData name="Zonghua Gu" userId="9a7e1853e1951ef5" providerId="LiveId" clId="{CF1FAA12-072C-4ED5-BA76-0FFFAEFDB88A}" dt="2025-10-02T21:19:03.671" v="14" actId="1076"/>
          <ac:spMkLst>
            <pc:docMk/>
            <pc:sldMk cId="166800616" sldId="269"/>
            <ac:spMk id="18" creationId="{00000000-0000-0000-0000-000000000000}"/>
          </ac:spMkLst>
        </pc:spChg>
        <pc:spChg chg="mod">
          <ac:chgData name="Zonghua Gu" userId="9a7e1853e1951ef5" providerId="LiveId" clId="{CF1FAA12-072C-4ED5-BA76-0FFFAEFDB88A}" dt="2025-10-02T21:18:45.174" v="12" actId="404"/>
          <ac:spMkLst>
            <pc:docMk/>
            <pc:sldMk cId="166800616" sldId="269"/>
            <ac:spMk id="787459" creationId="{00000000-0000-0000-0000-000000000000}"/>
          </ac:spMkLst>
        </pc:spChg>
        <pc:grpChg chg="mod">
          <ac:chgData name="Zonghua Gu" userId="9a7e1853e1951ef5" providerId="LiveId" clId="{CF1FAA12-072C-4ED5-BA76-0FFFAEFDB88A}" dt="2025-10-02T21:19:03.671" v="14" actId="1076"/>
          <ac:grpSpMkLst>
            <pc:docMk/>
            <pc:sldMk cId="166800616" sldId="269"/>
            <ac:grpSpMk id="13" creationId="{B362000C-983C-524D-87C2-3EDCAF4543B1}"/>
          </ac:grpSpMkLst>
        </pc:grpChg>
        <pc:grpChg chg="mod">
          <ac:chgData name="Zonghua Gu" userId="9a7e1853e1951ef5" providerId="LiveId" clId="{CF1FAA12-072C-4ED5-BA76-0FFFAEFDB88A}" dt="2025-10-02T21:19:03.671" v="14" actId="1076"/>
          <ac:grpSpMkLst>
            <pc:docMk/>
            <pc:sldMk cId="166800616" sldId="269"/>
            <ac:grpSpMk id="16" creationId="{B2548B9B-63B4-EE41-BB16-A644D9AF1BF9}"/>
          </ac:grpSpMkLst>
        </pc:grpChg>
        <pc:picChg chg="mod">
          <ac:chgData name="Zonghua Gu" userId="9a7e1853e1951ef5" providerId="LiveId" clId="{CF1FAA12-072C-4ED5-BA76-0FFFAEFDB88A}" dt="2025-10-02T21:19:03.671" v="14" actId="1076"/>
          <ac:picMkLst>
            <pc:docMk/>
            <pc:sldMk cId="166800616" sldId="269"/>
            <ac:picMk id="11" creationId="{00000000-0000-0000-0000-000000000000}"/>
          </ac:picMkLst>
        </pc:picChg>
        <pc:picChg chg="mod">
          <ac:chgData name="Zonghua Gu" userId="9a7e1853e1951ef5" providerId="LiveId" clId="{CF1FAA12-072C-4ED5-BA76-0FFFAEFDB88A}" dt="2025-10-02T21:19:03.671" v="14" actId="1076"/>
          <ac:picMkLst>
            <pc:docMk/>
            <pc:sldMk cId="166800616" sldId="269"/>
            <ac:picMk id="14" creationId="{00000000-0000-0000-0000-000000000000}"/>
          </ac:picMkLst>
        </pc:picChg>
        <pc:picChg chg="mod">
          <ac:chgData name="Zonghua Gu" userId="9a7e1853e1951ef5" providerId="LiveId" clId="{CF1FAA12-072C-4ED5-BA76-0FFFAEFDB88A}" dt="2025-10-02T21:19:03.671" v="14" actId="1076"/>
          <ac:picMkLst>
            <pc:docMk/>
            <pc:sldMk cId="166800616" sldId="269"/>
            <ac:picMk id="17" creationId="{00000000-0000-0000-0000-000000000000}"/>
          </ac:picMkLst>
        </pc:picChg>
      </pc:sldChg>
      <pc:sldChg chg="modSp mod modNotesTx">
        <pc:chgData name="Zonghua Gu" userId="9a7e1853e1951ef5" providerId="LiveId" clId="{CF1FAA12-072C-4ED5-BA76-0FFFAEFDB88A}" dt="2025-10-05T00:15:47.639" v="1678" actId="20577"/>
        <pc:sldMkLst>
          <pc:docMk/>
          <pc:sldMk cId="2502343479" sldId="275"/>
        </pc:sldMkLst>
        <pc:spChg chg="mod">
          <ac:chgData name="Zonghua Gu" userId="9a7e1853e1951ef5" providerId="LiveId" clId="{CF1FAA12-072C-4ED5-BA76-0FFFAEFDB88A}" dt="2025-10-05T00:15:47.639" v="1678" actId="20577"/>
          <ac:spMkLst>
            <pc:docMk/>
            <pc:sldMk cId="2502343479" sldId="275"/>
            <ac:spMk id="5" creationId="{00000000-0000-0000-0000-000000000000}"/>
          </ac:spMkLst>
        </pc:spChg>
      </pc:sldChg>
      <pc:sldChg chg="del">
        <pc:chgData name="Zonghua Gu" userId="9a7e1853e1951ef5" providerId="LiveId" clId="{CF1FAA12-072C-4ED5-BA76-0FFFAEFDB88A}" dt="2025-10-02T21:32:56.562" v="368" actId="47"/>
        <pc:sldMkLst>
          <pc:docMk/>
          <pc:sldMk cId="3146583954" sldId="282"/>
        </pc:sldMkLst>
      </pc:sldChg>
      <pc:sldChg chg="del">
        <pc:chgData name="Zonghua Gu" userId="9a7e1853e1951ef5" providerId="LiveId" clId="{CF1FAA12-072C-4ED5-BA76-0FFFAEFDB88A}" dt="2025-10-02T21:38:05.585" v="432" actId="47"/>
        <pc:sldMkLst>
          <pc:docMk/>
          <pc:sldMk cId="3856419856" sldId="284"/>
        </pc:sldMkLst>
      </pc:sldChg>
      <pc:sldChg chg="addSp delSp modSp mod">
        <pc:chgData name="Zonghua Gu" userId="9a7e1853e1951ef5" providerId="LiveId" clId="{CF1FAA12-072C-4ED5-BA76-0FFFAEFDB88A}" dt="2025-10-05T00:17:43.858" v="1698" actId="20577"/>
        <pc:sldMkLst>
          <pc:docMk/>
          <pc:sldMk cId="3410570449" sldId="285"/>
        </pc:sldMkLst>
        <pc:spChg chg="mod">
          <ac:chgData name="Zonghua Gu" userId="9a7e1853e1951ef5" providerId="LiveId" clId="{CF1FAA12-072C-4ED5-BA76-0FFFAEFDB88A}" dt="2025-10-05T00:17:43.858" v="1698" actId="20577"/>
          <ac:spMkLst>
            <pc:docMk/>
            <pc:sldMk cId="3410570449" sldId="285"/>
            <ac:spMk id="5" creationId="{00000000-0000-0000-0000-000000000000}"/>
          </ac:spMkLst>
        </pc:spChg>
        <pc:spChg chg="add mod">
          <ac:chgData name="Zonghua Gu" userId="9a7e1853e1951ef5" providerId="LiveId" clId="{CF1FAA12-072C-4ED5-BA76-0FFFAEFDB88A}" dt="2025-10-02T21:34:53.613" v="385" actId="1076"/>
          <ac:spMkLst>
            <pc:docMk/>
            <pc:sldMk cId="3410570449" sldId="285"/>
            <ac:spMk id="8" creationId="{070E943D-54D2-737B-8F17-C236B0E07369}"/>
          </ac:spMkLst>
        </pc:spChg>
      </pc:sldChg>
      <pc:sldChg chg="modSp modAnim">
        <pc:chgData name="Zonghua Gu" userId="9a7e1853e1951ef5" providerId="LiveId" clId="{CF1FAA12-072C-4ED5-BA76-0FFFAEFDB88A}" dt="2025-10-05T00:04:52.314" v="1587" actId="20577"/>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Sp delSp modSp mod">
        <pc:chgData name="Zonghua Gu" userId="9a7e1853e1951ef5" providerId="LiveId" clId="{CF1FAA12-072C-4ED5-BA76-0FFFAEFDB88A}" dt="2025-10-05T00:11:01.630" v="1627" actId="22"/>
        <pc:sldMkLst>
          <pc:docMk/>
          <pc:sldMk cId="203524775" sldId="300"/>
        </pc:sldMkLst>
        <pc:spChg chg="mod">
          <ac:chgData name="Zonghua Gu" userId="9a7e1853e1951ef5" providerId="LiveId" clId="{CF1FAA12-072C-4ED5-BA76-0FFFAEFDB88A}" dt="2025-10-05T00:09:55.545" v="1622" actId="20577"/>
          <ac:spMkLst>
            <pc:docMk/>
            <pc:sldMk cId="203524775" sldId="300"/>
            <ac:spMk id="2" creationId="{00000000-0000-0000-0000-000000000000}"/>
          </ac:spMkLst>
        </pc:spChg>
      </pc:sldChg>
      <pc:sldChg chg="del">
        <pc:chgData name="Zonghua Gu" userId="9a7e1853e1951ef5" providerId="LiveId" clId="{CF1FAA12-072C-4ED5-BA76-0FFFAEFDB88A}" dt="2025-10-02T21:50:18.173" v="549" actId="47"/>
        <pc:sldMkLst>
          <pc:docMk/>
          <pc:sldMk cId="2550961529" sldId="301"/>
        </pc:sldMkLst>
      </pc:sldChg>
      <pc:sldChg chg="del">
        <pc:chgData name="Zonghua Gu" userId="9a7e1853e1951ef5" providerId="LiveId" clId="{CF1FAA12-072C-4ED5-BA76-0FFFAEFDB88A}" dt="2025-10-04T23:12:28.273" v="943" actId="2696"/>
        <pc:sldMkLst>
          <pc:docMk/>
          <pc:sldMk cId="1735132193" sldId="303"/>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modSp del mod">
        <pc:chgData name="Zonghua Gu" userId="9a7e1853e1951ef5" providerId="LiveId" clId="{CF1FAA12-072C-4ED5-BA76-0FFFAEFDB88A}" dt="2025-10-04T22:51:27.702" v="683" actId="47"/>
        <pc:sldMkLst>
          <pc:docMk/>
          <pc:sldMk cId="2069787402" sldId="318"/>
        </pc:sldMkLst>
      </pc:sldChg>
      <pc:sldChg chg="addSp delSp modSp mod">
        <pc:chgData name="Zonghua Gu" userId="9a7e1853e1951ef5" providerId="LiveId" clId="{CF1FAA12-072C-4ED5-BA76-0FFFAEFDB88A}" dt="2025-10-04T23:53:42.231" v="1505" actId="1076"/>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graphicFrameChg chg="add mod modGraphic">
          <ac:chgData name="Zonghua Gu" userId="9a7e1853e1951ef5" providerId="LiveId" clId="{CF1FAA12-072C-4ED5-BA76-0FFFAEFDB88A}" dt="2025-10-04T23:53:01.744" v="1486"/>
          <ac:graphicFrameMkLst>
            <pc:docMk/>
            <pc:sldMk cId="956433268" sldId="321"/>
            <ac:graphicFrameMk id="4" creationId="{8989EC59-E611-F201-0209-F4496711ACCE}"/>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sldChg>
      <pc:sldChg chg="del">
        <pc:chgData name="Zonghua Gu" userId="9a7e1853e1951ef5" providerId="LiveId" clId="{CF1FAA12-072C-4ED5-BA76-0FFFAEFDB88A}" dt="2025-10-04T23:52:16.480" v="1474" actId="47"/>
        <pc:sldMkLst>
          <pc:docMk/>
          <pc:sldMk cId="2653589447" sldId="322"/>
        </pc:sldMkLst>
      </pc:sldChg>
      <pc:sldChg chg="delSp modSp del mod">
        <pc:chgData name="Zonghua Gu" userId="9a7e1853e1951ef5" providerId="LiveId" clId="{CF1FAA12-072C-4ED5-BA76-0FFFAEFDB88A}" dt="2025-10-04T23:53:43.631" v="1506" actId="47"/>
        <pc:sldMkLst>
          <pc:docMk/>
          <pc:sldMk cId="2667703659" sldId="323"/>
        </pc:sldMkLst>
      </pc:sldChg>
      <pc:sldChg chg="modSp del mod">
        <pc:chgData name="Zonghua Gu" userId="9a7e1853e1951ef5" providerId="LiveId" clId="{CF1FAA12-072C-4ED5-BA76-0FFFAEFDB88A}" dt="2025-10-04T23:11:48.981" v="927" actId="47"/>
        <pc:sldMkLst>
          <pc:docMk/>
          <pc:sldMk cId="2924045303" sldId="324"/>
        </pc:sldMkLst>
      </pc:sldChg>
      <pc:sldChg chg="addSp delSp modSp mod">
        <pc:chgData name="Zonghua Gu" userId="9a7e1853e1951ef5" providerId="LiveId" clId="{CF1FAA12-072C-4ED5-BA76-0FFFAEFDB88A}" dt="2025-10-05T00:25:07.966" v="1720" actId="21"/>
        <pc:sldMkLst>
          <pc:docMk/>
          <pc:sldMk cId="2331627715" sldId="325"/>
        </pc:sldMkLst>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sldChg>
      <pc:sldChg chg="del">
        <pc:chgData name="Zonghua Gu" userId="9a7e1853e1951ef5" providerId="LiveId" clId="{CF1FAA12-072C-4ED5-BA76-0FFFAEFDB88A}" dt="2025-10-04T23:46:47.712" v="1418" actId="47"/>
        <pc:sldMkLst>
          <pc:docMk/>
          <pc:sldMk cId="3293036044" sldId="326"/>
        </pc:sldMkLst>
      </pc:sldChg>
      <pc:sldChg chg="del">
        <pc:chgData name="Zonghua Gu" userId="9a7e1853e1951ef5" providerId="LiveId" clId="{CF1FAA12-072C-4ED5-BA76-0FFFAEFDB88A}" dt="2025-10-04T23:46:47.712" v="1418" actId="47"/>
        <pc:sldMkLst>
          <pc:docMk/>
          <pc:sldMk cId="2322116273" sldId="327"/>
        </pc:sldMkLst>
      </pc:sldChg>
      <pc:sldChg chg="del">
        <pc:chgData name="Zonghua Gu" userId="9a7e1853e1951ef5" providerId="LiveId" clId="{CF1FAA12-072C-4ED5-BA76-0FFFAEFDB88A}" dt="2025-10-04T22:52:36.140" v="687" actId="47"/>
        <pc:sldMkLst>
          <pc:docMk/>
          <pc:sldMk cId="3102424687" sldId="332"/>
        </pc:sldMkLst>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sldChg>
      <pc:sldChg chg="del">
        <pc:chgData name="Zonghua Gu" userId="9a7e1853e1951ef5" providerId="LiveId" clId="{CF1FAA12-072C-4ED5-BA76-0FFFAEFDB88A}" dt="2025-10-04T22:54:58.432" v="688" actId="47"/>
        <pc:sldMkLst>
          <pc:docMk/>
          <pc:sldMk cId="4015228595" sldId="335"/>
        </pc:sldMkLst>
      </pc:sldChg>
      <pc:sldChg chg="addSp delSp modSp mod">
        <pc:chgData name="Zonghua Gu" userId="9a7e1853e1951ef5" providerId="LiveId" clId="{CF1FAA12-072C-4ED5-BA76-0FFFAEFDB88A}" dt="2025-10-04T23:44:24.376" v="1410" actId="113"/>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mod">
          <ac:chgData name="Zonghua Gu" userId="9a7e1853e1951ef5" providerId="LiveId" clId="{CF1FAA12-072C-4ED5-BA76-0FFFAEFDB88A}" dt="2025-10-04T23:03:32.414" v="790" actId="1076"/>
          <ac:spMkLst>
            <pc:docMk/>
            <pc:sldMk cId="1520596659" sldId="336"/>
            <ac:spMk id="4" creationId="{3F602F0E-B127-6CB2-8064-C83E858D3911}"/>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del">
        <pc:chgData name="Zonghua Gu" userId="9a7e1853e1951ef5" providerId="LiveId" clId="{CF1FAA12-072C-4ED5-BA76-0FFFAEFDB88A}" dt="2025-10-04T23:09:16.253" v="891" actId="47"/>
        <pc:sldMkLst>
          <pc:docMk/>
          <pc:sldMk cId="1090868990" sldId="339"/>
        </pc:sldMkLst>
      </pc:sldChg>
      <pc:sldChg chg="modSp del mod">
        <pc:chgData name="Zonghua Gu" userId="9a7e1853e1951ef5" providerId="LiveId" clId="{CF1FAA12-072C-4ED5-BA76-0FFFAEFDB88A}" dt="2025-10-04T23:09:45.383" v="894" actId="47"/>
        <pc:sldMkLst>
          <pc:docMk/>
          <pc:sldMk cId="1809958305" sldId="340"/>
        </pc:sldMkLst>
      </pc:sldChg>
      <pc:sldChg chg="addSp modSp mod">
        <pc:chgData name="Zonghua Gu" userId="9a7e1853e1951ef5" providerId="LiveId" clId="{CF1FAA12-072C-4ED5-BA76-0FFFAEFDB88A}" dt="2025-10-04T23:13:05.398" v="948" actId="1076"/>
        <pc:sldMkLst>
          <pc:docMk/>
          <pc:sldMk cId="1197208543" sldId="343"/>
        </pc:sldMkLst>
        <pc:spChg chg="mod">
          <ac:chgData name="Zonghua Gu" userId="9a7e1853e1951ef5" providerId="LiveId" clId="{CF1FAA12-072C-4ED5-BA76-0FFFAEFDB88A}" dt="2025-10-02T21:44:42.735" v="525" actId="20577"/>
          <ac:spMkLst>
            <pc:docMk/>
            <pc:sldMk cId="1197208543" sldId="343"/>
            <ac:spMk id="2" creationId="{00000000-0000-0000-0000-000000000000}"/>
          </ac:spMkLst>
        </pc:spChg>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picChg chg="add mod">
          <ac:chgData name="Zonghua Gu" userId="9a7e1853e1951ef5" providerId="LiveId" clId="{CF1FAA12-072C-4ED5-BA76-0FFFAEFDB88A}" dt="2025-10-02T21:46:21.871" v="539" actId="1076"/>
          <ac:picMkLst>
            <pc:docMk/>
            <pc:sldMk cId="1197208543" sldId="343"/>
            <ac:picMk id="45" creationId="{F4610FDE-7BE3-AC86-5E3F-50D53906FDD5}"/>
          </ac:picMkLst>
        </pc:picChg>
      </pc:sldChg>
      <pc:sldChg chg="modSp mod">
        <pc:chgData name="Zonghua Gu" userId="9a7e1853e1951ef5" providerId="LiveId" clId="{CF1FAA12-072C-4ED5-BA76-0FFFAEFDB88A}" dt="2025-10-05T00:09:58.860" v="1623"/>
        <pc:sldMkLst>
          <pc:docMk/>
          <pc:sldMk cId="2051571543" sldId="344"/>
        </pc:sldMkLst>
        <pc:spChg chg="mod">
          <ac:chgData name="Zonghua Gu" userId="9a7e1853e1951ef5" providerId="LiveId" clId="{CF1FAA12-072C-4ED5-BA76-0FFFAEFDB88A}" dt="2025-10-05T00:09:58.860" v="1623"/>
          <ac:spMkLst>
            <pc:docMk/>
            <pc:sldMk cId="2051571543" sldId="344"/>
            <ac:spMk id="2" creationId="{00000000-0000-0000-0000-000000000000}"/>
          </ac:spMkLst>
        </pc:spChg>
        <pc:graphicFrameChg chg="mod modGraphic">
          <ac:chgData name="Zonghua Gu" userId="9a7e1853e1951ef5" providerId="LiveId" clId="{CF1FAA12-072C-4ED5-BA76-0FFFAEFDB88A}" dt="2025-10-05T00:08:34.198" v="1615" actId="20577"/>
          <ac:graphicFrameMkLst>
            <pc:docMk/>
            <pc:sldMk cId="2051571543" sldId="344"/>
            <ac:graphicFrameMk id="5" creationId="{00000000-0000-0000-0000-000000000000}"/>
          </ac:graphicFrameMkLst>
        </pc:graphicFrameChg>
      </pc:sldChg>
      <pc:sldChg chg="del">
        <pc:chgData name="Zonghua Gu" userId="9a7e1853e1951ef5" providerId="LiveId" clId="{CF1FAA12-072C-4ED5-BA76-0FFFAEFDB88A}" dt="2025-10-05T00:08:38.851" v="1616" actId="47"/>
        <pc:sldMkLst>
          <pc:docMk/>
          <pc:sldMk cId="548132547" sldId="345"/>
        </pc:sldMkLst>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del">
        <pc:chgData name="Zonghua Gu" userId="9a7e1853e1951ef5" providerId="LiveId" clId="{CF1FAA12-072C-4ED5-BA76-0FFFAEFDB88A}" dt="2025-10-02T21:18:53.161" v="13" actId="47"/>
        <pc:sldMkLst>
          <pc:docMk/>
          <pc:sldMk cId="3183429436" sldId="347"/>
        </pc:sldMkLst>
      </pc:sldChg>
      <pc:sldChg chg="modSp mod modAnim">
        <pc:chgData name="Zonghua Gu" userId="9a7e1853e1951ef5" providerId="LiveId" clId="{CF1FAA12-072C-4ED5-BA76-0FFFAEFDB88A}" dt="2025-10-05T00:15:26.346" v="1668" actId="1076"/>
        <pc:sldMkLst>
          <pc:docMk/>
          <pc:sldMk cId="1680559388" sldId="348"/>
        </pc:sldMkLst>
        <pc:spChg chg="mod">
          <ac:chgData name="Zonghua Gu" userId="9a7e1853e1951ef5" providerId="LiveId" clId="{CF1FAA12-072C-4ED5-BA76-0FFFAEFDB88A}" dt="2025-10-02T21:26:17.336" v="213" actId="6549"/>
          <ac:spMkLst>
            <pc:docMk/>
            <pc:sldMk cId="1680559388" sldId="348"/>
            <ac:spMk id="4" creationId="{00000000-0000-0000-0000-000000000000}"/>
          </ac:spMkLst>
        </pc:spChg>
        <pc:graphicFrameChg chg="mod modGraphic">
          <ac:chgData name="Zonghua Gu" userId="9a7e1853e1951ef5" providerId="LiveId" clId="{CF1FAA12-072C-4ED5-BA76-0FFFAEFDB88A}" dt="2025-10-05T00:15:26.346" v="1668" actId="1076"/>
          <ac:graphicFrameMkLst>
            <pc:docMk/>
            <pc:sldMk cId="1680559388" sldId="348"/>
            <ac:graphicFrameMk id="5" creationId="{00000000-0000-0000-0000-000000000000}"/>
          </ac:graphicFrameMkLst>
        </pc:graphicFrameChg>
      </pc:sldChg>
      <pc:sldChg chg="del">
        <pc:chgData name="Zonghua Gu" userId="9a7e1853e1951ef5" providerId="LiveId" clId="{CF1FAA12-072C-4ED5-BA76-0FFFAEFDB88A}" dt="2025-10-02T21:50:07.187" v="548" actId="47"/>
        <pc:sldMkLst>
          <pc:docMk/>
          <pc:sldMk cId="3358866911" sldId="354"/>
        </pc:sldMkLst>
      </pc:sldChg>
      <pc:sldChg chg="modSp add del mod">
        <pc:chgData name="Zonghua Gu" userId="9a7e1853e1951ef5" providerId="LiveId" clId="{CF1FAA12-072C-4ED5-BA76-0FFFAEFDB88A}" dt="2025-10-07T20:27:42.986" v="1885" actId="47"/>
        <pc:sldMkLst>
          <pc:docMk/>
          <pc:sldMk cId="3103871726" sldId="355"/>
        </pc:sldMkLst>
      </pc:sldChg>
      <pc:sldChg chg="modSp add mod">
        <pc:chgData name="Zonghua Gu" userId="9a7e1853e1951ef5" providerId="LiveId" clId="{CF1FAA12-072C-4ED5-BA76-0FFFAEFDB88A}" dt="2025-10-02T21:37:55.645" v="431" actId="14100"/>
        <pc:sldMkLst>
          <pc:docMk/>
          <pc:sldMk cId="3037248441" sldId="356"/>
        </pc:sldMkLst>
        <pc:spChg chg="mod">
          <ac:chgData name="Zonghua Gu" userId="9a7e1853e1951ef5" providerId="LiveId" clId="{CF1FAA12-072C-4ED5-BA76-0FFFAEFDB88A}" dt="2025-10-02T21:37:55.645" v="431" actId="14100"/>
          <ac:spMkLst>
            <pc:docMk/>
            <pc:sldMk cId="3037248441" sldId="356"/>
            <ac:spMk id="4" creationId="{00000000-0000-0000-0000-000000000000}"/>
          </ac:spMkLst>
        </pc:spChg>
        <pc:graphicFrameChg chg="mod">
          <ac:chgData name="Zonghua Gu" userId="9a7e1853e1951ef5" providerId="LiveId" clId="{CF1FAA12-072C-4ED5-BA76-0FFFAEFDB88A}" dt="2025-10-02T21:37:53.665" v="430" actId="1076"/>
          <ac:graphicFrameMkLst>
            <pc:docMk/>
            <pc:sldMk cId="3037248441" sldId="356"/>
            <ac:graphicFrameMk id="5" creationId="{8DCF8158-0829-196C-D9FE-1C770A94B4C4}"/>
          </ac:graphicFrameMkLst>
        </pc:graphicFrameChg>
        <pc:graphicFrameChg chg="mod">
          <ac:chgData name="Zonghua Gu" userId="9a7e1853e1951ef5" providerId="LiveId" clId="{CF1FAA12-072C-4ED5-BA76-0FFFAEFDB88A}" dt="2025-10-02T21:37:53.665" v="430" actId="1076"/>
          <ac:graphicFrameMkLst>
            <pc:docMk/>
            <pc:sldMk cId="3037248441" sldId="356"/>
            <ac:graphicFrameMk id="6" creationId="{03FCCA32-130C-6803-E182-E05ADA9ECB49}"/>
          </ac:graphicFrameMkLst>
        </pc:graphicFrameChg>
      </pc:sldChg>
      <pc:sldChg chg="modSp add del mod ord">
        <pc:chgData name="Zonghua Gu" userId="9a7e1853e1951ef5" providerId="LiveId" clId="{CF1FAA12-072C-4ED5-BA76-0FFFAEFDB88A}" dt="2025-10-05T00:11:06.237" v="1628" actId="47"/>
        <pc:sldMkLst>
          <pc:docMk/>
          <pc:sldMk cId="4245009867" sldId="357"/>
        </pc:sldMkLst>
      </pc:sldChg>
      <pc:sldChg chg="addSp delSp modSp add del mod">
        <pc:chgData name="Zonghua Gu" userId="9a7e1853e1951ef5" providerId="LiveId" clId="{CF1FAA12-072C-4ED5-BA76-0FFFAEFDB88A}" dt="2025-10-07T19:15:43.106" v="1884" actId="47"/>
        <pc:sldMkLst>
          <pc:docMk/>
          <pc:sldMk cId="1202265337" sldId="553"/>
        </pc:sldMkLst>
        <pc:spChg chg="add mod">
          <ac:chgData name="Zonghua Gu" userId="9a7e1853e1951ef5" providerId="LiveId" clId="{CF1FAA12-072C-4ED5-BA76-0FFFAEFDB88A}" dt="2025-10-07T18:50:07.575" v="1850"/>
          <ac:spMkLst>
            <pc:docMk/>
            <pc:sldMk cId="1202265337" sldId="553"/>
            <ac:spMk id="4" creationId="{3666F114-4345-426E-8C76-29F4A48DFE0E}"/>
          </ac:spMkLst>
        </pc:spChg>
        <pc:spChg chg="del">
          <ac:chgData name="Zonghua Gu" userId="9a7e1853e1951ef5" providerId="LiveId" clId="{CF1FAA12-072C-4ED5-BA76-0FFFAEFDB88A}" dt="2025-10-07T18:50:10.544" v="1851" actId="478"/>
          <ac:spMkLst>
            <pc:docMk/>
            <pc:sldMk cId="1202265337" sldId="553"/>
            <ac:spMk id="8" creationId="{00000000-0000-0000-0000-000000000000}"/>
          </ac:spMkLst>
        </pc:spChg>
        <pc:spChg chg="mod">
          <ac:chgData name="Zonghua Gu" userId="9a7e1853e1951ef5" providerId="LiveId" clId="{CF1FAA12-072C-4ED5-BA76-0FFFAEFDB88A}" dt="2025-10-07T18:51:05.820" v="1879" actId="1076"/>
          <ac:spMkLst>
            <pc:docMk/>
            <pc:sldMk cId="1202265337" sldId="553"/>
            <ac:spMk id="38917" creationId="{00000000-0000-0000-0000-000000000000}"/>
          </ac:spMkLst>
        </pc:spChg>
        <pc:spChg chg="del">
          <ac:chgData name="Zonghua Gu" userId="9a7e1853e1951ef5" providerId="LiveId" clId="{CF1FAA12-072C-4ED5-BA76-0FFFAEFDB88A}" dt="2025-10-07T18:50:04.043" v="1849" actId="478"/>
          <ac:spMkLst>
            <pc:docMk/>
            <pc:sldMk cId="1202265337" sldId="553"/>
            <ac:spMk id="323586" creationId="{00000000-0000-0000-0000-000000000000}"/>
          </ac:spMkLst>
        </pc:spChg>
        <pc:graphicFrameChg chg="mod modGraphic">
          <ac:chgData name="Zonghua Gu" userId="9a7e1853e1951ef5" providerId="LiveId" clId="{CF1FAA12-072C-4ED5-BA76-0FFFAEFDB88A}" dt="2025-10-07T18:50:47.412" v="1876" actId="14100"/>
          <ac:graphicFrameMkLst>
            <pc:docMk/>
            <pc:sldMk cId="1202265337" sldId="553"/>
            <ac:graphicFrameMk id="2" creationId="{00000000-0000-0000-0000-000000000000}"/>
          </ac:graphicFrameMkLst>
        </pc:graphicFrameChg>
        <pc:picChg chg="add del mod">
          <ac:chgData name="Zonghua Gu" userId="9a7e1853e1951ef5" providerId="LiveId" clId="{CF1FAA12-072C-4ED5-BA76-0FFFAEFDB88A}" dt="2025-10-07T18:52:05.897" v="1882" actId="478"/>
          <ac:picMkLst>
            <pc:docMk/>
            <pc:sldMk cId="1202265337" sldId="553"/>
            <ac:picMk id="9" creationId="{CAC4EE9D-C16A-3E50-8905-641B2BBD6F4B}"/>
          </ac:picMkLst>
        </pc:picChg>
        <pc:inkChg chg="mod">
          <ac:chgData name="Zonghua Gu" userId="9a7e1853e1951ef5" providerId="LiveId" clId="{CF1FAA12-072C-4ED5-BA76-0FFFAEFDB88A}" dt="2025-10-07T18:49:59.901" v="1848" actId="1076"/>
          <ac:inkMkLst>
            <pc:docMk/>
            <pc:sldMk cId="1202265337" sldId="553"/>
            <ac:inkMk id="5" creationId="{E2ACC35D-CF95-407F-B222-DF5A1F69BA9F}"/>
          </ac:inkMkLst>
        </pc:inkChg>
        <pc:inkChg chg="mod">
          <ac:chgData name="Zonghua Gu" userId="9a7e1853e1951ef5" providerId="LiveId" clId="{CF1FAA12-072C-4ED5-BA76-0FFFAEFDB88A}" dt="2025-10-07T18:49:59.901" v="1848" actId="1076"/>
          <ac:inkMkLst>
            <pc:docMk/>
            <pc:sldMk cId="1202265337" sldId="553"/>
            <ac:inkMk id="6" creationId="{641399B7-0992-4159-AA56-A61464B0489C}"/>
          </ac:inkMkLst>
        </pc:inkChg>
      </pc:sldChg>
      <pc:sldChg chg="addSp delSp modSp add mod">
        <pc:chgData name="Zonghua Gu" userId="9a7e1853e1951ef5" providerId="LiveId" clId="{CF1FAA12-072C-4ED5-BA76-0FFFAEFDB88A}" dt="2025-10-05T00:26:23.379" v="1742" actId="478"/>
        <pc:sldMkLst>
          <pc:docMk/>
          <pc:sldMk cId="2974562210" sldId="554"/>
        </pc:sldMkLst>
        <pc:spChg chg="mod">
          <ac:chgData name="Zonghua Gu" userId="9a7e1853e1951ef5" providerId="LiveId" clId="{CF1FAA12-072C-4ED5-BA76-0FFFAEFDB88A}" dt="2025-10-02T21:41:48.763" v="511" actId="20577"/>
          <ac:spMkLst>
            <pc:docMk/>
            <pc:sldMk cId="2974562210" sldId="554"/>
            <ac:spMk id="2" creationId="{EA2B27C1-1F30-01B4-EDA5-AA372A7564E3}"/>
          </ac:spMkLst>
        </pc:spChg>
        <pc:spChg chg="mod">
          <ac:chgData name="Zonghua Gu" userId="9a7e1853e1951ef5" providerId="LiveId" clId="{CF1FAA12-072C-4ED5-BA76-0FFFAEFDB88A}" dt="2025-10-02T21:41:34.067" v="509" actId="20577"/>
          <ac:spMkLst>
            <pc:docMk/>
            <pc:sldMk cId="2974562210" sldId="554"/>
            <ac:spMk id="4" creationId="{0994813A-6090-94C3-BB20-0506E22F6AC2}"/>
          </ac:spMkLst>
        </pc:spChg>
        <pc:spChg chg="mod">
          <ac:chgData name="Zonghua Gu" userId="9a7e1853e1951ef5" providerId="LiveId" clId="{CF1FAA12-072C-4ED5-BA76-0FFFAEFDB88A}" dt="2025-10-05T00:26:20.569" v="1741" actId="20577"/>
          <ac:spMkLst>
            <pc:docMk/>
            <pc:sldMk cId="2974562210" sldId="554"/>
            <ac:spMk id="6" creationId="{E5FFFCF9-37E2-4F46-BF73-3BA72A325AB2}"/>
          </ac:spMkLst>
        </pc:spChg>
        <pc:graphicFrameChg chg="add mod modGraphic">
          <ac:chgData name="Zonghua Gu" userId="9a7e1853e1951ef5" providerId="LiveId" clId="{CF1FAA12-072C-4ED5-BA76-0FFFAEFDB88A}" dt="2025-10-02T21:41:46.567" v="510" actId="1076"/>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mod">
        <pc:chgData name="Zonghua Gu" userId="9a7e1853e1951ef5" providerId="LiveId" clId="{CF1FAA12-072C-4ED5-BA76-0FFFAEFDB88A}" dt="2025-10-05T00:29:27.077" v="1750" actId="478"/>
        <pc:sldMkLst>
          <pc:docMk/>
          <pc:sldMk cId="2308205790" sldId="556"/>
        </pc:sldMkLst>
        <pc:spChg chg="mod">
          <ac:chgData name="Zonghua Gu" userId="9a7e1853e1951ef5" providerId="LiveId" clId="{CF1FAA12-072C-4ED5-BA76-0FFFAEFDB88A}" dt="2025-10-04T23:11:32.266" v="926" actId="20577"/>
          <ac:spMkLst>
            <pc:docMk/>
            <pc:sldMk cId="2308205790" sldId="556"/>
            <ac:spMk id="2" creationId="{C5FCF265-DA75-5412-44AA-C22BFCDE0014}"/>
          </ac:spMkLst>
        </pc:spChg>
        <pc:spChg chg="add mod">
          <ac:chgData name="Zonghua Gu" userId="9a7e1853e1951ef5" providerId="LiveId" clId="{CF1FAA12-072C-4ED5-BA76-0FFFAEFDB88A}" dt="2025-10-04T23:11:17.448" v="910" actId="1076"/>
          <ac:spMkLst>
            <pc:docMk/>
            <pc:sldMk cId="2308205790" sldId="556"/>
            <ac:spMk id="6" creationId="{1AA5C05D-7D53-25EE-9C42-8BF9E5E46050}"/>
          </ac:spMkLst>
        </pc:spChg>
        <pc:spChg chg="add mod">
          <ac:chgData name="Zonghua Gu" userId="9a7e1853e1951ef5" providerId="LiveId" clId="{CF1FAA12-072C-4ED5-BA76-0FFFAEFDB88A}" dt="2025-10-04T23:11:17.448" v="910" actId="1076"/>
          <ac:spMkLst>
            <pc:docMk/>
            <pc:sldMk cId="2308205790" sldId="556"/>
            <ac:spMk id="7" creationId="{FFE81B0B-1A4B-FC5A-8958-6FFC88C75779}"/>
          </ac:spMkLst>
        </pc:spChg>
        <pc:graphicFrameChg chg="add mod modGraphic">
          <ac:chgData name="Zonghua Gu" userId="9a7e1853e1951ef5" providerId="LiveId" clId="{CF1FAA12-072C-4ED5-BA76-0FFFAEFDB88A}" dt="2025-10-04T23:44:07.942" v="1405" actId="113"/>
          <ac:graphicFrameMkLst>
            <pc:docMk/>
            <pc:sldMk cId="2308205790" sldId="556"/>
            <ac:graphicFrameMk id="5" creationId="{36D3B1D8-F1BE-7C4B-D0AC-4EDEA5327C9E}"/>
          </ac:graphicFrameMkLst>
        </pc:graphicFrameChg>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
        <pc:chgData name="Zonghua Gu" userId="9a7e1853e1951ef5" providerId="LiveId" clId="{CF1FAA12-072C-4ED5-BA76-0FFFAEFDB88A}" dt="2025-10-05T00:05:41.801" v="1588"/>
        <pc:sldMkLst>
          <pc:docMk/>
          <pc:sldMk cId="1860818616" sldId="564"/>
        </pc:sldMkLst>
      </pc:sldChg>
      <pc:sldChg chg="addSp delSp modSp add mod">
        <pc:chgData name="Zonghua Gu" userId="9a7e1853e1951ef5" providerId="LiveId" clId="{CF1FAA12-072C-4ED5-BA76-0FFFAEFDB88A}" dt="2025-10-05T00:23:38.701" v="1717" actId="1076"/>
        <pc:sldMkLst>
          <pc:docMk/>
          <pc:sldMk cId="1671373347" sldId="565"/>
        </pc:sldMkLst>
        <pc:spChg chg="mod">
          <ac:chgData name="Zonghua Gu" userId="9a7e1853e1951ef5" providerId="LiveId" clId="{CF1FAA12-072C-4ED5-BA76-0FFFAEFDB88A}" dt="2025-10-05T00:22:40.760" v="1711" actId="20577"/>
          <ac:spMkLst>
            <pc:docMk/>
            <pc:sldMk cId="1671373347" sldId="565"/>
            <ac:spMk id="2" creationId="{24943FBB-D245-9542-B4DC-8D249EAA2EF8}"/>
          </ac:spMkLst>
        </pc:spChg>
        <pc:spChg chg="add mod">
          <ac:chgData name="Zonghua Gu" userId="9a7e1853e1951ef5" providerId="LiveId" clId="{CF1FAA12-072C-4ED5-BA76-0FFFAEFDB88A}" dt="2025-10-05T00:23:38.701" v="1717" actId="1076"/>
          <ac:spMkLst>
            <pc:docMk/>
            <pc:sldMk cId="1671373347" sldId="565"/>
            <ac:spMk id="4" creationId="{322021C4-48B0-785F-37E1-344B4B93A676}"/>
          </ac:spMkLst>
        </pc:spChg>
        <pc:spChg chg="mod">
          <ac:chgData name="Zonghua Gu" userId="9a7e1853e1951ef5" providerId="LiveId" clId="{CF1FAA12-072C-4ED5-BA76-0FFFAEFDB88A}" dt="2025-10-05T00:23:35.598" v="1716" actId="1076"/>
          <ac:spMkLst>
            <pc:docMk/>
            <pc:sldMk cId="1671373347" sldId="565"/>
            <ac:spMk id="6" creationId="{CE638046-5BA3-A3CF-AF2C-C5DE1F3D39B8}"/>
          </ac:spMkLst>
        </pc:spChg>
        <pc:graphicFrameChg chg="mod">
          <ac:chgData name="Zonghua Gu" userId="9a7e1853e1951ef5" providerId="LiveId" clId="{CF1FAA12-072C-4ED5-BA76-0FFFAEFDB88A}" dt="2025-10-05T00:23:35.598" v="1716"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0-05T00:32:35.373" v="1834"/>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0-05T00:30:28.778" v="1826" actId="27636"/>
          <ac:spMkLst>
            <pc:docMk/>
            <pc:sldMk cId="3277199290" sldId="566"/>
            <ac:spMk id="4" creationId="{52A8D265-BD59-8C4E-12B1-03AC7ABB6312}"/>
          </ac:spMkLst>
        </pc:spChg>
      </pc:sldChg>
      <pc:sldChg chg="add">
        <pc:chgData name="Zonghua Gu" userId="9a7e1853e1951ef5" providerId="LiveId" clId="{CF1FAA12-072C-4ED5-BA76-0FFFAEFDB88A}" dt="2025-10-07T19:15:39.236" v="1883"/>
        <pc:sldMkLst>
          <pc:docMk/>
          <pc:sldMk cId="837371891" sldId="567"/>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10/7/2025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7.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mc:AlternateContent xmlns:mc="http://schemas.openxmlformats.org/markup-compatibility/2006" xmlns:a14="http://schemas.microsoft.com/office/drawing/2010/main">
        <mc:Choice Requires="a14">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r>
                      <a:rPr lang="en-US" sz="2800" i="1">
                        <a:solidFill>
                          <a:prstClr val="black"/>
                        </a:solidFill>
                        <a:latin typeface="Cambria Math"/>
                      </a:rPr>
                      <m:t>−1</m:t>
                    </m:r>
                  </m:oMath>
                </a14:m>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14:m>
                  <m:oMath xmlns:m="http://schemas.openxmlformats.org/officeDocument/2006/math">
                    <m:sSup>
                      <m:sSupPr>
                        <m:ctrlPr>
                          <a:rPr lang="en-US" sz="2800" i="1">
                            <a:solidFill>
                              <a:prstClr val="black"/>
                            </a:solidFill>
                            <a:latin typeface="Cambria Math" panose="02040503050406030204" pitchFamily="18" charset="0"/>
                          </a:rPr>
                        </m:ctrlPr>
                      </m:sSupPr>
                      <m:e>
                        <m:r>
                          <a:rPr lang="en-US" sz="2800" b="0" i="1" smtClean="0">
                            <a:solidFill>
                              <a:prstClr val="black"/>
                            </a:solidFill>
                            <a:latin typeface="Cambria Math" panose="02040503050406030204" pitchFamily="18" charset="0"/>
                          </a:rPr>
                          <m:t>−</m:t>
                        </m:r>
                        <m:r>
                          <a:rPr lang="en-US" sz="2800" i="1">
                            <a:solidFill>
                              <a:prstClr val="black"/>
                            </a:solidFill>
                            <a:latin typeface="Cambria Math"/>
                          </a:rPr>
                          <m:t>2</m:t>
                        </m:r>
                      </m:e>
                      <m:sup>
                        <m:r>
                          <a:rPr lang="en-US" sz="2800" i="1">
                            <a:solidFill>
                              <a:prstClr val="black"/>
                            </a:solidFill>
                            <a:latin typeface="Cambria Math"/>
                          </a:rPr>
                          <m:t>𝑛</m:t>
                        </m:r>
                        <m:r>
                          <a:rPr lang="en-US" sz="2800" b="0" i="1" smtClean="0">
                            <a:solidFill>
                              <a:prstClr val="black"/>
                            </a:solidFill>
                            <a:latin typeface="Cambria Math" panose="02040503050406030204" pitchFamily="18" charset="0"/>
                          </a:rPr>
                          <m:t>−1</m:t>
                        </m:r>
                      </m:sup>
                    </m:sSup>
                  </m:oMath>
                </a14:m>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Choice>
        <mc:Fallback xmlns="">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2800" dirty="0">
                    <a:solidFill>
                      <a:prstClr val="black"/>
                    </a:solidFill>
                  </a:rPr>
                  <a:t>When adding or subtracting two signed numbers in an </a:t>
                </a:r>
                <a:r>
                  <a:rPr lang="en-US" sz="2800" i="1" dirty="0">
                    <a:solidFill>
                      <a:prstClr val="black"/>
                    </a:solidFill>
                  </a:rPr>
                  <a:t>n</a:t>
                </a:r>
                <a:r>
                  <a:rPr lang="en-US" sz="2800" dirty="0">
                    <a:solidFill>
                      <a:prstClr val="black"/>
                    </a:solidFill>
                  </a:rPr>
                  <a:t>-bit system, an overflow occurs if </a:t>
                </a:r>
                <a:r>
                  <a:rPr lang="en-US" sz="2800" dirty="0">
                    <a:solidFill>
                      <a:srgbClr val="C00000"/>
                    </a:solidFill>
                  </a:rPr>
                  <a:t>the true result is larger than the maximum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i="0">
                    <a:solidFill>
                      <a:prstClr val="black"/>
                    </a:solidFill>
                    <a:latin typeface="Cambria Math"/>
                  </a:rPr>
                  <a:t>−1</a:t>
                </a:r>
                <a:r>
                  <a:rPr lang="en-US" sz="2800" dirty="0">
                    <a:solidFill>
                      <a:prstClr val="black"/>
                    </a:solidFill>
                  </a:rPr>
                  <a:t>) </a:t>
                </a:r>
                <a:r>
                  <a:rPr lang="en-US" sz="2800" dirty="0">
                    <a:solidFill>
                      <a:srgbClr val="C00000"/>
                    </a:solidFill>
                  </a:rPr>
                  <a:t>or smaller than the minimum signed integer </a:t>
                </a:r>
                <a:r>
                  <a:rPr lang="en-US" sz="2800" dirty="0">
                    <a:solidFill>
                      <a:prstClr val="black"/>
                    </a:solidFill>
                  </a:rPr>
                  <a:t>(</a:t>
                </a:r>
                <a:r>
                  <a:rPr lang="en-US" sz="2800" i="1" dirty="0">
                    <a:solidFill>
                      <a:prstClr val="black"/>
                    </a:solidFill>
                  </a:rPr>
                  <a:t>i.e.</a:t>
                </a:r>
                <a:r>
                  <a:rPr lang="en-US" sz="2800" dirty="0">
                    <a:solidFill>
                      <a:prstClr val="black"/>
                    </a:solidFill>
                  </a:rPr>
                  <a:t> </a:t>
                </a:r>
                <a:r>
                  <a:rPr lang="en-US" sz="2800" i="0">
                    <a:solidFill>
                      <a:prstClr val="black"/>
                    </a:solidFill>
                    <a:latin typeface="Cambria Math" panose="02040503050406030204" pitchFamily="18" charset="0"/>
                  </a:rPr>
                  <a:t>〖</a:t>
                </a:r>
                <a:r>
                  <a:rPr lang="en-US" sz="2800" b="0" i="0">
                    <a:solidFill>
                      <a:prstClr val="black"/>
                    </a:solidFill>
                    <a:latin typeface="Cambria Math" panose="02040503050406030204" pitchFamily="18" charset="0"/>
                  </a:rPr>
                  <a:t>−</a:t>
                </a:r>
                <a:r>
                  <a:rPr lang="en-US" sz="2800" i="0">
                    <a:solidFill>
                      <a:prstClr val="black"/>
                    </a:solidFill>
                    <a:latin typeface="Cambria Math"/>
                  </a:rPr>
                  <a:t>2</a:t>
                </a:r>
                <a:r>
                  <a:rPr lang="en-US" sz="2800" i="0">
                    <a:solidFill>
                      <a:prstClr val="black"/>
                    </a:solidFill>
                    <a:latin typeface="Cambria Math" panose="02040503050406030204" pitchFamily="18" charset="0"/>
                  </a:rPr>
                  <a:t>〗^(</a:t>
                </a:r>
                <a:r>
                  <a:rPr lang="en-US" sz="2800" i="0">
                    <a:solidFill>
                      <a:prstClr val="black"/>
                    </a:solidFill>
                    <a:latin typeface="Cambria Math"/>
                  </a:rPr>
                  <a:t>𝑛</a:t>
                </a:r>
                <a:r>
                  <a:rPr lang="en-US" sz="2800" b="0" i="0">
                    <a:solidFill>
                      <a:prstClr val="black"/>
                    </a:solidFill>
                    <a:latin typeface="Cambria Math" panose="02040503050406030204" pitchFamily="18" charset="0"/>
                  </a:rPr>
                  <a:t>−1)</a:t>
                </a:r>
                <a:r>
                  <a:rPr lang="en-US" sz="2800" dirty="0">
                    <a:solidFill>
                      <a:prstClr val="black"/>
                    </a:solidFill>
                  </a:rPr>
                  <a:t>) that can be represented</a:t>
                </a:r>
              </a:p>
              <a:p>
                <a:endParaRPr lang="en-US" dirty="0"/>
              </a:p>
              <a:p>
                <a:r>
                  <a:rPr lang="en-US" dirty="0"/>
                  <a:t>Overflow may occur when adding 2 operands with the same sign, or subtracting 2 operands with different signs, including: </a:t>
                </a:r>
              </a:p>
              <a:p>
                <a:pPr marL="731520" lvl="1" indent="-457200">
                  <a:buFont typeface="+mj-lt"/>
                  <a:buAutoNum type="arabicPeriod"/>
                </a:pPr>
                <a:r>
                  <a:rPr lang="en-US" dirty="0"/>
                  <a:t>adding two positive numbers</a:t>
                </a:r>
              </a:p>
              <a:p>
                <a:pPr marL="731520" lvl="1" indent="-457200">
                  <a:buFont typeface="+mj-lt"/>
                  <a:buAutoNum type="arabicPeriod"/>
                </a:pPr>
                <a:r>
                  <a:rPr lang="en-US" dirty="0"/>
                  <a:t>adding two negative numbers</a:t>
                </a:r>
              </a:p>
              <a:p>
                <a:pPr marL="731520" lvl="1" indent="-457200">
                  <a:buFont typeface="+mj-lt"/>
                  <a:buAutoNum type="arabicPeriod"/>
                </a:pPr>
                <a:r>
                  <a:rPr lang="en-US" dirty="0"/>
                  <a:t>subtracting a positive number from a negative number</a:t>
                </a:r>
              </a:p>
              <a:p>
                <a:pPr marL="731520" lvl="1" indent="-457200">
                  <a:buFont typeface="+mj-lt"/>
                  <a:buAutoNum type="arabicPeriod"/>
                </a:pPr>
                <a:r>
                  <a:rPr lang="en-US" dirty="0"/>
                  <a:t>subtracting a negative number from a positive number</a:t>
                </a:r>
              </a:p>
              <a:p>
                <a:endParaRPr lang="en-US" dirty="0"/>
              </a:p>
              <a:p>
                <a:r>
                  <a:rPr lang="en-US" dirty="0"/>
                  <a:t>Overflow cannot occur when adding 2 operands with different signs or when subtracting 2 operands with the same sign.</a:t>
                </a:r>
              </a:p>
              <a:p>
                <a:pPr lvl="1"/>
                <a:r>
                  <a:rPr lang="en-US" dirty="0"/>
                  <a:t>Why?</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dirty="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mc:Fallback>
      </mc:AlternateContent>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p:txBody>
      </p:sp>
      <p:sp>
        <p:nvSpPr>
          <p:cNvPr id="4" name="Slide Number Placeholder 3"/>
          <p:cNvSpPr>
            <a:spLocks noGrp="1"/>
          </p:cNvSpPr>
          <p:nvPr>
            <p:ph type="sldNum" sz="quarter" idx="5"/>
          </p:nvPr>
        </p:nvSpPr>
        <p:spPr/>
        <p:txBody>
          <a:bodyPr/>
          <a:lstStyle/>
          <a:p>
            <a:fld id="{2D71AD5F-E36F-46B9-A99B-7B025244359D}" type="slidenum">
              <a:rPr lang="en-US" smtClean="0"/>
              <a:pPr/>
              <a:t>5</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Rn, Op2: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Operand2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Operand2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Operand2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Operand2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Operand2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Operand2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Operand2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Operand2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Rn and Operand2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Operand2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CMP a, b computes a - b and sets flags without keeping the result. </a:t>
            </a:r>
          </a:p>
          <a:p>
            <a:r>
              <a:rPr lang="en-US" dirty="0"/>
              <a:t>For unsigned subtraction, borrow happens when a &lt; b.  ARM encodes “no borrow” (a ≥ b) as C=1, and “borrow” (a &lt; b) as C=0, while Z distinguishes equality. </a:t>
            </a:r>
          </a:p>
          <a:p>
            <a:pPr lvl="1"/>
            <a:r>
              <a:rPr lang="en-US" dirty="0"/>
              <a:t>HI (unsigned higher &gt;): the subtraction needs no borrow, so C=1, and it’s not equal, so Z=0. </a:t>
            </a:r>
          </a:p>
          <a:p>
            <a:pPr lvl="1"/>
            <a:r>
              <a:rPr lang="en-US" dirty="0"/>
              <a:t>HS/CS (higher or same/carry set ≥) : no borrow → C=1; equality allowed.</a:t>
            </a:r>
          </a:p>
          <a:p>
            <a:pPr lvl="1"/>
            <a:r>
              <a:rPr lang="en-US" dirty="0"/>
              <a:t>LO/CC (unsigned lower/carry clear &lt;): subtraction borrows → C=0. </a:t>
            </a:r>
          </a:p>
          <a:p>
            <a:pPr lvl="1"/>
            <a:r>
              <a:rPr lang="en-US" dirty="0"/>
              <a:t>LS (unsigned lower or same ≤): “lower or same” means either borrowed or equal → C=0 or Z=1. </a:t>
            </a:r>
          </a:p>
          <a:p>
            <a:r>
              <a:rPr lang="en-US" dirty="0"/>
              <a:t>For signed subtraction a - b, the sign bit N is correct if a ≥ b (no overflow, V = 0); the sign bit N is incorrect if a &lt; b (overflow, V = 1). </a:t>
            </a:r>
          </a:p>
          <a:p>
            <a:pPr lvl="1"/>
            <a:r>
              <a:rPr lang="en-US" dirty="0"/>
              <a:t>GE (signed greater or equal ≥): N == V. If there’s no overflow (V=0), non‑negative (N=0) means ≥; if there is overflow (V=1), N=1 (incorrect) also indicates the ≥ relation.</a:t>
            </a:r>
          </a:p>
          <a:p>
            <a:pPr lvl="1"/>
            <a:r>
              <a:rPr lang="en-US" dirty="0"/>
              <a:t>LT (signed less than &lt;): N != V. If there’s no overflow (V=0), negative (N=1) means &lt;; if there is overflow (V=1), N=0 (incorrect) also indicates the &lt; relation.</a:t>
            </a:r>
          </a:p>
          <a:p>
            <a:pPr lvl="1"/>
            <a:r>
              <a:rPr lang="en-US" dirty="0"/>
              <a:t>GT (signed greater than &gt;): N==V and Z=0. Strictly greater excludes equality, so combine GE with not equal.</a:t>
            </a:r>
          </a:p>
          <a:p>
            <a:pPr lvl="1"/>
            <a:r>
              <a:rPr lang="en-US" dirty="0"/>
              <a:t>LE (signed less or equal ≤): N != V or Z=1. Either strictly less, or equal.</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15</a:t>
            </a:fld>
            <a:endParaRPr lang="en-US"/>
          </a:p>
        </p:txBody>
      </p:sp>
    </p:spTree>
    <p:extLst>
      <p:ext uri="{BB962C8B-B14F-4D97-AF65-F5344CB8AC3E}">
        <p14:creationId xmlns:p14="http://schemas.microsoft.com/office/powerpoint/2010/main" val="832606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17</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38</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10/7/2025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10/7/2025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10/7/2025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10/7/2025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10/7/2025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10/7/2025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10/7/2025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10/7/2025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10/7/2025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10/7/2025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10/7/2025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1</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2</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4</a:t>
            </a:fld>
            <a:endParaRPr lang="en-US" sz="1400">
              <a:solidFill>
                <a:srgbClr val="EEECE1"/>
              </a:solidFill>
            </a:endParaRPr>
          </a:p>
        </p:txBody>
      </p:sp>
      <p:sp>
        <p:nvSpPr>
          <p:cNvPr id="38917" name="Rectangle 5"/>
          <p:cNvSpPr>
            <a:spLocks noChangeArrowheads="1"/>
          </p:cNvSpPr>
          <p:nvPr/>
        </p:nvSpPr>
        <p:spPr bwMode="auto">
          <a:xfrm>
            <a:off x="838200" y="1009656"/>
            <a:ext cx="10515600" cy="2985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Carry flag C = 1 </a:t>
            </a:r>
            <a:r>
              <a:rPr lang="en-US" sz="2000" dirty="0">
                <a:solidFill>
                  <a:prstClr val="black"/>
                </a:solidFill>
                <a:latin typeface="Gill Sans MT"/>
              </a:rPr>
              <a:t>(Borrow flag = 0) </a:t>
            </a:r>
            <a:r>
              <a:rPr lang="en-US" sz="2000" dirty="0">
                <a:solidFill>
                  <a:prstClr val="black"/>
                </a:solidFill>
                <a:latin typeface="Gill Sans MT"/>
                <a:cs typeface="Times New Roman" pitchFamily="18" charset="0"/>
              </a:rPr>
              <a:t>upon 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cs typeface="Times New Roman" pitchFamily="18" charset="0"/>
              </a:rPr>
              <a:t> addition if the answer is wrong (true result &gt; 2</a:t>
            </a:r>
            <a:r>
              <a:rPr lang="en-US" sz="2000" baseline="30000" dirty="0">
                <a:solidFill>
                  <a:prstClr val="black"/>
                </a:solidFill>
                <a:latin typeface="Gill Sans MT"/>
                <a:cs typeface="Times New Roman" pitchFamily="18" charset="0"/>
              </a:rPr>
              <a:t>n</a:t>
            </a:r>
            <a:r>
              <a:rPr lang="en-US" sz="2000" dirty="0">
                <a:solidFill>
                  <a:prstClr val="black"/>
                </a:solidFill>
                <a:latin typeface="Gill Sans MT"/>
                <a:cs typeface="Times New Roman" pitchFamily="18" charset="0"/>
              </a:rPr>
              <a:t>-1)</a:t>
            </a:r>
          </a:p>
          <a:p>
            <a:r>
              <a:rPr lang="en-US" sz="2000" dirty="0">
                <a:solidFill>
                  <a:prstClr val="black"/>
                </a:solidFill>
                <a:latin typeface="Gill Sans MT"/>
                <a:cs typeface="Times New Roman" pitchFamily="18" charset="0"/>
              </a:rPr>
              <a:t>Carry flag </a:t>
            </a:r>
            <a:r>
              <a:rPr lang="en-US" sz="2000" dirty="0">
                <a:solidFill>
                  <a:prstClr val="black"/>
                </a:solidFill>
                <a:latin typeface="Gill Sans MT"/>
              </a:rPr>
              <a:t>C = 0 (Borrow flag = 1) </a:t>
            </a:r>
            <a:r>
              <a:rPr lang="en-US" sz="2000" dirty="0">
                <a:solidFill>
                  <a:prstClr val="black"/>
                </a:solidFill>
                <a:latin typeface="Gill Sans MT"/>
                <a:cs typeface="Times New Roman" pitchFamily="18" charset="0"/>
              </a:rPr>
              <a:t>upon </a:t>
            </a:r>
            <a:r>
              <a:rPr lang="en-US" sz="2000" dirty="0">
                <a:solidFill>
                  <a:prstClr val="black"/>
                </a:solidFill>
                <a:latin typeface="Gill Sans MT"/>
              </a:rPr>
              <a:t>an </a:t>
            </a:r>
            <a:r>
              <a:rPr lang="en-US" sz="2000" b="1" u="sng" dirty="0">
                <a:solidFill>
                  <a:srgbClr val="800000"/>
                </a:solidFill>
                <a:latin typeface="Gill Sans MT"/>
                <a:cs typeface="Times New Roman" pitchFamily="18" charset="0"/>
              </a:rPr>
              <a:t>unsigned</a:t>
            </a:r>
            <a:r>
              <a:rPr lang="en-US" sz="2000" dirty="0">
                <a:solidFill>
                  <a:prstClr val="black"/>
                </a:solidFill>
                <a:latin typeface="Gill Sans MT"/>
              </a:rPr>
              <a:t> subtraction </a:t>
            </a:r>
            <a:r>
              <a:rPr lang="en-US" sz="2000" dirty="0">
                <a:solidFill>
                  <a:prstClr val="black"/>
                </a:solidFill>
                <a:latin typeface="Gill Sans MT"/>
                <a:cs typeface="Times New Roman" pitchFamily="18" charset="0"/>
              </a:rPr>
              <a:t>if the answer is wrong </a:t>
            </a:r>
            <a:r>
              <a:rPr lang="en-US" sz="2000" dirty="0">
                <a:solidFill>
                  <a:prstClr val="black"/>
                </a:solidFill>
                <a:latin typeface="Gill Sans MT"/>
              </a:rPr>
              <a:t> (</a:t>
            </a:r>
            <a:r>
              <a:rPr lang="en-US" sz="2000" dirty="0">
                <a:solidFill>
                  <a:prstClr val="black"/>
                </a:solidFill>
                <a:latin typeface="Gill Sans MT"/>
                <a:cs typeface="Times New Roman" pitchFamily="18" charset="0"/>
              </a:rPr>
              <a:t>true result &lt; 0)</a:t>
            </a:r>
            <a:endParaRPr lang="en-US" sz="800" dirty="0">
              <a:solidFill>
                <a:prstClr val="black"/>
              </a:solidFill>
              <a:latin typeface="Gill Sans MT"/>
            </a:endParaRPr>
          </a:p>
          <a:p>
            <a:pPr>
              <a:defRPr/>
            </a:pPr>
            <a:r>
              <a:rPr lang="en-US" sz="2000" dirty="0">
                <a:solidFill>
                  <a:prstClr val="black"/>
                </a:solidFill>
                <a:latin typeface="Gill Sans MT"/>
                <a:cs typeface="Times New Roman" pitchFamily="18" charset="0"/>
              </a:rPr>
              <a:t>Overflow flag V =1 upon a </a:t>
            </a:r>
            <a:r>
              <a:rPr lang="en-US" sz="2000" b="1" u="sng" dirty="0">
                <a:solidFill>
                  <a:srgbClr val="800000"/>
                </a:solidFill>
                <a:latin typeface="Gill Sans MT"/>
                <a:cs typeface="Times New Roman" pitchFamily="18" charset="0"/>
              </a:rPr>
              <a:t>signed</a:t>
            </a:r>
            <a:r>
              <a:rPr lang="en-US" sz="2000" dirty="0">
                <a:solidFill>
                  <a:prstClr val="black"/>
                </a:solidFill>
                <a:latin typeface="Gill Sans MT"/>
                <a:cs typeface="Times New Roman" pitchFamily="18" charset="0"/>
              </a:rPr>
              <a:t> addition or subtraction if the answer is wrong (true result &gt; 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sz="2000" dirty="0">
                <a:solidFill>
                  <a:prstClr val="black"/>
                </a:solidFill>
                <a:latin typeface="Gill Sans MT"/>
                <a:cs typeface="Times New Roman" pitchFamily="18" charset="0"/>
              </a:rPr>
              <a:t>-1 </a:t>
            </a:r>
            <a:r>
              <a:rPr lang="en-US" altLang="zh-CN" sz="2000" dirty="0">
                <a:solidFill>
                  <a:prstClr val="black"/>
                </a:solidFill>
                <a:latin typeface="Gill Sans MT"/>
                <a:cs typeface="Times New Roman" pitchFamily="18" charset="0"/>
              </a:rPr>
              <a:t>or true result &lt; -</a:t>
            </a:r>
            <a:r>
              <a:rPr lang="en-US" sz="2000" dirty="0">
                <a:solidFill>
                  <a:prstClr val="black"/>
                </a:solidFill>
                <a:latin typeface="Gill Sans MT"/>
                <a:cs typeface="Times New Roman" pitchFamily="18" charset="0"/>
              </a:rPr>
              <a:t>2</a:t>
            </a:r>
            <a:r>
              <a:rPr lang="en-US" sz="2000" baseline="30000" dirty="0">
                <a:solidFill>
                  <a:prstClr val="black"/>
                </a:solidFill>
                <a:latin typeface="Gill Sans MT"/>
                <a:cs typeface="Times New Roman" pitchFamily="18" charset="0"/>
              </a:rPr>
              <a:t>n</a:t>
            </a:r>
            <a:r>
              <a:rPr lang="en-US" altLang="zh-CN" sz="2000" baseline="30000" dirty="0">
                <a:solidFill>
                  <a:prstClr val="black"/>
                </a:solidFill>
                <a:latin typeface="Gill Sans MT"/>
                <a:cs typeface="Times New Roman" pitchFamily="18" charset="0"/>
              </a:rPr>
              <a:t>-1</a:t>
            </a:r>
            <a:r>
              <a:rPr lang="en-US" altLang="zh-CN" sz="2000" dirty="0">
                <a:solidFill>
                  <a:prstClr val="black"/>
                </a:solidFill>
                <a:latin typeface="Gill Sans MT"/>
                <a:cs typeface="Times New Roman" pitchFamily="18" charset="0"/>
              </a:rPr>
              <a:t>)</a:t>
            </a:r>
          </a:p>
          <a:p>
            <a:pPr>
              <a:defRPr/>
            </a:pPr>
            <a:r>
              <a:rPr lang="en-US" sz="2000" dirty="0">
                <a:solidFill>
                  <a:prstClr val="black"/>
                </a:solidFill>
                <a:cs typeface="Times New Roman" pitchFamily="18" charset="0"/>
              </a:rPr>
              <a:t>Overflow may occur when adding 2 operands with the same sign, or subtracting 2 operands with different signs; Overflow cannot occur when adding 2 operands with different signs or when subtracting 2 operands with the same sign.</a:t>
            </a:r>
            <a:endParaRPr lang="en-US" sz="2000"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nvGraphicFramePr>
        <p:xfrm>
          <a:off x="1875312" y="3930022"/>
          <a:ext cx="8594812" cy="2775578"/>
        </p:xfrm>
        <a:graphic>
          <a:graphicData uri="http://schemas.openxmlformats.org/drawingml/2006/table">
            <a:tbl>
              <a:tblPr firstRow="1" firstCol="1" bandRow="1">
                <a:tableStyleId>{5C22544A-7EE6-4342-B048-85BDC9FD1C3A}</a:tableStyleId>
              </a:tblPr>
              <a:tblGrid>
                <a:gridCol w="1865256">
                  <a:extLst>
                    <a:ext uri="{9D8B030D-6E8A-4147-A177-3AD203B41FA5}">
                      <a16:colId xmlns:a16="http://schemas.microsoft.com/office/drawing/2014/main" val="3449689791"/>
                    </a:ext>
                  </a:extLst>
                </a:gridCol>
                <a:gridCol w="2236219">
                  <a:extLst>
                    <a:ext uri="{9D8B030D-6E8A-4147-A177-3AD203B41FA5}">
                      <a16:colId xmlns:a16="http://schemas.microsoft.com/office/drawing/2014/main" val="2443800576"/>
                    </a:ext>
                  </a:extLst>
                </a:gridCol>
                <a:gridCol w="2116049">
                  <a:extLst>
                    <a:ext uri="{9D8B030D-6E8A-4147-A177-3AD203B41FA5}">
                      <a16:colId xmlns:a16="http://schemas.microsoft.com/office/drawing/2014/main" val="1711257944"/>
                    </a:ext>
                  </a:extLst>
                </a:gridCol>
                <a:gridCol w="2377288">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kumimoji="0" lang="en-US" sz="1800" b="0" kern="1200" dirty="0">
                          <a:solidFill>
                            <a:schemeClr val="tx1"/>
                          </a:solidFill>
                          <a:effectLst/>
                          <a:latin typeface="+mn-lt"/>
                          <a:ea typeface="+mn-ea"/>
                          <a:cs typeface="+mn-cs"/>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N/A</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kumimoji="0" lang="en-US" sz="1800" b="0" kern="1200" dirty="0">
                          <a:solidFill>
                            <a:schemeClr val="tx1"/>
                          </a:solidFill>
                          <a:effectLst/>
                          <a:latin typeface="+mn-lt"/>
                          <a:ea typeface="+mn-ea"/>
                          <a:cs typeface="+mn-cs"/>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934359" y="493261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925359" y="492361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494879" y="493261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485879" y="492361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
        <p:nvSpPr>
          <p:cNvPr id="4" name="Slide Number Placeholder 2">
            <a:extLst>
              <a:ext uri="{FF2B5EF4-FFF2-40B4-BE49-F238E27FC236}">
                <a16:creationId xmlns:a16="http://schemas.microsoft.com/office/drawing/2014/main" id="{3666F114-4345-426E-8C76-29F4A48DFE0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4</a:t>
            </a:fld>
            <a:endParaRPr kumimoji="0" lang="en-US" dirty="0"/>
          </a:p>
        </p:txBody>
      </p:sp>
    </p:spTree>
    <p:extLst>
      <p:ext uri="{BB962C8B-B14F-4D97-AF65-F5344CB8AC3E}">
        <p14:creationId xmlns:p14="http://schemas.microsoft.com/office/powerpoint/2010/main" val="83737189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p:cNvSpPr>
            <a:spLocks noGrp="1"/>
          </p:cNvSpPr>
          <p:nvPr>
            <p:ph sz="quarter" idx="1"/>
          </p:nvPr>
        </p:nvSpPr>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graphicFrame>
        <p:nvGraphicFramePr>
          <p:cNvPr id="5" name="Table 4"/>
          <p:cNvGraphicFramePr>
            <a:graphicFrameLocks noGrp="1"/>
          </p:cNvGraphicFramePr>
          <p:nvPr>
            <p:extLst>
              <p:ext uri="{D42A27DB-BD31-4B8C-83A1-F6EECF244321}">
                <p14:modId xmlns:p14="http://schemas.microsoft.com/office/powerpoint/2010/main" val="541216042"/>
              </p:ext>
            </p:extLst>
          </p:nvPr>
        </p:nvGraphicFramePr>
        <p:xfrm>
          <a:off x="3851867" y="4210947"/>
          <a:ext cx="4488265"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Description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TEQ</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3"/>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80559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Rn – Op2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Rn + Op2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Rn &amp; Op2: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Rn</a:t>
            </a:r>
            <a:r>
              <a:rPr lang="en-US" altLang="zh-TW" sz="1600" dirty="0">
                <a:latin typeface="Consolas" panose="020B0609020204030204" pitchFamily="49" charset="0"/>
                <a:cs typeface="Consolas" panose="020B0609020204030204" pitchFamily="49" charset="0"/>
              </a:rPr>
              <a:t> ^ Op2: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1029720561"/>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TEQ</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3"/>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Rn</a:t>
                      </a:r>
                      <a:r>
                        <a:rPr lang="en-US" sz="1800" dirty="0">
                          <a:effectLst/>
                          <a:latin typeface="Consolas" panose="020B0609020204030204" pitchFamily="49" charset="0"/>
                        </a:rPr>
                        <a:t>, Op2</a:t>
                      </a:r>
                      <a:endParaRPr lang="en-US" sz="1800" dirty="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6</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
        <p:nvSpPr>
          <p:cNvPr id="5" name="Rectangle 4"/>
          <p:cNvSpPr/>
          <p:nvPr/>
        </p:nvSpPr>
        <p:spPr>
          <a:xfrm>
            <a:off x="2819400" y="2286000"/>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105400" y="1524000"/>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105400" y="1524000"/>
                <a:ext cx="2057400" cy="523220"/>
              </a:xfrm>
              <a:prstGeom prst="rect">
                <a:avLst/>
              </a:prstGeom>
              <a:blipFill>
                <a:blip r:embed="rId3"/>
                <a:stretch>
                  <a:fillRect b="-1904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743199" y="5776516"/>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Rn, Operand2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Rn, Operand2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Operand2 (w/ shifting)</a:t>
                </a:r>
              </a:p>
              <a:p>
                <a:r>
                  <a:rPr lang="en-US" sz="2000" dirty="0"/>
                  <a:t>Do not affect V</a:t>
                </a:r>
              </a:p>
              <a:p>
                <a:r>
                  <a:rPr lang="en-US" sz="2000" dirty="0"/>
                  <a:t>TST performs </a:t>
                </a:r>
                <a:r>
                  <a:rPr lang="en-US" sz="2000" dirty="0">
                    <a:solidFill>
                      <a:srgbClr val="FF0000"/>
                    </a:solidFill>
                  </a:rPr>
                  <a:t>bitwise AND </a:t>
                </a:r>
                <a:r>
                  <a:rPr lang="en-US" sz="2000" dirty="0"/>
                  <a:t>on Rn and Operand2.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Operand2 as a mask; Z=0 implies “some masked bit(s) are set, so result is non-zero” Z=1 implies “none of the masked bit(s) are set, so result is zero.” For a single-bit mask, Z=0 means “that bit in Rn is 1,” and Z=1 means “that bit is 0.”</a:t>
                </a:r>
              </a:p>
              <a:p>
                <a:r>
                  <a:rPr lang="en-US" sz="2000" dirty="0"/>
                  <a:t> TEQ performs </a:t>
                </a:r>
                <a:r>
                  <a:rPr lang="en-US" sz="2000" dirty="0">
                    <a:solidFill>
                      <a:srgbClr val="FF0000"/>
                    </a:solidFill>
                  </a:rPr>
                  <a:t>bitwise Exclusive OR </a:t>
                </a:r>
                <a:r>
                  <a:rPr lang="en-US" sz="2000" dirty="0"/>
                  <a:t>on Rn and Operand2.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Rn and Operand2 are equal, then </a:t>
                </a:r>
                <a14:m>
                  <m:oMath xmlns:m="http://schemas.openxmlformats.org/officeDocument/2006/math">
                    <m:r>
                      <a:rPr lang="en-US" sz="1800">
                        <a:latin typeface="Cambria Math" panose="02040503050406030204" pitchFamily="18" charset="0"/>
                      </a:rPr>
                      <m:t>𝑅𝑛</m:t>
                    </m:r>
                    <m:r>
                      <a:rPr lang="en-US" sz="1800">
                        <a:latin typeface="Cambria Math" panose="02040503050406030204" pitchFamily="18" charset="0"/>
                      </a:rPr>
                      <m:t>⊕</m:t>
                    </m:r>
                    <m:r>
                      <a:rPr lang="en-US" sz="1800">
                        <a:latin typeface="Cambria Math" panose="02040503050406030204" pitchFamily="18" charset="0"/>
                      </a:rPr>
                      <m:t>𝑂𝑝𝑒𝑟𝑎𝑛𝑑</m:t>
                    </m:r>
                    <m:r>
                      <a:rPr lang="en-US" sz="1800">
                        <a:latin typeface="Cambria Math" panose="02040503050406030204" pitchFamily="18" charset="0"/>
                      </a:rPr>
                      <m:t>2</m:t>
                    </m:r>
                  </m:oMath>
                </a14:m>
                <a:r>
                  <a:rPr lang="en-US" sz="1800" dirty="0"/>
                  <a:t> is zero, and Z is set to 1; otherwise Z is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mc:AlternateContent xmlns:mc="http://schemas.openxmlformats.org/markup-compatibility/2006" xmlns:a14="http://schemas.microsoft.com/office/drawing/2010/main">
        <mc:Choice Requires="a14">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a:t>
                </a:r>
                <a14:m>
                  <m:oMath xmlns:m="http://schemas.openxmlformats.org/officeDocument/2006/math">
                    <m:r>
                      <a:rPr lang="en-US" i="1">
                        <a:latin typeface="Cambria Math" panose="02040503050406030204" pitchFamily="18" charset="0"/>
                      </a:rPr>
                      <m:t>𝑟</m:t>
                    </m:r>
                    <m:r>
                      <a:rPr lang="en-US">
                        <a:latin typeface="Cambria Math" panose="02040503050406030204" pitchFamily="18" charset="0"/>
                      </a:rPr>
                      <m:t>0</m:t>
                    </m:r>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oMath>
                </a14:m>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Z=1 after the tests, meaning char matched either ‘!’ or ‘?’.</a:t>
                </a:r>
              </a:p>
              <a:p>
                <a:endParaRPr lang="en-US" dirty="0"/>
              </a:p>
            </p:txBody>
          </p:sp>
        </mc:Choice>
        <mc:Fallback xmlns="">
          <p:sp>
            <p:nvSpPr>
              <p:cNvPr id="6" name="Content Placeholder 3">
                <a:extLst>
                  <a:ext uri="{FF2B5EF4-FFF2-40B4-BE49-F238E27FC236}">
                    <a16:creationId xmlns:a16="http://schemas.microsoft.com/office/drawing/2014/main" id="{E5FFFCF9-37E2-4F46-BF73-3BA72A325AB2}"/>
                  </a:ext>
                </a:extLst>
              </p:cNvPr>
              <p:cNvSpPr txBox="1">
                <a:spLocks noRot="1" noChangeAspect="1" noMove="1" noResize="1" noEditPoints="1" noAdjustHandles="1" noChangeArrowheads="1" noChangeShapeType="1" noTextEdit="1"/>
              </p:cNvSpPr>
              <p:nvPr/>
            </p:nvSpPr>
            <p:spPr>
              <a:xfrm>
                <a:off x="990600" y="3200400"/>
                <a:ext cx="10210800" cy="3281640"/>
              </a:xfrm>
              <a:prstGeom prst="rect">
                <a:avLst/>
              </a:prstGeom>
              <a:blipFill>
                <a:blip r:embed="rId2"/>
                <a:stretch>
                  <a:fillRect l="-239" t="-2788" r="-597"/>
                </a:stretch>
              </a:blipFill>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1083452584"/>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just">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10</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2406667574"/>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helps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12</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extLst>
              <p:ext uri="{D42A27DB-BD31-4B8C-83A1-F6EECF244321}">
                <p14:modId xmlns:p14="http://schemas.microsoft.com/office/powerpoint/2010/main" val="217241857"/>
              </p:ext>
            </p:extLst>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extLst>
              <p:ext uri="{D42A27DB-BD31-4B8C-83A1-F6EECF244321}">
                <p14:modId xmlns:p14="http://schemas.microsoft.com/office/powerpoint/2010/main" val="1554878028"/>
              </p:ext>
            </p:extLst>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960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13</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307188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14</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7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3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37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38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38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38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38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38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38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438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38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38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43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74" grpId="0" animBg="1"/>
      <p:bldP spid="14375" grpId="0" animBg="1"/>
      <p:bldP spid="14376" grpId="0" animBg="1"/>
      <p:bldP spid="14379" grpId="0" animBg="1"/>
      <p:bldP spid="14380" grpId="0" animBg="1"/>
      <p:bldP spid="14381" grpId="0" animBg="1"/>
      <p:bldP spid="14382" grpId="0" animBg="1"/>
      <p:bldP spid="14383" grpId="0" animBg="1"/>
      <p:bldP spid="14384" grpId="0" animBg="1"/>
      <p:bldP spid="14385" grpId="0" animBg="1"/>
      <p:bldP spid="14386" grpId="0" animBg="1"/>
      <p:bldP spid="14387" grpId="0" animBg="1"/>
      <p:bldP spid="14388" grpId="0" animBg="1"/>
      <p:bldP spid="1438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Signed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2067858"/>
              </p:ext>
            </p:extLst>
          </p:nvPr>
        </p:nvGraphicFramePr>
        <p:xfrm>
          <a:off x="1676401" y="1865532"/>
          <a:ext cx="8763002" cy="3651349"/>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nchor="ctr" anchorCtr="1"/>
                </a:tc>
                <a:tc>
                  <a:txBody>
                    <a:bodyPr/>
                    <a:lstStyle/>
                    <a:p>
                      <a:pPr algn="ctr"/>
                      <a:r>
                        <a:rPr lang="en-US" dirty="0">
                          <a:latin typeface="Consolas" panose="020B0609020204030204" pitchFamily="49" charset="0"/>
                          <a:cs typeface="Consolas" panose="020B0609020204030204" pitchFamily="49" charset="0"/>
                        </a:rPr>
                        <a:t> N = 0</a:t>
                      </a:r>
                    </a:p>
                  </a:txBody>
                  <a:tcPr anchor="ctr" anchorCtr="1"/>
                </a:tc>
                <a:tc>
                  <a:txBody>
                    <a:bodyPr/>
                    <a:lstStyle/>
                    <a:p>
                      <a:pPr algn="ctr"/>
                      <a:r>
                        <a:rPr lang="en-US"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dirty="0"/>
                        <a:t>No</a:t>
                      </a:r>
                      <a:r>
                        <a:rPr lang="en-US" baseline="0" dirty="0"/>
                        <a:t> overflow, implying the result is correct. </a:t>
                      </a:r>
                    </a:p>
                    <a:p>
                      <a:pPr marL="285750" indent="-285750">
                        <a:buFont typeface="Arial" pitchFamily="34" charset="0"/>
                        <a:buChar char="•"/>
                      </a:pPr>
                      <a:r>
                        <a:rPr lang="en-US" baseline="0" dirty="0"/>
                        <a:t>The result is non-negative, </a:t>
                      </a:r>
                    </a:p>
                    <a:p>
                      <a:pPr marL="285750" indent="-285750">
                        <a:buFont typeface="Arial" pitchFamily="34" charset="0"/>
                        <a:buChar char="•"/>
                      </a:pPr>
                      <a:r>
                        <a:rPr lang="en-US" baseline="0" dirty="0"/>
                        <a:t>Thus </a:t>
                      </a:r>
                      <a:r>
                        <a:rPr lang="en-US" baseline="0" dirty="0">
                          <a:latin typeface="Consolas" panose="020B0609020204030204" pitchFamily="49" charset="0"/>
                        </a:rPr>
                        <a:t>r0 – r1 ≥ 0</a:t>
                      </a:r>
                      <a:r>
                        <a:rPr lang="en-US" baseline="0" dirty="0"/>
                        <a:t>, i.e., </a:t>
                      </a:r>
                      <a:r>
                        <a:rPr lang="en-US" baseline="0" dirty="0">
                          <a:latin typeface="Consolas" panose="020B0609020204030204" pitchFamily="49" charset="0"/>
                        </a:rPr>
                        <a:t>r0 ≥ r1</a:t>
                      </a:r>
                      <a:endParaRPr lang="en-US"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dirty="0"/>
                        <a:t>No overflow, implying the result is correct.</a:t>
                      </a:r>
                    </a:p>
                    <a:p>
                      <a:pPr marL="285750" indent="-285750">
                        <a:buFont typeface="Arial" pitchFamily="34" charset="0"/>
                        <a:buChar char="•"/>
                      </a:pPr>
                      <a:r>
                        <a:rPr lang="en-US" dirty="0"/>
                        <a:t>The</a:t>
                      </a:r>
                      <a:r>
                        <a:rPr lang="en-US" baseline="0" dirty="0"/>
                        <a:t> result is</a:t>
                      </a:r>
                      <a:r>
                        <a:rPr lang="en-US" dirty="0"/>
                        <a:t> negative</a:t>
                      </a:r>
                      <a:r>
                        <a:rPr lang="en-US" baseline="0" dirty="0"/>
                        <a:t>.</a:t>
                      </a:r>
                    </a:p>
                    <a:p>
                      <a:pPr marL="285750" indent="-285750">
                        <a:buFont typeface="Arial" pitchFamily="34" charset="0"/>
                        <a:buChar char="•"/>
                      </a:pPr>
                      <a:r>
                        <a:rPr lang="en-US" baseline="0" dirty="0"/>
                        <a:t>Thus </a:t>
                      </a:r>
                      <a:r>
                        <a:rPr lang="en-US" baseline="0" dirty="0">
                          <a:latin typeface="Consolas" panose="020B0609020204030204" pitchFamily="49" charset="0"/>
                        </a:rPr>
                        <a:t>r0 – r1 &lt; 0</a:t>
                      </a:r>
                      <a:r>
                        <a:rPr lang="en-US" baseline="0" dirty="0"/>
                        <a:t>, i.e., </a:t>
                      </a:r>
                      <a:r>
                        <a:rPr lang="en-US" baseline="0" dirty="0">
                          <a:latin typeface="Consolas" panose="020B0609020204030204" pitchFamily="49" charset="0"/>
                        </a:rPr>
                        <a:t>r0 &lt; r1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dirty="0"/>
                        <a:t>O</a:t>
                      </a:r>
                      <a:r>
                        <a:rPr lang="en-US" baseline="0" dirty="0"/>
                        <a:t>verflow occurs, implying the result is incorrect.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The result is mistakenly reported as non-negative and in fact it should be negative.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Thus </a:t>
                      </a:r>
                      <a:r>
                        <a:rPr lang="en-US" baseline="0" dirty="0">
                          <a:latin typeface="Consolas" panose="020B0609020204030204" pitchFamily="49" charset="0"/>
                        </a:rPr>
                        <a:t>r0 – r1 &lt; 0 </a:t>
                      </a:r>
                      <a:r>
                        <a:rPr lang="en-US" baseline="0" dirty="0"/>
                        <a:t>in reality, i.e., </a:t>
                      </a:r>
                      <a:r>
                        <a:rPr lang="en-US" baseline="0" dirty="0">
                          <a:latin typeface="Consolas" panose="020B0609020204030204" pitchFamily="49" charset="0"/>
                        </a:rPr>
                        <a:t>r0 &lt; r1</a:t>
                      </a:r>
                      <a:endParaRPr lang="en-US"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dirty="0"/>
                        <a:t>O</a:t>
                      </a:r>
                      <a:r>
                        <a:rPr lang="en-US" baseline="0" dirty="0"/>
                        <a:t>verflow occurs, implying the result is incorrect.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The result is mistakenly reported as negative and in fact it should be non-negative.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Thus </a:t>
                      </a:r>
                      <a:r>
                        <a:rPr lang="en-US" baseline="0" dirty="0">
                          <a:latin typeface="Consolas" panose="020B0609020204030204" pitchFamily="49" charset="0"/>
                        </a:rPr>
                        <a:t>r0 – r1 ≥ 0 </a:t>
                      </a:r>
                      <a:r>
                        <a:rPr lang="en-US" baseline="0" dirty="0"/>
                        <a:t>in reality., i.e.  </a:t>
                      </a:r>
                      <a:r>
                        <a:rPr lang="en-US" baseline="0" dirty="0">
                          <a:latin typeface="Consolas" panose="020B0609020204030204" pitchFamily="49" charset="0"/>
                        </a:rPr>
                        <a:t>r0 ≥ r1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p:cNvSpPr txBox="1"/>
          <p:nvPr/>
        </p:nvSpPr>
        <p:spPr>
          <a:xfrm>
            <a:off x="2057400" y="1219201"/>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7" name="TextBox 6"/>
          <p:cNvSpPr txBox="1"/>
          <p:nvPr/>
        </p:nvSpPr>
        <p:spPr>
          <a:xfrm>
            <a:off x="2057400" y="5539026"/>
            <a:ext cx="6400800" cy="861774"/>
          </a:xfrm>
          <a:prstGeom prst="rect">
            <a:avLst/>
          </a:prstGeom>
          <a:no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2035247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Signed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92008835"/>
              </p:ext>
            </p:extLst>
          </p:nvPr>
        </p:nvGraphicFramePr>
        <p:xfrm>
          <a:off x="1676401" y="1865531"/>
          <a:ext cx="8763002" cy="3639226"/>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tc>
                <a:tc>
                  <a:txBody>
                    <a:bodyPr/>
                    <a:lstStyle/>
                    <a:p>
                      <a:pPr algn="ctr"/>
                      <a:r>
                        <a:rPr lang="en-US" dirty="0">
                          <a:latin typeface="Consolas" panose="020B0609020204030204" pitchFamily="49" charset="0"/>
                          <a:cs typeface="Consolas" panose="020B0609020204030204" pitchFamily="49" charset="0"/>
                        </a:rPr>
                        <a:t> N = 0</a:t>
                      </a:r>
                    </a:p>
                  </a:txBody>
                  <a:tcPr/>
                </a:tc>
                <a:tc>
                  <a:txBody>
                    <a:bodyPr/>
                    <a:lstStyle/>
                    <a:p>
                      <a:pPr algn="ctr"/>
                      <a:r>
                        <a:rPr lang="en-US" dirty="0">
                          <a:latin typeface="Consolas" panose="020B0609020204030204" pitchFamily="49" charset="0"/>
                          <a:cs typeface="Consolas" panose="020B0609020204030204" pitchFamily="49" charset="0"/>
                        </a:rPr>
                        <a:t> N = 1</a:t>
                      </a:r>
                    </a:p>
                  </a:txBody>
                  <a:tcPr/>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0" indent="0" algn="ctr">
                        <a:buFont typeface="Arial" pitchFamily="34" charset="0"/>
                        <a:buNone/>
                      </a:pPr>
                      <a:r>
                        <a:rPr lang="en-US" baseline="0" dirty="0">
                          <a:latin typeface="Consolas" panose="020B0609020204030204" pitchFamily="49" charset="0"/>
                        </a:rPr>
                        <a:t>r0 ≥ r1</a:t>
                      </a:r>
                    </a:p>
                    <a:p>
                      <a:pPr marL="0" indent="0" algn="ctr">
                        <a:buFont typeface="Arial" pitchFamily="34" charset="0"/>
                        <a:buNone/>
                      </a:pPr>
                      <a:r>
                        <a:rPr lang="en-US" baseline="0" dirty="0">
                          <a:latin typeface="Consolas" panose="020B0609020204030204" pitchFamily="49" charset="0"/>
                          <a:cs typeface="Times New Roman" pitchFamily="18" charset="0"/>
                        </a:rPr>
                        <a:t>CMP returns 1</a:t>
                      </a:r>
                      <a:endParaRPr lang="en-US" dirty="0">
                        <a:latin typeface="Consolas" panose="020B0609020204030204" pitchFamily="49" charset="0"/>
                        <a:cs typeface="Times New Roman" pitchFamily="18" charset="0"/>
                      </a:endParaRPr>
                    </a:p>
                  </a:txBody>
                  <a:tcPr anchor="ctr" anchorCtr="1"/>
                </a:tc>
                <a:tc>
                  <a:txBody>
                    <a:bodyPr/>
                    <a:lstStyle/>
                    <a:p>
                      <a:pPr marL="0" indent="0" algn="ctr">
                        <a:buFont typeface="Arial" pitchFamily="34" charset="0"/>
                        <a:buNone/>
                      </a:pPr>
                      <a:r>
                        <a:rPr lang="en-US" baseline="0" dirty="0">
                          <a:latin typeface="Consolas" panose="020B0609020204030204" pitchFamily="49" charset="0"/>
                        </a:rPr>
                        <a:t>r0 &lt;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0</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0" marR="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rPr>
                        <a:t>r0 &lt;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0</a:t>
                      </a:r>
                      <a:endParaRPr lang="en-US" dirty="0">
                        <a:latin typeface="Consolas" panose="020B0609020204030204" pitchFamily="49" charset="0"/>
                        <a:cs typeface="Times New Roman" pitchFamily="18" charset="0"/>
                      </a:endParaRPr>
                    </a:p>
                  </a:txBody>
                  <a:tcPr anchor="ctr" anchorCtr="1"/>
                </a:tc>
                <a:tc>
                  <a:txBody>
                    <a:bodyPr/>
                    <a:lstStyle/>
                    <a:p>
                      <a:pPr marL="0" marR="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rPr>
                        <a:t>r0 ≥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p:cNvSpPr txBox="1"/>
          <p:nvPr/>
        </p:nvSpPr>
        <p:spPr>
          <a:xfrm>
            <a:off x="2057400" y="1219201"/>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7" name="TextBox 6"/>
          <p:cNvSpPr txBox="1"/>
          <p:nvPr/>
        </p:nvSpPr>
        <p:spPr>
          <a:xfrm>
            <a:off x="2057400" y="5539026"/>
            <a:ext cx="6400800" cy="861774"/>
          </a:xfrm>
          <a:prstGeom prst="rect">
            <a:avLst/>
          </a:prstGeom>
          <a:no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20515715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2509547261"/>
              </p:ext>
            </p:extLst>
          </p:nvPr>
        </p:nvGraphicFramePr>
        <p:xfrm>
          <a:off x="1600200" y="1751398"/>
          <a:ext cx="8763002" cy="4114800"/>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nchor="ctr" anchorCtr="1"/>
                </a:tc>
                <a:tc>
                  <a:txBody>
                    <a:bodyPr/>
                    <a:lstStyle/>
                    <a:p>
                      <a:pPr algn="ctr"/>
                      <a:r>
                        <a:rPr lang="en-US" dirty="0">
                          <a:latin typeface="Consolas" panose="020B0609020204030204" pitchFamily="49" charset="0"/>
                          <a:cs typeface="Consolas" panose="020B0609020204030204" pitchFamily="49" charset="0"/>
                        </a:rPr>
                        <a:t> N = 0</a:t>
                      </a:r>
                    </a:p>
                  </a:txBody>
                  <a:tcPr anchor="ctr" anchorCtr="1"/>
                </a:tc>
                <a:tc>
                  <a:txBody>
                    <a:bodyPr/>
                    <a:lstStyle/>
                    <a:p>
                      <a:pPr algn="ctr"/>
                      <a:r>
                        <a:rPr lang="en-US"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dirty="0"/>
                        <a:t>r0 = +7 (00111)</a:t>
                      </a:r>
                    </a:p>
                    <a:p>
                      <a:pPr marL="285750" indent="-285750">
                        <a:buFont typeface="Arial" pitchFamily="34" charset="0"/>
                        <a:buChar char="•"/>
                      </a:pPr>
                      <a:r>
                        <a:rPr lang="en-US" dirty="0"/>
                        <a:t>r1 = +3 (00011) </a:t>
                      </a:r>
                    </a:p>
                    <a:p>
                      <a:pPr marL="285750" indent="-285750">
                        <a:buFont typeface="Arial" pitchFamily="34" charset="0"/>
                        <a:buChar char="•"/>
                      </a:pPr>
                      <a:r>
                        <a:rPr lang="en-US" dirty="0"/>
                        <a:t>r0 − r1 = +4 (00100); </a:t>
                      </a:r>
                    </a:p>
                    <a:p>
                      <a:pPr marL="285750" indent="-285750">
                        <a:buFont typeface="Arial" pitchFamily="34" charset="0"/>
                        <a:buChar char="•"/>
                      </a:pPr>
                      <a:r>
                        <a:rPr lang="en-US" dirty="0"/>
                        <a:t>result non‑negative and no signed overflow, so N=0, V=0 ⇒ GE holds</a:t>
                      </a:r>
                    </a:p>
                    <a:p>
                      <a:pPr marL="285750" indent="-285750">
                        <a:buFont typeface="Arial" pitchFamily="34" charset="0"/>
                        <a:buChar char="•"/>
                      </a:pPr>
                      <a:endParaRPr lang="en-US"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dirty="0"/>
                        <a:t>r0 = +3 (00011)</a:t>
                      </a:r>
                    </a:p>
                    <a:p>
                      <a:pPr marL="285750" indent="-285750">
                        <a:buFont typeface="Arial" pitchFamily="34" charset="0"/>
                        <a:buChar char="•"/>
                      </a:pPr>
                      <a:r>
                        <a:rPr lang="en-US" dirty="0"/>
                        <a:t>r1 = +7 (00111)</a:t>
                      </a:r>
                    </a:p>
                    <a:p>
                      <a:pPr marL="285750" indent="-285750">
                        <a:buFont typeface="Arial" pitchFamily="34" charset="0"/>
                        <a:buChar char="•"/>
                      </a:pPr>
                      <a:r>
                        <a:rPr lang="en-US" dirty="0"/>
                        <a:t>r0 − r1 = −4 (11100)</a:t>
                      </a:r>
                    </a:p>
                    <a:p>
                      <a:pPr marL="285750" indent="-285750">
                        <a:buFont typeface="Arial" pitchFamily="34" charset="0"/>
                        <a:buChar char="•"/>
                      </a:pPr>
                      <a:r>
                        <a:rPr lang="en-US" dirty="0"/>
                        <a:t>result negative with no overflow, so N=1, V=0 ⇒ LT holds</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r1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r1 = −17, outside range  [−16,+15]; result is 00111 (decimal 7), whose sign bit is 0 so N=0, but signed overflow occurs so V=1 </a:t>
                      </a:r>
                      <a:r>
                        <a:rPr lang="en-US" dirty="0"/>
                        <a:t>⇒ LT holds</a:t>
                      </a:r>
                      <a:r>
                        <a:rPr lang="en-US" baseline="0" dirty="0"/>
                        <a:t> </a:t>
                      </a:r>
                      <a:endParaRPr lang="en-US"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r1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r1 = +17, outside range [−16,+15]; result is 10001 (decimal −15), whose sign bit is 1 so N=1, but signed overflow occurs so V=1 </a:t>
                      </a:r>
                      <a:r>
                        <a:rPr lang="en-US" dirty="0"/>
                        <a:t>⇒ GE holds</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E638046-5BA3-A3CF-AF2C-C5DE1F3D39B8}"/>
              </a:ext>
            </a:extLst>
          </p:cNvPr>
          <p:cNvSpPr txBox="1"/>
          <p:nvPr/>
        </p:nvSpPr>
        <p:spPr>
          <a:xfrm>
            <a:off x="1981199" y="1105068"/>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4" name="TextBox 3">
            <a:extLst>
              <a:ext uri="{FF2B5EF4-FFF2-40B4-BE49-F238E27FC236}">
                <a16:creationId xmlns:a16="http://schemas.microsoft.com/office/drawing/2014/main" id="{322021C4-48B0-785F-37E1-344B4B93A676}"/>
              </a:ext>
            </a:extLst>
          </p:cNvPr>
          <p:cNvSpPr txBox="1"/>
          <p:nvPr/>
        </p:nvSpPr>
        <p:spPr>
          <a:xfrm>
            <a:off x="1858106" y="5866198"/>
            <a:ext cx="6400800" cy="861774"/>
          </a:xfrm>
          <a:prstGeom prst="rect">
            <a:avLst/>
          </a:prstGeom>
          <a:solidFill>
            <a:schemeClr val="bg1"/>
          </a:solid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1671373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18</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1860818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19</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20</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7765845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29</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F265-DA75-5412-44AA-C22BFCDE0014}"/>
              </a:ext>
            </a:extLst>
          </p:cNvPr>
          <p:cNvSpPr>
            <a:spLocks noGrp="1"/>
          </p:cNvSpPr>
          <p:nvPr>
            <p:ph type="title"/>
          </p:nvPr>
        </p:nvSpPr>
        <p:spPr/>
        <p:txBody>
          <a:bodyPr/>
          <a:lstStyle/>
          <a:p>
            <a:r>
              <a:rPr lang="en-US" dirty="0"/>
              <a:t>Conditional Execution Examples</a:t>
            </a:r>
          </a:p>
        </p:txBody>
      </p:sp>
      <p:sp>
        <p:nvSpPr>
          <p:cNvPr id="3" name="Slide Number Placeholder 2">
            <a:extLst>
              <a:ext uri="{FF2B5EF4-FFF2-40B4-BE49-F238E27FC236}">
                <a16:creationId xmlns:a16="http://schemas.microsoft.com/office/drawing/2014/main" id="{E5A13768-EB3E-CE96-F337-4962B888126E}"/>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graphicFrame>
        <p:nvGraphicFramePr>
          <p:cNvPr id="5" name="Table 4">
            <a:extLst>
              <a:ext uri="{FF2B5EF4-FFF2-40B4-BE49-F238E27FC236}">
                <a16:creationId xmlns:a16="http://schemas.microsoft.com/office/drawing/2014/main" id="{36D3B1D8-F1BE-7C4B-D0AC-4EDEA5327C9E}"/>
              </a:ext>
            </a:extLst>
          </p:cNvPr>
          <p:cNvGraphicFramePr>
            <a:graphicFrameLocks noGrp="1"/>
          </p:cNvGraphicFramePr>
          <p:nvPr>
            <p:extLst>
              <p:ext uri="{D42A27DB-BD31-4B8C-83A1-F6EECF244321}">
                <p14:modId xmlns:p14="http://schemas.microsoft.com/office/powerpoint/2010/main" val="1290932328"/>
              </p:ext>
            </p:extLst>
          </p:nvPr>
        </p:nvGraphicFramePr>
        <p:xfrm>
          <a:off x="816864" y="1311924"/>
          <a:ext cx="10765536" cy="4047576"/>
        </p:xfrm>
        <a:graphic>
          <a:graphicData uri="http://schemas.openxmlformats.org/drawingml/2006/table">
            <a:tbl>
              <a:tblPr firstRow="1" firstCol="1" bandRow="1">
                <a:tableStyleId>{5940675A-B579-460E-94D1-54222C63F5DA}</a:tableStyleId>
              </a:tblPr>
              <a:tblGrid>
                <a:gridCol w="3729567">
                  <a:extLst>
                    <a:ext uri="{9D8B030D-6E8A-4147-A177-3AD203B41FA5}">
                      <a16:colId xmlns:a16="http://schemas.microsoft.com/office/drawing/2014/main" val="20000"/>
                    </a:ext>
                  </a:extLst>
                </a:gridCol>
                <a:gridCol w="7035969">
                  <a:extLst>
                    <a:ext uri="{9D8B030D-6E8A-4147-A177-3AD203B41FA5}">
                      <a16:colId xmlns:a16="http://schemas.microsoft.com/office/drawing/2014/main" val="20001"/>
                    </a:ext>
                  </a:extLst>
                </a:gridCol>
              </a:tblGrid>
              <a:tr h="243024">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0" dirty="0">
                          <a:solidFill>
                            <a:schemeClr val="bg1"/>
                          </a:solidFill>
                          <a:effectLst/>
                          <a:latin typeface="Consolas" panose="020B0609020204030204" pitchFamily="49" charset="0"/>
                          <a:cs typeface="Consolas" panose="020B0609020204030204" pitchFamily="49" charset="0"/>
                        </a:rPr>
                        <a:t>Assembly Program</a:t>
                      </a:r>
                      <a:endParaRPr lang="en-US" sz="1600" b="0"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2151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bg1">
                              <a:lumMod val="65000"/>
                            </a:schemeClr>
                          </a:solidFill>
                          <a:effectLst/>
                          <a:latin typeface="Consolas" panose="020B0609020204030204" pitchFamily="49" charset="0"/>
                          <a:cs typeface="Consolas" panose="020B0609020204030204" pitchFamily="49" charset="0"/>
                        </a:rPr>
                        <a:t>//y is a signed integer</a:t>
                      </a:r>
                    </a:p>
                    <a:p>
                      <a:r>
                        <a:rPr lang="en-US" sz="1600" dirty="0">
                          <a:latin typeface="Consolas" panose="020B0609020204030204" pitchFamily="49" charset="0"/>
                          <a:cs typeface="Consolas" panose="020B0609020204030204" pitchFamily="49" charset="0"/>
                        </a:rPr>
                        <a:t>if (a &lt;= 0)  </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r0 = a, r1 = y</a:t>
                      </a:r>
                    </a:p>
                    <a:p>
                      <a:r>
                        <a:rPr lang="en-US" sz="1600" dirty="0">
                          <a:latin typeface="Consolas" panose="020B0609020204030204" pitchFamily="49" charset="0"/>
                          <a:cs typeface="Consolas" panose="020B0609020204030204" pitchFamily="49" charset="0"/>
                        </a:rPr>
                        <a:t>CMP   r0, #0</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LE</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LE</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GT</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GT</a:t>
                      </a:r>
                    </a:p>
                  </a:txBody>
                  <a:tcPr marL="68580" marR="68580" marT="0" marB="0"/>
                </a:tc>
                <a:extLst>
                  <a:ext uri="{0D108BD9-81ED-4DB2-BD59-A6C34878D82A}">
                    <a16:rowId xmlns:a16="http://schemas.microsoft.com/office/drawing/2014/main" val="10001"/>
                  </a:ext>
                </a:extLst>
              </a:tr>
              <a:tr h="1215120">
                <a:tc>
                  <a:txBody>
                    <a:bodyPr/>
                    <a:lstStyle/>
                    <a:p>
                      <a:r>
                        <a:rPr lang="en-US" sz="1600" dirty="0">
                          <a:latin typeface="Consolas" panose="020B0609020204030204" pitchFamily="49" charset="0"/>
                          <a:cs typeface="Consolas" panose="020B0609020204030204" pitchFamily="49" charset="0"/>
                        </a:rPr>
                        <a:t>if (a==1 || a==7 || a==11)</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p>
                    <a:p>
                      <a:pPr marL="0" marR="0" algn="just">
                        <a:spcBef>
                          <a:spcPts val="0"/>
                        </a:spcBef>
                        <a:spcAft>
                          <a:spcPts val="0"/>
                        </a:spcAft>
                      </a:pP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CMP   r0,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#7  </a:t>
                      </a:r>
                      <a:r>
                        <a:rPr lang="en-US" sz="1600" dirty="0">
                          <a:solidFill>
                            <a:schemeClr val="bg1">
                              <a:lumMod val="50000"/>
                            </a:schemeClr>
                          </a:solidFill>
                          <a:latin typeface="Consolas" panose="020B0609020204030204" pitchFamily="49" charset="0"/>
                          <a:cs typeface="Consolas" panose="020B0609020204030204" pitchFamily="49" charset="0"/>
                        </a:rPr>
                        <a:t>; executed if r0 !=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#11 </a:t>
                      </a:r>
                      <a:r>
                        <a:rPr lang="en-US" sz="1600" dirty="0">
                          <a:solidFill>
                            <a:schemeClr val="bg1">
                              <a:lumMod val="50000"/>
                            </a:schemeClr>
                          </a:solidFill>
                          <a:latin typeface="Consolas" panose="020B0609020204030204" pitchFamily="49" charset="0"/>
                          <a:cs typeface="Consolas" panose="020B0609020204030204" pitchFamily="49" charset="0"/>
                        </a:rPr>
                        <a:t>; executed if r0 != 7</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EQ</a:t>
                      </a:r>
                      <a:r>
                        <a:rPr lang="en-US" sz="1600" dirty="0">
                          <a:latin typeface="Consolas" panose="020B0609020204030204" pitchFamily="49" charset="0"/>
                          <a:cs typeface="Consolas" panose="020B0609020204030204" pitchFamily="49" charset="0"/>
                        </a:rPr>
                        <a:t> r1, #1  </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r1, #-1</a:t>
                      </a:r>
                      <a:endParaRPr lang="en-US" sz="1600" b="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3790576033"/>
                  </a:ext>
                </a:extLst>
              </a:tr>
              <a:tr h="1365336">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b="0" dirty="0">
                          <a:solidFill>
                            <a:schemeClr val="bg1">
                              <a:lumMod val="65000"/>
                            </a:schemeClr>
                          </a:solidFill>
                          <a:effectLst/>
                          <a:latin typeface="Consolas" panose="020B0609020204030204" pitchFamily="49" charset="0"/>
                          <a:cs typeface="Consolas" panose="020B0609020204030204" pitchFamily="49" charset="0"/>
                        </a:rPr>
                        <a:t>; r0 = x, r1 = a</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#20  </a:t>
                      </a:r>
                      <a:r>
                        <a:rPr lang="en-US" sz="1600" b="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LE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less or equal</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#25  </a:t>
                      </a:r>
                      <a:r>
                        <a:rPr lang="en-US" sz="1600" b="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GE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greater or equal</a:t>
                      </a:r>
                    </a:p>
                  </a:txBody>
                  <a:tcPr marL="68580" marR="68580" marT="0" marB="0"/>
                </a:tc>
                <a:extLst>
                  <a:ext uri="{0D108BD9-81ED-4DB2-BD59-A6C34878D82A}">
                    <a16:rowId xmlns:a16="http://schemas.microsoft.com/office/drawing/2014/main" val="4276130"/>
                  </a:ext>
                </a:extLst>
              </a:tr>
            </a:tbl>
          </a:graphicData>
        </a:graphic>
      </p:graphicFrame>
      <p:sp>
        <p:nvSpPr>
          <p:cNvPr id="6" name="TextBox 5">
            <a:extLst>
              <a:ext uri="{FF2B5EF4-FFF2-40B4-BE49-F238E27FC236}">
                <a16:creationId xmlns:a16="http://schemas.microsoft.com/office/drawing/2014/main" id="{1AA5C05D-7D53-25EE-9C42-8BF9E5E46050}"/>
              </a:ext>
            </a:extLst>
          </p:cNvPr>
          <p:cNvSpPr txBox="1"/>
          <p:nvPr/>
        </p:nvSpPr>
        <p:spPr>
          <a:xfrm>
            <a:off x="3233260" y="5710020"/>
            <a:ext cx="3065263" cy="646331"/>
          </a:xfrm>
          <a:prstGeom prst="rect">
            <a:avLst/>
          </a:prstGeom>
          <a:noFill/>
        </p:spPr>
        <p:txBody>
          <a:bodyPr wrap="none" rtlCol="0">
            <a:spAutoFit/>
          </a:bodyPr>
          <a:lstStyle/>
          <a:p>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a:t>
            </a:r>
            <a:r>
              <a:rPr lang="en-US" dirty="0"/>
              <a:t>Signed Less than or Equal</a:t>
            </a:r>
          </a:p>
          <a:p>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a:t>
            </a:r>
            <a:r>
              <a:rPr lang="en-US" dirty="0"/>
              <a:t>Signed Greater Than</a:t>
            </a:r>
          </a:p>
        </p:txBody>
      </p:sp>
      <p:sp>
        <p:nvSpPr>
          <p:cNvPr id="7" name="TextBox 6">
            <a:extLst>
              <a:ext uri="{FF2B5EF4-FFF2-40B4-BE49-F238E27FC236}">
                <a16:creationId xmlns:a16="http://schemas.microsoft.com/office/drawing/2014/main" id="{FFE81B0B-1A4B-FC5A-8958-6FFC88C75779}"/>
              </a:ext>
            </a:extLst>
          </p:cNvPr>
          <p:cNvSpPr txBox="1"/>
          <p:nvPr/>
        </p:nvSpPr>
        <p:spPr>
          <a:xfrm>
            <a:off x="6477000" y="5710019"/>
            <a:ext cx="1514517" cy="646331"/>
          </a:xfrm>
          <a:prstGeom prst="rect">
            <a:avLst/>
          </a:prstGeom>
          <a:noFill/>
        </p:spPr>
        <p:txBody>
          <a:bodyPr wrap="none" rtlCol="0">
            <a:spAutoFit/>
          </a:bodyPr>
          <a:lstStyle/>
          <a:p>
            <a:r>
              <a:rPr lang="en-US" dirty="0">
                <a:solidFill>
                  <a:srgbClr val="FF0000"/>
                </a:solidFill>
                <a:latin typeface="Consolas" panose="020B0609020204030204" pitchFamily="49" charset="0"/>
              </a:rPr>
              <a:t>NE</a:t>
            </a:r>
            <a:r>
              <a:rPr lang="en-US" dirty="0"/>
              <a:t>: Not Equal</a:t>
            </a:r>
          </a:p>
          <a:p>
            <a:r>
              <a:rPr lang="en-US" dirty="0" err="1">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2308205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Explanations for compound condition</a:t>
            </a: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Branching vs. Conditional Execution</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33</a:t>
            </a:fld>
            <a:endParaRPr kumimoji="0" lang="en-US" dirty="0"/>
          </a:p>
        </p:txBody>
      </p:sp>
      <p:sp>
        <p:nvSpPr>
          <p:cNvPr id="4" name="内容占位符 2">
            <a:extLst>
              <a:ext uri="{FF2B5EF4-FFF2-40B4-BE49-F238E27FC236}">
                <a16:creationId xmlns:a16="http://schemas.microsoft.com/office/drawing/2014/main" id="{3F602F0E-B127-6CB2-8064-C83E858D3911}"/>
              </a:ext>
            </a:extLst>
          </p:cNvPr>
          <p:cNvSpPr txBox="1">
            <a:spLocks/>
          </p:cNvSpPr>
          <p:nvPr/>
        </p:nvSpPr>
        <p:spPr bwMode="auto">
          <a:xfrm>
            <a:off x="2137664" y="4200739"/>
            <a:ext cx="7602166" cy="1437802"/>
          </a:xfrm>
          <a:prstGeom prst="rect">
            <a:avLst/>
          </a:prstGeom>
          <a:solidFill>
            <a:schemeClr val="bg1">
              <a:lumMod val="85000"/>
            </a:schemeClr>
          </a:solid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sz="1800" b="0" kern="0" dirty="0"/>
              <a:t>BPL </a:t>
            </a:r>
            <a:r>
              <a:rPr lang="en-US" sz="1800" b="0" kern="0" dirty="0" err="1"/>
              <a:t>PosOrZ</a:t>
            </a:r>
            <a:r>
              <a:rPr lang="en-US" sz="1800" b="0" kern="0" dirty="0"/>
              <a:t>: Branch </a:t>
            </a:r>
            <a:r>
              <a:rPr lang="en-US" sz="1800" kern="0" dirty="0"/>
              <a:t>to </a:t>
            </a:r>
            <a:r>
              <a:rPr lang="en-US" sz="1800" kern="0" dirty="0" err="1"/>
              <a:t>PosOrZ</a:t>
            </a:r>
            <a:r>
              <a:rPr lang="en-US" sz="1800" kern="0" dirty="0"/>
              <a:t> </a:t>
            </a:r>
            <a:r>
              <a:rPr lang="en-US" sz="1800" b="0" kern="0" dirty="0"/>
              <a:t>if condition PL is true (N == 0 indicating Positive or Zero) for ADDS r0, r0, r1</a:t>
            </a:r>
          </a:p>
          <a:p>
            <a:pPr marL="0" indent="0">
              <a:buNone/>
            </a:pPr>
            <a:r>
              <a:rPr lang="en-US" sz="1800" b="0" kern="0" dirty="0"/>
              <a:t>MOVPL r0, #1: conditional move that executes </a:t>
            </a:r>
            <a:r>
              <a:rPr lang="en-US" sz="1800" kern="0" dirty="0"/>
              <a:t>only when condition PL is true</a:t>
            </a:r>
          </a:p>
          <a:p>
            <a:pPr marL="0" indent="0">
              <a:buNone/>
            </a:pPr>
            <a:r>
              <a:rPr lang="en-US" sz="1800" kern="0" dirty="0"/>
              <a:t>MOVMI r0, #0: conditional move that executes only when condition MI (N == 1 indicating Negative) is true</a:t>
            </a:r>
            <a:endParaRPr lang="en-US" sz="1800" b="0" kern="0" dirty="0"/>
          </a:p>
        </p:txBody>
      </p:sp>
      <p:graphicFrame>
        <p:nvGraphicFramePr>
          <p:cNvPr id="8" name="Table 7">
            <a:extLst>
              <a:ext uri="{FF2B5EF4-FFF2-40B4-BE49-F238E27FC236}">
                <a16:creationId xmlns:a16="http://schemas.microsoft.com/office/drawing/2014/main" id="{98FE3E34-A027-7F17-4DDF-8969E43EBD67}"/>
              </a:ext>
            </a:extLst>
          </p:cNvPr>
          <p:cNvGraphicFramePr>
            <a:graphicFrameLocks noGrp="1"/>
          </p:cNvGraphicFramePr>
          <p:nvPr>
            <p:extLst>
              <p:ext uri="{D42A27DB-BD31-4B8C-83A1-F6EECF244321}">
                <p14:modId xmlns:p14="http://schemas.microsoft.com/office/powerpoint/2010/main" val="3668512032"/>
              </p:ext>
            </p:extLst>
          </p:nvPr>
        </p:nvGraphicFramePr>
        <p:xfrm>
          <a:off x="816864" y="1524000"/>
          <a:ext cx="10972800" cy="1774611"/>
        </p:xfrm>
        <a:graphic>
          <a:graphicData uri="http://schemas.openxmlformats.org/drawingml/2006/table">
            <a:tbl>
              <a:tblPr firstRow="1" firstCol="1" bandRow="1">
                <a:tableStyleId>{5940675A-B579-460E-94D1-54222C63F5DA}</a:tableStyleId>
              </a:tblPr>
              <a:tblGrid>
                <a:gridCol w="2298896">
                  <a:extLst>
                    <a:ext uri="{9D8B030D-6E8A-4147-A177-3AD203B41FA5}">
                      <a16:colId xmlns:a16="http://schemas.microsoft.com/office/drawing/2014/main" val="20000"/>
                    </a:ext>
                  </a:extLst>
                </a:gridCol>
                <a:gridCol w="2806504">
                  <a:extLst>
                    <a:ext uri="{9D8B030D-6E8A-4147-A177-3AD203B41FA5}">
                      <a16:colId xmlns:a16="http://schemas.microsoft.com/office/drawing/2014/main" val="20001"/>
                    </a:ext>
                  </a:extLst>
                </a:gridCol>
                <a:gridCol w="5867400">
                  <a:extLst>
                    <a:ext uri="{9D8B030D-6E8A-4147-A177-3AD203B41FA5}">
                      <a16:colId xmlns:a16="http://schemas.microsoft.com/office/drawing/2014/main" val="3183283504"/>
                    </a:ext>
                  </a:extLst>
                </a:gridCol>
              </a:tblGrid>
              <a:tr h="246502">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28109">
                <a:tc>
                  <a:txBody>
                    <a:bodyPr/>
                    <a:lstStyle/>
                    <a:p>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x in r0, y in r1</a:t>
                      </a:r>
                    </a:p>
                    <a:p>
                      <a:r>
                        <a:rPr lang="en-US" sz="1600" dirty="0">
                          <a:latin typeface="Consolas" panose="020B0609020204030204" pitchFamily="49" charset="0"/>
                          <a:cs typeface="Consolas" panose="020B0609020204030204" pitchFamily="49" charset="0"/>
                        </a:rPr>
                        <a:t>if ( x + y &lt; 0 )</a:t>
                      </a:r>
                    </a:p>
                    <a:p>
                      <a:r>
                        <a:rPr lang="en-US" sz="1600" dirty="0">
                          <a:latin typeface="Consolas" panose="020B0609020204030204" pitchFamily="49" charset="0"/>
                          <a:cs typeface="Consolas" panose="020B0609020204030204" pitchFamily="49" charset="0"/>
                        </a:rPr>
                        <a:t>  x = 0;</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        ADD</a:t>
                      </a:r>
                      <a:r>
                        <a:rPr lang="en-US" sz="1600" b="1" dirty="0">
                          <a:solidFill>
                            <a:srgbClr val="FF0000"/>
                          </a:solidFill>
                          <a:latin typeface="Consolas" panose="020B0609020204030204" pitchFamily="49" charset="0"/>
                          <a:cs typeface="Consolas" panose="020B0609020204030204" pitchFamily="49" charset="0"/>
                        </a:rPr>
                        <a:t>S</a:t>
                      </a:r>
                      <a:r>
                        <a:rPr lang="en-US" sz="1600" dirty="0">
                          <a:solidFill>
                            <a:srgbClr val="FF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r0, r0, r1</a:t>
                      </a:r>
                    </a:p>
                    <a:p>
                      <a:r>
                        <a:rPr lang="en-US" sz="1600" dirty="0">
                          <a:latin typeface="Consolas" panose="020B0609020204030204" pitchFamily="49" charset="0"/>
                          <a:cs typeface="Consolas" panose="020B0609020204030204" pitchFamily="49" charset="0"/>
                        </a:rPr>
                        <a:t>        B</a:t>
                      </a:r>
                      <a:r>
                        <a:rPr lang="en-US" sz="1600" b="1" dirty="0">
                          <a:solidFill>
                            <a:srgbClr val="FF0000"/>
                          </a:solidFill>
                          <a:latin typeface="Consolas" panose="020B0609020204030204" pitchFamily="49" charset="0"/>
                          <a:cs typeface="Consolas" panose="020B0609020204030204" pitchFamily="49" charset="0"/>
                        </a:rPr>
                        <a:t>PL</a:t>
                      </a:r>
                      <a:r>
                        <a:rPr lang="en-US" sz="1600" dirty="0">
                          <a:solidFill>
                            <a:srgbClr val="FF0000"/>
                          </a:solidFill>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PosOrZ</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MOV  r0, #0</a:t>
                      </a:r>
                    </a:p>
                    <a:p>
                      <a:r>
                        <a:rPr lang="en-US" sz="1600" dirty="0">
                          <a:latin typeface="Consolas" panose="020B0609020204030204" pitchFamily="49" charset="0"/>
                          <a:cs typeface="Consolas" panose="020B0609020204030204" pitchFamily="49" charset="0"/>
                        </a:rPr>
                        <a:t>        B    done</a:t>
                      </a:r>
                      <a:endParaRPr lang="en-US" sz="1600" dirty="0">
                        <a:solidFill>
                          <a:srgbClr val="0000FF"/>
                        </a:solidFill>
                        <a:latin typeface="Consolas" panose="020B0609020204030204" pitchFamily="49" charset="0"/>
                        <a:cs typeface="Consolas" panose="020B0609020204030204" pitchFamily="49" charset="0"/>
                      </a:endParaRPr>
                    </a:p>
                    <a:p>
                      <a:r>
                        <a:rPr lang="en-US" sz="1600" dirty="0" err="1">
                          <a:latin typeface="Consolas" panose="020B0609020204030204" pitchFamily="49" charset="0"/>
                          <a:cs typeface="Consolas" panose="020B0609020204030204" pitchFamily="49" charset="0"/>
                        </a:rPr>
                        <a:t>PosOrZ</a:t>
                      </a:r>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done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pt-BR" sz="1600" b="0" dirty="0">
                          <a:latin typeface="Consolas" panose="020B0609020204030204" pitchFamily="49" charset="0"/>
                          <a:cs typeface="Consolas" panose="020B0609020204030204" pitchFamily="49" charset="0"/>
                        </a:rPr>
                        <a:t>ADD</a:t>
                      </a:r>
                      <a:r>
                        <a:rPr lang="pt-BR" sz="1600" b="1" dirty="0">
                          <a:solidFill>
                            <a:srgbClr val="FF0000"/>
                          </a:solidFill>
                          <a:latin typeface="Consolas" panose="020B0609020204030204" pitchFamily="49" charset="0"/>
                          <a:cs typeface="Consolas" panose="020B0609020204030204" pitchFamily="49" charset="0"/>
                        </a:rPr>
                        <a:t>S</a:t>
                      </a:r>
                      <a:r>
                        <a:rPr lang="pt-BR" sz="1600" b="0" dirty="0">
                          <a:latin typeface="Consolas" panose="020B0609020204030204" pitchFamily="49" charset="0"/>
                          <a:cs typeface="Consolas" panose="020B0609020204030204" pitchFamily="49" charset="0"/>
                        </a:rPr>
                        <a:t>	r0, r0, r1  </a:t>
                      </a:r>
                      <a:r>
                        <a:rPr kumimoji="0" lang="pt-BR" sz="1600" kern="1200" dirty="0">
                          <a:solidFill>
                            <a:schemeClr val="bg1">
                              <a:lumMod val="65000"/>
                            </a:schemeClr>
                          </a:solidFill>
                          <a:effectLst/>
                          <a:latin typeface="Consolas" panose="020B0609020204030204" pitchFamily="49" charset="0"/>
                          <a:ea typeface="+mn-ea"/>
                          <a:cs typeface="Consolas" panose="020B0609020204030204" pitchFamily="49" charset="0"/>
                        </a:rPr>
                        <a:t>;  r0 = x + y,  setting CCs</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MI</a:t>
                      </a:r>
                      <a:r>
                        <a:rPr lang="en-US" sz="1600" b="0" dirty="0">
                          <a:latin typeface="Consolas" panose="020B0609020204030204" pitchFamily="49" charset="0"/>
                          <a:cs typeface="Consolas" panose="020B0609020204030204" pitchFamily="49" charset="0"/>
                        </a:rPr>
                        <a:t> 	r0, #0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0 if n bit = 1</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PL</a:t>
                      </a:r>
                      <a:r>
                        <a:rPr lang="en-US" sz="1600" b="0" dirty="0">
                          <a:latin typeface="Consolas" panose="020B0609020204030204" pitchFamily="49" charset="0"/>
                          <a:cs typeface="Consolas" panose="020B0609020204030204" pitchFamily="49" charset="0"/>
                        </a:rPr>
                        <a:t> 	r0, #1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1 if n bit = 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205966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34</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a:t>
            </a:r>
            <a:r>
              <a:rPr lang="en-US" sz="2000" dirty="0" err="1">
                <a:solidFill>
                  <a:srgbClr val="FF0000"/>
                </a:solidFill>
                <a:latin typeface="Consolas" panose="020B0609020204030204" pitchFamily="49" charset="0"/>
              </a:rPr>
              <a:t>Rn,label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Rn,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a:t>
            </a:r>
            <a:r>
              <a:rPr lang="en-US" sz="2000" dirty="0" err="1">
                <a:solidFill>
                  <a:srgbClr val="FF0000"/>
                </a:solidFill>
                <a:latin typeface="Consolas" panose="020B0609020204030204" pitchFamily="49" charset="0"/>
              </a:rPr>
              <a:t>Rn,label</a:t>
            </a:r>
            <a:r>
              <a:rPr lang="en-US" sz="2000" dirty="0">
                <a:solidFill>
                  <a:srgbClr val="FF0000"/>
                </a:solidFill>
                <a:latin typeface="Consolas" panose="020B0609020204030204" pitchFamily="49" charset="0"/>
              </a:rPr>
              <a:t>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Rn,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2316428214"/>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Rn, label</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Rn, label</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38</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39</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40</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42</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3516</TotalTime>
  <Words>8260</Words>
  <Application>Microsoft Office PowerPoint</Application>
  <PresentationFormat>Widescreen</PresentationFormat>
  <Paragraphs>1277</Paragraphs>
  <Slides>42</Slides>
  <Notes>14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42</vt:i4>
      </vt:variant>
    </vt:vector>
  </HeadingPairs>
  <TitlesOfParts>
    <vt:vector size="55" baseType="lpstr">
      <vt:lpstr>Arial Unicode MS</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Signed vs. Unsigned Comparison</vt:lpstr>
      <vt:lpstr>Branch Instructions</vt:lpstr>
      <vt:lpstr>Condition Codes </vt:lpstr>
      <vt:lpstr>Signed Comparison</vt:lpstr>
      <vt:lpstr>Signed Comparison</vt:lpstr>
      <vt:lpstr>Signed Comparison Example</vt:lpstr>
      <vt:lpstr>Signed vs. Unsigned Comparison</vt:lpstr>
      <vt:lpstr>Number Interpretation</vt:lpstr>
      <vt:lpstr>Which is Greater: 0xFFFFFFFF or 0x00000001?</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Branching vs. Conditional Execution</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2025-10-07T20:27:44Z</dcterms:modified>
</cp:coreProperties>
</file>