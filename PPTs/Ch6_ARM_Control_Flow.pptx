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256" r:id="rId2"/>
    <p:sldId id="269" r:id="rId3"/>
    <p:sldId id="303" r:id="rId4"/>
    <p:sldId id="343" r:id="rId5"/>
    <p:sldId id="567" r:id="rId6"/>
    <p:sldId id="348" r:id="rId7"/>
    <p:sldId id="275" r:id="rId8"/>
    <p:sldId id="285" r:id="rId9"/>
    <p:sldId id="356" r:id="rId10"/>
    <p:sldId id="554" r:id="rId11"/>
    <p:sldId id="277" r:id="rId12"/>
    <p:sldId id="349" r:id="rId13"/>
    <p:sldId id="292" r:id="rId14"/>
    <p:sldId id="569" r:id="rId15"/>
    <p:sldId id="571" r:id="rId16"/>
    <p:sldId id="565" r:id="rId17"/>
    <p:sldId id="297" r:id="rId18"/>
    <p:sldId id="298" r:id="rId19"/>
    <p:sldId id="299" r:id="rId20"/>
    <p:sldId id="353" r:id="rId21"/>
    <p:sldId id="321" r:id="rId22"/>
    <p:sldId id="325" r:id="rId23"/>
    <p:sldId id="558" r:id="rId24"/>
    <p:sldId id="559" r:id="rId25"/>
    <p:sldId id="560" r:id="rId26"/>
    <p:sldId id="561" r:id="rId27"/>
    <p:sldId id="562" r:id="rId28"/>
    <p:sldId id="563" r:id="rId29"/>
    <p:sldId id="304" r:id="rId30"/>
    <p:sldId id="331" r:id="rId31"/>
    <p:sldId id="556" r:id="rId32"/>
    <p:sldId id="566" r:id="rId33"/>
    <p:sldId id="336" r:id="rId34"/>
    <p:sldId id="313" r:id="rId35"/>
    <p:sldId id="346" r:id="rId36"/>
    <p:sldId id="557" r:id="rId37"/>
    <p:sldId id="334" r:id="rId38"/>
    <p:sldId id="317" r:id="rId39"/>
    <p:sldId id="352" r:id="rId40"/>
    <p:sldId id="350" r:id="rId41"/>
    <p:sldId id="351" r:id="rId42"/>
    <p:sldId id="572" r:id="rId43"/>
    <p:sldId id="555"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78" dt="2025-10-23T23:44:14.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9085" autoAdjust="0"/>
  </p:normalViewPr>
  <p:slideViewPr>
    <p:cSldViewPr>
      <p:cViewPr varScale="1">
        <p:scale>
          <a:sx n="65" d="100"/>
          <a:sy n="65" d="100"/>
        </p:scale>
        <p:origin x="878" y="48"/>
      </p:cViewPr>
      <p:guideLst>
        <p:guide orient="horz" pos="2160"/>
        <p:guide pos="3840"/>
      </p:guideLst>
    </p:cSldViewPr>
  </p:slideViewPr>
  <p:notesTextViewPr>
    <p:cViewPr>
      <p:scale>
        <a:sx n="1" d="1"/>
        <a:sy n="1" d="1"/>
      </p:scale>
      <p:origin x="0" y="0"/>
    </p:cViewPr>
  </p:notesTextViewPr>
  <p:sorterViewPr>
    <p:cViewPr varScale="1">
      <p:scale>
        <a:sx n="1" d="1"/>
        <a:sy n="1" d="1"/>
      </p:scale>
      <p:origin x="0" y="-629"/>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23T23:44:15.951" v="2999" actId="20577"/>
      <pc:docMkLst>
        <pc:docMk/>
      </pc:docMkLst>
      <pc:sldChg chg="modSp add mod">
        <pc:chgData name="Zonghua Gu" userId="9a7e1853e1951ef5" providerId="LiveId" clId="{CF1FAA12-072C-4ED5-BA76-0FFFAEFDB88A}" dt="2025-10-23T23:34:56.825" v="2988"/>
        <pc:sldMkLst>
          <pc:docMk/>
          <pc:sldMk cId="1683281344" sldId="256"/>
        </pc:sldMkLst>
        <pc:spChg chg="mod">
          <ac:chgData name="Zonghua Gu" userId="9a7e1853e1951ef5" providerId="LiveId" clId="{CF1FAA12-072C-4ED5-BA76-0FFFAEFDB88A}" dt="2025-10-23T23:25:18.019" v="2987" actId="553"/>
          <ac:spMkLst>
            <pc:docMk/>
            <pc:sldMk cId="1683281344" sldId="256"/>
            <ac:spMk id="5" creationId="{00000000-0000-0000-0000-000000000000}"/>
          </ac:spMkLst>
        </pc:spChg>
        <pc:spChg chg="mod">
          <ac:chgData name="Zonghua Gu" userId="9a7e1853e1951ef5" providerId="LiveId" clId="{CF1FAA12-072C-4ED5-BA76-0FFFAEFDB88A}" dt="2025-10-23T23:34:56.825" v="2988"/>
          <ac:spMkLst>
            <pc:docMk/>
            <pc:sldMk cId="1683281344" sldId="256"/>
            <ac:spMk id="6" creationId="{00000000-0000-0000-0000-000000000000}"/>
          </ac:spMkLst>
        </pc:spChg>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addSp delSp modSp mod delAnim modAnim modNotes modNotesTx">
        <pc:chgData name="Zonghua Gu" userId="9a7e1853e1951ef5" providerId="LiveId" clId="{CF1FAA12-072C-4ED5-BA76-0FFFAEFDB88A}" dt="2025-10-10T11:19:38.487" v="2635" actId="313"/>
        <pc:sldMkLst>
          <pc:docMk/>
          <pc:sldMk cId="2502343479" sldId="275"/>
        </pc:sldMkLst>
        <pc:spChg chg="mod">
          <ac:chgData name="Zonghua Gu" userId="9a7e1853e1951ef5" providerId="LiveId" clId="{CF1FAA12-072C-4ED5-BA76-0FFFAEFDB88A}" dt="2025-10-10T11:19:31.429" v="2627" actId="313"/>
          <ac:spMkLst>
            <pc:docMk/>
            <pc:sldMk cId="2502343479" sldId="275"/>
            <ac:spMk id="5" creationId="{00000000-0000-0000-0000-000000000000}"/>
          </ac:spMkLst>
        </pc:spChg>
        <pc:graphicFrameChg chg="add del mod modGraphic">
          <ac:chgData name="Zonghua Gu" userId="9a7e1853e1951ef5" providerId="LiveId" clId="{CF1FAA12-072C-4ED5-BA76-0FFFAEFDB88A}" dt="2025-10-10T11:19:35.716" v="2631" actId="313"/>
          <ac:graphicFrameMkLst>
            <pc:docMk/>
            <pc:sldMk cId="2502343479" sldId="275"/>
            <ac:graphicFrameMk id="3" creationId="{00000000-0000-0000-0000-000000000000}"/>
          </ac:graphicFrameMkLst>
        </pc:graphicFrameChg>
      </pc:sldChg>
      <pc:sldChg chg="modSp mod">
        <pc:chgData name="Zonghua Gu" userId="9a7e1853e1951ef5" providerId="LiveId" clId="{CF1FAA12-072C-4ED5-BA76-0FFFAEFDB88A}" dt="2025-10-23T23:44:15.951" v="2999" actId="20577"/>
        <pc:sldMkLst>
          <pc:docMk/>
          <pc:sldMk cId="2086055198" sldId="277"/>
        </pc:sldMkLst>
        <pc:spChg chg="mod">
          <ac:chgData name="Zonghua Gu" userId="9a7e1853e1951ef5" providerId="LiveId" clId="{CF1FAA12-072C-4ED5-BA76-0FFFAEFDB88A}" dt="2025-10-23T23:44:15.951" v="2999" actId="20577"/>
          <ac:spMkLst>
            <pc:docMk/>
            <pc:sldMk cId="2086055198" sldId="277"/>
            <ac:spMk id="5" creationId="{00000000-0000-0000-0000-000000000000}"/>
          </ac:spMkLst>
        </pc:spChg>
        <pc:graphicFrameChg chg="modGraphic">
          <ac:chgData name="Zonghua Gu" userId="9a7e1853e1951ef5" providerId="LiveId" clId="{CF1FAA12-072C-4ED5-BA76-0FFFAEFDB88A}" dt="2025-10-23T23:44:01.634" v="2993" actId="20577"/>
          <ac:graphicFrameMkLst>
            <pc:docMk/>
            <pc:sldMk cId="2086055198" sldId="277"/>
            <ac:graphicFrameMk id="3" creationId="{00000000-0000-0000-0000-000000000000}"/>
          </ac:graphicFrameMkLst>
        </pc:graphicFrameChg>
      </pc:sldChg>
      <pc:sldChg chg="addSp delSp modSp mod">
        <pc:chgData name="Zonghua Gu" userId="9a7e1853e1951ef5" providerId="LiveId" clId="{CF1FAA12-072C-4ED5-BA76-0FFFAEFDB88A}" dt="2025-10-23T22:44:17.773" v="2912" actId="20577"/>
        <pc:sldMkLst>
          <pc:docMk/>
          <pc:sldMk cId="3410570449" sldId="285"/>
        </pc:sldMkLst>
        <pc:spChg chg="mod">
          <ac:chgData name="Zonghua Gu" userId="9a7e1853e1951ef5" providerId="LiveId" clId="{CF1FAA12-072C-4ED5-BA76-0FFFAEFDB88A}" dt="2025-10-10T03:25:09.031" v="2456" actId="1076"/>
          <ac:spMkLst>
            <pc:docMk/>
            <pc:sldMk cId="3410570449" sldId="285"/>
            <ac:spMk id="5" creationId="{00000000-0000-0000-0000-000000000000}"/>
          </ac:spMkLst>
        </pc:spChg>
        <pc:spChg chg="mod">
          <ac:chgData name="Zonghua Gu" userId="9a7e1853e1951ef5" providerId="LiveId" clId="{CF1FAA12-072C-4ED5-BA76-0FFFAEFDB88A}" dt="2025-10-10T03:25:09.031" v="2456" actId="1076"/>
          <ac:spMkLst>
            <pc:docMk/>
            <pc:sldMk cId="3410570449" sldId="285"/>
            <ac:spMk id="6" creationId="{00000000-0000-0000-0000-000000000000}"/>
          </ac:spMkLst>
        </pc:spChg>
        <pc:spChg chg="add mod">
          <ac:chgData name="Zonghua Gu" userId="9a7e1853e1951ef5" providerId="LiveId" clId="{CF1FAA12-072C-4ED5-BA76-0FFFAEFDB88A}" dt="2025-10-23T22:44:17.773" v="2912" actId="20577"/>
          <ac:spMkLst>
            <pc:docMk/>
            <pc:sldMk cId="3410570449" sldId="285"/>
            <ac:spMk id="8" creationId="{070E943D-54D2-737B-8F17-C236B0E07369}"/>
          </ac:spMkLst>
        </pc:spChg>
      </pc:sldChg>
      <pc:sldChg chg="ord modAnim">
        <pc:chgData name="Zonghua Gu" userId="9a7e1853e1951ef5" providerId="LiveId" clId="{CF1FAA12-072C-4ED5-BA76-0FFFAEFDB88A}" dt="2025-10-23T23:07:02.165" v="2969"/>
        <pc:sldMkLst>
          <pc:docMk/>
          <pc:sldMk cId="1977878706" sldId="292"/>
        </pc:sldMkLst>
      </pc:sldChg>
      <pc:sldChg chg="modSp modAnim">
        <pc:chgData name="Zonghua Gu" userId="9a7e1853e1951ef5" providerId="LiveId" clId="{CF1FAA12-072C-4ED5-BA76-0FFFAEFDB88A}" dt="2025-10-05T00:04:52.314" v="1587" actId="20577"/>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 modNotesTx">
        <pc:chgData name="Zonghua Gu" userId="9a7e1853e1951ef5" providerId="LiveId" clId="{CF1FAA12-072C-4ED5-BA76-0FFFAEFDB88A}" dt="2025-10-10T11:19:51.354" v="2657" actId="313"/>
        <pc:sldMkLst>
          <pc:docMk/>
          <pc:sldMk cId="2037928128" sldId="299"/>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modSp mod">
        <pc:chgData name="Zonghua Gu" userId="9a7e1853e1951ef5" providerId="LiveId" clId="{CF1FAA12-072C-4ED5-BA76-0FFFAEFDB88A}" dt="2025-10-10T11:19:10.840" v="2609" actId="313"/>
        <pc:sldMkLst>
          <pc:docMk/>
          <pc:sldMk cId="3184454" sldId="313"/>
        </pc:sldMkLst>
        <pc:spChg chg="mod">
          <ac:chgData name="Zonghua Gu" userId="9a7e1853e1951ef5" providerId="LiveId" clId="{CF1FAA12-072C-4ED5-BA76-0FFFAEFDB88A}" dt="2025-10-10T11:19:04.740" v="2607" actId="313"/>
          <ac:spMkLst>
            <pc:docMk/>
            <pc:sldMk cId="3184454" sldId="313"/>
            <ac:spMk id="5" creationId="{00000000-0000-0000-0000-000000000000}"/>
          </ac:spMkLst>
        </pc:spChg>
        <pc:graphicFrameChg chg="modGraphic">
          <ac:chgData name="Zonghua Gu" userId="9a7e1853e1951ef5" providerId="LiveId" clId="{CF1FAA12-072C-4ED5-BA76-0FFFAEFDB88A}" dt="2025-10-10T11:19:10.840" v="2609" actId="313"/>
          <ac:graphicFrameMkLst>
            <pc:docMk/>
            <pc:sldMk cId="3184454" sldId="313"/>
            <ac:graphicFrameMk id="3" creationId="{00000000-0000-0000-0000-000000000000}"/>
          </ac:graphicFrameMkLst>
        </pc:graphicFrame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addSp delSp modSp mod">
        <pc:chgData name="Zonghua Gu" userId="9a7e1853e1951ef5" providerId="LiveId" clId="{CF1FAA12-072C-4ED5-BA76-0FFFAEFDB88A}" dt="2025-10-10T11:20:25.020" v="2662" actId="20577"/>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10T11:20:25.020" v="2662" actId="20577"/>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addSp modSp mod modAnim">
        <pc:chgData name="Zonghua Gu" userId="9a7e1853e1951ef5" providerId="LiveId" clId="{CF1FAA12-072C-4ED5-BA76-0FFFAEFDB88A}" dt="2025-10-23T22:38:04.403" v="2900"/>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addSp delSp modSp mod delAnim modAnim modNotesTx">
        <pc:chgData name="Zonghua Gu" userId="9a7e1853e1951ef5" providerId="LiveId" clId="{CF1FAA12-072C-4ED5-BA76-0FFFAEFDB88A}" dt="2025-10-10T11:19:29.113" v="2623" actId="313"/>
        <pc:sldMkLst>
          <pc:docMk/>
          <pc:sldMk cId="1680559388" sldId="348"/>
        </pc:sldMkLst>
        <pc:spChg chg="mod">
          <ac:chgData name="Zonghua Gu" userId="9a7e1853e1951ef5" providerId="LiveId" clId="{CF1FAA12-072C-4ED5-BA76-0FFFAEFDB88A}" dt="2025-10-10T03:24:14.227" v="2446" actId="14100"/>
          <ac:spMkLst>
            <pc:docMk/>
            <pc:sldMk cId="1680559388" sldId="348"/>
            <ac:spMk id="4" creationId="{00000000-0000-0000-0000-000000000000}"/>
          </ac:spMkLst>
        </pc:spChg>
      </pc:sldChg>
      <pc:sldChg chg="modSp mod">
        <pc:chgData name="Zonghua Gu" userId="9a7e1853e1951ef5" providerId="LiveId" clId="{CF1FAA12-072C-4ED5-BA76-0FFFAEFDB88A}" dt="2025-10-23T23:05:58.246" v="2968" actId="20577"/>
        <pc:sldMkLst>
          <pc:docMk/>
          <pc:sldMk cId="2162368129" sldId="349"/>
        </pc:sldMkLst>
        <pc:spChg chg="mod">
          <ac:chgData name="Zonghua Gu" userId="9a7e1853e1951ef5" providerId="LiveId" clId="{CF1FAA12-072C-4ED5-BA76-0FFFAEFDB88A}" dt="2025-10-23T23:05:58.246" v="2968" actId="20577"/>
          <ac:spMkLst>
            <pc:docMk/>
            <pc:sldMk cId="2162368129" sldId="349"/>
            <ac:spMk id="4" creationId="{00000000-0000-0000-0000-000000000000}"/>
          </ac:spMkLst>
        </pc:spChg>
      </pc:sldChg>
      <pc:sldChg chg="add">
        <pc:chgData name="Zonghua Gu" userId="9a7e1853e1951ef5" providerId="LiveId" clId="{CF1FAA12-072C-4ED5-BA76-0FFFAEFDB88A}" dt="2025-10-10T03:15:48.499" v="2410"/>
        <pc:sldMkLst>
          <pc:docMk/>
          <pc:sldMk cId="3005125029" sldId="353"/>
        </pc:sldMkLst>
      </pc:sldChg>
      <pc:sldChg chg="modSp add mod modNotes">
        <pc:chgData name="Zonghua Gu" userId="9a7e1853e1951ef5" providerId="LiveId" clId="{CF1FAA12-072C-4ED5-BA76-0FFFAEFDB88A}" dt="2025-10-23T22:52:31.104" v="2966" actId="20577"/>
        <pc:sldMkLst>
          <pc:docMk/>
          <pc:sldMk cId="3037248441" sldId="356"/>
        </pc:sldMkLst>
        <pc:spChg chg="mod">
          <ac:chgData name="Zonghua Gu" userId="9a7e1853e1951ef5" providerId="LiveId" clId="{CF1FAA12-072C-4ED5-BA76-0FFFAEFDB88A}" dt="2025-10-23T22:52:31.104" v="2966" actId="20577"/>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addSp delSp modSp add mod">
        <pc:chgData name="Zonghua Gu" userId="9a7e1853e1951ef5" providerId="LiveId" clId="{CF1FAA12-072C-4ED5-BA76-0FFFAEFDB88A}" dt="2025-10-23T22:52:55.264" v="2967" actId="207"/>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23T22:52:55.264" v="2967" actId="207"/>
          <ac:spMkLst>
            <pc:docMk/>
            <pc:sldMk cId="2974562210" sldId="554"/>
            <ac:spMk id="6" creationId="{E5FFFCF9-37E2-4F46-BF73-3BA72A325AB2}"/>
          </ac:spMkLst>
        </pc:spChg>
        <pc:graphicFrameChg chg="add mod modGraphic">
          <ac:chgData name="Zonghua Gu" userId="9a7e1853e1951ef5" providerId="LiveId" clId="{CF1FAA12-072C-4ED5-BA76-0FFFAEFDB88A}" dt="2025-10-23T22:47:34.697" v="2941" actId="20577"/>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Sp delSp modSp add mod">
        <pc:chgData name="Zonghua Gu" userId="9a7e1853e1951ef5" providerId="LiveId" clId="{CF1FAA12-072C-4ED5-BA76-0FFFAEFDB88A}" dt="2025-10-23T23:15:49.628" v="2984" actId="20577"/>
        <pc:sldMkLst>
          <pc:docMk/>
          <pc:sldMk cId="1671373347" sldId="565"/>
        </pc:sldMkLst>
        <pc:spChg chg="mod">
          <ac:chgData name="Zonghua Gu" userId="9a7e1853e1951ef5" providerId="LiveId" clId="{CF1FAA12-072C-4ED5-BA76-0FFFAEFDB88A}" dt="2025-10-23T23:15:49.628" v="2984" actId="20577"/>
          <ac:spMkLst>
            <pc:docMk/>
            <pc:sldMk cId="1671373347" sldId="565"/>
            <ac:spMk id="2" creationId="{24943FBB-D245-9542-B4DC-8D249EAA2EF8}"/>
          </ac:spMkLst>
        </pc:spChg>
        <pc:spChg chg="add mod">
          <ac:chgData name="Zonghua Gu" userId="9a7e1853e1951ef5" providerId="LiveId" clId="{CF1FAA12-072C-4ED5-BA76-0FFFAEFDB88A}" dt="2025-10-10T11:35:52.689" v="2861" actId="1076"/>
          <ac:spMkLst>
            <pc:docMk/>
            <pc:sldMk cId="1671373347" sldId="565"/>
            <ac:spMk id="8" creationId="{C91562D7-FD5F-D68D-AA23-37D3AD1BE77E}"/>
          </ac:spMkLst>
        </pc:spChg>
        <pc:graphicFrameChg chg="mod modGraphic">
          <ac:chgData name="Zonghua Gu" userId="9a7e1853e1951ef5" providerId="LiveId" clId="{CF1FAA12-072C-4ED5-BA76-0FFFAEFDB88A}" dt="2025-10-10T11:35:48.739" v="2860"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sldChg chg="add modAnim">
        <pc:chgData name="Zonghua Gu" userId="9a7e1853e1951ef5" providerId="LiveId" clId="{CF1FAA12-072C-4ED5-BA76-0FFFAEFDB88A}" dt="2025-10-23T22:39:59.631" v="2901"/>
        <pc:sldMkLst>
          <pc:docMk/>
          <pc:sldMk cId="837371891" sldId="567"/>
        </pc:sldMkLst>
      </pc:sldChg>
      <pc:sldChg chg="addSp delSp modSp add mod delAnim modNotesTx">
        <pc:chgData name="Zonghua Gu" userId="9a7e1853e1951ef5" providerId="LiveId" clId="{CF1FAA12-072C-4ED5-BA76-0FFFAEFDB88A}" dt="2025-10-10T11:24:10.081" v="2731" actId="1076"/>
        <pc:sldMkLst>
          <pc:docMk/>
          <pc:sldMk cId="4275513131" sldId="569"/>
        </pc:sldMkLst>
        <pc:spChg chg="add mod">
          <ac:chgData name="Zonghua Gu" userId="9a7e1853e1951ef5" providerId="LiveId" clId="{CF1FAA12-072C-4ED5-BA76-0FFFAEFDB88A}" dt="2025-10-10T11:23:46.918" v="2726" actId="1076"/>
          <ac:spMkLst>
            <pc:docMk/>
            <pc:sldMk cId="4275513131" sldId="569"/>
            <ac:spMk id="3" creationId="{B5A1696D-B757-8D10-A6BF-4D8E30062551}"/>
          </ac:spMkLst>
        </pc:spChg>
        <pc:spChg chg="mod">
          <ac:chgData name="Zonghua Gu" userId="9a7e1853e1951ef5" providerId="LiveId" clId="{CF1FAA12-072C-4ED5-BA76-0FFFAEFDB88A}" dt="2025-10-10T11:24:10.081" v="2731" actId="1076"/>
          <ac:spMkLst>
            <pc:docMk/>
            <pc:sldMk cId="4275513131" sldId="569"/>
            <ac:spMk id="60418" creationId="{29334F85-F4AB-E37C-CBEC-4F6DA332F541}"/>
          </ac:spMkLst>
        </pc:spChg>
        <pc:graphicFrameChg chg="mod modGraphic">
          <ac:chgData name="Zonghua Gu" userId="9a7e1853e1951ef5" providerId="LiveId" clId="{CF1FAA12-072C-4ED5-BA76-0FFFAEFDB88A}" dt="2025-10-10T11:19:23.122" v="2617" actId="313"/>
          <ac:graphicFrameMkLst>
            <pc:docMk/>
            <pc:sldMk cId="4275513131" sldId="569"/>
            <ac:graphicFrameMk id="449628" creationId="{7D8499F6-3030-7FBC-3F58-582698C6C897}"/>
          </ac:graphicFrameMkLst>
        </pc:graphicFrameChg>
      </pc:sldChg>
      <pc:sldChg chg="addSp delSp modSp new mod">
        <pc:chgData name="Zonghua Gu" userId="9a7e1853e1951ef5" providerId="LiveId" clId="{CF1FAA12-072C-4ED5-BA76-0FFFAEFDB88A}" dt="2025-10-10T11:35:33.500" v="2856" actId="1076"/>
        <pc:sldMkLst>
          <pc:docMk/>
          <pc:sldMk cId="4231931275" sldId="571"/>
        </pc:sldMkLst>
        <pc:spChg chg="add mod">
          <ac:chgData name="Zonghua Gu" userId="9a7e1853e1951ef5" providerId="LiveId" clId="{CF1FAA12-072C-4ED5-BA76-0FFFAEFDB88A}" dt="2025-10-10T11:24:19.001" v="2748" actId="20577"/>
          <ac:spMkLst>
            <pc:docMk/>
            <pc:sldMk cId="4231931275" sldId="571"/>
            <ac:spMk id="9" creationId="{040766FF-157F-F258-92E4-7978E9A74698}"/>
          </ac:spMkLst>
        </pc:spChg>
        <pc:spChg chg="add mod">
          <ac:chgData name="Zonghua Gu" userId="9a7e1853e1951ef5" providerId="LiveId" clId="{CF1FAA12-072C-4ED5-BA76-0FFFAEFDB88A}" dt="2025-10-10T11:35:33.500" v="2856" actId="1076"/>
          <ac:spMkLst>
            <pc:docMk/>
            <pc:sldMk cId="4231931275" sldId="571"/>
            <ac:spMk id="10" creationId="{79A02399-C781-EF9E-3862-DF68871F920A}"/>
          </ac:spMkLst>
        </pc:spChg>
        <pc:graphicFrameChg chg="add mod modGraphic">
          <ac:chgData name="Zonghua Gu" userId="9a7e1853e1951ef5" providerId="LiveId" clId="{CF1FAA12-072C-4ED5-BA76-0FFFAEFDB88A}" dt="2025-10-10T11:35:05.097" v="2846" actId="207"/>
          <ac:graphicFrameMkLst>
            <pc:docMk/>
            <pc:sldMk cId="4231931275" sldId="571"/>
            <ac:graphicFrameMk id="8" creationId="{4B1A6FE1-D3BE-B2FE-273E-9D2E25FD1073}"/>
          </ac:graphicFrameMkLst>
        </pc:graphicFrameChg>
      </pc:sldChg>
      <pc:sldChg chg="modSp new mod">
        <pc:chgData name="Zonghua Gu" userId="9a7e1853e1951ef5" providerId="LiveId" clId="{CF1FAA12-072C-4ED5-BA76-0FFFAEFDB88A}" dt="2025-10-10T12:02:48.617" v="2899" actId="20577"/>
        <pc:sldMkLst>
          <pc:docMk/>
          <pc:sldMk cId="1864063204" sldId="572"/>
        </pc:sldMkLst>
        <pc:spChg chg="mod">
          <ac:chgData name="Zonghua Gu" userId="9a7e1853e1951ef5" providerId="LiveId" clId="{CF1FAA12-072C-4ED5-BA76-0FFFAEFDB88A}" dt="2025-10-10T12:02:48.617" v="2899" actId="20577"/>
          <ac:spMkLst>
            <pc:docMk/>
            <pc:sldMk cId="1864063204" sldId="572"/>
            <ac:spMk id="2" creationId="{26C551B6-A954-DCC7-2AC8-9AA742ABB495}"/>
          </ac:spMkLst>
        </pc:spChg>
        <pc:spChg chg="mod">
          <ac:chgData name="Zonghua Gu" userId="9a7e1853e1951ef5" providerId="LiveId" clId="{CF1FAA12-072C-4ED5-BA76-0FFFAEFDB88A}" dt="2025-10-10T12:02:26.576" v="2873" actId="20577"/>
          <ac:spMkLst>
            <pc:docMk/>
            <pc:sldMk cId="1864063204" sldId="572"/>
            <ac:spMk id="4" creationId="{8ACB34CE-40D1-6F33-9B1D-79C24203EF8E}"/>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10/23/2025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a:p>
            <a:r>
              <a:rPr lang="en-US" sz="1200" b="1" i="0" kern="1200" dirty="0">
                <a:solidFill>
                  <a:schemeClr val="tx1"/>
                </a:solidFill>
                <a:effectLst/>
                <a:latin typeface="+mn-lt"/>
                <a:ea typeface="+mn-ea"/>
                <a:cs typeface="+mn-cs"/>
              </a:rPr>
              <a:t>Flag Setting Instructions:</a:t>
            </a:r>
          </a:p>
          <a:p>
            <a:r>
              <a:rPr lang="en-US" sz="1200" b="1" i="0" kern="1200" dirty="0">
                <a:solidFill>
                  <a:schemeClr val="tx1"/>
                </a:solidFill>
                <a:effectLst/>
                <a:latin typeface="+mn-lt"/>
                <a:ea typeface="+mn-ea"/>
                <a:cs typeface="+mn-cs"/>
              </a:rPr>
              <a:t>CMP</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TST</a:t>
            </a:r>
            <a:r>
              <a:rPr lang="en-US" sz="1200" b="0" i="0" kern="1200" dirty="0">
                <a:solidFill>
                  <a:schemeClr val="tx1"/>
                </a:solidFill>
                <a:effectLst/>
                <a:latin typeface="+mn-lt"/>
                <a:ea typeface="+mn-ea"/>
                <a:cs typeface="+mn-cs"/>
              </a:rPr>
              <a:t>: R1 &amp; R2 (result discarded)</a:t>
            </a:r>
          </a:p>
          <a:p>
            <a:r>
              <a:rPr lang="en-US" sz="1200" b="1" i="0" kern="1200" dirty="0">
                <a:solidFill>
                  <a:schemeClr val="tx1"/>
                </a:solidFill>
                <a:effectLst/>
                <a:latin typeface="+mn-lt"/>
                <a:ea typeface="+mn-ea"/>
                <a:cs typeface="+mn-cs"/>
              </a:rPr>
              <a:t>TEQ</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CMN</a:t>
            </a:r>
            <a:r>
              <a:rPr lang="en-US" sz="1200" b="0" i="0" kern="1200" dirty="0">
                <a:solidFill>
                  <a:schemeClr val="tx1"/>
                </a:solidFill>
                <a:effectLst/>
                <a:latin typeface="+mn-lt"/>
                <a:ea typeface="+mn-ea"/>
                <a:cs typeface="+mn-cs"/>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R1, R2: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R1, R2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R1, R2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R2 from R1.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R2 to R1.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R1 and R2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2509921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40378410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38</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10/23/2025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10/23/2025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10/23/2025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10/23/2025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10/23/2025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10/23/2025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10/23/2025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10/23/2025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96584"/>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7116488" y="1787838"/>
            <a:ext cx="3856312" cy="830997"/>
          </a:xfrm>
          <a:prstGeom prst="rect">
            <a:avLst/>
          </a:prstGeom>
          <a:noFill/>
        </p:spPr>
        <p:txBody>
          <a:bodyPr wrap="none" rtlCol="0">
            <a:spAutoFit/>
          </a:bodyPr>
          <a:lstStyle/>
          <a:p>
            <a:pPr algn="r"/>
            <a:r>
              <a:rPr lang="en-US" sz="2400" b="1" dirty="0">
                <a:solidFill>
                  <a:srgbClr val="C00000"/>
                </a:solidFill>
              </a:rPr>
              <a:t>Chapter 6</a:t>
            </a:r>
          </a:p>
          <a:p>
            <a:pPr algn="r"/>
            <a:r>
              <a:rPr lang="en-US" sz="2400" b="1" dirty="0">
                <a:solidFill>
                  <a:srgbClr val="C00000"/>
                </a:solidFill>
              </a:rPr>
              <a:t>Control Flow in Assembly</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CDF938EB-593A-3F78-8471-70DE26383963}"/>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2</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3</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5</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5</a:t>
            </a:fld>
            <a:endParaRPr kumimoji="0" lang="en-US" dirty="0"/>
          </a:p>
        </p:txBody>
      </p:sp>
    </p:spTree>
    <p:extLst>
      <p:ext uri="{BB962C8B-B14F-4D97-AF65-F5344CB8AC3E}">
        <p14:creationId xmlns:p14="http://schemas.microsoft.com/office/powerpoint/2010/main" val="837371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a:xfrm>
            <a:off x="609600" y="1219200"/>
            <a:ext cx="10972800" cy="4953000"/>
          </a:xfrm>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spTree>
    <p:extLst>
      <p:ext uri="{BB962C8B-B14F-4D97-AF65-F5344CB8AC3E}">
        <p14:creationId xmlns:p14="http://schemas.microsoft.com/office/powerpoint/2010/main" val="168055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R1 &amp; R2: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R1</a:t>
            </a:r>
            <a:r>
              <a:rPr lang="en-US" altLang="zh-TW" sz="1600" dirty="0">
                <a:latin typeface="Consolas" panose="020B0609020204030204" pitchFamily="49" charset="0"/>
                <a:cs typeface="Consolas" panose="020B0609020204030204" pitchFamily="49" charset="0"/>
              </a:rPr>
              <a:t> ⊕ R2: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946063848"/>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 </a:t>
                      </a: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a:t>
                      </a: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&amp; R2</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TEQ</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 R2 </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915448931"/>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p:sp>
        <p:nvSpPr>
          <p:cNvPr id="5" name="Rectangle 4"/>
          <p:cNvSpPr/>
          <p:nvPr/>
        </p:nvSpPr>
        <p:spPr>
          <a:xfrm>
            <a:off x="2933700" y="2085697"/>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219700" y="1323697"/>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219700" y="1323697"/>
                <a:ext cx="2057400" cy="523220"/>
              </a:xfrm>
              <a:prstGeom prst="rect">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857499" y="5576213"/>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 = 0 − r1 = -r1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9</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R2 (w/ shifting)</a:t>
                </a:r>
              </a:p>
              <a:p>
                <a:r>
                  <a:rPr lang="en-US" sz="2000" dirty="0"/>
                  <a:t>Do not affect V</a:t>
                </a:r>
              </a:p>
              <a:p>
                <a:r>
                  <a:rPr lang="en-US" sz="2000" dirty="0"/>
                  <a:t>TST performs </a:t>
                </a:r>
                <a:r>
                  <a:rPr lang="en-US" sz="2000" dirty="0">
                    <a:solidFill>
                      <a:srgbClr val="FF0000"/>
                    </a:solidFill>
                  </a:rPr>
                  <a:t>bitwise AND </a:t>
                </a:r>
                <a:r>
                  <a:rPr lang="en-US" sz="2000" dirty="0"/>
                  <a:t>on R1 and R2.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R2 as a mask; Z=0 implies “some masked bit(s) are set, so result is non-zero” Z=1 implies “none of the masked bit(s) are set, so result is zero.” For a single-bit mask, Z=0 means “that bit in R1 is 1,” and Z=1 means “that bit is 0.”</a:t>
                </a:r>
              </a:p>
              <a:p>
                <a:r>
                  <a:rPr lang="en-US" sz="2000" dirty="0"/>
                  <a:t> TEQ performs </a:t>
                </a:r>
                <a:r>
                  <a:rPr lang="en-US" sz="2000" dirty="0">
                    <a:solidFill>
                      <a:srgbClr val="FF0000"/>
                    </a:solidFill>
                  </a:rPr>
                  <a:t>bitwise Exclusive OR </a:t>
                </a:r>
                <a:r>
                  <a:rPr lang="en-US" sz="2000" dirty="0"/>
                  <a:t>on R1 and R2.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R1 and R2 are equal, then R1</a:t>
                </a:r>
                <a14:m>
                  <m:oMath xmlns:m="http://schemas.openxmlformats.org/officeDocument/2006/math">
                    <m:r>
                      <a:rPr lang="en-US" sz="1800">
                        <a:latin typeface="Cambria Math" panose="02040503050406030204" pitchFamily="18" charset="0"/>
                      </a:rPr>
                      <m:t>⊕</m:t>
                    </m:r>
                  </m:oMath>
                </a14:m>
                <a:r>
                  <a:rPr lang="en-US" sz="1800" dirty="0"/>
                  <a:t> R2 is 0, and Z is set to 1; otherwise Z is set to 0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r0</a:t>
            </a:r>
            <a:r>
              <a:rPr lang="ar-AE" dirty="0"/>
              <a:t> </a:t>
            </a:r>
            <a:r>
              <a:rPr lang="en-US" dirty="0"/>
              <a:t>‘!’</a:t>
            </a:r>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a:t>
            </a:r>
            <a:r>
              <a:rPr lang="en-US" dirty="0">
                <a:solidFill>
                  <a:srgbClr val="FF0000"/>
                </a:solidFill>
              </a:rPr>
              <a:t>Z=1</a:t>
            </a:r>
            <a:r>
              <a:rPr lang="en-US" dirty="0"/>
              <a:t> after the tests, meaning char matched either ‘!’ or ‘?’.</a:t>
            </a:r>
          </a:p>
          <a:p>
            <a:endParaRPr lang="en-US" dirty="0"/>
          </a:p>
        </p:txBody>
      </p:sp>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3209730725"/>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l">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11</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r>
              <a:rPr lang="en-US" sz="2000"/>
              <a:t>or </a:t>
            </a:r>
            <a:r>
              <a:rPr lang="en-US" sz="2000" i="1">
                <a:solidFill>
                  <a:srgbClr val="FF0000"/>
                </a:solidFill>
              </a:rPr>
              <a:t>BAL label</a:t>
            </a:r>
            <a:r>
              <a:rPr lang="en-US" sz="2000"/>
              <a:t> </a:t>
            </a:r>
            <a:endParaRPr lang="en-US" sz="2000" dirty="0"/>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1267974955"/>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 BAL</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13</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C95E-A962-92D0-2B90-0A7037282001}"/>
            </a:ext>
          </a:extLst>
        </p:cNvPr>
        <p:cNvGrpSpPr/>
        <p:nvPr/>
      </p:nvGrpSpPr>
      <p:grpSpPr>
        <a:xfrm>
          <a:off x="0" y="0"/>
          <a:ext cx="0" cy="0"/>
          <a:chOff x="0" y="0"/>
          <a:chExt cx="0" cy="0"/>
        </a:xfrm>
      </p:grpSpPr>
      <p:sp>
        <p:nvSpPr>
          <p:cNvPr id="60418" name="Rectangle 2">
            <a:extLst>
              <a:ext uri="{FF2B5EF4-FFF2-40B4-BE49-F238E27FC236}">
                <a16:creationId xmlns:a16="http://schemas.microsoft.com/office/drawing/2014/main" id="{29334F85-F4AB-E37C-CBEC-4F6DA332F541}"/>
              </a:ext>
            </a:extLst>
          </p:cNvPr>
          <p:cNvSpPr>
            <a:spLocks noGrp="1" noChangeArrowheads="1"/>
          </p:cNvSpPr>
          <p:nvPr>
            <p:ph type="title"/>
          </p:nvPr>
        </p:nvSpPr>
        <p:spPr>
          <a:xfrm>
            <a:off x="533400" y="0"/>
            <a:ext cx="97536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a:extLst>
              <a:ext uri="{FF2B5EF4-FFF2-40B4-BE49-F238E27FC236}">
                <a16:creationId xmlns:a16="http://schemas.microsoft.com/office/drawing/2014/main" id="{953B495F-2AE2-6625-B8BC-7D792EFD6259}"/>
              </a:ext>
            </a:extLst>
          </p:cNvPr>
          <p:cNvSpPr>
            <a:spLocks noGrp="1"/>
          </p:cNvSpPr>
          <p:nvPr>
            <p:ph type="sldNum" sz="quarter" idx="11"/>
          </p:nvPr>
        </p:nvSpPr>
        <p:spPr/>
        <p:txBody>
          <a:bodyPr/>
          <a:lstStyle/>
          <a:p>
            <a:pPr>
              <a:defRPr/>
            </a:pPr>
            <a:fld id="{7D3083A4-9012-4F92-8AC9-739FC4D3B103}" type="slidenum">
              <a:rPr lang="en-US" smtClean="0"/>
              <a:pPr>
                <a:defRPr/>
              </a:pPr>
              <a:t>14</a:t>
            </a:fld>
            <a:endParaRPr lang="en-US"/>
          </a:p>
        </p:txBody>
      </p:sp>
      <p:graphicFrame>
        <p:nvGraphicFramePr>
          <p:cNvPr id="449628" name="Group 92">
            <a:extLst>
              <a:ext uri="{FF2B5EF4-FFF2-40B4-BE49-F238E27FC236}">
                <a16:creationId xmlns:a16="http://schemas.microsoft.com/office/drawing/2014/main" id="{7D8499F6-3030-7FBC-3F58-582698C6C897}"/>
              </a:ext>
            </a:extLst>
          </p:cNvPr>
          <p:cNvGraphicFramePr>
            <a:graphicFrameLocks noGrp="1"/>
          </p:cNvGraphicFramePr>
          <p:nvPr>
            <p:ph idx="1"/>
            <p:extLst>
              <p:ext uri="{D42A27DB-BD31-4B8C-83A1-F6EECF244321}">
                <p14:modId xmlns:p14="http://schemas.microsoft.com/office/powerpoint/2010/main" val="884214569"/>
              </p:ext>
            </p:extLst>
          </p:nvPr>
        </p:nvGraphicFramePr>
        <p:xfrm>
          <a:off x="304800" y="1373948"/>
          <a:ext cx="11582399" cy="4541520"/>
        </p:xfrm>
        <a:graphic>
          <a:graphicData uri="http://schemas.openxmlformats.org/drawingml/2006/table">
            <a:tbl>
              <a:tblPr/>
              <a:tblGrid>
                <a:gridCol w="1348636">
                  <a:extLst>
                    <a:ext uri="{9D8B030D-6E8A-4147-A177-3AD203B41FA5}">
                      <a16:colId xmlns:a16="http://schemas.microsoft.com/office/drawing/2014/main" val="20000"/>
                    </a:ext>
                  </a:extLst>
                </a:gridCol>
                <a:gridCol w="1816683">
                  <a:extLst>
                    <a:ext uri="{9D8B030D-6E8A-4147-A177-3AD203B41FA5}">
                      <a16:colId xmlns:a16="http://schemas.microsoft.com/office/drawing/2014/main" val="20001"/>
                    </a:ext>
                  </a:extLst>
                </a:gridCol>
                <a:gridCol w="1330481">
                  <a:extLst>
                    <a:ext uri="{9D8B030D-6E8A-4147-A177-3AD203B41FA5}">
                      <a16:colId xmlns:a16="http://schemas.microsoft.com/office/drawing/2014/main" val="1649928022"/>
                    </a:ext>
                  </a:extLst>
                </a:gridCol>
                <a:gridCol w="1950754">
                  <a:extLst>
                    <a:ext uri="{9D8B030D-6E8A-4147-A177-3AD203B41FA5}">
                      <a16:colId xmlns:a16="http://schemas.microsoft.com/office/drawing/2014/main" val="1974045517"/>
                    </a:ext>
                  </a:extLst>
                </a:gridCol>
                <a:gridCol w="1711948">
                  <a:extLst>
                    <a:ext uri="{9D8B030D-6E8A-4147-A177-3AD203B41FA5}">
                      <a16:colId xmlns:a16="http://schemas.microsoft.com/office/drawing/2014/main" val="20002"/>
                    </a:ext>
                  </a:extLst>
                </a:gridCol>
                <a:gridCol w="1426932">
                  <a:extLst>
                    <a:ext uri="{9D8B030D-6E8A-4147-A177-3AD203B41FA5}">
                      <a16:colId xmlns:a16="http://schemas.microsoft.com/office/drawing/2014/main" val="3919743556"/>
                    </a:ext>
                  </a:extLst>
                </a:gridCol>
                <a:gridCol w="1996965">
                  <a:extLst>
                    <a:ext uri="{9D8B030D-6E8A-4147-A177-3AD203B41FA5}">
                      <a16:colId xmlns:a16="http://schemas.microsoft.com/office/drawing/2014/main" val="1589835667"/>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Op</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&gt;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 </a:t>
                      </a:r>
                      <a:r>
                        <a:rPr kumimoji="0" lang="en-US" sz="2000" kern="1200" dirty="0">
                          <a:solidFill>
                            <a:schemeClr val="tx1"/>
                          </a:solidFill>
                          <a:latin typeface="+mn-lt"/>
                          <a:ea typeface="+mn-ea"/>
                          <a:cs typeface="+mn-cs"/>
                        </a:rPr>
                        <a:t>(Greater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Z=0 &amp;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Non-zero result and signs agree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 </a:t>
                      </a:r>
                      <a:r>
                        <a:rPr kumimoji="0" lang="en-US" sz="2000" kern="1200" dirty="0">
                          <a:solidFill>
                            <a:schemeClr val="tx1"/>
                          </a:solidFill>
                          <a:latin typeface="+mn-lt"/>
                          <a:ea typeface="+mn-ea"/>
                          <a:cs typeface="+mn-cs"/>
                        </a:rPr>
                        <a:t>(Higher)</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 &amp; 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and not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 </a:t>
                      </a:r>
                      <a:r>
                        <a:rPr kumimoji="0" lang="en-US" sz="2000" kern="1200" dirty="0">
                          <a:solidFill>
                            <a:schemeClr val="tx1"/>
                          </a:solidFill>
                          <a:latin typeface="+mn-lt"/>
                          <a:ea typeface="+mn-ea"/>
                          <a:cs typeface="+mn-cs"/>
                        </a:rPr>
                        <a:t>(Greater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 </a:t>
                      </a:r>
                      <a:r>
                        <a:rPr kumimoji="0" lang="en-US" sz="2000" kern="1200" dirty="0">
                          <a:solidFill>
                            <a:schemeClr val="tx1"/>
                          </a:solidFill>
                          <a:latin typeface="+mn-lt"/>
                          <a:ea typeface="+mn-ea"/>
                          <a:cs typeface="+mn-cs"/>
                        </a:rPr>
                        <a:t>(Higher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(R1 ≥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&lt;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 </a:t>
                      </a:r>
                      <a:r>
                        <a:rPr kumimoji="0" lang="en-US" sz="2000" kern="1200" dirty="0">
                          <a:solidFill>
                            <a:schemeClr val="tx1"/>
                          </a:solidFill>
                          <a:latin typeface="+mn-lt"/>
                          <a:ea typeface="+mn-ea"/>
                          <a:cs typeface="+mn-cs"/>
                        </a:rPr>
                        <a:t>(Less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 </a:t>
                      </a:r>
                      <a:r>
                        <a:rPr kumimoji="0" lang="en-US" sz="2000" kern="1200" dirty="0">
                          <a:solidFill>
                            <a:schemeClr val="tx1"/>
                          </a:solidFill>
                          <a:latin typeface="+mn-lt"/>
                          <a:ea typeface="+mn-ea"/>
                          <a:cs typeface="+mn-cs"/>
                        </a:rPr>
                        <a:t>(</a:t>
                      </a:r>
                      <a:r>
                        <a:rPr kumimoji="0" lang="en-US" altLang="zh-CN" sz="2000" kern="1200" dirty="0">
                          <a:solidFill>
                            <a:schemeClr val="tx1"/>
                          </a:solidFill>
                          <a:latin typeface="+mn-lt"/>
                          <a:ea typeface="+mn-ea"/>
                          <a:cs typeface="+mn-cs"/>
                        </a:rPr>
                        <a:t>Lower</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occurred (R1 &lt;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 </a:t>
                      </a:r>
                      <a:r>
                        <a:rPr kumimoji="0" lang="en-US" sz="2000" kern="1200" dirty="0">
                          <a:solidFill>
                            <a:schemeClr val="tx1"/>
                          </a:solidFill>
                          <a:latin typeface="+mn-lt"/>
                          <a:ea typeface="+mn-ea"/>
                          <a:cs typeface="+mn-cs"/>
                        </a:rPr>
                        <a:t>(Less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Z=1 or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 or overflow mismatch</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 </a:t>
                      </a:r>
                      <a:r>
                        <a:rPr kumimoji="0" lang="en-US" sz="2000" kern="1200" dirty="0">
                          <a:solidFill>
                            <a:schemeClr val="tx1"/>
                          </a:solidFill>
                          <a:latin typeface="+mn-lt"/>
                          <a:ea typeface="+mn-ea"/>
                          <a:cs typeface="+mn-cs"/>
                        </a:rPr>
                        <a:t>(Lower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 or Z=1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or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 </a:t>
                      </a:r>
                      <a:r>
                        <a:rPr kumimoji="0" lang="en-US" sz="2000" kern="1200" dirty="0">
                          <a:solidFill>
                            <a:schemeClr val="tx1"/>
                          </a:solidFill>
                          <a:latin typeface="+mn-lt"/>
                          <a:ea typeface="+mn-ea"/>
                          <a:cs typeface="+mn-cs"/>
                        </a:rPr>
                        <a:t>(Equal)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kern="1200" dirty="0">
                          <a:solidFill>
                            <a:schemeClr val="tx1"/>
                          </a:solidFill>
                          <a:latin typeface="+mn-lt"/>
                          <a:ea typeface="+mn-ea"/>
                          <a:cs typeface="+mn-cs"/>
                        </a:rPr>
                        <a:t>NE (Not 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Non-Zero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3" name="TextBox 2">
            <a:extLst>
              <a:ext uri="{FF2B5EF4-FFF2-40B4-BE49-F238E27FC236}">
                <a16:creationId xmlns:a16="http://schemas.microsoft.com/office/drawing/2014/main" id="{B5A1696D-B757-8D10-A6BF-4D8E30062551}"/>
              </a:ext>
            </a:extLst>
          </p:cNvPr>
          <p:cNvSpPr txBox="1"/>
          <p:nvPr/>
        </p:nvSpPr>
        <p:spPr>
          <a:xfrm>
            <a:off x="3048000" y="6014224"/>
            <a:ext cx="64694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sz="2000" b="1" dirty="0">
                <a:solidFill>
                  <a:srgbClr val="C00000"/>
                </a:solidFill>
                <a:latin typeface="Consolas" panose="020B0609020204030204" pitchFamily="49" charset="0"/>
                <a:cs typeface="Consolas" panose="020B0609020204030204" pitchFamily="49" charset="0"/>
              </a:rPr>
              <a:t>CMP R1, R2</a:t>
            </a:r>
          </a:p>
          <a:p>
            <a:r>
              <a:rPr lang="en-US" sz="2000" dirty="0"/>
              <a:t>perform subtraction </a:t>
            </a:r>
            <a:r>
              <a:rPr lang="en-US" sz="2000" dirty="0">
                <a:latin typeface="Consolas" panose="020B0609020204030204" pitchFamily="49" charset="0"/>
              </a:rPr>
              <a:t>R1 – R2</a:t>
            </a:r>
            <a:r>
              <a:rPr lang="en-US" sz="2000" dirty="0"/>
              <a:t>, set flags without saving result</a:t>
            </a:r>
          </a:p>
        </p:txBody>
      </p:sp>
    </p:spTree>
    <p:extLst>
      <p:ext uri="{BB962C8B-B14F-4D97-AF65-F5344CB8AC3E}">
        <p14:creationId xmlns:p14="http://schemas.microsoft.com/office/powerpoint/2010/main" val="42755131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AEC003-10FE-7EA9-881C-E182B2F1C796}"/>
              </a:ext>
            </a:extLst>
          </p:cNvPr>
          <p:cNvSpPr>
            <a:spLocks noGrp="1"/>
          </p:cNvSpPr>
          <p:nvPr>
            <p:ph type="sldNum" sz="quarter" idx="11"/>
          </p:nvPr>
        </p:nvSpPr>
        <p:spPr/>
        <p:txBody>
          <a:bodyPr/>
          <a:lstStyle/>
          <a:p>
            <a:pPr>
              <a:defRPr/>
            </a:pPr>
            <a:fld id="{7D3083A4-9012-4F92-8AC9-739FC4D3B103}" type="slidenum">
              <a:rPr lang="en-US" smtClean="0"/>
              <a:pPr>
                <a:defRPr/>
              </a:pPr>
              <a:t>15</a:t>
            </a:fld>
            <a:endParaRPr lang="en-US"/>
          </a:p>
        </p:txBody>
      </p:sp>
      <p:graphicFrame>
        <p:nvGraphicFramePr>
          <p:cNvPr id="8" name="Table Placeholder 4">
            <a:extLst>
              <a:ext uri="{FF2B5EF4-FFF2-40B4-BE49-F238E27FC236}">
                <a16:creationId xmlns:a16="http://schemas.microsoft.com/office/drawing/2014/main" id="{4B1A6FE1-D3BE-B2FE-273E-9D2E25FD1073}"/>
              </a:ext>
            </a:extLst>
          </p:cNvPr>
          <p:cNvGraphicFramePr>
            <a:graphicFrameLocks/>
          </p:cNvGraphicFramePr>
          <p:nvPr>
            <p:extLst>
              <p:ext uri="{D42A27DB-BD31-4B8C-83A1-F6EECF244321}">
                <p14:modId xmlns:p14="http://schemas.microsoft.com/office/powerpoint/2010/main" val="1608372988"/>
              </p:ext>
            </p:extLst>
          </p:nvPr>
        </p:nvGraphicFramePr>
        <p:xfrm>
          <a:off x="1066798" y="1815717"/>
          <a:ext cx="10363199" cy="3448050"/>
        </p:xfrm>
        <a:graphic>
          <a:graphicData uri="http://schemas.openxmlformats.org/drawingml/2006/table">
            <a:tbl>
              <a:tblPr>
                <a:tableStyleId>{5940675A-B579-460E-94D1-54222C63F5DA}</a:tableStyleId>
              </a:tblPr>
              <a:tblGrid>
                <a:gridCol w="2057401">
                  <a:extLst>
                    <a:ext uri="{9D8B030D-6E8A-4147-A177-3AD203B41FA5}">
                      <a16:colId xmlns:a16="http://schemas.microsoft.com/office/drawing/2014/main" val="266373244"/>
                    </a:ext>
                  </a:extLst>
                </a:gridCol>
                <a:gridCol w="533400">
                  <a:extLst>
                    <a:ext uri="{9D8B030D-6E8A-4147-A177-3AD203B41FA5}">
                      <a16:colId xmlns:a16="http://schemas.microsoft.com/office/drawing/2014/main" val="13043426"/>
                    </a:ext>
                  </a:extLst>
                </a:gridCol>
                <a:gridCol w="609600">
                  <a:extLst>
                    <a:ext uri="{9D8B030D-6E8A-4147-A177-3AD203B41FA5}">
                      <a16:colId xmlns:a16="http://schemas.microsoft.com/office/drawing/2014/main" val="630746829"/>
                    </a:ext>
                  </a:extLst>
                </a:gridCol>
                <a:gridCol w="1655084">
                  <a:extLst>
                    <a:ext uri="{9D8B030D-6E8A-4147-A177-3AD203B41FA5}">
                      <a16:colId xmlns:a16="http://schemas.microsoft.com/office/drawing/2014/main" val="2113643734"/>
                    </a:ext>
                  </a:extLst>
                </a:gridCol>
                <a:gridCol w="5507714">
                  <a:extLst>
                    <a:ext uri="{9D8B030D-6E8A-4147-A177-3AD203B41FA5}">
                      <a16:colId xmlns:a16="http://schemas.microsoft.com/office/drawing/2014/main" val="2172270859"/>
                    </a:ext>
                  </a:extLst>
                </a:gridCol>
              </a:tblGrid>
              <a:tr h="270510">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Condition (signed)</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N</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V</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CMP R1, R2 returns</a:t>
                      </a:r>
                    </a:p>
                  </a:txBody>
                  <a:tcPr marL="64770" marR="64770" marT="32385" marB="32385" anchor="ctr">
                    <a:solidFill>
                      <a:srgbClr val="0070C0"/>
                    </a:solidFill>
                  </a:tcPr>
                </a:tc>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Meaning</a:t>
                      </a:r>
                    </a:p>
                  </a:txBody>
                  <a:tcPr marL="64770" marR="64770" marT="32385" marB="32385" anchor="ctr">
                    <a:solidFill>
                      <a:srgbClr val="0070C0"/>
                    </a:solidFill>
                  </a:tcPr>
                </a:tc>
                <a:extLst>
                  <a:ext uri="{0D108BD9-81ED-4DB2-BD59-A6C34878D82A}">
                    <a16:rowId xmlns:a16="http://schemas.microsoft.com/office/drawing/2014/main" val="595633833"/>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non-negative (R1 – R2 ≥ 0), no overflow → R1 ≥ R2</a:t>
                      </a:r>
                    </a:p>
                  </a:txBody>
                  <a:tcPr marL="64770" marR="64770" marT="32385" marB="32385" anchor="ctr"/>
                </a:tc>
                <a:extLst>
                  <a:ext uri="{0D108BD9-81ED-4DB2-BD59-A6C34878D82A}">
                    <a16:rowId xmlns:a16="http://schemas.microsoft.com/office/drawing/2014/main" val="2533983157"/>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but overflowed so sign is flipped → true result ≥ 0 → R1 ≥ R2</a:t>
                      </a:r>
                    </a:p>
                  </a:txBody>
                  <a:tcPr marL="64770" marR="64770" marT="32385" marB="32385" anchor="ctr"/>
                </a:tc>
                <a:extLst>
                  <a:ext uri="{0D108BD9-81ED-4DB2-BD59-A6C34878D82A}">
                    <a16:rowId xmlns:a16="http://schemas.microsoft.com/office/drawing/2014/main" val="1184494324"/>
                  </a:ext>
                </a:extLst>
              </a:tr>
              <a:tr h="521970">
                <a:tc>
                  <a:txBody>
                    <a:bodyPr/>
                    <a:lstStyle/>
                    <a:p>
                      <a:pPr>
                        <a:buNone/>
                      </a:pPr>
                      <a:r>
                        <a:rPr lang="en-US" sz="2000" b="0" dirty="0"/>
                        <a:t>LT (Less Than)</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no overflow → R1 &lt; R2</a:t>
                      </a:r>
                    </a:p>
                  </a:txBody>
                  <a:tcPr marL="64770" marR="64770" marT="32385" marB="32385" anchor="ctr"/>
                </a:tc>
                <a:extLst>
                  <a:ext uri="{0D108BD9-81ED-4DB2-BD59-A6C34878D82A}">
                    <a16:rowId xmlns:a16="http://schemas.microsoft.com/office/drawing/2014/main" val="1349570872"/>
                  </a:ext>
                </a:extLst>
              </a:tr>
              <a:tr h="750570">
                <a:tc>
                  <a:txBody>
                    <a:bodyPr/>
                    <a:lstStyle/>
                    <a:p>
                      <a:pPr>
                        <a:buNone/>
                      </a:pPr>
                      <a:r>
                        <a:rPr lang="en-US" sz="2000" b="0" dirty="0"/>
                        <a:t>LT (Less Than)</a:t>
                      </a:r>
                    </a:p>
                  </a:txBody>
                  <a:tcPr marL="64770" marR="64770" marT="32385" marB="32385" anchor="ctr"/>
                </a:tc>
                <a:tc>
                  <a:txBody>
                    <a:bodyPr/>
                    <a:lstStyle/>
                    <a:p>
                      <a:pPr algn="ctr">
                        <a:buNone/>
                      </a:pPr>
                      <a:r>
                        <a:rPr lang="en-US" sz="200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a:t>
                      </a:r>
                      <a:r>
                        <a:rPr lang="en-US" sz="2000" baseline="0" dirty="0"/>
                        <a:t>non-negative </a:t>
                      </a:r>
                      <a:r>
                        <a:rPr kumimoji="0" lang="en-US" sz="2000" kern="1200" dirty="0">
                          <a:solidFill>
                            <a:schemeClr val="tx1"/>
                          </a:solidFill>
                          <a:latin typeface="+mn-lt"/>
                          <a:ea typeface="+mn-ea"/>
                          <a:cs typeface="+mn-cs"/>
                        </a:rPr>
                        <a:t>(R1 – R2 ≥ 0), but overflowed so sign is flipped → true result &lt; 0 → R1 &lt; R2</a:t>
                      </a:r>
                    </a:p>
                  </a:txBody>
                  <a:tcPr marL="64770" marR="64770" marT="32385" marB="32385" anchor="ctr"/>
                </a:tc>
                <a:extLst>
                  <a:ext uri="{0D108BD9-81ED-4DB2-BD59-A6C34878D82A}">
                    <a16:rowId xmlns:a16="http://schemas.microsoft.com/office/drawing/2014/main" val="3690059485"/>
                  </a:ext>
                </a:extLst>
              </a:tr>
            </a:tbl>
          </a:graphicData>
        </a:graphic>
      </p:graphicFrame>
      <p:sp>
        <p:nvSpPr>
          <p:cNvPr id="9" name="Rectangle 2">
            <a:extLst>
              <a:ext uri="{FF2B5EF4-FFF2-40B4-BE49-F238E27FC236}">
                <a16:creationId xmlns:a16="http://schemas.microsoft.com/office/drawing/2014/main" id="{040766FF-157F-F258-92E4-7978E9A74698}"/>
              </a:ext>
            </a:extLst>
          </p:cNvPr>
          <p:cNvSpPr>
            <a:spLocks noGrp="1" noChangeArrowheads="1"/>
          </p:cNvSpPr>
          <p:nvPr>
            <p:ph type="title"/>
          </p:nvPr>
        </p:nvSpPr>
        <p:spPr>
          <a:xfrm>
            <a:off x="533400" y="0"/>
            <a:ext cx="9753600" cy="1143000"/>
          </a:xfrm>
        </p:spPr>
        <p:txBody>
          <a:bodyPr/>
          <a:lstStyle/>
          <a:p>
            <a:r>
              <a:rPr lang="en-US" dirty="0"/>
              <a:t>Signed </a:t>
            </a:r>
            <a:r>
              <a:rPr lang="en-US" altLang="zh-CN" dirty="0"/>
              <a:t>Comparison Explanations</a:t>
            </a:r>
            <a:endParaRPr lang="en-US" dirty="0"/>
          </a:p>
        </p:txBody>
      </p:sp>
      <p:sp>
        <p:nvSpPr>
          <p:cNvPr id="10" name="TextBox 9">
            <a:extLst>
              <a:ext uri="{FF2B5EF4-FFF2-40B4-BE49-F238E27FC236}">
                <a16:creationId xmlns:a16="http://schemas.microsoft.com/office/drawing/2014/main" id="{79A02399-C781-EF9E-3862-DF68871F920A}"/>
              </a:ext>
            </a:extLst>
          </p:cNvPr>
          <p:cNvSpPr txBox="1"/>
          <p:nvPr/>
        </p:nvSpPr>
        <p:spPr>
          <a:xfrm>
            <a:off x="3276600" y="564846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4231931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Examples (5-bit system)</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19148270"/>
              </p:ext>
            </p:extLst>
          </p:nvPr>
        </p:nvGraphicFramePr>
        <p:xfrm>
          <a:off x="1066800" y="1295400"/>
          <a:ext cx="9906000" cy="4541520"/>
        </p:xfrm>
        <a:graphic>
          <a:graphicData uri="http://schemas.openxmlformats.org/drawingml/2006/table">
            <a:tbl>
              <a:tblPr firstRow="1" firstCol="1" bandRow="1">
                <a:tableStyleId>{5C22544A-7EE6-4342-B048-85BDC9FD1C3A}</a:tableStyleId>
              </a:tblPr>
              <a:tblGrid>
                <a:gridCol w="1033669">
                  <a:extLst>
                    <a:ext uri="{9D8B030D-6E8A-4147-A177-3AD203B41FA5}">
                      <a16:colId xmlns:a16="http://schemas.microsoft.com/office/drawing/2014/main" val="20000"/>
                    </a:ext>
                  </a:extLst>
                </a:gridCol>
                <a:gridCol w="4371119">
                  <a:extLst>
                    <a:ext uri="{9D8B030D-6E8A-4147-A177-3AD203B41FA5}">
                      <a16:colId xmlns:a16="http://schemas.microsoft.com/office/drawing/2014/main" val="20001"/>
                    </a:ext>
                  </a:extLst>
                </a:gridCol>
                <a:gridCol w="4501212">
                  <a:extLst>
                    <a:ext uri="{9D8B030D-6E8A-4147-A177-3AD203B41FA5}">
                      <a16:colId xmlns:a16="http://schemas.microsoft.com/office/drawing/2014/main" val="20002"/>
                    </a:ext>
                  </a:extLst>
                </a:gridCol>
              </a:tblGrid>
              <a:tr h="363556">
                <a:tc>
                  <a:txBody>
                    <a:bodyPr/>
                    <a:lstStyle/>
                    <a:p>
                      <a:endParaRPr lang="en-US" sz="2000" dirty="0">
                        <a:latin typeface="Consolas" panose="020B0609020204030204" pitchFamily="49" charset="0"/>
                        <a:cs typeface="Consolas" panose="020B0609020204030204" pitchFamily="49" charset="0"/>
                      </a:endParaRPr>
                    </a:p>
                  </a:txBody>
                  <a:tcPr anchor="ctr" anchorCtr="1"/>
                </a:tc>
                <a:tc>
                  <a:txBody>
                    <a:bodyPr/>
                    <a:lstStyle/>
                    <a:p>
                      <a:pPr algn="ctr"/>
                      <a:r>
                        <a:rPr lang="en-US" sz="2000" dirty="0">
                          <a:latin typeface="Consolas" panose="020B0609020204030204" pitchFamily="49" charset="0"/>
                          <a:cs typeface="Consolas" panose="020B0609020204030204" pitchFamily="49" charset="0"/>
                        </a:rPr>
                        <a:t> N = 0</a:t>
                      </a:r>
                    </a:p>
                  </a:txBody>
                  <a:tcPr anchor="ctr" anchorCtr="1"/>
                </a:tc>
                <a:tc>
                  <a:txBody>
                    <a:bodyPr/>
                    <a:lstStyle/>
                    <a:p>
                      <a:pPr algn="ctr"/>
                      <a:r>
                        <a:rPr lang="en-US" sz="2000"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sz="2000"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sz="2000" dirty="0"/>
                        <a:t>R1 = +7 (00111)</a:t>
                      </a:r>
                    </a:p>
                    <a:p>
                      <a:pPr marL="285750" indent="-285750">
                        <a:buFont typeface="Arial" pitchFamily="34" charset="0"/>
                        <a:buChar char="•"/>
                      </a:pPr>
                      <a:r>
                        <a:rPr lang="en-US" sz="2000" dirty="0"/>
                        <a:t>R2 = +3 (00011) </a:t>
                      </a:r>
                    </a:p>
                    <a:p>
                      <a:pPr marL="285750" indent="-285750">
                        <a:buFont typeface="Arial" pitchFamily="34" charset="0"/>
                        <a:buChar char="•"/>
                      </a:pPr>
                      <a:r>
                        <a:rPr lang="en-US" sz="2000" dirty="0"/>
                        <a:t>R1 − R2 = +4 (00100); </a:t>
                      </a:r>
                    </a:p>
                    <a:p>
                      <a:pPr marL="285750" indent="-285750">
                        <a:buFont typeface="Arial" pitchFamily="34" charset="0"/>
                        <a:buChar char="•"/>
                      </a:pPr>
                      <a:r>
                        <a:rPr lang="en-US" sz="2000" dirty="0"/>
                        <a:t>result non‑negative and no signed overflow, so N=0, V=0 ⇒ GE holds</a:t>
                      </a:r>
                    </a:p>
                    <a:p>
                      <a:pPr marL="285750" indent="-285750">
                        <a:buFont typeface="Arial" pitchFamily="34" charset="0"/>
                        <a:buChar char="•"/>
                      </a:pPr>
                      <a:endParaRPr lang="en-US" sz="2000"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sz="2000" dirty="0"/>
                        <a:t>R1 = +3 (00011)</a:t>
                      </a:r>
                    </a:p>
                    <a:p>
                      <a:pPr marL="285750" indent="-285750">
                        <a:buFont typeface="Arial" pitchFamily="34" charset="0"/>
                        <a:buChar char="•"/>
                      </a:pPr>
                      <a:r>
                        <a:rPr lang="en-US" sz="2000" dirty="0"/>
                        <a:t>R2 = +7 (00111)</a:t>
                      </a:r>
                    </a:p>
                    <a:p>
                      <a:pPr marL="285750" indent="-285750">
                        <a:buFont typeface="Arial" pitchFamily="34" charset="0"/>
                        <a:buChar char="•"/>
                      </a:pPr>
                      <a:r>
                        <a:rPr lang="en-US" sz="2000" dirty="0"/>
                        <a:t>R1 − R2 = −4 (11100)</a:t>
                      </a:r>
                    </a:p>
                    <a:p>
                      <a:pPr marL="285750" indent="-285750">
                        <a:buFont typeface="Arial" pitchFamily="34" charset="0"/>
                        <a:buChar char="•"/>
                      </a:pPr>
                      <a:r>
                        <a:rPr lang="en-US" sz="2000" dirty="0"/>
                        <a:t>result negative with no overflow, so N=1, V=0 ⇒ LT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sz="2000"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00111 (decimal 7), whose sign bit is 0 so N=0, but signed overflow occurs so V=1 </a:t>
                      </a:r>
                      <a:r>
                        <a:rPr lang="en-US" sz="2000" dirty="0"/>
                        <a:t>⇒ LT holds</a:t>
                      </a:r>
                      <a:r>
                        <a:rPr lang="en-US" sz="2000" baseline="0" dirty="0"/>
                        <a:t> </a:t>
                      </a:r>
                      <a:endParaRPr lang="en-US" sz="2000"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10001 (decimal −15), whose sign bit is 1 so N=1, but signed overflow occurs so V=1 </a:t>
                      </a:r>
                      <a:r>
                        <a:rPr lang="en-US" sz="2000" dirty="0"/>
                        <a:t>⇒ GE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C91562D7-FD5F-D68D-AA23-37D3AD1BE77E}"/>
              </a:ext>
            </a:extLst>
          </p:cNvPr>
          <p:cNvSpPr txBox="1"/>
          <p:nvPr/>
        </p:nvSpPr>
        <p:spPr>
          <a:xfrm>
            <a:off x="3276600" y="592142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1671373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17</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18</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normAutofit/>
          </a:bodyPr>
          <a:lstStyle/>
          <a:p>
            <a:r>
              <a:rPr lang="en-US" dirty="0"/>
              <a:t>Conditional Branch Instructions</a:t>
            </a:r>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19</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37928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005125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301129806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29</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33</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R1,label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R1,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R1,label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R1,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3862874838"/>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38</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39</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551B6-A954-DCC7-2AC8-9AA742ABB495}"/>
              </a:ext>
            </a:extLst>
          </p:cNvPr>
          <p:cNvSpPr>
            <a:spLocks noGrp="1"/>
          </p:cNvSpPr>
          <p:nvPr>
            <p:ph type="title"/>
          </p:nvPr>
        </p:nvSpPr>
        <p:spPr/>
        <p:txBody>
          <a:bodyPr/>
          <a:lstStyle/>
          <a:p>
            <a:r>
              <a:rPr lang="en-US"/>
              <a:t>Summary: Condition </a:t>
            </a:r>
            <a:r>
              <a:rPr lang="en-US" dirty="0"/>
              <a:t>Codes </a:t>
            </a:r>
          </a:p>
        </p:txBody>
      </p:sp>
      <p:sp>
        <p:nvSpPr>
          <p:cNvPr id="3" name="Slide Number Placeholder 2">
            <a:extLst>
              <a:ext uri="{FF2B5EF4-FFF2-40B4-BE49-F238E27FC236}">
                <a16:creationId xmlns:a16="http://schemas.microsoft.com/office/drawing/2014/main" id="{2900298C-1D25-DA72-C278-43F14B830581}"/>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8ACB34CE-40D1-6F33-9B1D-79C24203EF8E}"/>
              </a:ext>
            </a:extLst>
          </p:cNvPr>
          <p:cNvSpPr>
            <a:spLocks noGrp="1"/>
          </p:cNvSpPr>
          <p:nvPr>
            <p:ph sz="quarter" idx="1"/>
          </p:nvPr>
        </p:nvSpPr>
        <p:spPr/>
        <p:txBody>
          <a:bodyPr>
            <a:normAutofit/>
          </a:bodyPr>
          <a:lstStyle/>
          <a:p>
            <a:r>
              <a:rPr lang="en-US" dirty="0"/>
              <a:t>Condition Codes:</a:t>
            </a:r>
          </a:p>
          <a:p>
            <a:pPr lvl="1"/>
            <a:r>
              <a:rPr lang="en-US" dirty="0"/>
              <a:t>EQ/NE: Z=1 / Z=0 (Equal/Not Equal)</a:t>
            </a:r>
          </a:p>
          <a:p>
            <a:pPr lvl="1"/>
            <a:r>
              <a:rPr lang="en-US" dirty="0"/>
              <a:t>LT/GE: N≠V / N=V (Signed Less Than/Greater Equal)</a:t>
            </a:r>
          </a:p>
          <a:p>
            <a:pPr lvl="1"/>
            <a:r>
              <a:rPr lang="en-US" dirty="0"/>
              <a:t>GT/LE: Z=0 &amp; N=V / Z=1 or N≠V (Signed Greater/Less Equal)</a:t>
            </a:r>
          </a:p>
          <a:p>
            <a:pPr lvl="1"/>
            <a:r>
              <a:rPr lang="en-US" dirty="0"/>
              <a:t>LO/HS: C=0 / C=1 (Unsigned Lower/Higher Same)</a:t>
            </a:r>
          </a:p>
          <a:p>
            <a:pPr lvl="1"/>
            <a:r>
              <a:rPr lang="en-US" dirty="0"/>
              <a:t>HI/LS: C=1 &amp; Z=0 / C=0 or Z=1 (Unsigned Higher/Lower Same)</a:t>
            </a:r>
          </a:p>
          <a:p>
            <a:r>
              <a:rPr lang="en-US" dirty="0"/>
              <a:t>Flag Setting Instructions:</a:t>
            </a:r>
          </a:p>
          <a:p>
            <a:pPr lvl="1"/>
            <a:r>
              <a:rPr lang="en-US" dirty="0"/>
              <a:t>CMP: R1 - R2 (result discarded)</a:t>
            </a:r>
          </a:p>
          <a:p>
            <a:pPr lvl="1"/>
            <a:r>
              <a:rPr lang="en-US" dirty="0"/>
              <a:t>TST: R1 &amp; R2 (result discarded)</a:t>
            </a:r>
          </a:p>
          <a:p>
            <a:pPr lvl="1"/>
            <a:r>
              <a:rPr lang="en-US" dirty="0"/>
              <a:t>TEQ: R1 ⊕ R2 (result discarded)</a:t>
            </a:r>
          </a:p>
          <a:p>
            <a:pPr lvl="1"/>
            <a:r>
              <a:rPr lang="en-US" dirty="0"/>
              <a:t>CMN: R1 + R2 (result discarded)</a:t>
            </a:r>
          </a:p>
        </p:txBody>
      </p:sp>
    </p:spTree>
    <p:extLst>
      <p:ext uri="{BB962C8B-B14F-4D97-AF65-F5344CB8AC3E}">
        <p14:creationId xmlns:p14="http://schemas.microsoft.com/office/powerpoint/2010/main" val="18640632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3657</TotalTime>
  <Words>8450</Words>
  <Application>Microsoft Office PowerPoint</Application>
  <PresentationFormat>Widescreen</PresentationFormat>
  <Paragraphs>1289</Paragraphs>
  <Slides>43</Slides>
  <Notes>15</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43</vt:i4>
      </vt:variant>
    </vt:vector>
  </HeadingPairs>
  <TitlesOfParts>
    <vt:vector size="60" baseType="lpstr">
      <vt:lpstr>Arial Unicode MS</vt:lpstr>
      <vt:lpstr>Bookman Old Style (Headings)</vt:lpstr>
      <vt:lpstr>fkGroteskNeue</vt:lpstr>
      <vt:lpstr>Gill Sans Light</vt:lpstr>
      <vt:lpstr>var(--font-fk-grotesk)</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Z. Gu</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Condition Codes </vt:lpstr>
      <vt:lpstr>Signed vs. Unsigned Comparison</vt:lpstr>
      <vt:lpstr>Signed Comparison Explanations</vt:lpstr>
      <vt:lpstr>Signed Comparison Examples (5-bit system)</vt:lpstr>
      <vt:lpstr>Number Interpretation</vt:lpstr>
      <vt:lpstr>Which is Greater: 0xFFFFFFFF or 0x00000001?</vt:lpstr>
      <vt:lpstr>Conditional Branch Instructions</vt:lpstr>
      <vt:lpstr>Branch Instructions</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Summary: Condition Codes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2025-10-23T23:44:17Z</dcterms:modified>
</cp:coreProperties>
</file>