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16"/>
  </p:notesMasterIdLst>
  <p:handoutMasterIdLst>
    <p:handoutMasterId r:id="rId17"/>
  </p:handoutMasterIdLst>
  <p:sldIdLst>
    <p:sldId id="385" r:id="rId2"/>
    <p:sldId id="356" r:id="rId3"/>
    <p:sldId id="363" r:id="rId4"/>
    <p:sldId id="358" r:id="rId5"/>
    <p:sldId id="417" r:id="rId6"/>
    <p:sldId id="810" r:id="rId7"/>
    <p:sldId id="774" r:id="rId8"/>
    <p:sldId id="345" r:id="rId9"/>
    <p:sldId id="369" r:id="rId10"/>
    <p:sldId id="367" r:id="rId11"/>
    <p:sldId id="365" r:id="rId12"/>
    <p:sldId id="801" r:id="rId13"/>
    <p:sldId id="804" r:id="rId14"/>
    <p:sldId id="815" r:id="rId15"/>
  </p:sldIdLst>
  <p:sldSz cx="9144000" cy="6858000" type="screen4x3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615">
          <p15:clr>
            <a:srgbClr val="A4A3A4"/>
          </p15:clr>
        </p15:guide>
        <p15:guide id="2" pos="402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05C3B-B728-42D2-90B4-B4A194916ABF}" v="4" dt="2025-10-16T21:53:10.8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353" autoAdjust="0"/>
    <p:restoredTop sz="84052" autoAdjust="0"/>
  </p:normalViewPr>
  <p:slideViewPr>
    <p:cSldViewPr snapToGrid="0">
      <p:cViewPr varScale="1">
        <p:scale>
          <a:sx n="69" d="100"/>
          <a:sy n="69" d="100"/>
        </p:scale>
        <p:origin x="1320" y="96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48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615"/>
        <p:guide pos="402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16T21:56:45.873" v="688" actId="20577"/>
      <pc:docMkLst>
        <pc:docMk/>
      </pc:docMkLst>
      <pc:sldChg chg="modSp add del mod modTransition">
        <pc:chgData name="Zonghua Gu" userId="9a7e1853e1951ef5" providerId="LiveId" clId="{CF1FAA12-072C-4ED5-BA76-0FFFAEFDB88A}" dt="2025-09-18T02:44:38.303" v="450" actId="20577"/>
        <pc:sldMkLst>
          <pc:docMk/>
          <pc:sldMk cId="936686548" sldId="345"/>
        </pc:sldMkLst>
        <pc:spChg chg="mod">
          <ac:chgData name="Zonghua Gu" userId="9a7e1853e1951ef5" providerId="LiveId" clId="{CF1FAA12-072C-4ED5-BA76-0FFFAEFDB88A}" dt="2025-09-18T02:44:38.303" v="450" actId="20577"/>
          <ac:spMkLst>
            <pc:docMk/>
            <pc:sldMk cId="936686548" sldId="345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2671398132" sldId="345"/>
        </pc:sldMkLst>
      </pc:sldChg>
      <pc:sldChg chg="modSp add del mod modTransition">
        <pc:chgData name="Zonghua Gu" userId="9a7e1853e1951ef5" providerId="LiveId" clId="{CF1FAA12-072C-4ED5-BA76-0FFFAEFDB88A}" dt="2025-09-18T21:25:59.830" v="619" actId="47"/>
        <pc:sldMkLst>
          <pc:docMk/>
          <pc:sldMk cId="2173526811" sldId="346"/>
        </pc:sldMkLst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966429473" sldId="356"/>
        </pc:sldMkLst>
      </pc:sldChg>
      <pc:sldChg chg="add">
        <pc:chgData name="Zonghua Gu" userId="9a7e1853e1951ef5" providerId="LiveId" clId="{CF1FAA12-072C-4ED5-BA76-0FFFAEFDB88A}" dt="2025-09-18T02:48:49.161" v="512"/>
        <pc:sldMkLst>
          <pc:docMk/>
          <pc:sldMk cId="3359075723" sldId="356"/>
        </pc:sldMkLst>
      </pc:sldChg>
      <pc:sldChg chg="add del">
        <pc:chgData name="Zonghua Gu" userId="9a7e1853e1951ef5" providerId="LiveId" clId="{CF1FAA12-072C-4ED5-BA76-0FFFAEFDB88A}" dt="2025-09-18T21:25:34.166" v="612" actId="47"/>
        <pc:sldMkLst>
          <pc:docMk/>
          <pc:sldMk cId="1209470724" sldId="357"/>
        </pc:sldMkLst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1239709488" sldId="357"/>
        </pc:sldMkLst>
      </pc:sldChg>
      <pc:sldChg chg="add del">
        <pc:chgData name="Zonghua Gu" userId="9a7e1853e1951ef5" providerId="LiveId" clId="{CF1FAA12-072C-4ED5-BA76-0FFFAEFDB88A}" dt="2025-09-18T02:25:29.686" v="185"/>
        <pc:sldMkLst>
          <pc:docMk/>
          <pc:sldMk cId="1502810167" sldId="358"/>
        </pc:sldMkLst>
      </pc:sldChg>
      <pc:sldChg chg="add del">
        <pc:chgData name="Zonghua Gu" userId="9a7e1853e1951ef5" providerId="LiveId" clId="{CF1FAA12-072C-4ED5-BA76-0FFFAEFDB88A}" dt="2025-09-18T21:25:47.173" v="616" actId="47"/>
        <pc:sldMkLst>
          <pc:docMk/>
          <pc:sldMk cId="670903100" sldId="35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360"/>
        </pc:sldMkLst>
      </pc:sldChg>
      <pc:sldChg chg="addSp delSp modSp add mod">
        <pc:chgData name="Zonghua Gu" userId="9a7e1853e1951ef5" providerId="LiveId" clId="{CF1FAA12-072C-4ED5-BA76-0FFFAEFDB88A}" dt="2025-09-18T02:30:15.818" v="265" actId="1076"/>
        <pc:sldMkLst>
          <pc:docMk/>
          <pc:sldMk cId="3486040908" sldId="363"/>
        </pc:sldMkLst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4" creationId="{4D035A48-A6FE-397D-11E7-79A26D57EE6C}"/>
          </ac:spMkLst>
        </pc:spChg>
        <pc:spChg chg="mod">
          <ac:chgData name="Zonghua Gu" userId="9a7e1853e1951ef5" providerId="LiveId" clId="{CF1FAA12-072C-4ED5-BA76-0FFFAEFDB88A}" dt="2025-09-18T02:25:55.360" v="196" actId="403"/>
          <ac:spMkLst>
            <pc:docMk/>
            <pc:sldMk cId="3486040908" sldId="363"/>
            <ac:spMk id="5" creationId="{49EAAEAC-5A83-FC31-3AD1-D95A0084E014}"/>
          </ac:spMkLst>
        </pc:spChg>
        <pc:spChg chg="mod">
          <ac:chgData name="Zonghua Gu" userId="9a7e1853e1951ef5" providerId="LiveId" clId="{CF1FAA12-072C-4ED5-BA76-0FFFAEFDB88A}" dt="2025-09-18T02:29:57.414" v="262" actId="1076"/>
          <ac:spMkLst>
            <pc:docMk/>
            <pc:sldMk cId="3486040908" sldId="363"/>
            <ac:spMk id="14" creationId="{78CA3B04-30BA-AB52-96CE-C4D0D46EBB0E}"/>
          </ac:spMkLst>
        </pc:spChg>
        <pc:spChg chg="mod">
          <ac:chgData name="Zonghua Gu" userId="9a7e1853e1951ef5" providerId="LiveId" clId="{CF1FAA12-072C-4ED5-BA76-0FFFAEFDB88A}" dt="2025-09-18T02:29:48.132" v="261" actId="1076"/>
          <ac:spMkLst>
            <pc:docMk/>
            <pc:sldMk cId="3486040908" sldId="363"/>
            <ac:spMk id="15" creationId="{23CD2F51-C323-A016-AE65-89BBE14397AE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6" creationId="{3604BC0F-A245-42B3-C099-6BBF3E77DA07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7" creationId="{92DF79D3-BC63-01D9-8A39-ECF46F38BC95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0" creationId="{D39685E5-F44B-9935-D033-23E4B449AF2C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1" creationId="{A1DE57DA-AF45-14AC-B21C-DE925BE7BF0E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2" creationId="{50CEED7B-77A7-495A-418F-A75FFEAB6E65}"/>
          </ac:spMkLst>
        </pc:spChg>
      </pc:sldChg>
      <pc:sldChg chg="addSp delSp modSp add del mod modAnim">
        <pc:chgData name="Zonghua Gu" userId="9a7e1853e1951ef5" providerId="LiveId" clId="{CF1FAA12-072C-4ED5-BA76-0FFFAEFDB88A}" dt="2025-09-18T21:25:35.614" v="613" actId="47"/>
        <pc:sldMkLst>
          <pc:docMk/>
          <pc:sldMk cId="3561992185" sldId="364"/>
        </pc:sldMkLst>
      </pc:sldChg>
      <pc:sldChg chg="modSp add del mod modTransition">
        <pc:chgData name="Zonghua Gu" userId="9a7e1853e1951ef5" providerId="LiveId" clId="{CF1FAA12-072C-4ED5-BA76-0FFFAEFDB88A}" dt="2025-09-18T02:46:44.688" v="499" actId="20577"/>
        <pc:sldMkLst>
          <pc:docMk/>
          <pc:sldMk cId="802972020" sldId="365"/>
        </pc:sldMkLst>
        <pc:spChg chg="mod">
          <ac:chgData name="Zonghua Gu" userId="9a7e1853e1951ef5" providerId="LiveId" clId="{CF1FAA12-072C-4ED5-BA76-0FFFAEFDB88A}" dt="2025-09-18T02:46:44.688" v="499" actId="20577"/>
          <ac:spMkLst>
            <pc:docMk/>
            <pc:sldMk cId="802972020" sldId="365"/>
            <ac:spMk id="4" creationId="{00000000-0000-0000-0000-000000000000}"/>
          </ac:spMkLst>
        </pc:spChg>
      </pc:sldChg>
      <pc:sldChg chg="modSp add del mod modTransition modAnim">
        <pc:chgData name="Zonghua Gu" userId="9a7e1853e1951ef5" providerId="LiveId" clId="{CF1FAA12-072C-4ED5-BA76-0FFFAEFDB88A}" dt="2025-09-18T21:26:04.575" v="622" actId="47"/>
        <pc:sldMkLst>
          <pc:docMk/>
          <pc:sldMk cId="415260018" sldId="366"/>
        </pc:sldMkLst>
      </pc:sldChg>
      <pc:sldChg chg="addSp delSp modSp add del mod modTransition">
        <pc:chgData name="Zonghua Gu" userId="9a7e1853e1951ef5" providerId="LiveId" clId="{CF1FAA12-072C-4ED5-BA76-0FFFAEFDB88A}" dt="2025-09-18T02:45:44.426" v="467"/>
        <pc:sldMkLst>
          <pc:docMk/>
          <pc:sldMk cId="1910717593" sldId="367"/>
        </pc:sldMkLst>
        <pc:spChg chg="mod">
          <ac:chgData name="Zonghua Gu" userId="9a7e1853e1951ef5" providerId="LiveId" clId="{CF1FAA12-072C-4ED5-BA76-0FFFAEFDB88A}" dt="2025-09-18T02:45:22.049" v="461" actId="20577"/>
          <ac:spMkLst>
            <pc:docMk/>
            <pc:sldMk cId="1910717593" sldId="367"/>
            <ac:spMk id="4" creationId="{00000000-0000-0000-0000-000000000000}"/>
          </ac:spMkLst>
        </pc:spChg>
        <pc:spChg chg="add mod">
          <ac:chgData name="Zonghua Gu" userId="9a7e1853e1951ef5" providerId="LiveId" clId="{CF1FAA12-072C-4ED5-BA76-0FFFAEFDB88A}" dt="2025-09-18T02:45:44.426" v="467"/>
          <ac:spMkLst>
            <pc:docMk/>
            <pc:sldMk cId="1910717593" sldId="367"/>
            <ac:spMk id="9" creationId="{78DA596E-85CA-C0C6-85A8-74A98C3DFFDB}"/>
          </ac:spMkLst>
        </pc:spChg>
      </pc:sldChg>
      <pc:sldChg chg="modSp add del mod modTransition">
        <pc:chgData name="Zonghua Gu" userId="9a7e1853e1951ef5" providerId="LiveId" clId="{CF1FAA12-072C-4ED5-BA76-0FFFAEFDB88A}" dt="2025-09-18T21:26:02.469" v="621" actId="47"/>
        <pc:sldMkLst>
          <pc:docMk/>
          <pc:sldMk cId="3116329460" sldId="368"/>
        </pc:sldMkLst>
      </pc:sldChg>
      <pc:sldChg chg="modSp add del mod ord modTransition">
        <pc:chgData name="Zonghua Gu" userId="9a7e1853e1951ef5" providerId="LiveId" clId="{CF1FAA12-072C-4ED5-BA76-0FFFAEFDB88A}" dt="2025-09-18T02:43:42.643" v="444" actId="2696"/>
        <pc:sldMkLst>
          <pc:docMk/>
          <pc:sldMk cId="587842027" sldId="369"/>
        </pc:sldMkLst>
      </pc:sldChg>
      <pc:sldChg chg="modSp add mod">
        <pc:chgData name="Zonghua Gu" userId="9a7e1853e1951ef5" providerId="LiveId" clId="{CF1FAA12-072C-4ED5-BA76-0FFFAEFDB88A}" dt="2025-09-18T02:44:42.165" v="452" actId="20577"/>
        <pc:sldMkLst>
          <pc:docMk/>
          <pc:sldMk cId="1545068738" sldId="369"/>
        </pc:sldMkLst>
        <pc:spChg chg="mod">
          <ac:chgData name="Zonghua Gu" userId="9a7e1853e1951ef5" providerId="LiveId" clId="{CF1FAA12-072C-4ED5-BA76-0FFFAEFDB88A}" dt="2025-09-18T02:44:42.165" v="452" actId="20577"/>
          <ac:spMkLst>
            <pc:docMk/>
            <pc:sldMk cId="1545068738" sldId="369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3308441144" sldId="369"/>
        </pc:sldMkLst>
      </pc:sldChg>
      <pc:sldChg chg="modSp add del mod modNotesTx">
        <pc:chgData name="Zonghua Gu" userId="9a7e1853e1951ef5" providerId="LiveId" clId="{CF1FAA12-072C-4ED5-BA76-0FFFAEFDB88A}" dt="2025-09-18T21:26:00.741" v="620" actId="47"/>
        <pc:sldMkLst>
          <pc:docMk/>
          <pc:sldMk cId="598515287" sldId="370"/>
        </pc:sldMkLst>
      </pc:sldChg>
      <pc:sldChg chg="modSp add del mod ord modTransition modNotesTx">
        <pc:chgData name="Zonghua Gu" userId="9a7e1853e1951ef5" providerId="LiveId" clId="{CF1FAA12-072C-4ED5-BA76-0FFFAEFDB88A}" dt="2025-09-18T02:43:42.643" v="444" actId="2696"/>
        <pc:sldMkLst>
          <pc:docMk/>
          <pc:sldMk cId="1352278469" sldId="370"/>
        </pc:sldMkLst>
      </pc:sldChg>
      <pc:sldChg chg="add del modTransition">
        <pc:chgData name="Zonghua Gu" userId="9a7e1853e1951ef5" providerId="LiveId" clId="{CF1FAA12-072C-4ED5-BA76-0FFFAEFDB88A}" dt="2025-09-16T21:18:03.494" v="42" actId="47"/>
        <pc:sldMkLst>
          <pc:docMk/>
          <pc:sldMk cId="3221067157" sldId="371"/>
        </pc:sldMkLst>
      </pc:sldChg>
      <pc:sldChg chg="addSp modSp mod">
        <pc:chgData name="Zonghua Gu" userId="9a7e1853e1951ef5" providerId="LiveId" clId="{CF1FAA12-072C-4ED5-BA76-0FFFAEFDB88A}" dt="2025-09-18T21:26:15.452" v="623" actId="20577"/>
        <pc:sldMkLst>
          <pc:docMk/>
          <pc:sldMk cId="0" sldId="385"/>
        </pc:sldMkLst>
        <pc:spChg chg="add mod">
          <ac:chgData name="Zonghua Gu" userId="9a7e1853e1951ef5" providerId="LiveId" clId="{CF1FAA12-072C-4ED5-BA76-0FFFAEFDB88A}" dt="2025-09-17T21:20:32.046" v="173" actId="1076"/>
          <ac:spMkLst>
            <pc:docMk/>
            <pc:sldMk cId="0" sldId="385"/>
            <ac:spMk id="3" creationId="{414636B5-1A15-392F-777F-ACB6D0BF1A0E}"/>
          </ac:spMkLst>
        </pc:spChg>
        <pc:spChg chg="mod">
          <ac:chgData name="Zonghua Gu" userId="9a7e1853e1951ef5" providerId="LiveId" clId="{CF1FAA12-072C-4ED5-BA76-0FFFAEFDB88A}" dt="2025-09-18T21:26:15.452" v="623" actId="20577"/>
          <ac:spMkLst>
            <pc:docMk/>
            <pc:sldMk cId="0" sldId="385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13.719" v="106" actId="20577"/>
          <ac:spMkLst>
            <pc:docMk/>
            <pc:sldMk cId="0" sldId="385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06.160" v="101" actId="20577"/>
          <ac:spMkLst>
            <pc:docMk/>
            <pc:sldMk cId="0" sldId="385"/>
            <ac:spMk id="1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25:27.723" v="184" actId="47"/>
        <pc:sldMkLst>
          <pc:docMk/>
          <pc:sldMk cId="3486040908" sldId="38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406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8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9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0"/>
        </pc:sldMkLst>
      </pc:sldChg>
      <pc:sldChg chg="addSp del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1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2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3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4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5"/>
        </pc:sldMkLst>
      </pc:sldChg>
      <pc:sldChg chg="addSp delSp modSp add del mod delAnim modAnim">
        <pc:chgData name="Zonghua Gu" userId="9a7e1853e1951ef5" providerId="LiveId" clId="{CF1FAA12-072C-4ED5-BA76-0FFFAEFDB88A}" dt="2025-09-18T20:06:59.886" v="611"/>
        <pc:sldMkLst>
          <pc:docMk/>
          <pc:sldMk cId="0" sldId="417"/>
        </pc:sldMkLst>
        <pc:spChg chg="add 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2" creationId="{03BF8BEC-CBCA-3D53-1D6F-7FE4217EF5F8}"/>
          </ac:spMkLst>
        </pc:spChg>
        <pc:spChg chg="add mod">
          <ac:chgData name="Zonghua Gu" userId="9a7e1853e1951ef5" providerId="LiveId" clId="{CF1FAA12-072C-4ED5-BA76-0FFFAEFDB88A}" dt="2025-09-18T20:04:24.814" v="585" actId="1076"/>
          <ac:spMkLst>
            <pc:docMk/>
            <pc:sldMk cId="0" sldId="417"/>
            <ac:spMk id="3" creationId="{D80FA951-DE02-3C91-9A1E-27C70066528C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3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18.734" v="584" actId="1076"/>
          <ac:spMkLst>
            <pc:docMk/>
            <pc:sldMk cId="0" sldId="417"/>
            <ac:spMk id="14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3:46.505" v="573" actId="20577"/>
          <ac:spMkLst>
            <pc:docMk/>
            <pc:sldMk cId="0" sldId="417"/>
            <ac:spMk id="25606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09-18T20:06:59.886" v="611"/>
          <ac:graphicFrameMkLst>
            <pc:docMk/>
            <pc:sldMk cId="0" sldId="417"/>
            <ac:graphicFrameMk id="9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2340819" sldId="45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30635621" sldId="45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881575936" sldId="45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17905533" sldId="45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0450818" sldId="46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3046466" sldId="469"/>
        </pc:sldMkLst>
      </pc:sldChg>
      <pc:sldChg chg="addSp modSp del mod modNotesTx">
        <pc:chgData name="Zonghua Gu" userId="9a7e1853e1951ef5" providerId="LiveId" clId="{CF1FAA12-072C-4ED5-BA76-0FFFAEFDB88A}" dt="2025-09-18T02:23:48.757" v="174" actId="47"/>
        <pc:sldMkLst>
          <pc:docMk/>
          <pc:sldMk cId="282921071" sldId="47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29278538" sldId="47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963767799" sldId="473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3751033725" sldId="47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00446461" sldId="47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517712416" sldId="476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4040755182" sldId="478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3783602394" sldId="47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03617877" sldId="48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902260443" sldId="48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886267364" sldId="49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314866584" sldId="49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75052033" sldId="49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620255952" sldId="49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46821145" sldId="49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38289989" sldId="49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95259654" sldId="49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595803636" sldId="49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92813522" sldId="499"/>
        </pc:sldMkLst>
      </pc:sldChg>
      <pc:sldChg chg="del">
        <pc:chgData name="Zonghua Gu" userId="9a7e1853e1951ef5" providerId="LiveId" clId="{CF1FAA12-072C-4ED5-BA76-0FFFAEFDB88A}" dt="2025-09-16T21:19:40.243" v="56" actId="47"/>
        <pc:sldMkLst>
          <pc:docMk/>
          <pc:sldMk cId="3157601905" sldId="500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794990730" sldId="50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76175039" sldId="50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3693986" sldId="50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09916207" sldId="50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06957169" sldId="50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87401790" sldId="50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5375760" sldId="50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3467745" sldId="50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46898804" sldId="51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78945240" sldId="51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31850479" sldId="51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83958110" sldId="51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856238415" sldId="51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7137356" sldId="51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9353238" sldId="51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88032704" sldId="51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15641243" sldId="52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3932543" sldId="52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9747507" sldId="52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088857373" sldId="52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2413975" sldId="52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686948551" sldId="52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66442587" sldId="52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434851217" sldId="52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10249931" sldId="52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797967072" sldId="529"/>
        </pc:sldMkLst>
      </pc:sldChg>
      <pc:sldChg chg="delSp modSp add del mod modTransition modAnim">
        <pc:chgData name="Zonghua Gu" userId="9a7e1853e1951ef5" providerId="LiveId" clId="{CF1FAA12-072C-4ED5-BA76-0FFFAEFDB88A}" dt="2025-09-18T02:31:49.931" v="272" actId="14100"/>
        <pc:sldMkLst>
          <pc:docMk/>
          <pc:sldMk cId="1864663475" sldId="774"/>
        </pc:sldMkLst>
        <pc:spChg chg="mod topLvl">
          <ac:chgData name="Zonghua Gu" userId="9a7e1853e1951ef5" providerId="LiveId" clId="{CF1FAA12-072C-4ED5-BA76-0FFFAEFDB88A}" dt="2025-09-18T02:31:45.976" v="270" actId="165"/>
          <ac:spMkLst>
            <pc:docMk/>
            <pc:sldMk cId="1864663475" sldId="774"/>
            <ac:spMk id="16" creationId="{00000000-0000-0000-0000-000000000000}"/>
          </ac:spMkLst>
        </pc:sp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2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3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4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3575795538" sldId="774"/>
        </pc:sldMkLst>
      </pc:sldChg>
      <pc:sldChg chg="add del modTransition">
        <pc:chgData name="Zonghua Gu" userId="9a7e1853e1951ef5" providerId="LiveId" clId="{CF1FAA12-072C-4ED5-BA76-0FFFAEFDB88A}" dt="2025-09-18T02:25:27.723" v="184" actId="47"/>
        <pc:sldMkLst>
          <pc:docMk/>
          <pc:sldMk cId="936686548" sldId="775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1395983037" sldId="789"/>
        </pc:sldMkLst>
      </pc:sldChg>
      <pc:sldChg chg="modSp add del">
        <pc:chgData name="Zonghua Gu" userId="9a7e1853e1951ef5" providerId="LiveId" clId="{CF1FAA12-072C-4ED5-BA76-0FFFAEFDB88A}" dt="2025-09-16T21:21:18.768" v="77" actId="2696"/>
        <pc:sldMkLst>
          <pc:docMk/>
          <pc:sldMk cId="2509807301" sldId="789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149374474" sldId="790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2133584576" sldId="790"/>
        </pc:sldMkLst>
      </pc:sldChg>
      <pc:sldChg chg="add del modTransition">
        <pc:chgData name="Zonghua Gu" userId="9a7e1853e1951ef5" providerId="LiveId" clId="{CF1FAA12-072C-4ED5-BA76-0FFFAEFDB88A}" dt="2025-09-16T21:13:04.721" v="1" actId="47"/>
        <pc:sldMkLst>
          <pc:docMk/>
          <pc:sldMk cId="3725504313" sldId="791"/>
        </pc:sldMkLst>
      </pc:sldChg>
      <pc:sldChg chg="add del modTransition">
        <pc:chgData name="Zonghua Gu" userId="9a7e1853e1951ef5" providerId="LiveId" clId="{CF1FAA12-072C-4ED5-BA76-0FFFAEFDB88A}" dt="2025-09-16T21:18:09.568" v="43" actId="2696"/>
        <pc:sldMkLst>
          <pc:docMk/>
          <pc:sldMk cId="1629909525" sldId="793"/>
        </pc:sldMkLst>
      </pc:sldChg>
      <pc:sldChg chg="modSp add del mod">
        <pc:chgData name="Zonghua Gu" userId="9a7e1853e1951ef5" providerId="LiveId" clId="{CF1FAA12-072C-4ED5-BA76-0FFFAEFDB88A}" dt="2025-09-18T02:23:48.757" v="174" actId="47"/>
        <pc:sldMkLst>
          <pc:docMk/>
          <pc:sldMk cId="3190402835" sldId="793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2753210025" sldId="794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493324092" sldId="795"/>
        </pc:sldMkLst>
      </pc:sldChg>
      <pc:sldChg chg="modSp add del mod">
        <pc:chgData name="Zonghua Gu" userId="9a7e1853e1951ef5" providerId="LiveId" clId="{CF1FAA12-072C-4ED5-BA76-0FFFAEFDB88A}" dt="2025-09-18T20:05:47.919" v="606" actId="47"/>
        <pc:sldMkLst>
          <pc:docMk/>
          <pc:sldMk cId="3491198584" sldId="796"/>
        </pc:sldMkLst>
      </pc:sldChg>
      <pc:sldChg chg="add del">
        <pc:chgData name="Zonghua Gu" userId="9a7e1853e1951ef5" providerId="LiveId" clId="{CF1FAA12-072C-4ED5-BA76-0FFFAEFDB88A}" dt="2025-09-18T21:25:47.888" v="617" actId="47"/>
        <pc:sldMkLst>
          <pc:docMk/>
          <pc:sldMk cId="1115551691" sldId="797"/>
        </pc:sldMkLst>
      </pc:sldChg>
      <pc:sldChg chg="addSp delSp modSp add del mod modAnim">
        <pc:chgData name="Zonghua Gu" userId="9a7e1853e1951ef5" providerId="LiveId" clId="{CF1FAA12-072C-4ED5-BA76-0FFFAEFDB88A}" dt="2025-09-18T21:25:53.788" v="618" actId="47"/>
        <pc:sldMkLst>
          <pc:docMk/>
          <pc:sldMk cId="1422403682" sldId="798"/>
        </pc:sldMkLst>
      </pc:sldChg>
      <pc:sldChg chg="add">
        <pc:chgData name="Zonghua Gu" userId="9a7e1853e1951ef5" providerId="LiveId" clId="{CF1FAA12-072C-4ED5-BA76-0FFFAEFDB88A}" dt="2025-09-24T22:03:01.373" v="624"/>
        <pc:sldMkLst>
          <pc:docMk/>
          <pc:sldMk cId="3968162788" sldId="801"/>
        </pc:sldMkLst>
      </pc:sldChg>
      <pc:sldChg chg="add del">
        <pc:chgData name="Zonghua Gu" userId="9a7e1853e1951ef5" providerId="LiveId" clId="{CF1FAA12-072C-4ED5-BA76-0FFFAEFDB88A}" dt="2025-09-25T21:59:22.977" v="626" actId="47"/>
        <pc:sldMkLst>
          <pc:docMk/>
          <pc:sldMk cId="413444979" sldId="802"/>
        </pc:sldMkLst>
      </pc:sldChg>
      <pc:sldChg chg="add">
        <pc:chgData name="Zonghua Gu" userId="9a7e1853e1951ef5" providerId="LiveId" clId="{CF1FAA12-072C-4ED5-BA76-0FFFAEFDB88A}" dt="2025-09-25T21:59:20.329" v="625"/>
        <pc:sldMkLst>
          <pc:docMk/>
          <pc:sldMk cId="2882502133" sldId="804"/>
        </pc:sldMkLst>
      </pc:sldChg>
      <pc:sldChg chg="modSp add mod">
        <pc:chgData name="Zonghua Gu" userId="9a7e1853e1951ef5" providerId="LiveId" clId="{CF1FAA12-072C-4ED5-BA76-0FFFAEFDB88A}" dt="2025-10-08T02:00:59.295" v="631" actId="14100"/>
        <pc:sldMkLst>
          <pc:docMk/>
          <pc:sldMk cId="2952063245" sldId="810"/>
        </pc:sldMkLst>
        <pc:spChg chg="mod">
          <ac:chgData name="Zonghua Gu" userId="9a7e1853e1951ef5" providerId="LiveId" clId="{CF1FAA12-072C-4ED5-BA76-0FFFAEFDB88A}" dt="2025-10-08T02:00:59.295" v="631" actId="14100"/>
          <ac:spMkLst>
            <pc:docMk/>
            <pc:sldMk cId="2952063245" sldId="810"/>
            <ac:spMk id="4" creationId="{2E30BEB6-14A6-7DA1-64FA-D0E05B682530}"/>
          </ac:spMkLst>
        </pc:spChg>
      </pc:sldChg>
      <pc:sldChg chg="addSp delSp modSp add mod">
        <pc:chgData name="Zonghua Gu" userId="9a7e1853e1951ef5" providerId="LiveId" clId="{CF1FAA12-072C-4ED5-BA76-0FFFAEFDB88A}" dt="2025-10-16T21:56:45.873" v="688" actId="20577"/>
        <pc:sldMkLst>
          <pc:docMk/>
          <pc:sldMk cId="754608230" sldId="815"/>
        </pc:sldMkLst>
        <pc:spChg chg="mod">
          <ac:chgData name="Zonghua Gu" userId="9a7e1853e1951ef5" providerId="LiveId" clId="{CF1FAA12-072C-4ED5-BA76-0FFFAEFDB88A}" dt="2025-10-16T21:56:45.873" v="688" actId="20577"/>
          <ac:spMkLst>
            <pc:docMk/>
            <pc:sldMk cId="754608230" sldId="815"/>
            <ac:spMk id="2" creationId="{F578278E-4A38-6767-6648-B9C79941AF43}"/>
          </ac:spMkLst>
        </pc:spChg>
        <pc:spChg chg="del">
          <ac:chgData name="Zonghua Gu" userId="9a7e1853e1951ef5" providerId="LiveId" clId="{CF1FAA12-072C-4ED5-BA76-0FFFAEFDB88A}" dt="2025-10-16T21:56:11.601" v="640" actId="478"/>
          <ac:spMkLst>
            <pc:docMk/>
            <pc:sldMk cId="754608230" sldId="815"/>
            <ac:spMk id="3" creationId="{475BC598-EF55-AB51-D906-12E17238C9A8}"/>
          </ac:spMkLst>
        </pc:spChg>
        <pc:spChg chg="add del">
          <ac:chgData name="Zonghua Gu" userId="9a7e1853e1951ef5" providerId="LiveId" clId="{CF1FAA12-072C-4ED5-BA76-0FFFAEFDB88A}" dt="2025-10-16T21:56:08.552" v="639" actId="478"/>
          <ac:spMkLst>
            <pc:docMk/>
            <pc:sldMk cId="754608230" sldId="815"/>
            <ac:spMk id="16" creationId="{D8691280-3701-7284-8180-9F8BD7E6732F}"/>
          </ac:spMkLst>
        </pc:spChg>
        <pc:spChg chg="add del mod">
          <ac:chgData name="Zonghua Gu" userId="9a7e1853e1951ef5" providerId="LiveId" clId="{CF1FAA12-072C-4ED5-BA76-0FFFAEFDB88A}" dt="2025-10-16T21:56:22.198" v="642" actId="1076"/>
          <ac:spMkLst>
            <pc:docMk/>
            <pc:sldMk cId="754608230" sldId="815"/>
            <ac:spMk id="17" creationId="{54DAF454-D38A-E54A-0A83-F3163F2194F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269102" y="229451"/>
            <a:ext cx="5179142" cy="25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7580" y="3487216"/>
            <a:ext cx="7043891" cy="33066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798" tIns="49399" rIns="98798" bIns="4939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351457" y="144260"/>
            <a:ext cx="1740003" cy="34645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00444" tIns="49399" rIns="100444" bIns="49399" anchor="ctr"/>
          <a:lstStyle/>
          <a:p>
            <a:pPr algn="ctr" defTabSz="1036638">
              <a:defRPr/>
            </a:pPr>
            <a:r>
              <a:rPr lang="en-US" sz="19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28036" y="571358"/>
            <a:ext cx="847202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619432" y="371440"/>
            <a:ext cx="5802876" cy="226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9158" tIns="26346" rIns="69158" bIns="26346">
            <a:spAutoFit/>
          </a:bodyPr>
          <a:lstStyle/>
          <a:p>
            <a:pPr defTabSz="1036638">
              <a:lnSpc>
                <a:spcPct val="90000"/>
              </a:lnSpc>
              <a:tabLst>
                <a:tab pos="989013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553259" y="6947168"/>
            <a:ext cx="319203" cy="2194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158" tIns="26346" rIns="69158" bIns="26346">
            <a:spAutoFit/>
          </a:bodyPr>
          <a:lstStyle/>
          <a:p>
            <a:pPr defTabSz="1036638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1036638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074988" y="673100"/>
            <a:ext cx="3427412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063875" y="684213"/>
            <a:ext cx="3487738" cy="2616200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77580" y="3488352"/>
            <a:ext cx="7046042" cy="33031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97FDFF-7B9F-7D4D-BFC0-AAD1F3D3D3CB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0x4523.</a:t>
            </a:r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R0 | 0x00000000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R1 | 0x10000200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R2 | 0x0000FFFF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R3 | 0x18675309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R4 | 0x00000000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R5 | 0x00000000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...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R13 | 0x10000200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661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>
                <a:solidFill>
                  <a:srgbClr val="C00000"/>
                </a:solidFill>
              </a:rPr>
              <a:t>Exercises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Question: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Question: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2063245"/>
      </p:ext>
    </p:extLst>
  </p:cSld>
  <p:clrMapOvr>
    <a:masterClrMapping/>
  </p:clrMapOvr>
  <p:transition>
    <p:pull dir="r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867" y="4223976"/>
            <a:ext cx="405936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611" y="4777320"/>
            <a:ext cx="4127879" cy="3271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67" y="531734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294068" y="178297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Question: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/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859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7101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on a Big-Endian system, what value is in R7? How about in a little-endian system?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8278E-4A38-6767-6648-B9C79941A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3236" y="107156"/>
            <a:ext cx="4676172" cy="990600"/>
          </a:xfrm>
        </p:spPr>
        <p:txBody>
          <a:bodyPr>
            <a:noAutofit/>
          </a:bodyPr>
          <a:lstStyle/>
          <a:p>
            <a:r>
              <a:rPr lang="en-US" sz="2000" dirty="0"/>
              <a:t>Compute register and memory values at each step of this program (assuming </a:t>
            </a:r>
            <a:r>
              <a:rPr lang="en-US" sz="2000"/>
              <a:t>Little Endian ordering)</a:t>
            </a:r>
            <a:endParaRPr lang="en-US" sz="20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91244C1-EEA0-B959-8AAA-2875319F934B}"/>
              </a:ext>
            </a:extLst>
          </p:cNvPr>
          <p:cNvGraphicFramePr>
            <a:graphicFrameLocks noGrp="1"/>
          </p:cNvGraphicFramePr>
          <p:nvPr>
            <p:ph sz="quarter" idx="1"/>
          </p:nvPr>
        </p:nvGraphicFramePr>
        <p:xfrm>
          <a:off x="6802126" y="3426241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C66D22D6-5FBA-4885-A9F9-CB0B7935CCAF}"/>
              </a:ext>
            </a:extLst>
          </p:cNvPr>
          <p:cNvGraphicFramePr>
            <a:graphicFrameLocks/>
          </p:cNvGraphicFramePr>
          <p:nvPr/>
        </p:nvGraphicFramePr>
        <p:xfrm>
          <a:off x="404523" y="243245"/>
          <a:ext cx="599580" cy="593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9580">
                  <a:extLst>
                    <a:ext uri="{9D8B030D-6E8A-4147-A177-3AD203B41FA5}">
                      <a16:colId xmlns:a16="http://schemas.microsoft.com/office/drawing/2014/main" val="484224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01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6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04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7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8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61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57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71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26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40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480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9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20396"/>
                  </a:ext>
                </a:extLst>
              </a:tr>
            </a:tbl>
          </a:graphicData>
        </a:graphic>
      </p:graphicFrame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77A79F3C-0AA4-B3F6-0754-9C4A0DBE1DEF}"/>
              </a:ext>
            </a:extLst>
          </p:cNvPr>
          <p:cNvGraphicFramePr>
            <a:graphicFrameLocks/>
          </p:cNvGraphicFramePr>
          <p:nvPr/>
        </p:nvGraphicFramePr>
        <p:xfrm>
          <a:off x="1725741" y="223520"/>
          <a:ext cx="599580" cy="593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9580">
                  <a:extLst>
                    <a:ext uri="{9D8B030D-6E8A-4147-A177-3AD203B41FA5}">
                      <a16:colId xmlns:a16="http://schemas.microsoft.com/office/drawing/2014/main" val="484224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01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6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04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7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8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61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57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71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26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40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480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9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20396"/>
                  </a:ext>
                </a:extLst>
              </a:tr>
            </a:tbl>
          </a:graphicData>
        </a:graphic>
      </p:graphicFrame>
      <p:graphicFrame>
        <p:nvGraphicFramePr>
          <p:cNvPr id="12" name="Content Placeholder 9">
            <a:extLst>
              <a:ext uri="{FF2B5EF4-FFF2-40B4-BE49-F238E27FC236}">
                <a16:creationId xmlns:a16="http://schemas.microsoft.com/office/drawing/2014/main" id="{8E0D479D-BD41-9749-78E1-AE7DB7FEF62B}"/>
              </a:ext>
            </a:extLst>
          </p:cNvPr>
          <p:cNvGraphicFramePr>
            <a:graphicFrameLocks/>
          </p:cNvGraphicFramePr>
          <p:nvPr/>
        </p:nvGraphicFramePr>
        <p:xfrm>
          <a:off x="3320795" y="219948"/>
          <a:ext cx="599580" cy="593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9580">
                  <a:extLst>
                    <a:ext uri="{9D8B030D-6E8A-4147-A177-3AD203B41FA5}">
                      <a16:colId xmlns:a16="http://schemas.microsoft.com/office/drawing/2014/main" val="484224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01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6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04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7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8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61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578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71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26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540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480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9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5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20396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8691280-3701-7284-8180-9F8BD7E6732F}"/>
              </a:ext>
            </a:extLst>
          </p:cNvPr>
          <p:cNvSpPr txBox="1"/>
          <p:nvPr/>
        </p:nvSpPr>
        <p:spPr>
          <a:xfrm>
            <a:off x="0" y="6156960"/>
            <a:ext cx="1452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  <a:cs typeface="Consolas" panose="020B0609020204030204" pitchFamily="49" charset="0"/>
              </a:rPr>
              <a:t>0x100001E0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AF454-D38A-E54A-0A83-F3163F2194FD}"/>
              </a:ext>
            </a:extLst>
          </p:cNvPr>
          <p:cNvSpPr txBox="1"/>
          <p:nvPr/>
        </p:nvSpPr>
        <p:spPr>
          <a:xfrm>
            <a:off x="38216" y="6449814"/>
            <a:ext cx="1818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+mn-lt"/>
                <a:cs typeface="Consolas" panose="020B0609020204030204" pitchFamily="49" charset="0"/>
              </a:rPr>
              <a:t>Mem Address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2E3134-A567-7018-92F0-D86F35E570CB}"/>
              </a:ext>
            </a:extLst>
          </p:cNvPr>
          <p:cNvSpPr txBox="1"/>
          <p:nvPr/>
        </p:nvSpPr>
        <p:spPr>
          <a:xfrm>
            <a:off x="1487315" y="6156960"/>
            <a:ext cx="1452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</a:rPr>
              <a:t>0x100001F0</a:t>
            </a:r>
            <a:endParaRPr 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E19796-203A-5975-9E7E-A51D96722A9D}"/>
              </a:ext>
            </a:extLst>
          </p:cNvPr>
          <p:cNvSpPr txBox="1"/>
          <p:nvPr/>
        </p:nvSpPr>
        <p:spPr>
          <a:xfrm>
            <a:off x="2894145" y="6159458"/>
            <a:ext cx="1452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</a:rPr>
              <a:t>0x10000200</a:t>
            </a:r>
            <a:endParaRPr lang="en-US" sz="1800" b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46B73D-93B0-BE96-6E77-F5047B876FB4}"/>
              </a:ext>
            </a:extLst>
          </p:cNvPr>
          <p:cNvSpPr txBox="1"/>
          <p:nvPr/>
        </p:nvSpPr>
        <p:spPr>
          <a:xfrm>
            <a:off x="1459041" y="6396533"/>
            <a:ext cx="15629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+mn-lt"/>
                <a:cs typeface="Consolas" panose="020B0609020204030204" pitchFamily="49" charset="0"/>
              </a:rPr>
              <a:t>Mem Address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08279E-530F-10AE-C181-2446B85EE3E6}"/>
              </a:ext>
            </a:extLst>
          </p:cNvPr>
          <p:cNvSpPr txBox="1"/>
          <p:nvPr/>
        </p:nvSpPr>
        <p:spPr>
          <a:xfrm>
            <a:off x="2949805" y="6392961"/>
            <a:ext cx="1562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latin typeface="+mn-lt"/>
                <a:cs typeface="Consolas" panose="020B0609020204030204" pitchFamily="49" charset="0"/>
              </a:rPr>
              <a:t>Mem Address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7F96825-B097-324D-C2F7-FAFF800F7FC6}"/>
              </a:ext>
            </a:extLst>
          </p:cNvPr>
          <p:cNvSpPr txBox="1">
            <a:spLocks/>
          </p:cNvSpPr>
          <p:nvPr/>
        </p:nvSpPr>
        <p:spPr>
          <a:xfrm>
            <a:off x="4091355" y="1331259"/>
            <a:ext cx="4877877" cy="2686131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pt-BR" b="0" dirty="0"/>
              <a:t>MOVW R0, #0xAFE1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MOVT R0, #0xBADC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MOVT R2, #0xABCD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STR R3, [R1]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LDRSH R4, (R1, #0xC)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PUSH (R1, R3)</a:t>
            </a:r>
          </a:p>
          <a:p>
            <a:pPr fontAlgn="auto">
              <a:spcAft>
                <a:spcPts val="0"/>
              </a:spcAft>
            </a:pPr>
            <a:r>
              <a:rPr lang="pt-BR" b="0" dirty="0"/>
              <a:t>POP (R5)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754608230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14636</TotalTime>
  <Pages>1</Pages>
  <Words>1587</Words>
  <Application>Microsoft Office PowerPoint</Application>
  <PresentationFormat>On-screen Show (4:3)</PresentationFormat>
  <Paragraphs>300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8" baseType="lpstr">
      <vt:lpstr>Bookman Old Style (Headings)</vt:lpstr>
      <vt:lpstr>Gill Sans</vt:lpstr>
      <vt:lpstr>Gill Sans Light</vt:lpstr>
      <vt:lpstr>Arial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Question: Endianness</vt:lpstr>
      <vt:lpstr>Question: Endianness</vt:lpstr>
      <vt:lpstr>Question: Endianness</vt:lpstr>
      <vt:lpstr>Endianness</vt:lpstr>
      <vt:lpstr>Endianness</vt:lpstr>
      <vt:lpstr>Data Alignment</vt:lpstr>
      <vt:lpstr>Question: Data Alignment</vt:lpstr>
      <vt:lpstr>Question: Data Align</vt:lpstr>
      <vt:lpstr>Answer: Memory Cycles</vt:lpstr>
      <vt:lpstr>Question: Arrays</vt:lpstr>
      <vt:lpstr>LDM</vt:lpstr>
      <vt:lpstr>LDR</vt:lpstr>
      <vt:lpstr>Compute register and memory values at each step of this program (assuming Little Endian ordering)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2002-11-19T17:09:26Z</cp:lastPrinted>
  <dcterms:created xsi:type="dcterms:W3CDTF">2014-02-12T15:59:14Z</dcterms:created>
  <dcterms:modified xsi:type="dcterms:W3CDTF">2025-10-16T21:56:46Z</dcterms:modified>
</cp:coreProperties>
</file>