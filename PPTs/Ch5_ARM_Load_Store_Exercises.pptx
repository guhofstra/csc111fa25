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6" r:id="rId1"/>
  </p:sldMasterIdLst>
  <p:notesMasterIdLst>
    <p:notesMasterId r:id="rId16"/>
  </p:notesMasterIdLst>
  <p:handoutMasterIdLst>
    <p:handoutMasterId r:id="rId17"/>
  </p:handoutMasterIdLst>
  <p:sldIdLst>
    <p:sldId id="385" r:id="rId2"/>
    <p:sldId id="356" r:id="rId3"/>
    <p:sldId id="363" r:id="rId4"/>
    <p:sldId id="358" r:id="rId5"/>
    <p:sldId id="417" r:id="rId6"/>
    <p:sldId id="810" r:id="rId7"/>
    <p:sldId id="774" r:id="rId8"/>
    <p:sldId id="345" r:id="rId9"/>
    <p:sldId id="369" r:id="rId10"/>
    <p:sldId id="367" r:id="rId11"/>
    <p:sldId id="365" r:id="rId12"/>
    <p:sldId id="801" r:id="rId13"/>
    <p:sldId id="804" r:id="rId14"/>
    <p:sldId id="815" r:id="rId15"/>
  </p:sldIdLst>
  <p:sldSz cx="9144000" cy="6858000" type="screen4x3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3">
          <p15:clr>
            <a:srgbClr val="A4A3A4"/>
          </p15:clr>
        </p15:guide>
        <p15:guide id="2" orient="horz" pos="1826">
          <p15:clr>
            <a:srgbClr val="A4A3A4"/>
          </p15:clr>
        </p15:guide>
        <p15:guide id="3" orient="horz" pos="1381">
          <p15:clr>
            <a:srgbClr val="A4A3A4"/>
          </p15:clr>
        </p15:guide>
        <p15:guide id="4" pos="395">
          <p15:clr>
            <a:srgbClr val="A4A3A4"/>
          </p15:clr>
        </p15:guide>
        <p15:guide id="5" pos="3259">
          <p15:clr>
            <a:srgbClr val="A4A3A4"/>
          </p15:clr>
        </p15:guide>
        <p15:guide id="6" pos="1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615">
          <p15:clr>
            <a:srgbClr val="A4A3A4"/>
          </p15:clr>
        </p15:guide>
        <p15:guide id="2" pos="402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1FF"/>
    <a:srgbClr val="00618C"/>
    <a:srgbClr val="006D82"/>
    <a:srgbClr val="A5D0E3"/>
    <a:srgbClr val="49C7FF"/>
    <a:srgbClr val="DDDDDD"/>
    <a:srgbClr val="60E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E05C3B-B728-42D2-90B4-B4A194916ABF}" v="4" dt="2025-10-16T21:53:10.8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7353" autoAdjust="0"/>
    <p:restoredTop sz="84052" autoAdjust="0"/>
  </p:normalViewPr>
  <p:slideViewPr>
    <p:cSldViewPr snapToGrid="0">
      <p:cViewPr varScale="1">
        <p:scale>
          <a:sx n="69" d="100"/>
          <a:sy n="69" d="100"/>
        </p:scale>
        <p:origin x="1320" y="67"/>
      </p:cViewPr>
      <p:guideLst>
        <p:guide orient="horz" pos="1083"/>
        <p:guide orient="horz" pos="1826"/>
        <p:guide orient="horz" pos="1381"/>
        <p:guide pos="395"/>
        <p:guide pos="3259"/>
        <p:guide pos="1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648"/>
    </p:cViewPr>
  </p:sorterViewPr>
  <p:notesViewPr>
    <p:cSldViewPr snapToGrid="0">
      <p:cViewPr>
        <p:scale>
          <a:sx n="100" d="100"/>
          <a:sy n="100" d="100"/>
        </p:scale>
        <p:origin x="-648" y="-821"/>
      </p:cViewPr>
      <p:guideLst>
        <p:guide orient="horz" pos="1615"/>
        <p:guide pos="40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 sldOrd">
      <pc:chgData name="Zonghua Gu" userId="9a7e1853e1951ef5" providerId="LiveId" clId="{CF1FAA12-072C-4ED5-BA76-0FFFAEFDB88A}" dt="2025-10-16T21:53:10.887" v="632"/>
      <pc:docMkLst>
        <pc:docMk/>
      </pc:docMkLst>
      <pc:sldChg chg="modSp add del mod modTransition">
        <pc:chgData name="Zonghua Gu" userId="9a7e1853e1951ef5" providerId="LiveId" clId="{CF1FAA12-072C-4ED5-BA76-0FFFAEFDB88A}" dt="2025-09-18T02:44:38.303" v="450" actId="20577"/>
        <pc:sldMkLst>
          <pc:docMk/>
          <pc:sldMk cId="936686548" sldId="345"/>
        </pc:sldMkLst>
        <pc:spChg chg="mod">
          <ac:chgData name="Zonghua Gu" userId="9a7e1853e1951ef5" providerId="LiveId" clId="{CF1FAA12-072C-4ED5-BA76-0FFFAEFDB88A}" dt="2025-09-18T02:44:38.303" v="450" actId="20577"/>
          <ac:spMkLst>
            <pc:docMk/>
            <pc:sldMk cId="936686548" sldId="345"/>
            <ac:spMk id="4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5-09-18T02:43:33.109" v="441"/>
        <pc:sldMkLst>
          <pc:docMk/>
          <pc:sldMk cId="2671398132" sldId="345"/>
        </pc:sldMkLst>
      </pc:sldChg>
      <pc:sldChg chg="modSp add del mod modTransition">
        <pc:chgData name="Zonghua Gu" userId="9a7e1853e1951ef5" providerId="LiveId" clId="{CF1FAA12-072C-4ED5-BA76-0FFFAEFDB88A}" dt="2025-09-18T21:25:59.830" v="619" actId="47"/>
        <pc:sldMkLst>
          <pc:docMk/>
          <pc:sldMk cId="2173526811" sldId="346"/>
        </pc:sldMkLst>
      </pc:sldChg>
      <pc:sldChg chg="add del">
        <pc:chgData name="Zonghua Gu" userId="9a7e1853e1951ef5" providerId="LiveId" clId="{CF1FAA12-072C-4ED5-BA76-0FFFAEFDB88A}" dt="2025-09-18T02:48:47.595" v="511" actId="2696"/>
        <pc:sldMkLst>
          <pc:docMk/>
          <pc:sldMk cId="966429473" sldId="356"/>
        </pc:sldMkLst>
      </pc:sldChg>
      <pc:sldChg chg="add">
        <pc:chgData name="Zonghua Gu" userId="9a7e1853e1951ef5" providerId="LiveId" clId="{CF1FAA12-072C-4ED5-BA76-0FFFAEFDB88A}" dt="2025-09-18T02:48:49.161" v="512"/>
        <pc:sldMkLst>
          <pc:docMk/>
          <pc:sldMk cId="3359075723" sldId="356"/>
        </pc:sldMkLst>
      </pc:sldChg>
      <pc:sldChg chg="add del">
        <pc:chgData name="Zonghua Gu" userId="9a7e1853e1951ef5" providerId="LiveId" clId="{CF1FAA12-072C-4ED5-BA76-0FFFAEFDB88A}" dt="2025-09-18T21:25:34.166" v="612" actId="47"/>
        <pc:sldMkLst>
          <pc:docMk/>
          <pc:sldMk cId="1209470724" sldId="357"/>
        </pc:sldMkLst>
      </pc:sldChg>
      <pc:sldChg chg="add del">
        <pc:chgData name="Zonghua Gu" userId="9a7e1853e1951ef5" providerId="LiveId" clId="{CF1FAA12-072C-4ED5-BA76-0FFFAEFDB88A}" dt="2025-09-18T02:48:47.595" v="511" actId="2696"/>
        <pc:sldMkLst>
          <pc:docMk/>
          <pc:sldMk cId="1239709488" sldId="357"/>
        </pc:sldMkLst>
      </pc:sldChg>
      <pc:sldChg chg="add del">
        <pc:chgData name="Zonghua Gu" userId="9a7e1853e1951ef5" providerId="LiveId" clId="{CF1FAA12-072C-4ED5-BA76-0FFFAEFDB88A}" dt="2025-09-18T02:25:29.686" v="185"/>
        <pc:sldMkLst>
          <pc:docMk/>
          <pc:sldMk cId="1502810167" sldId="358"/>
        </pc:sldMkLst>
      </pc:sldChg>
      <pc:sldChg chg="add del">
        <pc:chgData name="Zonghua Gu" userId="9a7e1853e1951ef5" providerId="LiveId" clId="{CF1FAA12-072C-4ED5-BA76-0FFFAEFDB88A}" dt="2025-09-18T21:25:47.173" v="616" actId="47"/>
        <pc:sldMkLst>
          <pc:docMk/>
          <pc:sldMk cId="670903100" sldId="359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0" sldId="360"/>
        </pc:sldMkLst>
      </pc:sldChg>
      <pc:sldChg chg="addSp delSp modSp add mod">
        <pc:chgData name="Zonghua Gu" userId="9a7e1853e1951ef5" providerId="LiveId" clId="{CF1FAA12-072C-4ED5-BA76-0FFFAEFDB88A}" dt="2025-09-18T02:30:15.818" v="265" actId="1076"/>
        <pc:sldMkLst>
          <pc:docMk/>
          <pc:sldMk cId="3486040908" sldId="363"/>
        </pc:sldMkLst>
        <pc:spChg chg="add mod">
          <ac:chgData name="Zonghua Gu" userId="9a7e1853e1951ef5" providerId="LiveId" clId="{CF1FAA12-072C-4ED5-BA76-0FFFAEFDB88A}" dt="2025-09-18T02:30:15.818" v="265" actId="1076"/>
          <ac:spMkLst>
            <pc:docMk/>
            <pc:sldMk cId="3486040908" sldId="363"/>
            <ac:spMk id="4" creationId="{4D035A48-A6FE-397D-11E7-79A26D57EE6C}"/>
          </ac:spMkLst>
        </pc:spChg>
        <pc:spChg chg="mod">
          <ac:chgData name="Zonghua Gu" userId="9a7e1853e1951ef5" providerId="LiveId" clId="{CF1FAA12-072C-4ED5-BA76-0FFFAEFDB88A}" dt="2025-09-18T02:25:55.360" v="196" actId="403"/>
          <ac:spMkLst>
            <pc:docMk/>
            <pc:sldMk cId="3486040908" sldId="363"/>
            <ac:spMk id="5" creationId="{49EAAEAC-5A83-FC31-3AD1-D95A0084E014}"/>
          </ac:spMkLst>
        </pc:spChg>
        <pc:spChg chg="mod">
          <ac:chgData name="Zonghua Gu" userId="9a7e1853e1951ef5" providerId="LiveId" clId="{CF1FAA12-072C-4ED5-BA76-0FFFAEFDB88A}" dt="2025-09-18T02:29:57.414" v="262" actId="1076"/>
          <ac:spMkLst>
            <pc:docMk/>
            <pc:sldMk cId="3486040908" sldId="363"/>
            <ac:spMk id="14" creationId="{78CA3B04-30BA-AB52-96CE-C4D0D46EBB0E}"/>
          </ac:spMkLst>
        </pc:spChg>
        <pc:spChg chg="mod">
          <ac:chgData name="Zonghua Gu" userId="9a7e1853e1951ef5" providerId="LiveId" clId="{CF1FAA12-072C-4ED5-BA76-0FFFAEFDB88A}" dt="2025-09-18T02:29:48.132" v="261" actId="1076"/>
          <ac:spMkLst>
            <pc:docMk/>
            <pc:sldMk cId="3486040908" sldId="363"/>
            <ac:spMk id="15" creationId="{23CD2F51-C323-A016-AE65-89BBE14397AE}"/>
          </ac:spMkLst>
        </pc:spChg>
        <pc:spChg chg="mod">
          <ac:chgData name="Zonghua Gu" userId="9a7e1853e1951ef5" providerId="LiveId" clId="{CF1FAA12-072C-4ED5-BA76-0FFFAEFDB88A}" dt="2025-09-18T02:29:39.553" v="260" actId="1036"/>
          <ac:spMkLst>
            <pc:docMk/>
            <pc:sldMk cId="3486040908" sldId="363"/>
            <ac:spMk id="16" creationId="{3604BC0F-A245-42B3-C099-6BBF3E77DA07}"/>
          </ac:spMkLst>
        </pc:spChg>
        <pc:spChg chg="mod">
          <ac:chgData name="Zonghua Gu" userId="9a7e1853e1951ef5" providerId="LiveId" clId="{CF1FAA12-072C-4ED5-BA76-0FFFAEFDB88A}" dt="2025-09-18T02:29:39.553" v="260" actId="1036"/>
          <ac:spMkLst>
            <pc:docMk/>
            <pc:sldMk cId="3486040908" sldId="363"/>
            <ac:spMk id="17" creationId="{92DF79D3-BC63-01D9-8A39-ECF46F38BC95}"/>
          </ac:spMkLst>
        </pc:spChg>
        <pc:spChg chg="add mod">
          <ac:chgData name="Zonghua Gu" userId="9a7e1853e1951ef5" providerId="LiveId" clId="{CF1FAA12-072C-4ED5-BA76-0FFFAEFDB88A}" dt="2025-09-18T02:30:15.818" v="265" actId="1076"/>
          <ac:spMkLst>
            <pc:docMk/>
            <pc:sldMk cId="3486040908" sldId="363"/>
            <ac:spMk id="30" creationId="{D39685E5-F44B-9935-D033-23E4B449AF2C}"/>
          </ac:spMkLst>
        </pc:spChg>
        <pc:spChg chg="add mod">
          <ac:chgData name="Zonghua Gu" userId="9a7e1853e1951ef5" providerId="LiveId" clId="{CF1FAA12-072C-4ED5-BA76-0FFFAEFDB88A}" dt="2025-09-18T02:30:15.818" v="265" actId="1076"/>
          <ac:spMkLst>
            <pc:docMk/>
            <pc:sldMk cId="3486040908" sldId="363"/>
            <ac:spMk id="31" creationId="{A1DE57DA-AF45-14AC-B21C-DE925BE7BF0E}"/>
          </ac:spMkLst>
        </pc:spChg>
        <pc:spChg chg="add mod">
          <ac:chgData name="Zonghua Gu" userId="9a7e1853e1951ef5" providerId="LiveId" clId="{CF1FAA12-072C-4ED5-BA76-0FFFAEFDB88A}" dt="2025-09-18T02:30:15.818" v="265" actId="1076"/>
          <ac:spMkLst>
            <pc:docMk/>
            <pc:sldMk cId="3486040908" sldId="363"/>
            <ac:spMk id="32" creationId="{50CEED7B-77A7-495A-418F-A75FFEAB6E65}"/>
          </ac:spMkLst>
        </pc:spChg>
      </pc:sldChg>
      <pc:sldChg chg="addSp delSp modSp add del mod modAnim">
        <pc:chgData name="Zonghua Gu" userId="9a7e1853e1951ef5" providerId="LiveId" clId="{CF1FAA12-072C-4ED5-BA76-0FFFAEFDB88A}" dt="2025-09-18T21:25:35.614" v="613" actId="47"/>
        <pc:sldMkLst>
          <pc:docMk/>
          <pc:sldMk cId="3561992185" sldId="364"/>
        </pc:sldMkLst>
      </pc:sldChg>
      <pc:sldChg chg="modSp add del mod modTransition">
        <pc:chgData name="Zonghua Gu" userId="9a7e1853e1951ef5" providerId="LiveId" clId="{CF1FAA12-072C-4ED5-BA76-0FFFAEFDB88A}" dt="2025-09-18T02:46:44.688" v="499" actId="20577"/>
        <pc:sldMkLst>
          <pc:docMk/>
          <pc:sldMk cId="802972020" sldId="365"/>
        </pc:sldMkLst>
        <pc:spChg chg="mod">
          <ac:chgData name="Zonghua Gu" userId="9a7e1853e1951ef5" providerId="LiveId" clId="{CF1FAA12-072C-4ED5-BA76-0FFFAEFDB88A}" dt="2025-09-18T02:46:44.688" v="499" actId="20577"/>
          <ac:spMkLst>
            <pc:docMk/>
            <pc:sldMk cId="802972020" sldId="365"/>
            <ac:spMk id="4" creationId="{00000000-0000-0000-0000-000000000000}"/>
          </ac:spMkLst>
        </pc:spChg>
      </pc:sldChg>
      <pc:sldChg chg="modSp add del mod modTransition modAnim">
        <pc:chgData name="Zonghua Gu" userId="9a7e1853e1951ef5" providerId="LiveId" clId="{CF1FAA12-072C-4ED5-BA76-0FFFAEFDB88A}" dt="2025-09-18T21:26:04.575" v="622" actId="47"/>
        <pc:sldMkLst>
          <pc:docMk/>
          <pc:sldMk cId="415260018" sldId="366"/>
        </pc:sldMkLst>
      </pc:sldChg>
      <pc:sldChg chg="addSp delSp modSp add del mod modTransition">
        <pc:chgData name="Zonghua Gu" userId="9a7e1853e1951ef5" providerId="LiveId" clId="{CF1FAA12-072C-4ED5-BA76-0FFFAEFDB88A}" dt="2025-09-18T02:45:44.426" v="467"/>
        <pc:sldMkLst>
          <pc:docMk/>
          <pc:sldMk cId="1910717593" sldId="367"/>
        </pc:sldMkLst>
        <pc:spChg chg="mod">
          <ac:chgData name="Zonghua Gu" userId="9a7e1853e1951ef5" providerId="LiveId" clId="{CF1FAA12-072C-4ED5-BA76-0FFFAEFDB88A}" dt="2025-09-18T02:45:22.049" v="461" actId="20577"/>
          <ac:spMkLst>
            <pc:docMk/>
            <pc:sldMk cId="1910717593" sldId="367"/>
            <ac:spMk id="4" creationId="{00000000-0000-0000-0000-000000000000}"/>
          </ac:spMkLst>
        </pc:spChg>
        <pc:spChg chg="add mod">
          <ac:chgData name="Zonghua Gu" userId="9a7e1853e1951ef5" providerId="LiveId" clId="{CF1FAA12-072C-4ED5-BA76-0FFFAEFDB88A}" dt="2025-09-18T02:45:44.426" v="467"/>
          <ac:spMkLst>
            <pc:docMk/>
            <pc:sldMk cId="1910717593" sldId="367"/>
            <ac:spMk id="9" creationId="{78DA596E-85CA-C0C6-85A8-74A98C3DFFDB}"/>
          </ac:spMkLst>
        </pc:spChg>
      </pc:sldChg>
      <pc:sldChg chg="modSp add del mod modTransition">
        <pc:chgData name="Zonghua Gu" userId="9a7e1853e1951ef5" providerId="LiveId" clId="{CF1FAA12-072C-4ED5-BA76-0FFFAEFDB88A}" dt="2025-09-18T21:26:02.469" v="621" actId="47"/>
        <pc:sldMkLst>
          <pc:docMk/>
          <pc:sldMk cId="3116329460" sldId="368"/>
        </pc:sldMkLst>
      </pc:sldChg>
      <pc:sldChg chg="modSp add del mod ord modTransition">
        <pc:chgData name="Zonghua Gu" userId="9a7e1853e1951ef5" providerId="LiveId" clId="{CF1FAA12-072C-4ED5-BA76-0FFFAEFDB88A}" dt="2025-09-18T02:43:42.643" v="444" actId="2696"/>
        <pc:sldMkLst>
          <pc:docMk/>
          <pc:sldMk cId="587842027" sldId="369"/>
        </pc:sldMkLst>
      </pc:sldChg>
      <pc:sldChg chg="modSp add mod">
        <pc:chgData name="Zonghua Gu" userId="9a7e1853e1951ef5" providerId="LiveId" clId="{CF1FAA12-072C-4ED5-BA76-0FFFAEFDB88A}" dt="2025-09-18T02:44:42.165" v="452" actId="20577"/>
        <pc:sldMkLst>
          <pc:docMk/>
          <pc:sldMk cId="1545068738" sldId="369"/>
        </pc:sldMkLst>
        <pc:spChg chg="mod">
          <ac:chgData name="Zonghua Gu" userId="9a7e1853e1951ef5" providerId="LiveId" clId="{CF1FAA12-072C-4ED5-BA76-0FFFAEFDB88A}" dt="2025-09-18T02:44:42.165" v="452" actId="20577"/>
          <ac:spMkLst>
            <pc:docMk/>
            <pc:sldMk cId="1545068738" sldId="369"/>
            <ac:spMk id="4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5-09-18T02:43:33.109" v="441"/>
        <pc:sldMkLst>
          <pc:docMk/>
          <pc:sldMk cId="3308441144" sldId="369"/>
        </pc:sldMkLst>
      </pc:sldChg>
      <pc:sldChg chg="modSp add del mod modNotesTx">
        <pc:chgData name="Zonghua Gu" userId="9a7e1853e1951ef5" providerId="LiveId" clId="{CF1FAA12-072C-4ED5-BA76-0FFFAEFDB88A}" dt="2025-09-18T21:26:00.741" v="620" actId="47"/>
        <pc:sldMkLst>
          <pc:docMk/>
          <pc:sldMk cId="598515287" sldId="370"/>
        </pc:sldMkLst>
      </pc:sldChg>
      <pc:sldChg chg="modSp add del mod ord modTransition modNotesTx">
        <pc:chgData name="Zonghua Gu" userId="9a7e1853e1951ef5" providerId="LiveId" clId="{CF1FAA12-072C-4ED5-BA76-0FFFAEFDB88A}" dt="2025-09-18T02:43:42.643" v="444" actId="2696"/>
        <pc:sldMkLst>
          <pc:docMk/>
          <pc:sldMk cId="1352278469" sldId="370"/>
        </pc:sldMkLst>
      </pc:sldChg>
      <pc:sldChg chg="add del modTransition">
        <pc:chgData name="Zonghua Gu" userId="9a7e1853e1951ef5" providerId="LiveId" clId="{CF1FAA12-072C-4ED5-BA76-0FFFAEFDB88A}" dt="2025-09-16T21:18:03.494" v="42" actId="47"/>
        <pc:sldMkLst>
          <pc:docMk/>
          <pc:sldMk cId="3221067157" sldId="371"/>
        </pc:sldMkLst>
      </pc:sldChg>
      <pc:sldChg chg="addSp modSp mod">
        <pc:chgData name="Zonghua Gu" userId="9a7e1853e1951ef5" providerId="LiveId" clId="{CF1FAA12-072C-4ED5-BA76-0FFFAEFDB88A}" dt="2025-09-18T21:26:15.452" v="623" actId="20577"/>
        <pc:sldMkLst>
          <pc:docMk/>
          <pc:sldMk cId="0" sldId="385"/>
        </pc:sldMkLst>
        <pc:spChg chg="add mod">
          <ac:chgData name="Zonghua Gu" userId="9a7e1853e1951ef5" providerId="LiveId" clId="{CF1FAA12-072C-4ED5-BA76-0FFFAEFDB88A}" dt="2025-09-17T21:20:32.046" v="173" actId="1076"/>
          <ac:spMkLst>
            <pc:docMk/>
            <pc:sldMk cId="0" sldId="385"/>
            <ac:spMk id="3" creationId="{414636B5-1A15-392F-777F-ACB6D0BF1A0E}"/>
          </ac:spMkLst>
        </pc:spChg>
        <pc:spChg chg="mod">
          <ac:chgData name="Zonghua Gu" userId="9a7e1853e1951ef5" providerId="LiveId" clId="{CF1FAA12-072C-4ED5-BA76-0FFFAEFDB88A}" dt="2025-09-18T21:26:15.452" v="623" actId="20577"/>
          <ac:spMkLst>
            <pc:docMk/>
            <pc:sldMk cId="0" sldId="385"/>
            <ac:spMk id="11" creationId="{00000000-0000-0000-0000-000000000000}"/>
          </ac:spMkLst>
        </pc:spChg>
        <pc:spChg chg="mod">
          <ac:chgData name="Zonghua Gu" userId="9a7e1853e1951ef5" providerId="LiveId" clId="{CF1FAA12-072C-4ED5-BA76-0FFFAEFDB88A}" dt="2025-09-17T20:50:13.719" v="106" actId="20577"/>
          <ac:spMkLst>
            <pc:docMk/>
            <pc:sldMk cId="0" sldId="385"/>
            <ac:spMk id="12" creationId="{00000000-0000-0000-0000-000000000000}"/>
          </ac:spMkLst>
        </pc:spChg>
        <pc:spChg chg="mod">
          <ac:chgData name="Zonghua Gu" userId="9a7e1853e1951ef5" providerId="LiveId" clId="{CF1FAA12-072C-4ED5-BA76-0FFFAEFDB88A}" dt="2025-09-17T20:50:06.160" v="101" actId="20577"/>
          <ac:spMkLst>
            <pc:docMk/>
            <pc:sldMk cId="0" sldId="385"/>
            <ac:spMk id="14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5-09-18T02:25:27.723" v="184" actId="47"/>
        <pc:sldMkLst>
          <pc:docMk/>
          <pc:sldMk cId="3486040908" sldId="388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0" sldId="406"/>
        </pc:sldMkLst>
      </pc:sldChg>
      <pc:sldChg chg="delSp modSp del mod delAnim modAnim">
        <pc:chgData name="Zonghua Gu" userId="9a7e1853e1951ef5" providerId="LiveId" clId="{CF1FAA12-072C-4ED5-BA76-0FFFAEFDB88A}" dt="2025-09-18T02:23:48.757" v="174" actId="47"/>
        <pc:sldMkLst>
          <pc:docMk/>
          <pc:sldMk cId="0" sldId="408"/>
        </pc:sldMkLst>
      </pc:sldChg>
      <pc:sldChg chg="delSp modSp del mod delAnim modAnim">
        <pc:chgData name="Zonghua Gu" userId="9a7e1853e1951ef5" providerId="LiveId" clId="{CF1FAA12-072C-4ED5-BA76-0FFFAEFDB88A}" dt="2025-09-18T02:23:48.757" v="174" actId="47"/>
        <pc:sldMkLst>
          <pc:docMk/>
          <pc:sldMk cId="0" sldId="409"/>
        </pc:sldMkLst>
      </pc:sldChg>
      <pc:sldChg chg="addSp modSp del mod">
        <pc:chgData name="Zonghua Gu" userId="9a7e1853e1951ef5" providerId="LiveId" clId="{CF1FAA12-072C-4ED5-BA76-0FFFAEFDB88A}" dt="2025-09-18T02:23:48.757" v="174" actId="47"/>
        <pc:sldMkLst>
          <pc:docMk/>
          <pc:sldMk cId="0" sldId="410"/>
        </pc:sldMkLst>
      </pc:sldChg>
      <pc:sldChg chg="addSp delSp modSp del mod">
        <pc:chgData name="Zonghua Gu" userId="9a7e1853e1951ef5" providerId="LiveId" clId="{CF1FAA12-072C-4ED5-BA76-0FFFAEFDB88A}" dt="2025-09-18T02:23:48.757" v="174" actId="47"/>
        <pc:sldMkLst>
          <pc:docMk/>
          <pc:sldMk cId="0" sldId="411"/>
        </pc:sldMkLst>
      </pc:sldChg>
      <pc:sldChg chg="addSp modSp del">
        <pc:chgData name="Zonghua Gu" userId="9a7e1853e1951ef5" providerId="LiveId" clId="{CF1FAA12-072C-4ED5-BA76-0FFFAEFDB88A}" dt="2025-09-18T02:23:48.757" v="174" actId="47"/>
        <pc:sldMkLst>
          <pc:docMk/>
          <pc:sldMk cId="0" sldId="412"/>
        </pc:sldMkLst>
      </pc:sldChg>
      <pc:sldChg chg="addSp modSp del">
        <pc:chgData name="Zonghua Gu" userId="9a7e1853e1951ef5" providerId="LiveId" clId="{CF1FAA12-072C-4ED5-BA76-0FFFAEFDB88A}" dt="2025-09-18T02:23:48.757" v="174" actId="47"/>
        <pc:sldMkLst>
          <pc:docMk/>
          <pc:sldMk cId="0" sldId="413"/>
        </pc:sldMkLst>
      </pc:sldChg>
      <pc:sldChg chg="addSp modSp del">
        <pc:chgData name="Zonghua Gu" userId="9a7e1853e1951ef5" providerId="LiveId" clId="{CF1FAA12-072C-4ED5-BA76-0FFFAEFDB88A}" dt="2025-09-18T02:23:48.757" v="174" actId="47"/>
        <pc:sldMkLst>
          <pc:docMk/>
          <pc:sldMk cId="0" sldId="414"/>
        </pc:sldMkLst>
      </pc:sldChg>
      <pc:sldChg chg="addSp modSp del">
        <pc:chgData name="Zonghua Gu" userId="9a7e1853e1951ef5" providerId="LiveId" clId="{CF1FAA12-072C-4ED5-BA76-0FFFAEFDB88A}" dt="2025-09-18T02:23:48.757" v="174" actId="47"/>
        <pc:sldMkLst>
          <pc:docMk/>
          <pc:sldMk cId="0" sldId="415"/>
        </pc:sldMkLst>
      </pc:sldChg>
      <pc:sldChg chg="addSp delSp modSp add del mod delAnim modAnim">
        <pc:chgData name="Zonghua Gu" userId="9a7e1853e1951ef5" providerId="LiveId" clId="{CF1FAA12-072C-4ED5-BA76-0FFFAEFDB88A}" dt="2025-09-18T20:06:59.886" v="611"/>
        <pc:sldMkLst>
          <pc:docMk/>
          <pc:sldMk cId="0" sldId="417"/>
        </pc:sldMkLst>
        <pc:spChg chg="add mod">
          <ac:chgData name="Zonghua Gu" userId="9a7e1853e1951ef5" providerId="LiveId" clId="{CF1FAA12-072C-4ED5-BA76-0FFFAEFDB88A}" dt="2025-09-18T20:04:02.966" v="574" actId="1076"/>
          <ac:spMkLst>
            <pc:docMk/>
            <pc:sldMk cId="0" sldId="417"/>
            <ac:spMk id="2" creationId="{03BF8BEC-CBCA-3D53-1D6F-7FE4217EF5F8}"/>
          </ac:spMkLst>
        </pc:spChg>
        <pc:spChg chg="add mod">
          <ac:chgData name="Zonghua Gu" userId="9a7e1853e1951ef5" providerId="LiveId" clId="{CF1FAA12-072C-4ED5-BA76-0FFFAEFDB88A}" dt="2025-09-18T20:04:24.814" v="585" actId="1076"/>
          <ac:spMkLst>
            <pc:docMk/>
            <pc:sldMk cId="0" sldId="417"/>
            <ac:spMk id="3" creationId="{D80FA951-DE02-3C91-9A1E-27C70066528C}"/>
          </ac:spMkLst>
        </pc:spChg>
        <pc:spChg chg="mod">
          <ac:chgData name="Zonghua Gu" userId="9a7e1853e1951ef5" providerId="LiveId" clId="{CF1FAA12-072C-4ED5-BA76-0FFFAEFDB88A}" dt="2025-09-18T20:04:02.966" v="574" actId="1076"/>
          <ac:spMkLst>
            <pc:docMk/>
            <pc:sldMk cId="0" sldId="417"/>
            <ac:spMk id="11" creationId="{00000000-0000-0000-0000-000000000000}"/>
          </ac:spMkLst>
        </pc:spChg>
        <pc:spChg chg="mod">
          <ac:chgData name="Zonghua Gu" userId="9a7e1853e1951ef5" providerId="LiveId" clId="{CF1FAA12-072C-4ED5-BA76-0FFFAEFDB88A}" dt="2025-09-18T20:04:02.966" v="574" actId="1076"/>
          <ac:spMkLst>
            <pc:docMk/>
            <pc:sldMk cId="0" sldId="417"/>
            <ac:spMk id="12" creationId="{00000000-0000-0000-0000-000000000000}"/>
          </ac:spMkLst>
        </pc:spChg>
        <pc:spChg chg="mod">
          <ac:chgData name="Zonghua Gu" userId="9a7e1853e1951ef5" providerId="LiveId" clId="{CF1FAA12-072C-4ED5-BA76-0FFFAEFDB88A}" dt="2025-09-18T20:04:02.966" v="574" actId="1076"/>
          <ac:spMkLst>
            <pc:docMk/>
            <pc:sldMk cId="0" sldId="417"/>
            <ac:spMk id="13" creationId="{00000000-0000-0000-0000-000000000000}"/>
          </ac:spMkLst>
        </pc:spChg>
        <pc:spChg chg="mod">
          <ac:chgData name="Zonghua Gu" userId="9a7e1853e1951ef5" providerId="LiveId" clId="{CF1FAA12-072C-4ED5-BA76-0FFFAEFDB88A}" dt="2025-09-18T20:04:18.734" v="584" actId="1076"/>
          <ac:spMkLst>
            <pc:docMk/>
            <pc:sldMk cId="0" sldId="417"/>
            <ac:spMk id="14" creationId="{00000000-0000-0000-0000-000000000000}"/>
          </ac:spMkLst>
        </pc:spChg>
        <pc:spChg chg="mod">
          <ac:chgData name="Zonghua Gu" userId="9a7e1853e1951ef5" providerId="LiveId" clId="{CF1FAA12-072C-4ED5-BA76-0FFFAEFDB88A}" dt="2025-09-18T20:03:46.505" v="573" actId="20577"/>
          <ac:spMkLst>
            <pc:docMk/>
            <pc:sldMk cId="0" sldId="417"/>
            <ac:spMk id="25606" creationId="{00000000-0000-0000-0000-000000000000}"/>
          </ac:spMkLst>
        </pc:spChg>
        <pc:graphicFrameChg chg="mod">
          <ac:chgData name="Zonghua Gu" userId="9a7e1853e1951ef5" providerId="LiveId" clId="{CF1FAA12-072C-4ED5-BA76-0FFFAEFDB88A}" dt="2025-09-18T20:06:59.886" v="611"/>
          <ac:graphicFrameMkLst>
            <pc:docMk/>
            <pc:sldMk cId="0" sldId="417"/>
            <ac:graphicFrameMk id="9" creationId="{00000000-0000-0000-0000-000000000000}"/>
          </ac:graphicFrameMkLst>
        </pc:graphicFrameChg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392340819" sldId="453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630635621" sldId="454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1881575936" sldId="455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117905533" sldId="456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240450818" sldId="463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3483046466" sldId="469"/>
        </pc:sldMkLst>
      </pc:sldChg>
      <pc:sldChg chg="addSp modSp del mod modNotesTx">
        <pc:chgData name="Zonghua Gu" userId="9a7e1853e1951ef5" providerId="LiveId" clId="{CF1FAA12-072C-4ED5-BA76-0FFFAEFDB88A}" dt="2025-09-18T02:23:48.757" v="174" actId="47"/>
        <pc:sldMkLst>
          <pc:docMk/>
          <pc:sldMk cId="282921071" sldId="471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929278538" sldId="472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963767799" sldId="473"/>
        </pc:sldMkLst>
      </pc:sldChg>
      <pc:sldChg chg="addSp modSp del mod">
        <pc:chgData name="Zonghua Gu" userId="9a7e1853e1951ef5" providerId="LiveId" clId="{CF1FAA12-072C-4ED5-BA76-0FFFAEFDB88A}" dt="2025-09-18T02:23:48.757" v="174" actId="47"/>
        <pc:sldMkLst>
          <pc:docMk/>
          <pc:sldMk cId="3751033725" sldId="474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700446461" sldId="475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3517712416" sldId="476"/>
        </pc:sldMkLst>
      </pc:sldChg>
      <pc:sldChg chg="modSp del mod">
        <pc:chgData name="Zonghua Gu" userId="9a7e1853e1951ef5" providerId="LiveId" clId="{CF1FAA12-072C-4ED5-BA76-0FFFAEFDB88A}" dt="2025-09-18T02:23:48.757" v="174" actId="47"/>
        <pc:sldMkLst>
          <pc:docMk/>
          <pc:sldMk cId="4040755182" sldId="478"/>
        </pc:sldMkLst>
      </pc:sldChg>
      <pc:sldChg chg="modSp del mod">
        <pc:chgData name="Zonghua Gu" userId="9a7e1853e1951ef5" providerId="LiveId" clId="{CF1FAA12-072C-4ED5-BA76-0FFFAEFDB88A}" dt="2025-09-18T02:23:48.757" v="174" actId="47"/>
        <pc:sldMkLst>
          <pc:docMk/>
          <pc:sldMk cId="3783602394" sldId="479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403617877" sldId="484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1902260443" sldId="489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3886267364" sldId="490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314866584" sldId="492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4175052033" sldId="493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1620255952" sldId="494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146821145" sldId="495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4138289989" sldId="496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3495259654" sldId="497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595803636" sldId="498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692813522" sldId="499"/>
        </pc:sldMkLst>
      </pc:sldChg>
      <pc:sldChg chg="del">
        <pc:chgData name="Zonghua Gu" userId="9a7e1853e1951ef5" providerId="LiveId" clId="{CF1FAA12-072C-4ED5-BA76-0FFFAEFDB88A}" dt="2025-09-16T21:19:40.243" v="56" actId="47"/>
        <pc:sldMkLst>
          <pc:docMk/>
          <pc:sldMk cId="3157601905" sldId="500"/>
        </pc:sldMkLst>
      </pc:sldChg>
      <pc:sldChg chg="modSp del mod">
        <pc:chgData name="Zonghua Gu" userId="9a7e1853e1951ef5" providerId="LiveId" clId="{CF1FAA12-072C-4ED5-BA76-0FFFAEFDB88A}" dt="2025-09-18T02:23:48.757" v="174" actId="47"/>
        <pc:sldMkLst>
          <pc:docMk/>
          <pc:sldMk cId="794990730" sldId="501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3476175039" sldId="503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13693986" sldId="504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709916207" sldId="505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1106957169" sldId="506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3987401790" sldId="507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115375760" sldId="508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4203467745" sldId="509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746898804" sldId="510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778945240" sldId="511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631850479" sldId="512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983958110" sldId="513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856238415" sldId="514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4207137356" sldId="515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3489353238" sldId="516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688032704" sldId="519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315641243" sldId="520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243932543" sldId="521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249747507" sldId="522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3088857373" sldId="523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4202413975" sldId="524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3686948551" sldId="525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666442587" sldId="526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434851217" sldId="527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2210249931" sldId="528"/>
        </pc:sldMkLst>
      </pc:sldChg>
      <pc:sldChg chg="del">
        <pc:chgData name="Zonghua Gu" userId="9a7e1853e1951ef5" providerId="LiveId" clId="{CF1FAA12-072C-4ED5-BA76-0FFFAEFDB88A}" dt="2025-09-18T02:23:48.757" v="174" actId="47"/>
        <pc:sldMkLst>
          <pc:docMk/>
          <pc:sldMk cId="3797967072" sldId="529"/>
        </pc:sldMkLst>
      </pc:sldChg>
      <pc:sldChg chg="delSp modSp add del mod modTransition modAnim">
        <pc:chgData name="Zonghua Gu" userId="9a7e1853e1951ef5" providerId="LiveId" clId="{CF1FAA12-072C-4ED5-BA76-0FFFAEFDB88A}" dt="2025-09-18T02:31:49.931" v="272" actId="14100"/>
        <pc:sldMkLst>
          <pc:docMk/>
          <pc:sldMk cId="1864663475" sldId="774"/>
        </pc:sldMkLst>
        <pc:spChg chg="mod topLvl">
          <ac:chgData name="Zonghua Gu" userId="9a7e1853e1951ef5" providerId="LiveId" clId="{CF1FAA12-072C-4ED5-BA76-0FFFAEFDB88A}" dt="2025-09-18T02:31:45.976" v="270" actId="165"/>
          <ac:spMkLst>
            <pc:docMk/>
            <pc:sldMk cId="1864663475" sldId="774"/>
            <ac:spMk id="16" creationId="{00000000-0000-0000-0000-000000000000}"/>
          </ac:spMkLst>
        </pc:spChg>
        <pc:picChg chg="mod topLvl">
          <ac:chgData name="Zonghua Gu" userId="9a7e1853e1951ef5" providerId="LiveId" clId="{CF1FAA12-072C-4ED5-BA76-0FFFAEFDB88A}" dt="2025-09-18T02:31:49.931" v="272" actId="14100"/>
          <ac:picMkLst>
            <pc:docMk/>
            <pc:sldMk cId="1864663475" sldId="774"/>
            <ac:picMk id="12" creationId="{00000000-0000-0000-0000-000000000000}"/>
          </ac:picMkLst>
        </pc:picChg>
        <pc:picChg chg="mod topLvl">
          <ac:chgData name="Zonghua Gu" userId="9a7e1853e1951ef5" providerId="LiveId" clId="{CF1FAA12-072C-4ED5-BA76-0FFFAEFDB88A}" dt="2025-09-18T02:31:49.931" v="272" actId="14100"/>
          <ac:picMkLst>
            <pc:docMk/>
            <pc:sldMk cId="1864663475" sldId="774"/>
            <ac:picMk id="13" creationId="{00000000-0000-0000-0000-000000000000}"/>
          </ac:picMkLst>
        </pc:picChg>
        <pc:picChg chg="mod topLvl">
          <ac:chgData name="Zonghua Gu" userId="9a7e1853e1951ef5" providerId="LiveId" clId="{CF1FAA12-072C-4ED5-BA76-0FFFAEFDB88A}" dt="2025-09-18T02:31:49.931" v="272" actId="14100"/>
          <ac:picMkLst>
            <pc:docMk/>
            <pc:sldMk cId="1864663475" sldId="774"/>
            <ac:picMk id="14" creationId="{00000000-0000-0000-0000-000000000000}"/>
          </ac:picMkLst>
        </pc:picChg>
      </pc:sldChg>
      <pc:sldChg chg="add del">
        <pc:chgData name="Zonghua Gu" userId="9a7e1853e1951ef5" providerId="LiveId" clId="{CF1FAA12-072C-4ED5-BA76-0FFFAEFDB88A}" dt="2025-09-18T02:23:48.757" v="174" actId="47"/>
        <pc:sldMkLst>
          <pc:docMk/>
          <pc:sldMk cId="3575795538" sldId="774"/>
        </pc:sldMkLst>
      </pc:sldChg>
      <pc:sldChg chg="add del modTransition">
        <pc:chgData name="Zonghua Gu" userId="9a7e1853e1951ef5" providerId="LiveId" clId="{CF1FAA12-072C-4ED5-BA76-0FFFAEFDB88A}" dt="2025-09-18T02:25:27.723" v="184" actId="47"/>
        <pc:sldMkLst>
          <pc:docMk/>
          <pc:sldMk cId="936686548" sldId="775"/>
        </pc:sldMkLst>
      </pc:sldChg>
      <pc:sldChg chg="add del modTransition">
        <pc:chgData name="Zonghua Gu" userId="9a7e1853e1951ef5" providerId="LiveId" clId="{CF1FAA12-072C-4ED5-BA76-0FFFAEFDB88A}" dt="2025-09-16T21:18:32.771" v="45" actId="2696"/>
        <pc:sldMkLst>
          <pc:docMk/>
          <pc:sldMk cId="1395983037" sldId="789"/>
        </pc:sldMkLst>
      </pc:sldChg>
      <pc:sldChg chg="modSp add del">
        <pc:chgData name="Zonghua Gu" userId="9a7e1853e1951ef5" providerId="LiveId" clId="{CF1FAA12-072C-4ED5-BA76-0FFFAEFDB88A}" dt="2025-09-16T21:21:18.768" v="77" actId="2696"/>
        <pc:sldMkLst>
          <pc:docMk/>
          <pc:sldMk cId="2509807301" sldId="789"/>
        </pc:sldMkLst>
      </pc:sldChg>
      <pc:sldChg chg="add del">
        <pc:chgData name="Zonghua Gu" userId="9a7e1853e1951ef5" providerId="LiveId" clId="{CF1FAA12-072C-4ED5-BA76-0FFFAEFDB88A}" dt="2025-09-18T02:23:48.757" v="174" actId="47"/>
        <pc:sldMkLst>
          <pc:docMk/>
          <pc:sldMk cId="1149374474" sldId="790"/>
        </pc:sldMkLst>
      </pc:sldChg>
      <pc:sldChg chg="add del modTransition">
        <pc:chgData name="Zonghua Gu" userId="9a7e1853e1951ef5" providerId="LiveId" clId="{CF1FAA12-072C-4ED5-BA76-0FFFAEFDB88A}" dt="2025-09-16T21:18:32.771" v="45" actId="2696"/>
        <pc:sldMkLst>
          <pc:docMk/>
          <pc:sldMk cId="2133584576" sldId="790"/>
        </pc:sldMkLst>
      </pc:sldChg>
      <pc:sldChg chg="add del modTransition">
        <pc:chgData name="Zonghua Gu" userId="9a7e1853e1951ef5" providerId="LiveId" clId="{CF1FAA12-072C-4ED5-BA76-0FFFAEFDB88A}" dt="2025-09-16T21:13:04.721" v="1" actId="47"/>
        <pc:sldMkLst>
          <pc:docMk/>
          <pc:sldMk cId="3725504313" sldId="791"/>
        </pc:sldMkLst>
      </pc:sldChg>
      <pc:sldChg chg="add del modTransition">
        <pc:chgData name="Zonghua Gu" userId="9a7e1853e1951ef5" providerId="LiveId" clId="{CF1FAA12-072C-4ED5-BA76-0FFFAEFDB88A}" dt="2025-09-16T21:18:09.568" v="43" actId="2696"/>
        <pc:sldMkLst>
          <pc:docMk/>
          <pc:sldMk cId="1629909525" sldId="793"/>
        </pc:sldMkLst>
      </pc:sldChg>
      <pc:sldChg chg="modSp add del mod">
        <pc:chgData name="Zonghua Gu" userId="9a7e1853e1951ef5" providerId="LiveId" clId="{CF1FAA12-072C-4ED5-BA76-0FFFAEFDB88A}" dt="2025-09-18T02:23:48.757" v="174" actId="47"/>
        <pc:sldMkLst>
          <pc:docMk/>
          <pc:sldMk cId="3190402835" sldId="793"/>
        </pc:sldMkLst>
      </pc:sldChg>
      <pc:sldChg chg="add del">
        <pc:chgData name="Zonghua Gu" userId="9a7e1853e1951ef5" providerId="LiveId" clId="{CF1FAA12-072C-4ED5-BA76-0FFFAEFDB88A}" dt="2025-09-18T02:23:48.757" v="174" actId="47"/>
        <pc:sldMkLst>
          <pc:docMk/>
          <pc:sldMk cId="2753210025" sldId="794"/>
        </pc:sldMkLst>
      </pc:sldChg>
      <pc:sldChg chg="add del">
        <pc:chgData name="Zonghua Gu" userId="9a7e1853e1951ef5" providerId="LiveId" clId="{CF1FAA12-072C-4ED5-BA76-0FFFAEFDB88A}" dt="2025-09-18T02:23:48.757" v="174" actId="47"/>
        <pc:sldMkLst>
          <pc:docMk/>
          <pc:sldMk cId="1493324092" sldId="795"/>
        </pc:sldMkLst>
      </pc:sldChg>
      <pc:sldChg chg="modSp add del mod">
        <pc:chgData name="Zonghua Gu" userId="9a7e1853e1951ef5" providerId="LiveId" clId="{CF1FAA12-072C-4ED5-BA76-0FFFAEFDB88A}" dt="2025-09-18T20:05:47.919" v="606" actId="47"/>
        <pc:sldMkLst>
          <pc:docMk/>
          <pc:sldMk cId="3491198584" sldId="796"/>
        </pc:sldMkLst>
      </pc:sldChg>
      <pc:sldChg chg="add del">
        <pc:chgData name="Zonghua Gu" userId="9a7e1853e1951ef5" providerId="LiveId" clId="{CF1FAA12-072C-4ED5-BA76-0FFFAEFDB88A}" dt="2025-09-18T21:25:47.888" v="617" actId="47"/>
        <pc:sldMkLst>
          <pc:docMk/>
          <pc:sldMk cId="1115551691" sldId="797"/>
        </pc:sldMkLst>
      </pc:sldChg>
      <pc:sldChg chg="addSp delSp modSp add del mod modAnim">
        <pc:chgData name="Zonghua Gu" userId="9a7e1853e1951ef5" providerId="LiveId" clId="{CF1FAA12-072C-4ED5-BA76-0FFFAEFDB88A}" dt="2025-09-18T21:25:53.788" v="618" actId="47"/>
        <pc:sldMkLst>
          <pc:docMk/>
          <pc:sldMk cId="1422403682" sldId="798"/>
        </pc:sldMkLst>
      </pc:sldChg>
      <pc:sldChg chg="add">
        <pc:chgData name="Zonghua Gu" userId="9a7e1853e1951ef5" providerId="LiveId" clId="{CF1FAA12-072C-4ED5-BA76-0FFFAEFDB88A}" dt="2025-09-24T22:03:01.373" v="624"/>
        <pc:sldMkLst>
          <pc:docMk/>
          <pc:sldMk cId="3968162788" sldId="801"/>
        </pc:sldMkLst>
      </pc:sldChg>
      <pc:sldChg chg="add del">
        <pc:chgData name="Zonghua Gu" userId="9a7e1853e1951ef5" providerId="LiveId" clId="{CF1FAA12-072C-4ED5-BA76-0FFFAEFDB88A}" dt="2025-09-25T21:59:22.977" v="626" actId="47"/>
        <pc:sldMkLst>
          <pc:docMk/>
          <pc:sldMk cId="413444979" sldId="802"/>
        </pc:sldMkLst>
      </pc:sldChg>
      <pc:sldChg chg="add">
        <pc:chgData name="Zonghua Gu" userId="9a7e1853e1951ef5" providerId="LiveId" clId="{CF1FAA12-072C-4ED5-BA76-0FFFAEFDB88A}" dt="2025-09-25T21:59:20.329" v="625"/>
        <pc:sldMkLst>
          <pc:docMk/>
          <pc:sldMk cId="2882502133" sldId="804"/>
        </pc:sldMkLst>
      </pc:sldChg>
      <pc:sldChg chg="modSp add mod">
        <pc:chgData name="Zonghua Gu" userId="9a7e1853e1951ef5" providerId="LiveId" clId="{CF1FAA12-072C-4ED5-BA76-0FFFAEFDB88A}" dt="2025-10-08T02:00:59.295" v="631" actId="14100"/>
        <pc:sldMkLst>
          <pc:docMk/>
          <pc:sldMk cId="2952063245" sldId="810"/>
        </pc:sldMkLst>
        <pc:spChg chg="mod">
          <ac:chgData name="Zonghua Gu" userId="9a7e1853e1951ef5" providerId="LiveId" clId="{CF1FAA12-072C-4ED5-BA76-0FFFAEFDB88A}" dt="2025-10-08T02:00:59.295" v="631" actId="14100"/>
          <ac:spMkLst>
            <pc:docMk/>
            <pc:sldMk cId="2952063245" sldId="810"/>
            <ac:spMk id="4" creationId="{2E30BEB6-14A6-7DA1-64FA-D0E05B682530}"/>
          </ac:spMkLst>
        </pc:spChg>
      </pc:sldChg>
      <pc:sldChg chg="add">
        <pc:chgData name="Zonghua Gu" userId="9a7e1853e1951ef5" providerId="LiveId" clId="{CF1FAA12-072C-4ED5-BA76-0FFFAEFDB88A}" dt="2025-10-16T21:53:10.887" v="632"/>
        <pc:sldMkLst>
          <pc:docMk/>
          <pc:sldMk cId="754608230" sldId="81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2269102" y="229451"/>
            <a:ext cx="5179142" cy="251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26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7580" y="3487216"/>
            <a:ext cx="7043891" cy="3306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798" tIns="49399" rIns="98798" bIns="493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gray">
          <a:xfrm>
            <a:off x="7351457" y="144260"/>
            <a:ext cx="1740003" cy="34645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00444" tIns="49399" rIns="100444" bIns="49399" anchor="ctr"/>
          <a:lstStyle/>
          <a:p>
            <a:pPr algn="ctr" defTabSz="1036638">
              <a:defRPr/>
            </a:pPr>
            <a:r>
              <a:rPr lang="en-US" sz="1900">
                <a:solidFill>
                  <a:schemeClr val="bg1"/>
                </a:solidFill>
                <a:latin typeface="Arial" pitchFamily="34" charset="0"/>
              </a:rPr>
              <a:t>Notes</a:t>
            </a:r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628036" y="571358"/>
            <a:ext cx="847202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19432" y="371440"/>
            <a:ext cx="5802876" cy="226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158" tIns="26346" rIns="69158" bIns="26346">
            <a:spAutoFit/>
          </a:bodyPr>
          <a:lstStyle/>
          <a:p>
            <a:pPr defTabSz="1036638">
              <a:lnSpc>
                <a:spcPct val="90000"/>
              </a:lnSpc>
              <a:tabLst>
                <a:tab pos="989013" algn="l"/>
              </a:tabLst>
              <a:defRPr/>
            </a:pPr>
            <a:r>
              <a:rPr lang="en-US" sz="1200">
                <a:latin typeface="Arial" pitchFamily="34" charset="0"/>
              </a:rPr>
              <a:t>The ARM Architecture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4553259" y="6947168"/>
            <a:ext cx="319203" cy="219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69158" tIns="26346" rIns="69158" bIns="26346">
            <a:spAutoFit/>
          </a:bodyPr>
          <a:lstStyle/>
          <a:p>
            <a:pPr defTabSz="1036638">
              <a:lnSpc>
                <a:spcPct val="90000"/>
              </a:lnSpc>
              <a:defRPr/>
            </a:pPr>
            <a:fld id="{01D96813-752F-4230-8F78-89BE1AD35FEA}" type="slidenum">
              <a:rPr lang="en-US" sz="1200">
                <a:solidFill>
                  <a:srgbClr val="006D82"/>
                </a:solidFill>
                <a:latin typeface="Times New Roman" pitchFamily="18" charset="0"/>
              </a:rPr>
              <a:pPr defTabSz="1036638">
                <a:lnSpc>
                  <a:spcPct val="90000"/>
                </a:lnSpc>
                <a:defRPr/>
              </a:pPr>
              <a:t>‹#›</a:t>
            </a:fld>
            <a:endParaRPr lang="en-US" sz="1200">
              <a:solidFill>
                <a:srgbClr val="006D82"/>
              </a:solidFill>
              <a:latin typeface="Times New Roman" pitchFamily="18" charset="0"/>
            </a:endParaRPr>
          </a:p>
        </p:txBody>
      </p:sp>
      <p:sp>
        <p:nvSpPr>
          <p:cNvPr id="32775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74988" y="673100"/>
            <a:ext cx="3427412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012487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73075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4773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20813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9388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zongh\Desktop\CSC111\exercises\Scribd%20OCR%20II.docx#fn1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7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968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3875" y="684213"/>
            <a:ext cx="348773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03223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013822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97FDFF-7B9F-7D4D-BFC0-AAD1F3D3D3C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969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668D8-F05C-2E94-D1C3-2181608E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4A841-09CB-783C-8C0B-28BD29BAA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21DBF-12AB-9744-9A46-4D6322537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810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Address Register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0x8010 0x00000001 0x13 r0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0x800c 0xFEEDDEAF 0xFFFFFFFF r1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0x8008 0x00008888 0xEEEEEEEE r2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0x8004 0x12340000 0x8000 r3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0x8000 0xBABE0000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731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A3867-4610-0FCB-FE13-CBAA94B0C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19C7F-982C-EA9B-A15F-97625353E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3BB58-98A9-1D41-2B55-40AF13E84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are absolutely correct! For LDRSH R7, [R2, #2] in little-endian, the result is 0x00002345.image.jpg</a:t>
            </a:r>
          </a:p>
          <a:p>
            <a:r>
              <a:rPr lang="en-US" dirty="0"/>
              <a:t>After STR stores 0x23456789 at address 8:</a:t>
            </a:r>
          </a:p>
          <a:p>
            <a:r>
              <a:rPr lang="en-US" b="1" dirty="0"/>
              <a:t>Big-endian layout:</a:t>
            </a:r>
          </a:p>
          <a:p>
            <a:r>
              <a:rPr lang="en-US" dirty="0"/>
              <a:t>Address 8: 0x23, Address 9: 0x45, Address 10: 0x67, Address 11: 0x89</a:t>
            </a:r>
          </a:p>
          <a:p>
            <a:r>
              <a:rPr lang="en-US" b="1" dirty="0"/>
              <a:t>Little-endian layout:</a:t>
            </a:r>
          </a:p>
          <a:p>
            <a:r>
              <a:rPr lang="en-US" dirty="0"/>
              <a:t>Address 8: 0x89, Address 9: 0x67, Address 10: 0x45, Address 11: 0x23</a:t>
            </a:r>
          </a:p>
          <a:p>
            <a:r>
              <a:rPr lang="en-US" b="1" dirty="0"/>
              <a:t>Results for each instruction:</a:t>
            </a:r>
          </a:p>
          <a:p>
            <a:r>
              <a:rPr lang="en-US" b="1" dirty="0"/>
              <a:t>LDRB R7, [R2, #1]</a:t>
            </a:r>
            <a:r>
              <a:rPr lang="en-US" dirty="0"/>
              <a:t> (byte at address 9):</a:t>
            </a:r>
          </a:p>
          <a:p>
            <a:r>
              <a:rPr lang="en-US" dirty="0"/>
              <a:t>Big-endian: R7 = 0x00000045</a:t>
            </a:r>
          </a:p>
          <a:p>
            <a:r>
              <a:rPr lang="en-US" dirty="0"/>
              <a:t>Little-endian: R7 = 0x00000067</a:t>
            </a:r>
          </a:p>
          <a:p>
            <a:r>
              <a:rPr lang="en-US" b="1" dirty="0"/>
              <a:t>LDRSH R7, [R2, #1]</a:t>
            </a:r>
            <a:r>
              <a:rPr lang="en-US" dirty="0"/>
              <a:t> (halfword at addresses 9-10):</a:t>
            </a:r>
          </a:p>
          <a:p>
            <a:r>
              <a:rPr lang="en-US" dirty="0"/>
              <a:t>Big-endian: bytes 0x45, 0x67 → 0x4567 → R7 = 0x00004567</a:t>
            </a:r>
          </a:p>
          <a:p>
            <a:r>
              <a:rPr lang="en-US" dirty="0"/>
              <a:t>Little-endian: bytes 0x67, 0x45 → 0x4567 → R7 = 0x00004567</a:t>
            </a:r>
          </a:p>
          <a:p>
            <a:r>
              <a:rPr lang="en-US" b="1" dirty="0"/>
              <a:t>LDRSH R7, [R2, #2]</a:t>
            </a:r>
            <a:r>
              <a:rPr lang="en-US" dirty="0"/>
              <a:t> (halfword at addresses 10-11):</a:t>
            </a:r>
          </a:p>
          <a:p>
            <a:r>
              <a:rPr lang="en-US" dirty="0"/>
              <a:t>Big-endian: bytes 0x67, 0x89 → 0x6789 → R7 = 0x00006789</a:t>
            </a:r>
          </a:p>
          <a:p>
            <a:r>
              <a:rPr lang="en-US" dirty="0"/>
              <a:t>Little-endian: bytes 0x45, 0x23 → 0x2345 → R7 = 0x00002345</a:t>
            </a:r>
          </a:p>
          <a:p>
            <a:r>
              <a:rPr lang="en-US" dirty="0"/>
              <a:t>I was wrong earlier - in little-endian, the halfword at offset +2 consists of bytes 0x45 (at address 10) and 0x23 (at address 11), which reconstructs to 0x2345, not 0x4523.</a:t>
            </a:r>
          </a:p>
        </p:txBody>
      </p:sp>
    </p:spTree>
    <p:extLst>
      <p:ext uri="{BB962C8B-B14F-4D97-AF65-F5344CB8AC3E}">
        <p14:creationId xmlns:p14="http://schemas.microsoft.com/office/powerpoint/2010/main" val="2121441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R0 | 0x00000000</a:t>
            </a:r>
            <a:br>
              <a:rPr lang="pt-BR" dirty="0"/>
            </a:br>
            <a:r>
              <a:rPr lang="pt-BR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R1 | 0x10000200</a:t>
            </a:r>
            <a:br>
              <a:rPr lang="pt-BR" dirty="0"/>
            </a:br>
            <a:r>
              <a:rPr lang="pt-BR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R2 | 0x0000FFFF</a:t>
            </a:r>
            <a:br>
              <a:rPr lang="pt-BR" dirty="0"/>
            </a:br>
            <a:r>
              <a:rPr lang="pt-BR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R3 | 0x18675309</a:t>
            </a:r>
            <a:br>
              <a:rPr lang="pt-BR" dirty="0"/>
            </a:br>
            <a:r>
              <a:rPr lang="pt-BR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R4 | 0x00000000</a:t>
            </a:r>
            <a:br>
              <a:rPr lang="pt-BR" dirty="0"/>
            </a:br>
            <a:r>
              <a:rPr lang="pt-BR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R5 | 0x00000000</a:t>
            </a:r>
            <a:br>
              <a:rPr lang="pt-BR" dirty="0"/>
            </a:br>
            <a:r>
              <a:rPr lang="pt-BR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...</a:t>
            </a:r>
            <a:br>
              <a:rPr lang="pt-BR" dirty="0"/>
            </a:br>
            <a:r>
              <a:rPr lang="pt-BR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R13 | 0x10000200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661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A00D299-558C-468E-A8B3-0F5C3BFA45F9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>
            <a:lvl1pPr>
              <a:defRPr sz="1800"/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BFB9-75E0-4A72-9D54-3C687B559A4D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E470CD76-7AB7-4744-8178-DC5367B833CD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3FC63-82A8-4ACC-B2CB-6D46E8B59216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9B8A6-94F4-4AF6-98DE-0FFC617E1C31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CF4FC-8D0E-4C14-A02E-A429C4519FEF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DC487-A287-485A-B215-4EC98DD3E443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49AC6-4AC4-4D5F-9A1B-0E1C0FF133F9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4EF9-9AC8-4842-AFC3-C27337CCABE8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2D175-8905-42BE-8088-EB39001CF9E2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AA8DD-1B66-47DA-8A31-5DCDA0DEF224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DF0DD18-6EB7-49F7-A70C-A012EDB48BDB}" type="datetime1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800">
                <a:solidFill>
                  <a:schemeClr val="tx2"/>
                </a:solidFill>
              </a:defRPr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>
    <p:pull dir="ru"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eece.maine.edu/~zhu/boo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CC8E-A1B6-4F03-86F4-7DF2A440C9C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8176" y="1828800"/>
            <a:ext cx="2581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5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Memory Access</a:t>
            </a:r>
          </a:p>
          <a:p>
            <a:pPr algn="r"/>
            <a:r>
              <a:rPr lang="en-US" altLang="zh-CN" sz="2400">
                <a:solidFill>
                  <a:srgbClr val="C00000"/>
                </a:solidFill>
              </a:rPr>
              <a:t>Exercises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219200" y="5124450"/>
            <a:ext cx="68580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Fall 2025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>
            <a:noAutofit/>
          </a:bodyPr>
          <a:lstStyle/>
          <a:p>
            <a:r>
              <a:rPr lang="en-US" sz="2000" dirty="0"/>
              <a:t>Zonghua Gu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636B5-1A15-392F-777F-ACB6D0BF1A0E}"/>
              </a:ext>
            </a:extLst>
          </p:cNvPr>
          <p:cNvSpPr txBox="1"/>
          <p:nvPr/>
        </p:nvSpPr>
        <p:spPr>
          <a:xfrm>
            <a:off x="709138" y="6259175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Acknowledgement: Lecture slides based on Embedded Systems with ARM Cortex-M Microcontrollers in Assembly Language and C, University of Maine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  <a:hlinkClick r:id="rId3"/>
              </a:rPr>
              <a:t>https://web.eece.maine.edu/~zhu/book/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 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altLang="zh-CN" dirty="0"/>
              <a:t>Question: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5630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52643" y="32655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52643" y="44847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52643" y="57039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244699" y="2826467"/>
            <a:ext cx="4151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What are the memory address of these four words?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8984" y="217862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65930" y="340725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98129" y="4561842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15075" y="5790467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14D4A-FE32-40AF-B06D-E9622816B1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907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EAAEAC-5A83-FC31-3AD1-D95A0084E014}"/>
              </a:ext>
            </a:extLst>
          </p:cNvPr>
          <p:cNvSpPr txBox="1">
            <a:spLocks noChangeArrowheads="1"/>
          </p:cNvSpPr>
          <p:nvPr/>
        </p:nvSpPr>
        <p:spPr>
          <a:xfrm>
            <a:off x="267393" y="1295400"/>
            <a:ext cx="5904807" cy="457199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400" b="0" dirty="0">
                <a:solidFill>
                  <a:prstClr val="black"/>
                </a:solidFill>
              </a:rPr>
              <a:t>Q: Assume Big-Endian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400" b="0" dirty="0">
                <a:solidFill>
                  <a:prstClr val="black"/>
                </a:solidFill>
                <a:latin typeface="Calibri"/>
              </a:rPr>
              <a:t>Q: </a:t>
            </a:r>
            <a:r>
              <a:rPr lang="en-US" sz="2400" b="0" dirty="0">
                <a:solidFill>
                  <a:prstClr val="black"/>
                </a:solidFill>
              </a:rPr>
              <a:t>Redo the question assuming Little-Endian ordering.</a:t>
            </a:r>
            <a:endParaRPr lang="en-US" sz="2400" b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6BB36-F7F6-7578-6D42-2AA85F7E8DBE}"/>
              </a:ext>
            </a:extLst>
          </p:cNvPr>
          <p:cNvSpPr txBox="1"/>
          <p:nvPr/>
        </p:nvSpPr>
        <p:spPr>
          <a:xfrm>
            <a:off x="8325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5796D-3335-5534-5D96-A9140AE9A628}"/>
              </a:ext>
            </a:extLst>
          </p:cNvPr>
          <p:cNvSpPr txBox="1"/>
          <p:nvPr/>
        </p:nvSpPr>
        <p:spPr>
          <a:xfrm>
            <a:off x="8306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8" name="Group 33">
            <a:extLst>
              <a:ext uri="{FF2B5EF4-FFF2-40B4-BE49-F238E27FC236}">
                <a16:creationId xmlns:a16="http://schemas.microsoft.com/office/drawing/2014/main" id="{35C46318-1511-5927-1843-060ED31D9F4C}"/>
              </a:ext>
            </a:extLst>
          </p:cNvPr>
          <p:cNvGrpSpPr>
            <a:grpSpLocks/>
          </p:cNvGrpSpPr>
          <p:nvPr/>
        </p:nvGrpSpPr>
        <p:grpSpPr bwMode="auto">
          <a:xfrm>
            <a:off x="7743008" y="1615328"/>
            <a:ext cx="609600" cy="1944698"/>
            <a:chOff x="0" y="0"/>
            <a:chExt cx="384" cy="3072"/>
          </a:xfrm>
        </p:grpSpPr>
        <p:sp>
          <p:nvSpPr>
            <p:cNvPr id="9" name="Rectangle 34">
              <a:extLst>
                <a:ext uri="{FF2B5EF4-FFF2-40B4-BE49-F238E27FC236}">
                  <a16:creationId xmlns:a16="http://schemas.microsoft.com/office/drawing/2014/main" id="{D3CE61B3-7BC8-DF50-1362-0AE8D584E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" name="Rectangle 35">
              <a:extLst>
                <a:ext uri="{FF2B5EF4-FFF2-40B4-BE49-F238E27FC236}">
                  <a16:creationId xmlns:a16="http://schemas.microsoft.com/office/drawing/2014/main" id="{F1F75AFF-16CC-3BED-47F1-ACAC71AA8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6">
              <a:extLst>
                <a:ext uri="{FF2B5EF4-FFF2-40B4-BE49-F238E27FC236}">
                  <a16:creationId xmlns:a16="http://schemas.microsoft.com/office/drawing/2014/main" id="{557CE143-5421-0957-D1D0-0F02EBBD1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7">
              <a:extLst>
                <a:ext uri="{FF2B5EF4-FFF2-40B4-BE49-F238E27FC236}">
                  <a16:creationId xmlns:a16="http://schemas.microsoft.com/office/drawing/2014/main" id="{1EE626ED-7010-17DE-AB5D-6AFB4D638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139613-6F00-189E-A3E7-E5782922CBC4}"/>
              </a:ext>
            </a:extLst>
          </p:cNvPr>
          <p:cNvSpPr txBox="1"/>
          <p:nvPr/>
        </p:nvSpPr>
        <p:spPr>
          <a:xfrm>
            <a:off x="5961324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A3B04-30BA-AB52-96CE-C4D0D46EBB0E}"/>
              </a:ext>
            </a:extLst>
          </p:cNvPr>
          <p:cNvSpPr txBox="1"/>
          <p:nvPr/>
        </p:nvSpPr>
        <p:spPr>
          <a:xfrm>
            <a:off x="7397632" y="317382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D2F51-C323-A016-AE65-89BBE14397AE}"/>
              </a:ext>
            </a:extLst>
          </p:cNvPr>
          <p:cNvSpPr txBox="1"/>
          <p:nvPr/>
        </p:nvSpPr>
        <p:spPr>
          <a:xfrm>
            <a:off x="7289534" y="267139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04BC0F-A245-42B3-C099-6BBF3E77DA07}"/>
              </a:ext>
            </a:extLst>
          </p:cNvPr>
          <p:cNvSpPr txBox="1"/>
          <p:nvPr/>
        </p:nvSpPr>
        <p:spPr>
          <a:xfrm>
            <a:off x="7271901" y="222135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F79D3-BC63-01D9-8A39-ECF46F38BC95}"/>
              </a:ext>
            </a:extLst>
          </p:cNvPr>
          <p:cNvSpPr txBox="1"/>
          <p:nvPr/>
        </p:nvSpPr>
        <p:spPr>
          <a:xfrm>
            <a:off x="7271901" y="1737988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69F1EE-91D8-E398-DD9D-52F4AB1EE7FB}"/>
              </a:ext>
            </a:extLst>
          </p:cNvPr>
          <p:cNvSpPr txBox="1"/>
          <p:nvPr/>
        </p:nvSpPr>
        <p:spPr>
          <a:xfrm>
            <a:off x="8344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F0D440-E8BC-AE46-3AE9-338FF6B33378}"/>
              </a:ext>
            </a:extLst>
          </p:cNvPr>
          <p:cNvSpPr txBox="1"/>
          <p:nvPr/>
        </p:nvSpPr>
        <p:spPr>
          <a:xfrm>
            <a:off x="8325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0" name="Group 33">
            <a:extLst>
              <a:ext uri="{FF2B5EF4-FFF2-40B4-BE49-F238E27FC236}">
                <a16:creationId xmlns:a16="http://schemas.microsoft.com/office/drawing/2014/main" id="{183D2BEA-EE34-406C-6810-8CC6014B68DE}"/>
              </a:ext>
            </a:extLst>
          </p:cNvPr>
          <p:cNvGrpSpPr>
            <a:grpSpLocks/>
          </p:cNvGrpSpPr>
          <p:nvPr/>
        </p:nvGrpSpPr>
        <p:grpSpPr bwMode="auto">
          <a:xfrm>
            <a:off x="7761834" y="4192836"/>
            <a:ext cx="609600" cy="1944699"/>
            <a:chOff x="0" y="0"/>
            <a:chExt cx="384" cy="3072"/>
          </a:xfrm>
        </p:grpSpPr>
        <p:sp>
          <p:nvSpPr>
            <p:cNvPr id="21" name="Rectangle 34">
              <a:extLst>
                <a:ext uri="{FF2B5EF4-FFF2-40B4-BE49-F238E27FC236}">
                  <a16:creationId xmlns:a16="http://schemas.microsoft.com/office/drawing/2014/main" id="{C7582571-BA7F-69D0-827B-EBD82C5EE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2" name="Rectangle 35">
              <a:extLst>
                <a:ext uri="{FF2B5EF4-FFF2-40B4-BE49-F238E27FC236}">
                  <a16:creationId xmlns:a16="http://schemas.microsoft.com/office/drawing/2014/main" id="{2C9B86DC-C9E1-CB88-7CD3-681B277B4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6">
              <a:extLst>
                <a:ext uri="{FF2B5EF4-FFF2-40B4-BE49-F238E27FC236}">
                  <a16:creationId xmlns:a16="http://schemas.microsoft.com/office/drawing/2014/main" id="{2A76A58B-264C-EFD2-2DD5-02427C49A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7">
              <a:extLst>
                <a:ext uri="{FF2B5EF4-FFF2-40B4-BE49-F238E27FC236}">
                  <a16:creationId xmlns:a16="http://schemas.microsoft.com/office/drawing/2014/main" id="{E9D9C064-223F-22B8-97AD-F27CD454A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BADE73D-7CA6-218E-0220-1DF06272FAF8}"/>
              </a:ext>
            </a:extLst>
          </p:cNvPr>
          <p:cNvSpPr txBox="1"/>
          <p:nvPr/>
        </p:nvSpPr>
        <p:spPr>
          <a:xfrm>
            <a:off x="5740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35A48-A6FE-397D-11E7-79A26D57EE6C}"/>
              </a:ext>
            </a:extLst>
          </p:cNvPr>
          <p:cNvSpPr txBox="1"/>
          <p:nvPr/>
        </p:nvSpPr>
        <p:spPr>
          <a:xfrm>
            <a:off x="7397632" y="577552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9685E5-F44B-9935-D033-23E4B449AF2C}"/>
              </a:ext>
            </a:extLst>
          </p:cNvPr>
          <p:cNvSpPr txBox="1"/>
          <p:nvPr/>
        </p:nvSpPr>
        <p:spPr>
          <a:xfrm>
            <a:off x="7289534" y="527309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DE57DA-AF45-14AC-B21C-DE925BE7BF0E}"/>
              </a:ext>
            </a:extLst>
          </p:cNvPr>
          <p:cNvSpPr txBox="1"/>
          <p:nvPr/>
        </p:nvSpPr>
        <p:spPr>
          <a:xfrm>
            <a:off x="7271901" y="482305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CEED7B-77A7-495A-418F-A75FFEAB6E65}"/>
              </a:ext>
            </a:extLst>
          </p:cNvPr>
          <p:cNvSpPr txBox="1"/>
          <p:nvPr/>
        </p:nvSpPr>
        <p:spPr>
          <a:xfrm>
            <a:off x="7271901" y="4339688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</p:spTree>
    <p:extLst>
      <p:ext uri="{BB962C8B-B14F-4D97-AF65-F5344CB8AC3E}">
        <p14:creationId xmlns:p14="http://schemas.microsoft.com/office/powerpoint/2010/main" val="3486040908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altLang="zh-CN" dirty="0"/>
              <a:t>Question: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14D4A-FE32-40AF-B06D-E9622816B1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67266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63700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6439" y="3018265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word stored at address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0x20008000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3700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76439" y="5442435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word stored at address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0x20008000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with Little-Endian ordering is</a:t>
            </a:r>
          </a:p>
        </p:txBody>
      </p:sp>
    </p:spTree>
    <p:extLst>
      <p:ext uri="{BB962C8B-B14F-4D97-AF65-F5344CB8AC3E}">
        <p14:creationId xmlns:p14="http://schemas.microsoft.com/office/powerpoint/2010/main" val="150281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Endianness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477717" y="1430312"/>
            <a:ext cx="4804348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LDR r11,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192664"/>
              </p:ext>
            </p:extLst>
          </p:nvPr>
        </p:nvGraphicFramePr>
        <p:xfrm>
          <a:off x="4167267" y="2716135"/>
          <a:ext cx="449705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6684" y="2231610"/>
            <a:ext cx="2949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r11 before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6252" y="2741275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829" y="3192496"/>
            <a:ext cx="3881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r11 after load w/ Big-Endian ordering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6251" y="4018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BF8BEC-CBCA-3D53-1D6F-7FE4217EF5F8}"/>
              </a:ext>
            </a:extLst>
          </p:cNvPr>
          <p:cNvSpPr txBox="1"/>
          <p:nvPr/>
        </p:nvSpPr>
        <p:spPr>
          <a:xfrm>
            <a:off x="0" y="4388465"/>
            <a:ext cx="428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r11 after load w/ Little-Endian ordering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0FA951-DE02-3C91-9A1E-27C70066528C}"/>
              </a:ext>
            </a:extLst>
          </p:cNvPr>
          <p:cNvSpPr/>
          <p:nvPr/>
        </p:nvSpPr>
        <p:spPr>
          <a:xfrm>
            <a:off x="1026250" y="5214389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D13A2-283C-C569-EF1A-CBC7504FE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4595-D472-6F68-DE47-3C22C5AAF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A5959D-8205-525D-CB04-4F53DED6B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0BEB6-14A6-7DA1-64FA-D0E05B68253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50950"/>
            <a:ext cx="4495800" cy="49974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Assume little endian for the following questions:   r0 = 0x20008000</a:t>
            </a:r>
          </a:p>
          <a:p>
            <a:pPr lvl="0"/>
            <a:r>
              <a:rPr lang="en-US" b="1" dirty="0"/>
              <a:t>LDRH r1, [r0]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r1 after load:</a:t>
            </a:r>
          </a:p>
          <a:p>
            <a:pPr lvl="0"/>
            <a:r>
              <a:rPr lang="en-US" b="1" dirty="0"/>
              <a:t>LDSB r1, [r0]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r1 after load:</a:t>
            </a:r>
          </a:p>
          <a:p>
            <a:r>
              <a:rPr lang="en-US" b="1" dirty="0"/>
              <a:t>STR r1, [r0], #4  </a:t>
            </a:r>
            <a:endParaRPr lang="en-US" dirty="0"/>
          </a:p>
          <a:p>
            <a:pPr lvl="1"/>
            <a:r>
              <a:rPr lang="en-US" dirty="0"/>
              <a:t>Assume r1 = 0x76543210</a:t>
            </a:r>
          </a:p>
          <a:p>
            <a:pPr lvl="1"/>
            <a:r>
              <a:rPr lang="en-US" dirty="0"/>
              <a:t>r0 after store:</a:t>
            </a:r>
          </a:p>
          <a:p>
            <a:pPr lvl="1"/>
            <a:r>
              <a:rPr lang="en-US" dirty="0"/>
              <a:t>Memory content after store:</a:t>
            </a:r>
          </a:p>
          <a:p>
            <a:pPr lvl="0"/>
            <a:r>
              <a:rPr lang="en-US" b="1" dirty="0"/>
              <a:t>STR r1, [r0, #4]</a:t>
            </a:r>
            <a:endParaRPr lang="en-US" dirty="0"/>
          </a:p>
          <a:p>
            <a:pPr lvl="1"/>
            <a:r>
              <a:rPr lang="en-US" dirty="0"/>
              <a:t>Assume r1 = 0x76543210</a:t>
            </a:r>
          </a:p>
          <a:p>
            <a:pPr lvl="1"/>
            <a:r>
              <a:rPr lang="en-US" dirty="0"/>
              <a:t>r0 after load:</a:t>
            </a:r>
          </a:p>
          <a:p>
            <a:pPr lvl="1"/>
            <a:r>
              <a:rPr lang="en-US" dirty="0"/>
              <a:t>Memory content after store:</a:t>
            </a:r>
          </a:p>
          <a:p>
            <a:pPr lvl="0"/>
            <a:r>
              <a:rPr lang="en-US" b="1" dirty="0"/>
              <a:t>STR r1, [r0, #4]!</a:t>
            </a:r>
            <a:endParaRPr lang="en-US" dirty="0"/>
          </a:p>
          <a:p>
            <a:pPr lvl="1"/>
            <a:r>
              <a:rPr lang="en-US" dirty="0"/>
              <a:t>Assume r1 = 0x76543210</a:t>
            </a:r>
          </a:p>
          <a:p>
            <a:pPr lvl="1"/>
            <a:r>
              <a:rPr lang="en-US" dirty="0"/>
              <a:t>r0 after load:</a:t>
            </a:r>
          </a:p>
          <a:p>
            <a:pPr lvl="1"/>
            <a:r>
              <a:rPr lang="en-US" dirty="0"/>
              <a:t>Memory content after store: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C85F25-15D6-DAB9-23EA-EF1BBDC222C1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44450"/>
          <a:ext cx="41021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Memory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063245"/>
      </p:ext>
    </p:extLst>
  </p:cSld>
  <p:clrMapOvr>
    <a:masterClrMapping/>
  </p:clrMapOvr>
  <p:transition>
    <p:pull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12648" y="1673752"/>
            <a:ext cx="8182841" cy="175524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Assume a byte-addressable memory with a data bus that is 32 bits (4 bytes) wide</a:t>
            </a:r>
          </a:p>
          <a:p>
            <a:r>
              <a:rPr lang="en-US" sz="1500" dirty="0"/>
              <a:t>Consider 16 bytes of memory (addresses 0 to 15) arranged as four 32-bit words (4 bytes each)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078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Well-aligned</a:t>
            </a:r>
            <a:r>
              <a:rPr lang="en-US" sz="1350" dirty="0"/>
              <a:t>: each word begins on a mod-4 address, which can be read in a single memory cycle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965" y="2307838"/>
            <a:ext cx="3785316" cy="11211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78" y="2283024"/>
            <a:ext cx="3802444" cy="1129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3965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Ill-aligned</a:t>
            </a:r>
            <a:r>
              <a:rPr lang="en-US" sz="1350" dirty="0"/>
              <a:t>: a word begins on address 6, not a mod-4 address, which can be read in 2 memory cycles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867" y="4223976"/>
            <a:ext cx="4059366" cy="3053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611" y="4777320"/>
            <a:ext cx="4127879" cy="32718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1867" y="5317344"/>
            <a:ext cx="3665419" cy="3359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436" y="4128493"/>
            <a:ext cx="4268981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The first read cycle would retrieve 4 bytes from addresses 4 through 7; of these, the bytes from addresses 4 and 5</a:t>
            </a:r>
          </a:p>
          <a:p>
            <a:r>
              <a:rPr lang="en-US" sz="1200" dirty="0"/>
              <a:t>are discarded, and those from addresses 6 and 7 are moved to the far right;</a:t>
            </a:r>
          </a:p>
          <a:p>
            <a:r>
              <a:rPr lang="en-US" sz="1200" dirty="0"/>
              <a:t>The second read cycle retrieves 4 bytes from addresses 8 through 11; the bytes from addresses 10 and 11 are  discarded, and those from addresses 8 and 9 are moved to the far left;</a:t>
            </a:r>
          </a:p>
          <a:p>
            <a:r>
              <a:rPr lang="en-US" sz="1200" dirty="0"/>
              <a:t>Finally, the two halves are combined to form the desired 32-bit operand: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03B0BD2-2931-BDC5-E683-51FBAB7B8593}"/>
              </a:ext>
            </a:extLst>
          </p:cNvPr>
          <p:cNvSpPr/>
          <p:nvPr/>
        </p:nvSpPr>
        <p:spPr>
          <a:xfrm>
            <a:off x="4413347" y="4630642"/>
            <a:ext cx="285830" cy="363474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Horizontal Scroll 14">
            <a:extLst>
              <a:ext uri="{FF2B5EF4-FFF2-40B4-BE49-F238E27FC236}">
                <a16:creationId xmlns:a16="http://schemas.microsoft.com/office/drawing/2014/main" id="{9847AA0A-7964-4433-C181-1EB7B5E48F3F}"/>
              </a:ext>
            </a:extLst>
          </p:cNvPr>
          <p:cNvSpPr/>
          <p:nvPr/>
        </p:nvSpPr>
        <p:spPr>
          <a:xfrm>
            <a:off x="294068" y="178297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864663475"/>
      </p:ext>
    </p:extLst>
  </p:cSld>
  <p:clrMapOvr>
    <a:masterClrMapping/>
  </p:clrMapOvr>
  <p:transition>
    <p:pull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11998" y="1307051"/>
            <a:ext cx="8182841" cy="347682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b="0" dirty="0">
                <a:solidFill>
                  <a:prstClr val="black"/>
                </a:solidFill>
              </a:rPr>
              <a:t>Q:  Assume a byte-addressable memory with a data bus that is 32 bits (4 bytes) wide. Consider 16 bytes of memory (addresses 0 to 15) arranged as four 32-bit words (4 bytes each). </a:t>
            </a:r>
            <a:r>
              <a:rPr lang="en-US" altLang="zh-CN" sz="2000" b="0" dirty="0">
                <a:solidFill>
                  <a:prstClr val="black"/>
                </a:solidFill>
              </a:rPr>
              <a:t>H</a:t>
            </a:r>
            <a:r>
              <a:rPr lang="en-US" sz="2000" b="0" dirty="0">
                <a:solidFill>
                  <a:prstClr val="black"/>
                </a:solidFill>
              </a:rPr>
              <a:t>ow many memory cycles are required to read each of the following from memory?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(a) A 2-Byte operand read from decimal address 5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(b) A 2-Byte operand read from decimal address 15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(c) A 4-Byte operand read from decimal address 10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(d) A 4-Byte operand read from decimal address 20</a:t>
            </a:r>
            <a:endParaRPr lang="en-US" sz="1600" b="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6686548"/>
      </p:ext>
    </p:extLst>
  </p:cSld>
  <p:clrMapOvr>
    <a:masterClrMapping/>
  </p:clrMapOvr>
  <p:transition>
    <p:pull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dirty="0"/>
              <a:t>Question: Data Align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842309"/>
            <a:ext cx="8182841" cy="351027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b="0" dirty="0">
                <a:solidFill>
                  <a:prstClr val="black"/>
                </a:solidFill>
              </a:rPr>
              <a:t>Q:  Assume a byte-addressable memory with a data bus that is 32 bits (4 bytes) wide. Consider 16 bytes of memory (addresses 0 to 15) arranged as four 32-bit words (4 bytes each). 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(a) What is the address of MSB of the word at address 102, , assuming Little-Endian ordering?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(b) What is the address of LSB of the word at address 102, , assuming Little-Endian ordering?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(b) How many memory cycles are required to read the word at address 102?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(c) How many memory cycles are required to read the half word at address 102?</a:t>
            </a:r>
            <a:endParaRPr lang="en-US" sz="1000" b="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363" y="76200"/>
            <a:ext cx="4779587" cy="172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068738"/>
      </p:ext>
    </p:extLst>
  </p:cSld>
  <p:clrMapOvr>
    <a:masterClrMapping/>
  </p:clrMapOvr>
  <p:transition>
    <p:pull dir="r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447800"/>
            <a:ext cx="8182841" cy="35814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400" b="0" dirty="0">
                <a:solidFill>
                  <a:prstClr val="black"/>
                </a:solidFill>
              </a:rPr>
              <a:t>Q:  Assume a byte-addressable memory with a data bus that is 32 bits (4 bytes) wide. </a:t>
            </a:r>
          </a:p>
          <a:p>
            <a:pPr marL="657225" lvl="1" indent="-257175" defTabSz="342900"/>
            <a:r>
              <a:rPr lang="en-US" altLang="zh-CN" sz="2000" b="0" dirty="0">
                <a:solidFill>
                  <a:prstClr val="black"/>
                </a:solidFill>
              </a:rPr>
              <a:t>It takes ____ memory cycle(s) to read a Byte from memory</a:t>
            </a:r>
          </a:p>
          <a:p>
            <a:pPr marL="657225" lvl="1" indent="-257175" defTabSz="342900"/>
            <a:r>
              <a:rPr lang="en-US" altLang="zh-CN" sz="2000" b="0" dirty="0">
                <a:solidFill>
                  <a:prstClr val="black"/>
                </a:solidFill>
              </a:rPr>
              <a:t>It takes ____ memory cycle(s) to read a half-word from memory</a:t>
            </a:r>
          </a:p>
          <a:p>
            <a:pPr marL="657225" lvl="1" indent="-257175" defTabSz="342900"/>
            <a:r>
              <a:rPr lang="en-US" altLang="zh-CN" sz="2000" b="0" dirty="0">
                <a:solidFill>
                  <a:prstClr val="black"/>
                </a:solidFill>
              </a:rPr>
              <a:t>It takes ____ memory cycle(s) to read a word from memory</a:t>
            </a:r>
          </a:p>
          <a:p>
            <a:pPr marL="657225" lvl="1" indent="-257175" defTabSz="342900"/>
            <a:r>
              <a:rPr lang="en-US" altLang="zh-CN" sz="2000" b="0" dirty="0">
                <a:solidFill>
                  <a:prstClr val="black"/>
                </a:solidFill>
              </a:rPr>
              <a:t>It takes ____ memory cycle(s) to read a double word from memory</a:t>
            </a:r>
            <a:endParaRPr lang="en-US" sz="2400" b="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-6804"/>
            <a:ext cx="4067187" cy="156064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8DA596E-85CA-C0C6-85A8-74A98C3DF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225"/>
            <a:ext cx="8229600" cy="1143000"/>
          </a:xfrm>
        </p:spPr>
        <p:txBody>
          <a:bodyPr/>
          <a:lstStyle/>
          <a:p>
            <a:r>
              <a:rPr lang="en-US" dirty="0"/>
              <a:t>Answer: Memory Cycles</a:t>
            </a:r>
          </a:p>
        </p:txBody>
      </p:sp>
    </p:spTree>
    <p:extLst>
      <p:ext uri="{BB962C8B-B14F-4D97-AF65-F5344CB8AC3E}">
        <p14:creationId xmlns:p14="http://schemas.microsoft.com/office/powerpoint/2010/main" val="1910717593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Arrays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1346" y="1299117"/>
            <a:ext cx="8182841" cy="33392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400" b="0" dirty="0">
                <a:solidFill>
                  <a:prstClr val="black"/>
                </a:solidFill>
              </a:rPr>
              <a:t>Q:  If the first element of a one-dimensional array x[] is stored at memory address 0</a:t>
            </a:r>
            <a:r>
              <a:rPr lang="en-US" altLang="zh-CN" sz="2400" b="0" dirty="0">
                <a:solidFill>
                  <a:prstClr val="black"/>
                </a:solidFill>
              </a:rPr>
              <a:t>x</a:t>
            </a:r>
            <a:r>
              <a:rPr lang="en-US" sz="2400" b="0" dirty="0">
                <a:solidFill>
                  <a:prstClr val="black"/>
                </a:solidFill>
              </a:rPr>
              <a:t>12345678, what is address of the second element if the array x[] contains</a:t>
            </a: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(a) chars </a:t>
            </a: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(b) shorts</a:t>
            </a:r>
          </a:p>
          <a:p>
            <a:pPr marL="657225" lvl="1" indent="-257175" defTabSz="342900"/>
            <a:r>
              <a:rPr lang="en-US" altLang="zh-CN" sz="1800" b="0" dirty="0">
                <a:solidFill>
                  <a:prstClr val="black"/>
                </a:solidFill>
              </a:rPr>
              <a:t>(c) </a:t>
            </a:r>
            <a:r>
              <a:rPr lang="en-US" altLang="zh-CN" sz="1800" b="0" dirty="0" err="1">
                <a:solidFill>
                  <a:prstClr val="black"/>
                </a:solidFill>
              </a:rPr>
              <a:t>ints</a:t>
            </a:r>
            <a:endParaRPr lang="en-US" sz="1800" b="0" dirty="0">
              <a:solidFill>
                <a:prstClr val="black"/>
              </a:solidFill>
            </a:endParaRP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(c) longs</a:t>
            </a:r>
            <a:endParaRPr lang="en-US" sz="1800" b="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2972020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61E1-0E8B-78F8-D2D2-3F55D16ED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25031-3EBD-28FC-E1A0-0049330C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A30E0F-B359-645E-5E6D-5DC92C1B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C2D736-73D7-3A26-A782-9CEC03C12D04}"/>
              </a:ext>
            </a:extLst>
          </p:cNvPr>
          <p:cNvGraphicFramePr>
            <a:graphicFrameLocks noGrp="1"/>
          </p:cNvGraphicFramePr>
          <p:nvPr/>
        </p:nvGraphicFramePr>
        <p:xfrm>
          <a:off x="5410243" y="2477135"/>
          <a:ext cx="362762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0x8010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0x00000001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0x800c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0xFEEDDEAF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0x8008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0x00008888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0x12340000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0xBABE0000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077EDE-860F-119C-95B4-998969925842}"/>
              </a:ext>
            </a:extLst>
          </p:cNvPr>
          <p:cNvSpPr txBox="1"/>
          <p:nvPr/>
        </p:nvSpPr>
        <p:spPr>
          <a:xfrm>
            <a:off x="5016500" y="4585950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r3 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401EA57-66F9-3EE2-E561-2AB9C3395B7B}"/>
              </a:ext>
            </a:extLst>
          </p:cNvPr>
          <p:cNvSpPr/>
          <p:nvPr/>
        </p:nvSpPr>
        <p:spPr>
          <a:xfrm>
            <a:off x="5509075" y="4710111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5B25AD4-8787-2AE5-61C8-58C8E91AB6F9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0" dirty="0"/>
              <a:t>Assume that memory and registers r0 through r3 appear as follows. Suppose r3 = 0x8000. Describe the memory and register contents after executing each instruction (individually, not sequentially):</a:t>
            </a:r>
          </a:p>
          <a:p>
            <a:pPr lvl="1" fontAlgn="auto">
              <a:spcAft>
                <a:spcPts val="0"/>
              </a:spcAft>
            </a:pPr>
            <a:r>
              <a:rPr lang="en-US" b="0" dirty="0"/>
              <a:t>LDMIA r3!, {r0, r1, r2}</a:t>
            </a:r>
          </a:p>
          <a:p>
            <a:pPr lvl="1" fontAlgn="auto">
              <a:spcAft>
                <a:spcPts val="0"/>
              </a:spcAft>
            </a:pPr>
            <a:r>
              <a:rPr lang="en-US" b="0" dirty="0"/>
              <a:t>Or LDMIB r3!, {r2, r1, r0}</a:t>
            </a:r>
          </a:p>
        </p:txBody>
      </p:sp>
    </p:spTree>
    <p:extLst>
      <p:ext uri="{BB962C8B-B14F-4D97-AF65-F5344CB8AC3E}">
        <p14:creationId xmlns:p14="http://schemas.microsoft.com/office/powerpoint/2010/main" val="3968162788"/>
      </p:ext>
    </p:extLst>
  </p:cSld>
  <p:clrMapOvr>
    <a:masterClrMapping/>
  </p:clrMapOvr>
  <p:transition>
    <p:pull dir="r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9E08C-929E-B06D-9D5C-D3C07F296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F6C3-9012-39E9-02E8-5A15294CC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F0EF40-C94A-5BF4-DE58-F56B8F03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72226-E71C-C418-9D4C-D783EC4359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37150"/>
          </a:xfrm>
        </p:spPr>
        <p:txBody>
          <a:bodyPr>
            <a:normAutofit/>
          </a:bodyPr>
          <a:lstStyle/>
          <a:p>
            <a:r>
              <a:rPr lang="en-US" dirty="0"/>
              <a:t>Suppose R2 and R5 hold the values 8 and 0x23456789 After following code runs on a Big-Endian system, what value is in R7? How about in a little-endian system?</a:t>
            </a:r>
          </a:p>
          <a:p>
            <a:pPr lvl="1"/>
            <a:r>
              <a:rPr lang="en-US" dirty="0"/>
              <a:t>STR R5, [R2, #0]</a:t>
            </a:r>
          </a:p>
          <a:p>
            <a:pPr lvl="1"/>
            <a:r>
              <a:rPr lang="en-US" dirty="0"/>
              <a:t>LDRB R7, [R2, #1]</a:t>
            </a:r>
          </a:p>
          <a:p>
            <a:pPr lvl="1"/>
            <a:r>
              <a:rPr lang="en-US" dirty="0"/>
              <a:t>LDRSH R7, [R2, #1]</a:t>
            </a:r>
          </a:p>
          <a:p>
            <a:pPr lvl="1"/>
            <a:r>
              <a:rPr lang="en-US" dirty="0"/>
              <a:t>LDRSH R7, [R2, #2]</a:t>
            </a:r>
          </a:p>
        </p:txBody>
      </p:sp>
    </p:spTree>
    <p:extLst>
      <p:ext uri="{BB962C8B-B14F-4D97-AF65-F5344CB8AC3E}">
        <p14:creationId xmlns:p14="http://schemas.microsoft.com/office/powerpoint/2010/main" val="2882502133"/>
      </p:ext>
    </p:extLst>
  </p:cSld>
  <p:clrMapOvr>
    <a:masterClrMapping/>
  </p:clrMapOvr>
  <p:transition>
    <p:pull dir="r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278E-4A38-6767-6648-B9C79941A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40" y="243245"/>
            <a:ext cx="4676172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 register and memory values at each step of this program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5BC598-EF55-AB51-D906-12E17238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4422" y="6277253"/>
            <a:ext cx="1981200" cy="365760"/>
          </a:xfrm>
        </p:spPr>
        <p:txBody>
          <a:bodyPr/>
          <a:lstStyle/>
          <a:p>
            <a:fld id="{AEE14D4A-FE32-40AF-B06D-E9622816B101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91244C1-EEA0-B959-8AAA-2875319F934B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6802126" y="3426241"/>
          <a:ext cx="2219325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012">
                  <a:extLst>
                    <a:ext uri="{9D8B030D-6E8A-4147-A177-3AD203B41FA5}">
                      <a16:colId xmlns:a16="http://schemas.microsoft.com/office/drawing/2014/main" val="3133599075"/>
                    </a:ext>
                  </a:extLst>
                </a:gridCol>
                <a:gridCol w="1682313">
                  <a:extLst>
                    <a:ext uri="{9D8B030D-6E8A-4147-A177-3AD203B41FA5}">
                      <a16:colId xmlns:a16="http://schemas.microsoft.com/office/drawing/2014/main" val="1327154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pt-BR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0x00000000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96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0x10000200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549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0x0000FFFF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800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0x18675309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53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0x00000000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285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0x00000000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52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endParaRPr kumimoji="0" lang="en-US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889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0x10000200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45920"/>
                  </a:ext>
                </a:extLst>
              </a:tr>
            </a:tbl>
          </a:graphicData>
        </a:graphic>
      </p:graphicFrame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66D22D6-5FBA-4885-A9F9-CB0B7935CCAF}"/>
              </a:ext>
            </a:extLst>
          </p:cNvPr>
          <p:cNvGraphicFramePr>
            <a:graphicFrameLocks/>
          </p:cNvGraphicFramePr>
          <p:nvPr/>
        </p:nvGraphicFramePr>
        <p:xfrm>
          <a:off x="404523" y="243245"/>
          <a:ext cx="599580" cy="593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580">
                  <a:extLst>
                    <a:ext uri="{9D8B030D-6E8A-4147-A177-3AD203B41FA5}">
                      <a16:colId xmlns:a16="http://schemas.microsoft.com/office/drawing/2014/main" val="484224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01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108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601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04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976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08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61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578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717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267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540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480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99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759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620396"/>
                  </a:ext>
                </a:extLst>
              </a:tr>
            </a:tbl>
          </a:graphicData>
        </a:graphic>
      </p:graphicFrame>
      <p:graphicFrame>
        <p:nvGraphicFramePr>
          <p:cNvPr id="11" name="Content Placeholder 9">
            <a:extLst>
              <a:ext uri="{FF2B5EF4-FFF2-40B4-BE49-F238E27FC236}">
                <a16:creationId xmlns:a16="http://schemas.microsoft.com/office/drawing/2014/main" id="{77A79F3C-0AA4-B3F6-0754-9C4A0DBE1DEF}"/>
              </a:ext>
            </a:extLst>
          </p:cNvPr>
          <p:cNvGraphicFramePr>
            <a:graphicFrameLocks/>
          </p:cNvGraphicFramePr>
          <p:nvPr/>
        </p:nvGraphicFramePr>
        <p:xfrm>
          <a:off x="1725741" y="223520"/>
          <a:ext cx="599580" cy="593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580">
                  <a:extLst>
                    <a:ext uri="{9D8B030D-6E8A-4147-A177-3AD203B41FA5}">
                      <a16:colId xmlns:a16="http://schemas.microsoft.com/office/drawing/2014/main" val="484224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01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108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601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04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976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08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61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578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717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267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540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480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99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759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620396"/>
                  </a:ext>
                </a:extLst>
              </a:tr>
            </a:tbl>
          </a:graphicData>
        </a:graphic>
      </p:graphicFrame>
      <p:graphicFrame>
        <p:nvGraphicFramePr>
          <p:cNvPr id="12" name="Content Placeholder 9">
            <a:extLst>
              <a:ext uri="{FF2B5EF4-FFF2-40B4-BE49-F238E27FC236}">
                <a16:creationId xmlns:a16="http://schemas.microsoft.com/office/drawing/2014/main" id="{8E0D479D-BD41-9749-78E1-AE7DB7FEF62B}"/>
              </a:ext>
            </a:extLst>
          </p:cNvPr>
          <p:cNvGraphicFramePr>
            <a:graphicFrameLocks/>
          </p:cNvGraphicFramePr>
          <p:nvPr/>
        </p:nvGraphicFramePr>
        <p:xfrm>
          <a:off x="3320795" y="219948"/>
          <a:ext cx="599580" cy="593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580">
                  <a:extLst>
                    <a:ext uri="{9D8B030D-6E8A-4147-A177-3AD203B41FA5}">
                      <a16:colId xmlns:a16="http://schemas.microsoft.com/office/drawing/2014/main" val="484224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01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108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601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04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976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08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61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578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717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267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540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480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99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759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62039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8691280-3701-7284-8180-9F8BD7E6732F}"/>
              </a:ext>
            </a:extLst>
          </p:cNvPr>
          <p:cNvSpPr txBox="1"/>
          <p:nvPr/>
        </p:nvSpPr>
        <p:spPr>
          <a:xfrm>
            <a:off x="0" y="6156960"/>
            <a:ext cx="145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0x100001E0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DAF454-D38A-E54A-0A83-F3163F2194FD}"/>
              </a:ext>
            </a:extLst>
          </p:cNvPr>
          <p:cNvSpPr txBox="1"/>
          <p:nvPr/>
        </p:nvSpPr>
        <p:spPr>
          <a:xfrm>
            <a:off x="10017" y="6396533"/>
            <a:ext cx="1818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latin typeface="+mn-lt"/>
                <a:cs typeface="Consolas" panose="020B0609020204030204" pitchFamily="49" charset="0"/>
              </a:rPr>
              <a:t>Mem Address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2E3134-A567-7018-92F0-D86F35E570CB}"/>
              </a:ext>
            </a:extLst>
          </p:cNvPr>
          <p:cNvSpPr txBox="1"/>
          <p:nvPr/>
        </p:nvSpPr>
        <p:spPr>
          <a:xfrm>
            <a:off x="1487315" y="6156960"/>
            <a:ext cx="145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latin typeface="Consolas" panose="020B0609020204030204" pitchFamily="49" charset="0"/>
              </a:rPr>
              <a:t>0x100001F0</a:t>
            </a:r>
            <a:endParaRPr 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E19796-203A-5975-9E7E-A51D96722A9D}"/>
              </a:ext>
            </a:extLst>
          </p:cNvPr>
          <p:cNvSpPr txBox="1"/>
          <p:nvPr/>
        </p:nvSpPr>
        <p:spPr>
          <a:xfrm>
            <a:off x="2894145" y="6159458"/>
            <a:ext cx="145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latin typeface="Consolas" panose="020B0609020204030204" pitchFamily="49" charset="0"/>
              </a:rPr>
              <a:t>0x10000200</a:t>
            </a:r>
            <a:endParaRPr 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46B73D-93B0-BE96-6E77-F5047B876FB4}"/>
              </a:ext>
            </a:extLst>
          </p:cNvPr>
          <p:cNvSpPr txBox="1"/>
          <p:nvPr/>
        </p:nvSpPr>
        <p:spPr>
          <a:xfrm>
            <a:off x="1459041" y="6396533"/>
            <a:ext cx="15629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latin typeface="+mn-lt"/>
                <a:cs typeface="Consolas" panose="020B0609020204030204" pitchFamily="49" charset="0"/>
              </a:rPr>
              <a:t>Mem Address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08279E-530F-10AE-C181-2446B85EE3E6}"/>
              </a:ext>
            </a:extLst>
          </p:cNvPr>
          <p:cNvSpPr txBox="1"/>
          <p:nvPr/>
        </p:nvSpPr>
        <p:spPr>
          <a:xfrm>
            <a:off x="2949805" y="6392961"/>
            <a:ext cx="1562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latin typeface="+mn-lt"/>
                <a:cs typeface="Consolas" panose="020B0609020204030204" pitchFamily="49" charset="0"/>
              </a:rPr>
              <a:t>Mem Address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7F96825-B097-324D-C2F7-FAFF800F7FC6}"/>
              </a:ext>
            </a:extLst>
          </p:cNvPr>
          <p:cNvSpPr txBox="1">
            <a:spLocks/>
          </p:cNvSpPr>
          <p:nvPr/>
        </p:nvSpPr>
        <p:spPr>
          <a:xfrm>
            <a:off x="4091355" y="1331259"/>
            <a:ext cx="4877877" cy="2686131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pt-BR" b="0" dirty="0"/>
              <a:t>MOVW R0, #0xAFE1</a:t>
            </a:r>
          </a:p>
          <a:p>
            <a:pPr fontAlgn="auto">
              <a:spcAft>
                <a:spcPts val="0"/>
              </a:spcAft>
            </a:pPr>
            <a:r>
              <a:rPr lang="pt-BR" b="0" dirty="0"/>
              <a:t>MOVT R0, #0xBADC</a:t>
            </a:r>
          </a:p>
          <a:p>
            <a:pPr fontAlgn="auto">
              <a:spcAft>
                <a:spcPts val="0"/>
              </a:spcAft>
            </a:pPr>
            <a:r>
              <a:rPr lang="pt-BR" b="0" dirty="0"/>
              <a:t>MOVT R2, #0xABCD</a:t>
            </a:r>
          </a:p>
          <a:p>
            <a:pPr fontAlgn="auto">
              <a:spcAft>
                <a:spcPts val="0"/>
              </a:spcAft>
            </a:pPr>
            <a:r>
              <a:rPr lang="pt-BR" b="0" dirty="0"/>
              <a:t>STR R3, [R1]</a:t>
            </a:r>
          </a:p>
          <a:p>
            <a:pPr fontAlgn="auto">
              <a:spcAft>
                <a:spcPts val="0"/>
              </a:spcAft>
            </a:pPr>
            <a:r>
              <a:rPr lang="pt-BR" b="0" dirty="0"/>
              <a:t>LDRSH R4, (R1, #0xC)</a:t>
            </a:r>
          </a:p>
          <a:p>
            <a:pPr fontAlgn="auto">
              <a:spcAft>
                <a:spcPts val="0"/>
              </a:spcAft>
            </a:pPr>
            <a:r>
              <a:rPr lang="pt-BR" b="0" dirty="0"/>
              <a:t>PUSH (R1, R3)</a:t>
            </a:r>
          </a:p>
          <a:p>
            <a:pPr fontAlgn="auto">
              <a:spcAft>
                <a:spcPts val="0"/>
              </a:spcAft>
            </a:pPr>
            <a:r>
              <a:rPr lang="pt-BR" b="0" dirty="0"/>
              <a:t>POP (R5)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754608230"/>
      </p:ext>
    </p:extLst>
  </p:cSld>
  <p:clrMapOvr>
    <a:masterClrMapping/>
  </p:clrMapOvr>
  <p:transition>
    <p:pull dir="r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C000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14635</TotalTime>
  <Pages>1</Pages>
  <Words>1582</Words>
  <Application>Microsoft Office PowerPoint</Application>
  <PresentationFormat>On-screen Show (4:3)</PresentationFormat>
  <Paragraphs>301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Bookman Old Style (Headings)</vt:lpstr>
      <vt:lpstr>Gill Sans</vt:lpstr>
      <vt:lpstr>Gill Sans Light</vt:lpstr>
      <vt:lpstr>Arial</vt:lpstr>
      <vt:lpstr>Bookman Old Style</vt:lpstr>
      <vt:lpstr>Calibri</vt:lpstr>
      <vt:lpstr>Consolas</vt:lpstr>
      <vt:lpstr>Courier New</vt:lpstr>
      <vt:lpstr>Gill Sans MT</vt:lpstr>
      <vt:lpstr>Helvetica</vt:lpstr>
      <vt:lpstr>Times New Roman</vt:lpstr>
      <vt:lpstr>Wingdings</vt:lpstr>
      <vt:lpstr>Wingdings 3</vt:lpstr>
      <vt:lpstr>Origin</vt:lpstr>
      <vt:lpstr>Zonghua Gu</vt:lpstr>
      <vt:lpstr>Question: Endianness</vt:lpstr>
      <vt:lpstr>Question: Endianness</vt:lpstr>
      <vt:lpstr>Question: Endianness</vt:lpstr>
      <vt:lpstr>Endianness</vt:lpstr>
      <vt:lpstr>Endianness</vt:lpstr>
      <vt:lpstr>Data Alignment</vt:lpstr>
      <vt:lpstr>Question: Data Alignment</vt:lpstr>
      <vt:lpstr>Question: Data Align</vt:lpstr>
      <vt:lpstr>Answer: Memory Cycles</vt:lpstr>
      <vt:lpstr>Question: Arrays</vt:lpstr>
      <vt:lpstr>LDM</vt:lpstr>
      <vt:lpstr>LDR</vt:lpstr>
      <vt:lpstr>Compute register and memory values at each step of this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ARM Architecture</dc:title>
  <dc:creator>ARM Training</dc:creator>
  <cp:lastModifiedBy>Zonghua Gu</cp:lastModifiedBy>
  <cp:revision>577</cp:revision>
  <cp:lastPrinted>2002-11-19T17:09:26Z</cp:lastPrinted>
  <dcterms:created xsi:type="dcterms:W3CDTF">2014-02-12T15:59:14Z</dcterms:created>
  <dcterms:modified xsi:type="dcterms:W3CDTF">2025-10-16T21:53:11Z</dcterms:modified>
</cp:coreProperties>
</file>