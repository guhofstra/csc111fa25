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86" r:id="rId1"/>
  </p:sldMasterIdLst>
  <p:notesMasterIdLst>
    <p:notesMasterId r:id="rId15"/>
  </p:notesMasterIdLst>
  <p:handoutMasterIdLst>
    <p:handoutMasterId r:id="rId16"/>
  </p:handoutMasterIdLst>
  <p:sldIdLst>
    <p:sldId id="385" r:id="rId2"/>
    <p:sldId id="356" r:id="rId3"/>
    <p:sldId id="363" r:id="rId4"/>
    <p:sldId id="358" r:id="rId5"/>
    <p:sldId id="417" r:id="rId6"/>
    <p:sldId id="810" r:id="rId7"/>
    <p:sldId id="774" r:id="rId8"/>
    <p:sldId id="345" r:id="rId9"/>
    <p:sldId id="369" r:id="rId10"/>
    <p:sldId id="367" r:id="rId11"/>
    <p:sldId id="365" r:id="rId12"/>
    <p:sldId id="801" r:id="rId13"/>
    <p:sldId id="804" r:id="rId14"/>
  </p:sldIdLst>
  <p:sldSz cx="9144000" cy="6858000" type="screen4x3"/>
  <p:notesSz cx="9601200" cy="73152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1400" b="1" kern="1200">
        <a:solidFill>
          <a:schemeClr val="tx1"/>
        </a:solidFill>
        <a:latin typeface="Courier New" pitchFamily="49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1400" b="1" kern="1200">
        <a:solidFill>
          <a:schemeClr val="tx1"/>
        </a:solidFill>
        <a:latin typeface="Courier New" pitchFamily="49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1400" b="1" kern="1200">
        <a:solidFill>
          <a:schemeClr val="tx1"/>
        </a:solidFill>
        <a:latin typeface="Courier New" pitchFamily="49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1400" b="1" kern="1200">
        <a:solidFill>
          <a:schemeClr val="tx1"/>
        </a:solidFill>
        <a:latin typeface="Courier New" pitchFamily="49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1400" b="1" kern="1200">
        <a:solidFill>
          <a:schemeClr val="tx1"/>
        </a:solidFill>
        <a:latin typeface="Courier New" pitchFamily="49" charset="0"/>
        <a:ea typeface="+mn-ea"/>
        <a:cs typeface="+mn-cs"/>
      </a:defRPr>
    </a:lvl5pPr>
    <a:lvl6pPr marL="2286000" algn="l" defTabSz="914400" rtl="0" eaLnBrk="1" latinLnBrk="0" hangingPunct="1">
      <a:defRPr sz="1400" b="1" kern="1200">
        <a:solidFill>
          <a:schemeClr val="tx1"/>
        </a:solidFill>
        <a:latin typeface="Courier New" pitchFamily="49" charset="0"/>
        <a:ea typeface="+mn-ea"/>
        <a:cs typeface="+mn-cs"/>
      </a:defRPr>
    </a:lvl6pPr>
    <a:lvl7pPr marL="2743200" algn="l" defTabSz="914400" rtl="0" eaLnBrk="1" latinLnBrk="0" hangingPunct="1">
      <a:defRPr sz="1400" b="1" kern="1200">
        <a:solidFill>
          <a:schemeClr val="tx1"/>
        </a:solidFill>
        <a:latin typeface="Courier New" pitchFamily="49" charset="0"/>
        <a:ea typeface="+mn-ea"/>
        <a:cs typeface="+mn-cs"/>
      </a:defRPr>
    </a:lvl7pPr>
    <a:lvl8pPr marL="3200400" algn="l" defTabSz="914400" rtl="0" eaLnBrk="1" latinLnBrk="0" hangingPunct="1">
      <a:defRPr sz="1400" b="1" kern="1200">
        <a:solidFill>
          <a:schemeClr val="tx1"/>
        </a:solidFill>
        <a:latin typeface="Courier New" pitchFamily="49" charset="0"/>
        <a:ea typeface="+mn-ea"/>
        <a:cs typeface="+mn-cs"/>
      </a:defRPr>
    </a:lvl8pPr>
    <a:lvl9pPr marL="3657600" algn="l" defTabSz="914400" rtl="0" eaLnBrk="1" latinLnBrk="0" hangingPunct="1">
      <a:defRPr sz="1400" b="1" kern="1200">
        <a:solidFill>
          <a:schemeClr val="tx1"/>
        </a:solidFill>
        <a:latin typeface="Courier New" pitchFamily="49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83">
          <p15:clr>
            <a:srgbClr val="A4A3A4"/>
          </p15:clr>
        </p15:guide>
        <p15:guide id="2" orient="horz" pos="1826">
          <p15:clr>
            <a:srgbClr val="A4A3A4"/>
          </p15:clr>
        </p15:guide>
        <p15:guide id="3" orient="horz" pos="1381">
          <p15:clr>
            <a:srgbClr val="A4A3A4"/>
          </p15:clr>
        </p15:guide>
        <p15:guide id="4" pos="395">
          <p15:clr>
            <a:srgbClr val="A4A3A4"/>
          </p15:clr>
        </p15:guide>
        <p15:guide id="5" pos="3259">
          <p15:clr>
            <a:srgbClr val="A4A3A4"/>
          </p15:clr>
        </p15:guide>
        <p15:guide id="6" pos="15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1615">
          <p15:clr>
            <a:srgbClr val="A4A3A4"/>
          </p15:clr>
        </p15:guide>
        <p15:guide id="2" pos="4025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0041FF"/>
    <a:srgbClr val="00618C"/>
    <a:srgbClr val="006D82"/>
    <a:srgbClr val="A5D0E3"/>
    <a:srgbClr val="49C7FF"/>
    <a:srgbClr val="DDDDDD"/>
    <a:srgbClr val="60E4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3E05C3B-B728-42D2-90B4-B4A194916ABF}" v="3" dt="2025-10-08T02:00:48.82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7353" autoAdjust="0"/>
    <p:restoredTop sz="84052" autoAdjust="0"/>
  </p:normalViewPr>
  <p:slideViewPr>
    <p:cSldViewPr snapToGrid="0">
      <p:cViewPr varScale="1">
        <p:scale>
          <a:sx n="69" d="100"/>
          <a:sy n="69" d="100"/>
        </p:scale>
        <p:origin x="1320" y="67"/>
      </p:cViewPr>
      <p:guideLst>
        <p:guide orient="horz" pos="1083"/>
        <p:guide orient="horz" pos="1826"/>
        <p:guide orient="horz" pos="1381"/>
        <p:guide pos="395"/>
        <p:guide pos="3259"/>
        <p:guide pos="15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>
        <p:scale>
          <a:sx n="100" d="100"/>
          <a:sy n="100" d="100"/>
        </p:scale>
        <p:origin x="-648" y="-821"/>
      </p:cViewPr>
      <p:guideLst>
        <p:guide orient="horz" pos="1615"/>
        <p:guide pos="4025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undo custSel addSld delSld modSld sldOrd">
      <pc:chgData name="Zonghua Gu" userId="9a7e1853e1951ef5" providerId="LiveId" clId="{CF1FAA12-072C-4ED5-BA76-0FFFAEFDB88A}" dt="2025-10-08T02:00:59.295" v="631" actId="14100"/>
      <pc:docMkLst>
        <pc:docMk/>
      </pc:docMkLst>
      <pc:sldChg chg="modSp add del mod modTransition">
        <pc:chgData name="Zonghua Gu" userId="9a7e1853e1951ef5" providerId="LiveId" clId="{CF1FAA12-072C-4ED5-BA76-0FFFAEFDB88A}" dt="2025-09-18T02:44:38.303" v="450" actId="20577"/>
        <pc:sldMkLst>
          <pc:docMk/>
          <pc:sldMk cId="936686548" sldId="345"/>
        </pc:sldMkLst>
        <pc:spChg chg="mod">
          <ac:chgData name="Zonghua Gu" userId="9a7e1853e1951ef5" providerId="LiveId" clId="{CF1FAA12-072C-4ED5-BA76-0FFFAEFDB88A}" dt="2025-09-18T02:44:38.303" v="450" actId="20577"/>
          <ac:spMkLst>
            <pc:docMk/>
            <pc:sldMk cId="936686548" sldId="345"/>
            <ac:spMk id="4" creationId="{00000000-0000-0000-0000-000000000000}"/>
          </ac:spMkLst>
        </pc:spChg>
      </pc:sldChg>
      <pc:sldChg chg="add del">
        <pc:chgData name="Zonghua Gu" userId="9a7e1853e1951ef5" providerId="LiveId" clId="{CF1FAA12-072C-4ED5-BA76-0FFFAEFDB88A}" dt="2025-09-18T02:43:33.109" v="441"/>
        <pc:sldMkLst>
          <pc:docMk/>
          <pc:sldMk cId="2671398132" sldId="345"/>
        </pc:sldMkLst>
      </pc:sldChg>
      <pc:sldChg chg="modSp add del mod modTransition">
        <pc:chgData name="Zonghua Gu" userId="9a7e1853e1951ef5" providerId="LiveId" clId="{CF1FAA12-072C-4ED5-BA76-0FFFAEFDB88A}" dt="2025-09-18T21:25:59.830" v="619" actId="47"/>
        <pc:sldMkLst>
          <pc:docMk/>
          <pc:sldMk cId="2173526811" sldId="346"/>
        </pc:sldMkLst>
      </pc:sldChg>
      <pc:sldChg chg="add del">
        <pc:chgData name="Zonghua Gu" userId="9a7e1853e1951ef5" providerId="LiveId" clId="{CF1FAA12-072C-4ED5-BA76-0FFFAEFDB88A}" dt="2025-09-18T02:48:47.595" v="511" actId="2696"/>
        <pc:sldMkLst>
          <pc:docMk/>
          <pc:sldMk cId="966429473" sldId="356"/>
        </pc:sldMkLst>
      </pc:sldChg>
      <pc:sldChg chg="add">
        <pc:chgData name="Zonghua Gu" userId="9a7e1853e1951ef5" providerId="LiveId" clId="{CF1FAA12-072C-4ED5-BA76-0FFFAEFDB88A}" dt="2025-09-18T02:48:49.161" v="512"/>
        <pc:sldMkLst>
          <pc:docMk/>
          <pc:sldMk cId="3359075723" sldId="356"/>
        </pc:sldMkLst>
      </pc:sldChg>
      <pc:sldChg chg="add del">
        <pc:chgData name="Zonghua Gu" userId="9a7e1853e1951ef5" providerId="LiveId" clId="{CF1FAA12-072C-4ED5-BA76-0FFFAEFDB88A}" dt="2025-09-18T21:25:34.166" v="612" actId="47"/>
        <pc:sldMkLst>
          <pc:docMk/>
          <pc:sldMk cId="1209470724" sldId="357"/>
        </pc:sldMkLst>
      </pc:sldChg>
      <pc:sldChg chg="add del">
        <pc:chgData name="Zonghua Gu" userId="9a7e1853e1951ef5" providerId="LiveId" clId="{CF1FAA12-072C-4ED5-BA76-0FFFAEFDB88A}" dt="2025-09-18T02:48:47.595" v="511" actId="2696"/>
        <pc:sldMkLst>
          <pc:docMk/>
          <pc:sldMk cId="1239709488" sldId="357"/>
        </pc:sldMkLst>
      </pc:sldChg>
      <pc:sldChg chg="add del">
        <pc:chgData name="Zonghua Gu" userId="9a7e1853e1951ef5" providerId="LiveId" clId="{CF1FAA12-072C-4ED5-BA76-0FFFAEFDB88A}" dt="2025-09-18T02:25:29.686" v="185"/>
        <pc:sldMkLst>
          <pc:docMk/>
          <pc:sldMk cId="1502810167" sldId="358"/>
        </pc:sldMkLst>
      </pc:sldChg>
      <pc:sldChg chg="add del">
        <pc:chgData name="Zonghua Gu" userId="9a7e1853e1951ef5" providerId="LiveId" clId="{CF1FAA12-072C-4ED5-BA76-0FFFAEFDB88A}" dt="2025-09-18T21:25:47.173" v="616" actId="47"/>
        <pc:sldMkLst>
          <pc:docMk/>
          <pc:sldMk cId="670903100" sldId="359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0" sldId="360"/>
        </pc:sldMkLst>
      </pc:sldChg>
      <pc:sldChg chg="addSp delSp modSp add mod">
        <pc:chgData name="Zonghua Gu" userId="9a7e1853e1951ef5" providerId="LiveId" clId="{CF1FAA12-072C-4ED5-BA76-0FFFAEFDB88A}" dt="2025-09-18T02:30:15.818" v="265" actId="1076"/>
        <pc:sldMkLst>
          <pc:docMk/>
          <pc:sldMk cId="3486040908" sldId="363"/>
        </pc:sldMkLst>
        <pc:spChg chg="add mod">
          <ac:chgData name="Zonghua Gu" userId="9a7e1853e1951ef5" providerId="LiveId" clId="{CF1FAA12-072C-4ED5-BA76-0FFFAEFDB88A}" dt="2025-09-18T02:30:15.818" v="265" actId="1076"/>
          <ac:spMkLst>
            <pc:docMk/>
            <pc:sldMk cId="3486040908" sldId="363"/>
            <ac:spMk id="4" creationId="{4D035A48-A6FE-397D-11E7-79A26D57EE6C}"/>
          </ac:spMkLst>
        </pc:spChg>
        <pc:spChg chg="mod">
          <ac:chgData name="Zonghua Gu" userId="9a7e1853e1951ef5" providerId="LiveId" clId="{CF1FAA12-072C-4ED5-BA76-0FFFAEFDB88A}" dt="2025-09-18T02:25:55.360" v="196" actId="403"/>
          <ac:spMkLst>
            <pc:docMk/>
            <pc:sldMk cId="3486040908" sldId="363"/>
            <ac:spMk id="5" creationId="{49EAAEAC-5A83-FC31-3AD1-D95A0084E014}"/>
          </ac:spMkLst>
        </pc:spChg>
        <pc:spChg chg="mod">
          <ac:chgData name="Zonghua Gu" userId="9a7e1853e1951ef5" providerId="LiveId" clId="{CF1FAA12-072C-4ED5-BA76-0FFFAEFDB88A}" dt="2025-09-18T02:29:57.414" v="262" actId="1076"/>
          <ac:spMkLst>
            <pc:docMk/>
            <pc:sldMk cId="3486040908" sldId="363"/>
            <ac:spMk id="14" creationId="{78CA3B04-30BA-AB52-96CE-C4D0D46EBB0E}"/>
          </ac:spMkLst>
        </pc:spChg>
        <pc:spChg chg="mod">
          <ac:chgData name="Zonghua Gu" userId="9a7e1853e1951ef5" providerId="LiveId" clId="{CF1FAA12-072C-4ED5-BA76-0FFFAEFDB88A}" dt="2025-09-18T02:29:48.132" v="261" actId="1076"/>
          <ac:spMkLst>
            <pc:docMk/>
            <pc:sldMk cId="3486040908" sldId="363"/>
            <ac:spMk id="15" creationId="{23CD2F51-C323-A016-AE65-89BBE14397AE}"/>
          </ac:spMkLst>
        </pc:spChg>
        <pc:spChg chg="mod">
          <ac:chgData name="Zonghua Gu" userId="9a7e1853e1951ef5" providerId="LiveId" clId="{CF1FAA12-072C-4ED5-BA76-0FFFAEFDB88A}" dt="2025-09-18T02:29:39.553" v="260" actId="1036"/>
          <ac:spMkLst>
            <pc:docMk/>
            <pc:sldMk cId="3486040908" sldId="363"/>
            <ac:spMk id="16" creationId="{3604BC0F-A245-42B3-C099-6BBF3E77DA07}"/>
          </ac:spMkLst>
        </pc:spChg>
        <pc:spChg chg="mod">
          <ac:chgData name="Zonghua Gu" userId="9a7e1853e1951ef5" providerId="LiveId" clId="{CF1FAA12-072C-4ED5-BA76-0FFFAEFDB88A}" dt="2025-09-18T02:29:39.553" v="260" actId="1036"/>
          <ac:spMkLst>
            <pc:docMk/>
            <pc:sldMk cId="3486040908" sldId="363"/>
            <ac:spMk id="17" creationId="{92DF79D3-BC63-01D9-8A39-ECF46F38BC95}"/>
          </ac:spMkLst>
        </pc:spChg>
        <pc:spChg chg="add mod">
          <ac:chgData name="Zonghua Gu" userId="9a7e1853e1951ef5" providerId="LiveId" clId="{CF1FAA12-072C-4ED5-BA76-0FFFAEFDB88A}" dt="2025-09-18T02:30:15.818" v="265" actId="1076"/>
          <ac:spMkLst>
            <pc:docMk/>
            <pc:sldMk cId="3486040908" sldId="363"/>
            <ac:spMk id="30" creationId="{D39685E5-F44B-9935-D033-23E4B449AF2C}"/>
          </ac:spMkLst>
        </pc:spChg>
        <pc:spChg chg="add mod">
          <ac:chgData name="Zonghua Gu" userId="9a7e1853e1951ef5" providerId="LiveId" clId="{CF1FAA12-072C-4ED5-BA76-0FFFAEFDB88A}" dt="2025-09-18T02:30:15.818" v="265" actId="1076"/>
          <ac:spMkLst>
            <pc:docMk/>
            <pc:sldMk cId="3486040908" sldId="363"/>
            <ac:spMk id="31" creationId="{A1DE57DA-AF45-14AC-B21C-DE925BE7BF0E}"/>
          </ac:spMkLst>
        </pc:spChg>
        <pc:spChg chg="add mod">
          <ac:chgData name="Zonghua Gu" userId="9a7e1853e1951ef5" providerId="LiveId" clId="{CF1FAA12-072C-4ED5-BA76-0FFFAEFDB88A}" dt="2025-09-18T02:30:15.818" v="265" actId="1076"/>
          <ac:spMkLst>
            <pc:docMk/>
            <pc:sldMk cId="3486040908" sldId="363"/>
            <ac:spMk id="32" creationId="{50CEED7B-77A7-495A-418F-A75FFEAB6E65}"/>
          </ac:spMkLst>
        </pc:spChg>
      </pc:sldChg>
      <pc:sldChg chg="addSp delSp modSp add del mod modAnim">
        <pc:chgData name="Zonghua Gu" userId="9a7e1853e1951ef5" providerId="LiveId" clId="{CF1FAA12-072C-4ED5-BA76-0FFFAEFDB88A}" dt="2025-09-18T21:25:35.614" v="613" actId="47"/>
        <pc:sldMkLst>
          <pc:docMk/>
          <pc:sldMk cId="3561992185" sldId="364"/>
        </pc:sldMkLst>
      </pc:sldChg>
      <pc:sldChg chg="modSp add del mod modTransition">
        <pc:chgData name="Zonghua Gu" userId="9a7e1853e1951ef5" providerId="LiveId" clId="{CF1FAA12-072C-4ED5-BA76-0FFFAEFDB88A}" dt="2025-09-18T02:46:44.688" v="499" actId="20577"/>
        <pc:sldMkLst>
          <pc:docMk/>
          <pc:sldMk cId="802972020" sldId="365"/>
        </pc:sldMkLst>
        <pc:spChg chg="mod">
          <ac:chgData name="Zonghua Gu" userId="9a7e1853e1951ef5" providerId="LiveId" clId="{CF1FAA12-072C-4ED5-BA76-0FFFAEFDB88A}" dt="2025-09-18T02:46:44.688" v="499" actId="20577"/>
          <ac:spMkLst>
            <pc:docMk/>
            <pc:sldMk cId="802972020" sldId="365"/>
            <ac:spMk id="4" creationId="{00000000-0000-0000-0000-000000000000}"/>
          </ac:spMkLst>
        </pc:spChg>
      </pc:sldChg>
      <pc:sldChg chg="modSp add del mod modTransition modAnim">
        <pc:chgData name="Zonghua Gu" userId="9a7e1853e1951ef5" providerId="LiveId" clId="{CF1FAA12-072C-4ED5-BA76-0FFFAEFDB88A}" dt="2025-09-18T21:26:04.575" v="622" actId="47"/>
        <pc:sldMkLst>
          <pc:docMk/>
          <pc:sldMk cId="415260018" sldId="366"/>
        </pc:sldMkLst>
      </pc:sldChg>
      <pc:sldChg chg="addSp delSp modSp add del mod modTransition">
        <pc:chgData name="Zonghua Gu" userId="9a7e1853e1951ef5" providerId="LiveId" clId="{CF1FAA12-072C-4ED5-BA76-0FFFAEFDB88A}" dt="2025-09-18T02:45:44.426" v="467"/>
        <pc:sldMkLst>
          <pc:docMk/>
          <pc:sldMk cId="1910717593" sldId="367"/>
        </pc:sldMkLst>
        <pc:spChg chg="mod">
          <ac:chgData name="Zonghua Gu" userId="9a7e1853e1951ef5" providerId="LiveId" clId="{CF1FAA12-072C-4ED5-BA76-0FFFAEFDB88A}" dt="2025-09-18T02:45:22.049" v="461" actId="20577"/>
          <ac:spMkLst>
            <pc:docMk/>
            <pc:sldMk cId="1910717593" sldId="367"/>
            <ac:spMk id="4" creationId="{00000000-0000-0000-0000-000000000000}"/>
          </ac:spMkLst>
        </pc:spChg>
        <pc:spChg chg="add mod">
          <ac:chgData name="Zonghua Gu" userId="9a7e1853e1951ef5" providerId="LiveId" clId="{CF1FAA12-072C-4ED5-BA76-0FFFAEFDB88A}" dt="2025-09-18T02:45:44.426" v="467"/>
          <ac:spMkLst>
            <pc:docMk/>
            <pc:sldMk cId="1910717593" sldId="367"/>
            <ac:spMk id="9" creationId="{78DA596E-85CA-C0C6-85A8-74A98C3DFFDB}"/>
          </ac:spMkLst>
        </pc:spChg>
      </pc:sldChg>
      <pc:sldChg chg="modSp add del mod modTransition">
        <pc:chgData name="Zonghua Gu" userId="9a7e1853e1951ef5" providerId="LiveId" clId="{CF1FAA12-072C-4ED5-BA76-0FFFAEFDB88A}" dt="2025-09-18T21:26:02.469" v="621" actId="47"/>
        <pc:sldMkLst>
          <pc:docMk/>
          <pc:sldMk cId="3116329460" sldId="368"/>
        </pc:sldMkLst>
      </pc:sldChg>
      <pc:sldChg chg="modSp add del mod ord modTransition">
        <pc:chgData name="Zonghua Gu" userId="9a7e1853e1951ef5" providerId="LiveId" clId="{CF1FAA12-072C-4ED5-BA76-0FFFAEFDB88A}" dt="2025-09-18T02:43:42.643" v="444" actId="2696"/>
        <pc:sldMkLst>
          <pc:docMk/>
          <pc:sldMk cId="587842027" sldId="369"/>
        </pc:sldMkLst>
      </pc:sldChg>
      <pc:sldChg chg="modSp add mod">
        <pc:chgData name="Zonghua Gu" userId="9a7e1853e1951ef5" providerId="LiveId" clId="{CF1FAA12-072C-4ED5-BA76-0FFFAEFDB88A}" dt="2025-09-18T02:44:42.165" v="452" actId="20577"/>
        <pc:sldMkLst>
          <pc:docMk/>
          <pc:sldMk cId="1545068738" sldId="369"/>
        </pc:sldMkLst>
        <pc:spChg chg="mod">
          <ac:chgData name="Zonghua Gu" userId="9a7e1853e1951ef5" providerId="LiveId" clId="{CF1FAA12-072C-4ED5-BA76-0FFFAEFDB88A}" dt="2025-09-18T02:44:42.165" v="452" actId="20577"/>
          <ac:spMkLst>
            <pc:docMk/>
            <pc:sldMk cId="1545068738" sldId="369"/>
            <ac:spMk id="4" creationId="{00000000-0000-0000-0000-000000000000}"/>
          </ac:spMkLst>
        </pc:spChg>
      </pc:sldChg>
      <pc:sldChg chg="add del">
        <pc:chgData name="Zonghua Gu" userId="9a7e1853e1951ef5" providerId="LiveId" clId="{CF1FAA12-072C-4ED5-BA76-0FFFAEFDB88A}" dt="2025-09-18T02:43:33.109" v="441"/>
        <pc:sldMkLst>
          <pc:docMk/>
          <pc:sldMk cId="3308441144" sldId="369"/>
        </pc:sldMkLst>
      </pc:sldChg>
      <pc:sldChg chg="modSp add del mod modNotesTx">
        <pc:chgData name="Zonghua Gu" userId="9a7e1853e1951ef5" providerId="LiveId" clId="{CF1FAA12-072C-4ED5-BA76-0FFFAEFDB88A}" dt="2025-09-18T21:26:00.741" v="620" actId="47"/>
        <pc:sldMkLst>
          <pc:docMk/>
          <pc:sldMk cId="598515287" sldId="370"/>
        </pc:sldMkLst>
      </pc:sldChg>
      <pc:sldChg chg="modSp add del mod ord modTransition modNotesTx">
        <pc:chgData name="Zonghua Gu" userId="9a7e1853e1951ef5" providerId="LiveId" clId="{CF1FAA12-072C-4ED5-BA76-0FFFAEFDB88A}" dt="2025-09-18T02:43:42.643" v="444" actId="2696"/>
        <pc:sldMkLst>
          <pc:docMk/>
          <pc:sldMk cId="1352278469" sldId="370"/>
        </pc:sldMkLst>
      </pc:sldChg>
      <pc:sldChg chg="add del modTransition">
        <pc:chgData name="Zonghua Gu" userId="9a7e1853e1951ef5" providerId="LiveId" clId="{CF1FAA12-072C-4ED5-BA76-0FFFAEFDB88A}" dt="2025-09-16T21:18:03.494" v="42" actId="47"/>
        <pc:sldMkLst>
          <pc:docMk/>
          <pc:sldMk cId="3221067157" sldId="371"/>
        </pc:sldMkLst>
      </pc:sldChg>
      <pc:sldChg chg="addSp modSp mod">
        <pc:chgData name="Zonghua Gu" userId="9a7e1853e1951ef5" providerId="LiveId" clId="{CF1FAA12-072C-4ED5-BA76-0FFFAEFDB88A}" dt="2025-09-18T21:26:15.452" v="623" actId="20577"/>
        <pc:sldMkLst>
          <pc:docMk/>
          <pc:sldMk cId="0" sldId="385"/>
        </pc:sldMkLst>
        <pc:spChg chg="add mod">
          <ac:chgData name="Zonghua Gu" userId="9a7e1853e1951ef5" providerId="LiveId" clId="{CF1FAA12-072C-4ED5-BA76-0FFFAEFDB88A}" dt="2025-09-17T21:20:32.046" v="173" actId="1076"/>
          <ac:spMkLst>
            <pc:docMk/>
            <pc:sldMk cId="0" sldId="385"/>
            <ac:spMk id="3" creationId="{414636B5-1A15-392F-777F-ACB6D0BF1A0E}"/>
          </ac:spMkLst>
        </pc:spChg>
        <pc:spChg chg="mod">
          <ac:chgData name="Zonghua Gu" userId="9a7e1853e1951ef5" providerId="LiveId" clId="{CF1FAA12-072C-4ED5-BA76-0FFFAEFDB88A}" dt="2025-09-18T21:26:15.452" v="623" actId="20577"/>
          <ac:spMkLst>
            <pc:docMk/>
            <pc:sldMk cId="0" sldId="385"/>
            <ac:spMk id="11" creationId="{00000000-0000-0000-0000-000000000000}"/>
          </ac:spMkLst>
        </pc:spChg>
        <pc:spChg chg="mod">
          <ac:chgData name="Zonghua Gu" userId="9a7e1853e1951ef5" providerId="LiveId" clId="{CF1FAA12-072C-4ED5-BA76-0FFFAEFDB88A}" dt="2025-09-17T20:50:13.719" v="106" actId="20577"/>
          <ac:spMkLst>
            <pc:docMk/>
            <pc:sldMk cId="0" sldId="385"/>
            <ac:spMk id="12" creationId="{00000000-0000-0000-0000-000000000000}"/>
          </ac:spMkLst>
        </pc:spChg>
        <pc:spChg chg="mod">
          <ac:chgData name="Zonghua Gu" userId="9a7e1853e1951ef5" providerId="LiveId" clId="{CF1FAA12-072C-4ED5-BA76-0FFFAEFDB88A}" dt="2025-09-17T20:50:06.160" v="101" actId="20577"/>
          <ac:spMkLst>
            <pc:docMk/>
            <pc:sldMk cId="0" sldId="385"/>
            <ac:spMk id="14" creationId="{00000000-0000-0000-0000-000000000000}"/>
          </ac:spMkLst>
        </pc:spChg>
      </pc:sldChg>
      <pc:sldChg chg="add del">
        <pc:chgData name="Zonghua Gu" userId="9a7e1853e1951ef5" providerId="LiveId" clId="{CF1FAA12-072C-4ED5-BA76-0FFFAEFDB88A}" dt="2025-09-18T02:25:27.723" v="184" actId="47"/>
        <pc:sldMkLst>
          <pc:docMk/>
          <pc:sldMk cId="3486040908" sldId="388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0" sldId="406"/>
        </pc:sldMkLst>
      </pc:sldChg>
      <pc:sldChg chg="delSp modSp del mod delAnim modAnim">
        <pc:chgData name="Zonghua Gu" userId="9a7e1853e1951ef5" providerId="LiveId" clId="{CF1FAA12-072C-4ED5-BA76-0FFFAEFDB88A}" dt="2025-09-18T02:23:48.757" v="174" actId="47"/>
        <pc:sldMkLst>
          <pc:docMk/>
          <pc:sldMk cId="0" sldId="408"/>
        </pc:sldMkLst>
      </pc:sldChg>
      <pc:sldChg chg="delSp modSp del mod delAnim modAnim">
        <pc:chgData name="Zonghua Gu" userId="9a7e1853e1951ef5" providerId="LiveId" clId="{CF1FAA12-072C-4ED5-BA76-0FFFAEFDB88A}" dt="2025-09-18T02:23:48.757" v="174" actId="47"/>
        <pc:sldMkLst>
          <pc:docMk/>
          <pc:sldMk cId="0" sldId="409"/>
        </pc:sldMkLst>
      </pc:sldChg>
      <pc:sldChg chg="addSp modSp del mod">
        <pc:chgData name="Zonghua Gu" userId="9a7e1853e1951ef5" providerId="LiveId" clId="{CF1FAA12-072C-4ED5-BA76-0FFFAEFDB88A}" dt="2025-09-18T02:23:48.757" v="174" actId="47"/>
        <pc:sldMkLst>
          <pc:docMk/>
          <pc:sldMk cId="0" sldId="410"/>
        </pc:sldMkLst>
      </pc:sldChg>
      <pc:sldChg chg="addSp delSp modSp del mod">
        <pc:chgData name="Zonghua Gu" userId="9a7e1853e1951ef5" providerId="LiveId" clId="{CF1FAA12-072C-4ED5-BA76-0FFFAEFDB88A}" dt="2025-09-18T02:23:48.757" v="174" actId="47"/>
        <pc:sldMkLst>
          <pc:docMk/>
          <pc:sldMk cId="0" sldId="411"/>
        </pc:sldMkLst>
      </pc:sldChg>
      <pc:sldChg chg="addSp modSp del">
        <pc:chgData name="Zonghua Gu" userId="9a7e1853e1951ef5" providerId="LiveId" clId="{CF1FAA12-072C-4ED5-BA76-0FFFAEFDB88A}" dt="2025-09-18T02:23:48.757" v="174" actId="47"/>
        <pc:sldMkLst>
          <pc:docMk/>
          <pc:sldMk cId="0" sldId="412"/>
        </pc:sldMkLst>
      </pc:sldChg>
      <pc:sldChg chg="addSp modSp del">
        <pc:chgData name="Zonghua Gu" userId="9a7e1853e1951ef5" providerId="LiveId" clId="{CF1FAA12-072C-4ED5-BA76-0FFFAEFDB88A}" dt="2025-09-18T02:23:48.757" v="174" actId="47"/>
        <pc:sldMkLst>
          <pc:docMk/>
          <pc:sldMk cId="0" sldId="413"/>
        </pc:sldMkLst>
      </pc:sldChg>
      <pc:sldChg chg="addSp modSp del">
        <pc:chgData name="Zonghua Gu" userId="9a7e1853e1951ef5" providerId="LiveId" clId="{CF1FAA12-072C-4ED5-BA76-0FFFAEFDB88A}" dt="2025-09-18T02:23:48.757" v="174" actId="47"/>
        <pc:sldMkLst>
          <pc:docMk/>
          <pc:sldMk cId="0" sldId="414"/>
        </pc:sldMkLst>
      </pc:sldChg>
      <pc:sldChg chg="addSp modSp del">
        <pc:chgData name="Zonghua Gu" userId="9a7e1853e1951ef5" providerId="LiveId" clId="{CF1FAA12-072C-4ED5-BA76-0FFFAEFDB88A}" dt="2025-09-18T02:23:48.757" v="174" actId="47"/>
        <pc:sldMkLst>
          <pc:docMk/>
          <pc:sldMk cId="0" sldId="415"/>
        </pc:sldMkLst>
      </pc:sldChg>
      <pc:sldChg chg="addSp delSp modSp add del mod delAnim modAnim">
        <pc:chgData name="Zonghua Gu" userId="9a7e1853e1951ef5" providerId="LiveId" clId="{CF1FAA12-072C-4ED5-BA76-0FFFAEFDB88A}" dt="2025-09-18T20:06:59.886" v="611"/>
        <pc:sldMkLst>
          <pc:docMk/>
          <pc:sldMk cId="0" sldId="417"/>
        </pc:sldMkLst>
        <pc:spChg chg="add mod">
          <ac:chgData name="Zonghua Gu" userId="9a7e1853e1951ef5" providerId="LiveId" clId="{CF1FAA12-072C-4ED5-BA76-0FFFAEFDB88A}" dt="2025-09-18T20:04:02.966" v="574" actId="1076"/>
          <ac:spMkLst>
            <pc:docMk/>
            <pc:sldMk cId="0" sldId="417"/>
            <ac:spMk id="2" creationId="{03BF8BEC-CBCA-3D53-1D6F-7FE4217EF5F8}"/>
          </ac:spMkLst>
        </pc:spChg>
        <pc:spChg chg="add mod">
          <ac:chgData name="Zonghua Gu" userId="9a7e1853e1951ef5" providerId="LiveId" clId="{CF1FAA12-072C-4ED5-BA76-0FFFAEFDB88A}" dt="2025-09-18T20:04:24.814" v="585" actId="1076"/>
          <ac:spMkLst>
            <pc:docMk/>
            <pc:sldMk cId="0" sldId="417"/>
            <ac:spMk id="3" creationId="{D80FA951-DE02-3C91-9A1E-27C70066528C}"/>
          </ac:spMkLst>
        </pc:spChg>
        <pc:spChg chg="mod">
          <ac:chgData name="Zonghua Gu" userId="9a7e1853e1951ef5" providerId="LiveId" clId="{CF1FAA12-072C-4ED5-BA76-0FFFAEFDB88A}" dt="2025-09-18T20:04:02.966" v="574" actId="1076"/>
          <ac:spMkLst>
            <pc:docMk/>
            <pc:sldMk cId="0" sldId="417"/>
            <ac:spMk id="11" creationId="{00000000-0000-0000-0000-000000000000}"/>
          </ac:spMkLst>
        </pc:spChg>
        <pc:spChg chg="mod">
          <ac:chgData name="Zonghua Gu" userId="9a7e1853e1951ef5" providerId="LiveId" clId="{CF1FAA12-072C-4ED5-BA76-0FFFAEFDB88A}" dt="2025-09-18T20:04:02.966" v="574" actId="1076"/>
          <ac:spMkLst>
            <pc:docMk/>
            <pc:sldMk cId="0" sldId="417"/>
            <ac:spMk id="12" creationId="{00000000-0000-0000-0000-000000000000}"/>
          </ac:spMkLst>
        </pc:spChg>
        <pc:spChg chg="mod">
          <ac:chgData name="Zonghua Gu" userId="9a7e1853e1951ef5" providerId="LiveId" clId="{CF1FAA12-072C-4ED5-BA76-0FFFAEFDB88A}" dt="2025-09-18T20:04:02.966" v="574" actId="1076"/>
          <ac:spMkLst>
            <pc:docMk/>
            <pc:sldMk cId="0" sldId="417"/>
            <ac:spMk id="13" creationId="{00000000-0000-0000-0000-000000000000}"/>
          </ac:spMkLst>
        </pc:spChg>
        <pc:spChg chg="mod">
          <ac:chgData name="Zonghua Gu" userId="9a7e1853e1951ef5" providerId="LiveId" clId="{CF1FAA12-072C-4ED5-BA76-0FFFAEFDB88A}" dt="2025-09-18T20:04:18.734" v="584" actId="1076"/>
          <ac:spMkLst>
            <pc:docMk/>
            <pc:sldMk cId="0" sldId="417"/>
            <ac:spMk id="14" creationId="{00000000-0000-0000-0000-000000000000}"/>
          </ac:spMkLst>
        </pc:spChg>
        <pc:spChg chg="mod">
          <ac:chgData name="Zonghua Gu" userId="9a7e1853e1951ef5" providerId="LiveId" clId="{CF1FAA12-072C-4ED5-BA76-0FFFAEFDB88A}" dt="2025-09-18T20:03:46.505" v="573" actId="20577"/>
          <ac:spMkLst>
            <pc:docMk/>
            <pc:sldMk cId="0" sldId="417"/>
            <ac:spMk id="25606" creationId="{00000000-0000-0000-0000-000000000000}"/>
          </ac:spMkLst>
        </pc:spChg>
        <pc:graphicFrameChg chg="mod">
          <ac:chgData name="Zonghua Gu" userId="9a7e1853e1951ef5" providerId="LiveId" clId="{CF1FAA12-072C-4ED5-BA76-0FFFAEFDB88A}" dt="2025-09-18T20:06:59.886" v="611"/>
          <ac:graphicFrameMkLst>
            <pc:docMk/>
            <pc:sldMk cId="0" sldId="417"/>
            <ac:graphicFrameMk id="9" creationId="{00000000-0000-0000-0000-000000000000}"/>
          </ac:graphicFrameMkLst>
        </pc:graphicFrameChg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392340819" sldId="453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2630635621" sldId="454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1881575936" sldId="455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2117905533" sldId="456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2240450818" sldId="463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3483046466" sldId="469"/>
        </pc:sldMkLst>
      </pc:sldChg>
      <pc:sldChg chg="addSp modSp del mod modNotesTx">
        <pc:chgData name="Zonghua Gu" userId="9a7e1853e1951ef5" providerId="LiveId" clId="{CF1FAA12-072C-4ED5-BA76-0FFFAEFDB88A}" dt="2025-09-18T02:23:48.757" v="174" actId="47"/>
        <pc:sldMkLst>
          <pc:docMk/>
          <pc:sldMk cId="282921071" sldId="471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929278538" sldId="472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2963767799" sldId="473"/>
        </pc:sldMkLst>
      </pc:sldChg>
      <pc:sldChg chg="addSp modSp del mod">
        <pc:chgData name="Zonghua Gu" userId="9a7e1853e1951ef5" providerId="LiveId" clId="{CF1FAA12-072C-4ED5-BA76-0FFFAEFDB88A}" dt="2025-09-18T02:23:48.757" v="174" actId="47"/>
        <pc:sldMkLst>
          <pc:docMk/>
          <pc:sldMk cId="3751033725" sldId="474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2700446461" sldId="475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3517712416" sldId="476"/>
        </pc:sldMkLst>
      </pc:sldChg>
      <pc:sldChg chg="modSp del mod">
        <pc:chgData name="Zonghua Gu" userId="9a7e1853e1951ef5" providerId="LiveId" clId="{CF1FAA12-072C-4ED5-BA76-0FFFAEFDB88A}" dt="2025-09-18T02:23:48.757" v="174" actId="47"/>
        <pc:sldMkLst>
          <pc:docMk/>
          <pc:sldMk cId="4040755182" sldId="478"/>
        </pc:sldMkLst>
      </pc:sldChg>
      <pc:sldChg chg="modSp del mod">
        <pc:chgData name="Zonghua Gu" userId="9a7e1853e1951ef5" providerId="LiveId" clId="{CF1FAA12-072C-4ED5-BA76-0FFFAEFDB88A}" dt="2025-09-18T02:23:48.757" v="174" actId="47"/>
        <pc:sldMkLst>
          <pc:docMk/>
          <pc:sldMk cId="3783602394" sldId="479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403617877" sldId="484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1902260443" sldId="489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3886267364" sldId="490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2314866584" sldId="492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4175052033" sldId="493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1620255952" sldId="494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146821145" sldId="495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4138289989" sldId="496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3495259654" sldId="497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2595803636" sldId="498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692813522" sldId="499"/>
        </pc:sldMkLst>
      </pc:sldChg>
      <pc:sldChg chg="del">
        <pc:chgData name="Zonghua Gu" userId="9a7e1853e1951ef5" providerId="LiveId" clId="{CF1FAA12-072C-4ED5-BA76-0FFFAEFDB88A}" dt="2025-09-16T21:19:40.243" v="56" actId="47"/>
        <pc:sldMkLst>
          <pc:docMk/>
          <pc:sldMk cId="3157601905" sldId="500"/>
        </pc:sldMkLst>
      </pc:sldChg>
      <pc:sldChg chg="modSp del mod">
        <pc:chgData name="Zonghua Gu" userId="9a7e1853e1951ef5" providerId="LiveId" clId="{CF1FAA12-072C-4ED5-BA76-0FFFAEFDB88A}" dt="2025-09-18T02:23:48.757" v="174" actId="47"/>
        <pc:sldMkLst>
          <pc:docMk/>
          <pc:sldMk cId="794990730" sldId="501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3476175039" sldId="503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213693986" sldId="504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709916207" sldId="505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1106957169" sldId="506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3987401790" sldId="507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115375760" sldId="508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4203467745" sldId="509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2746898804" sldId="510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778945240" sldId="511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631850479" sldId="512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983958110" sldId="513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2856238415" sldId="514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4207137356" sldId="515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3489353238" sldId="516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688032704" sldId="519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315641243" sldId="520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2243932543" sldId="521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2249747507" sldId="522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3088857373" sldId="523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4202413975" sldId="524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3686948551" sldId="525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2666442587" sldId="526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2434851217" sldId="527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2210249931" sldId="528"/>
        </pc:sldMkLst>
      </pc:sldChg>
      <pc:sldChg chg="del">
        <pc:chgData name="Zonghua Gu" userId="9a7e1853e1951ef5" providerId="LiveId" clId="{CF1FAA12-072C-4ED5-BA76-0FFFAEFDB88A}" dt="2025-09-18T02:23:48.757" v="174" actId="47"/>
        <pc:sldMkLst>
          <pc:docMk/>
          <pc:sldMk cId="3797967072" sldId="529"/>
        </pc:sldMkLst>
      </pc:sldChg>
      <pc:sldChg chg="delSp modSp add del mod modTransition modAnim">
        <pc:chgData name="Zonghua Gu" userId="9a7e1853e1951ef5" providerId="LiveId" clId="{CF1FAA12-072C-4ED5-BA76-0FFFAEFDB88A}" dt="2025-09-18T02:31:49.931" v="272" actId="14100"/>
        <pc:sldMkLst>
          <pc:docMk/>
          <pc:sldMk cId="1864663475" sldId="774"/>
        </pc:sldMkLst>
        <pc:spChg chg="mod topLvl">
          <ac:chgData name="Zonghua Gu" userId="9a7e1853e1951ef5" providerId="LiveId" clId="{CF1FAA12-072C-4ED5-BA76-0FFFAEFDB88A}" dt="2025-09-18T02:31:45.976" v="270" actId="165"/>
          <ac:spMkLst>
            <pc:docMk/>
            <pc:sldMk cId="1864663475" sldId="774"/>
            <ac:spMk id="16" creationId="{00000000-0000-0000-0000-000000000000}"/>
          </ac:spMkLst>
        </pc:spChg>
        <pc:picChg chg="mod topLvl">
          <ac:chgData name="Zonghua Gu" userId="9a7e1853e1951ef5" providerId="LiveId" clId="{CF1FAA12-072C-4ED5-BA76-0FFFAEFDB88A}" dt="2025-09-18T02:31:49.931" v="272" actId="14100"/>
          <ac:picMkLst>
            <pc:docMk/>
            <pc:sldMk cId="1864663475" sldId="774"/>
            <ac:picMk id="12" creationId="{00000000-0000-0000-0000-000000000000}"/>
          </ac:picMkLst>
        </pc:picChg>
        <pc:picChg chg="mod topLvl">
          <ac:chgData name="Zonghua Gu" userId="9a7e1853e1951ef5" providerId="LiveId" clId="{CF1FAA12-072C-4ED5-BA76-0FFFAEFDB88A}" dt="2025-09-18T02:31:49.931" v="272" actId="14100"/>
          <ac:picMkLst>
            <pc:docMk/>
            <pc:sldMk cId="1864663475" sldId="774"/>
            <ac:picMk id="13" creationId="{00000000-0000-0000-0000-000000000000}"/>
          </ac:picMkLst>
        </pc:picChg>
        <pc:picChg chg="mod topLvl">
          <ac:chgData name="Zonghua Gu" userId="9a7e1853e1951ef5" providerId="LiveId" clId="{CF1FAA12-072C-4ED5-BA76-0FFFAEFDB88A}" dt="2025-09-18T02:31:49.931" v="272" actId="14100"/>
          <ac:picMkLst>
            <pc:docMk/>
            <pc:sldMk cId="1864663475" sldId="774"/>
            <ac:picMk id="14" creationId="{00000000-0000-0000-0000-000000000000}"/>
          </ac:picMkLst>
        </pc:picChg>
      </pc:sldChg>
      <pc:sldChg chg="add del">
        <pc:chgData name="Zonghua Gu" userId="9a7e1853e1951ef5" providerId="LiveId" clId="{CF1FAA12-072C-4ED5-BA76-0FFFAEFDB88A}" dt="2025-09-18T02:23:48.757" v="174" actId="47"/>
        <pc:sldMkLst>
          <pc:docMk/>
          <pc:sldMk cId="3575795538" sldId="774"/>
        </pc:sldMkLst>
      </pc:sldChg>
      <pc:sldChg chg="add del modTransition">
        <pc:chgData name="Zonghua Gu" userId="9a7e1853e1951ef5" providerId="LiveId" clId="{CF1FAA12-072C-4ED5-BA76-0FFFAEFDB88A}" dt="2025-09-18T02:25:27.723" v="184" actId="47"/>
        <pc:sldMkLst>
          <pc:docMk/>
          <pc:sldMk cId="936686548" sldId="775"/>
        </pc:sldMkLst>
      </pc:sldChg>
      <pc:sldChg chg="add del modTransition">
        <pc:chgData name="Zonghua Gu" userId="9a7e1853e1951ef5" providerId="LiveId" clId="{CF1FAA12-072C-4ED5-BA76-0FFFAEFDB88A}" dt="2025-09-16T21:18:32.771" v="45" actId="2696"/>
        <pc:sldMkLst>
          <pc:docMk/>
          <pc:sldMk cId="1395983037" sldId="789"/>
        </pc:sldMkLst>
      </pc:sldChg>
      <pc:sldChg chg="modSp add del">
        <pc:chgData name="Zonghua Gu" userId="9a7e1853e1951ef5" providerId="LiveId" clId="{CF1FAA12-072C-4ED5-BA76-0FFFAEFDB88A}" dt="2025-09-16T21:21:18.768" v="77" actId="2696"/>
        <pc:sldMkLst>
          <pc:docMk/>
          <pc:sldMk cId="2509807301" sldId="789"/>
        </pc:sldMkLst>
      </pc:sldChg>
      <pc:sldChg chg="add del">
        <pc:chgData name="Zonghua Gu" userId="9a7e1853e1951ef5" providerId="LiveId" clId="{CF1FAA12-072C-4ED5-BA76-0FFFAEFDB88A}" dt="2025-09-18T02:23:48.757" v="174" actId="47"/>
        <pc:sldMkLst>
          <pc:docMk/>
          <pc:sldMk cId="1149374474" sldId="790"/>
        </pc:sldMkLst>
      </pc:sldChg>
      <pc:sldChg chg="add del modTransition">
        <pc:chgData name="Zonghua Gu" userId="9a7e1853e1951ef5" providerId="LiveId" clId="{CF1FAA12-072C-4ED5-BA76-0FFFAEFDB88A}" dt="2025-09-16T21:18:32.771" v="45" actId="2696"/>
        <pc:sldMkLst>
          <pc:docMk/>
          <pc:sldMk cId="2133584576" sldId="790"/>
        </pc:sldMkLst>
      </pc:sldChg>
      <pc:sldChg chg="add del modTransition">
        <pc:chgData name="Zonghua Gu" userId="9a7e1853e1951ef5" providerId="LiveId" clId="{CF1FAA12-072C-4ED5-BA76-0FFFAEFDB88A}" dt="2025-09-16T21:13:04.721" v="1" actId="47"/>
        <pc:sldMkLst>
          <pc:docMk/>
          <pc:sldMk cId="3725504313" sldId="791"/>
        </pc:sldMkLst>
      </pc:sldChg>
      <pc:sldChg chg="add del modTransition">
        <pc:chgData name="Zonghua Gu" userId="9a7e1853e1951ef5" providerId="LiveId" clId="{CF1FAA12-072C-4ED5-BA76-0FFFAEFDB88A}" dt="2025-09-16T21:18:09.568" v="43" actId="2696"/>
        <pc:sldMkLst>
          <pc:docMk/>
          <pc:sldMk cId="1629909525" sldId="793"/>
        </pc:sldMkLst>
      </pc:sldChg>
      <pc:sldChg chg="modSp add del mod">
        <pc:chgData name="Zonghua Gu" userId="9a7e1853e1951ef5" providerId="LiveId" clId="{CF1FAA12-072C-4ED5-BA76-0FFFAEFDB88A}" dt="2025-09-18T02:23:48.757" v="174" actId="47"/>
        <pc:sldMkLst>
          <pc:docMk/>
          <pc:sldMk cId="3190402835" sldId="793"/>
        </pc:sldMkLst>
      </pc:sldChg>
      <pc:sldChg chg="add del">
        <pc:chgData name="Zonghua Gu" userId="9a7e1853e1951ef5" providerId="LiveId" clId="{CF1FAA12-072C-4ED5-BA76-0FFFAEFDB88A}" dt="2025-09-18T02:23:48.757" v="174" actId="47"/>
        <pc:sldMkLst>
          <pc:docMk/>
          <pc:sldMk cId="2753210025" sldId="794"/>
        </pc:sldMkLst>
      </pc:sldChg>
      <pc:sldChg chg="add del">
        <pc:chgData name="Zonghua Gu" userId="9a7e1853e1951ef5" providerId="LiveId" clId="{CF1FAA12-072C-4ED5-BA76-0FFFAEFDB88A}" dt="2025-09-18T02:23:48.757" v="174" actId="47"/>
        <pc:sldMkLst>
          <pc:docMk/>
          <pc:sldMk cId="1493324092" sldId="795"/>
        </pc:sldMkLst>
      </pc:sldChg>
      <pc:sldChg chg="modSp add del mod">
        <pc:chgData name="Zonghua Gu" userId="9a7e1853e1951ef5" providerId="LiveId" clId="{CF1FAA12-072C-4ED5-BA76-0FFFAEFDB88A}" dt="2025-09-18T20:05:47.919" v="606" actId="47"/>
        <pc:sldMkLst>
          <pc:docMk/>
          <pc:sldMk cId="3491198584" sldId="796"/>
        </pc:sldMkLst>
      </pc:sldChg>
      <pc:sldChg chg="add del">
        <pc:chgData name="Zonghua Gu" userId="9a7e1853e1951ef5" providerId="LiveId" clId="{CF1FAA12-072C-4ED5-BA76-0FFFAEFDB88A}" dt="2025-09-18T21:25:47.888" v="617" actId="47"/>
        <pc:sldMkLst>
          <pc:docMk/>
          <pc:sldMk cId="1115551691" sldId="797"/>
        </pc:sldMkLst>
      </pc:sldChg>
      <pc:sldChg chg="addSp delSp modSp add del mod modAnim">
        <pc:chgData name="Zonghua Gu" userId="9a7e1853e1951ef5" providerId="LiveId" clId="{CF1FAA12-072C-4ED5-BA76-0FFFAEFDB88A}" dt="2025-09-18T21:25:53.788" v="618" actId="47"/>
        <pc:sldMkLst>
          <pc:docMk/>
          <pc:sldMk cId="1422403682" sldId="798"/>
        </pc:sldMkLst>
      </pc:sldChg>
      <pc:sldChg chg="add">
        <pc:chgData name="Zonghua Gu" userId="9a7e1853e1951ef5" providerId="LiveId" clId="{CF1FAA12-072C-4ED5-BA76-0FFFAEFDB88A}" dt="2025-09-24T22:03:01.373" v="624"/>
        <pc:sldMkLst>
          <pc:docMk/>
          <pc:sldMk cId="3968162788" sldId="801"/>
        </pc:sldMkLst>
      </pc:sldChg>
      <pc:sldChg chg="add del">
        <pc:chgData name="Zonghua Gu" userId="9a7e1853e1951ef5" providerId="LiveId" clId="{CF1FAA12-072C-4ED5-BA76-0FFFAEFDB88A}" dt="2025-09-25T21:59:22.977" v="626" actId="47"/>
        <pc:sldMkLst>
          <pc:docMk/>
          <pc:sldMk cId="413444979" sldId="802"/>
        </pc:sldMkLst>
      </pc:sldChg>
      <pc:sldChg chg="add">
        <pc:chgData name="Zonghua Gu" userId="9a7e1853e1951ef5" providerId="LiveId" clId="{CF1FAA12-072C-4ED5-BA76-0FFFAEFDB88A}" dt="2025-09-25T21:59:20.329" v="625"/>
        <pc:sldMkLst>
          <pc:docMk/>
          <pc:sldMk cId="2882502133" sldId="804"/>
        </pc:sldMkLst>
      </pc:sldChg>
      <pc:sldChg chg="modSp add mod">
        <pc:chgData name="Zonghua Gu" userId="9a7e1853e1951ef5" providerId="LiveId" clId="{CF1FAA12-072C-4ED5-BA76-0FFFAEFDB88A}" dt="2025-10-08T02:00:59.295" v="631" actId="14100"/>
        <pc:sldMkLst>
          <pc:docMk/>
          <pc:sldMk cId="2952063245" sldId="810"/>
        </pc:sldMkLst>
        <pc:spChg chg="mod">
          <ac:chgData name="Zonghua Gu" userId="9a7e1853e1951ef5" providerId="LiveId" clId="{CF1FAA12-072C-4ED5-BA76-0FFFAEFDB88A}" dt="2025-10-08T02:00:59.295" v="631" actId="14100"/>
          <ac:spMkLst>
            <pc:docMk/>
            <pc:sldMk cId="2952063245" sldId="810"/>
            <ac:spMk id="4" creationId="{2E30BEB6-14A6-7DA1-64FA-D0E05B68253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7" name="Rectangle 5"/>
          <p:cNvSpPr>
            <a:spLocks noChangeArrowheads="1"/>
          </p:cNvSpPr>
          <p:nvPr/>
        </p:nvSpPr>
        <p:spPr bwMode="auto">
          <a:xfrm>
            <a:off x="2269102" y="229451"/>
            <a:ext cx="5179142" cy="2510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862619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1277580" y="3487216"/>
            <a:ext cx="7043891" cy="330660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8798" tIns="49399" rIns="98798" bIns="4939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052" name="Rectangle 4"/>
          <p:cNvSpPr>
            <a:spLocks noChangeArrowheads="1"/>
          </p:cNvSpPr>
          <p:nvPr/>
        </p:nvSpPr>
        <p:spPr bwMode="gray">
          <a:xfrm>
            <a:off x="7351457" y="144260"/>
            <a:ext cx="1740003" cy="34645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lIns="100444" tIns="49399" rIns="100444" bIns="49399" anchor="ctr"/>
          <a:lstStyle/>
          <a:p>
            <a:pPr algn="ctr" defTabSz="1036638">
              <a:defRPr/>
            </a:pPr>
            <a:r>
              <a:rPr lang="en-US" sz="1900">
                <a:solidFill>
                  <a:schemeClr val="bg1"/>
                </a:solidFill>
                <a:latin typeface="Arial" pitchFamily="34" charset="0"/>
              </a:rPr>
              <a:t>Notes</a:t>
            </a:r>
          </a:p>
        </p:txBody>
      </p:sp>
      <p:sp>
        <p:nvSpPr>
          <p:cNvPr id="2053" name="Line 5"/>
          <p:cNvSpPr>
            <a:spLocks noChangeShapeType="1"/>
          </p:cNvSpPr>
          <p:nvPr/>
        </p:nvSpPr>
        <p:spPr bwMode="auto">
          <a:xfrm>
            <a:off x="628036" y="571358"/>
            <a:ext cx="8472027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>
              <a:defRPr/>
            </a:pPr>
            <a:endParaRPr lang="en-US"/>
          </a:p>
        </p:txBody>
      </p:sp>
      <p:sp>
        <p:nvSpPr>
          <p:cNvPr id="2054" name="Rectangle 6"/>
          <p:cNvSpPr>
            <a:spLocks noChangeArrowheads="1"/>
          </p:cNvSpPr>
          <p:nvPr/>
        </p:nvSpPr>
        <p:spPr bwMode="auto">
          <a:xfrm>
            <a:off x="619432" y="371440"/>
            <a:ext cx="5802876" cy="2264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69158" tIns="26346" rIns="69158" bIns="26346">
            <a:spAutoFit/>
          </a:bodyPr>
          <a:lstStyle/>
          <a:p>
            <a:pPr defTabSz="1036638">
              <a:lnSpc>
                <a:spcPct val="90000"/>
              </a:lnSpc>
              <a:tabLst>
                <a:tab pos="989013" algn="l"/>
              </a:tabLst>
              <a:defRPr/>
            </a:pPr>
            <a:r>
              <a:rPr lang="en-US" sz="1200">
                <a:latin typeface="Arial" pitchFamily="34" charset="0"/>
              </a:rPr>
              <a:t>The ARM Architecture</a:t>
            </a:r>
          </a:p>
        </p:txBody>
      </p:sp>
      <p:sp>
        <p:nvSpPr>
          <p:cNvPr id="2055" name="Rectangle 7"/>
          <p:cNvSpPr>
            <a:spLocks noChangeArrowheads="1"/>
          </p:cNvSpPr>
          <p:nvPr/>
        </p:nvSpPr>
        <p:spPr bwMode="auto">
          <a:xfrm>
            <a:off x="4553259" y="6947168"/>
            <a:ext cx="319203" cy="2194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69158" tIns="26346" rIns="69158" bIns="26346">
            <a:spAutoFit/>
          </a:bodyPr>
          <a:lstStyle/>
          <a:p>
            <a:pPr defTabSz="1036638">
              <a:lnSpc>
                <a:spcPct val="90000"/>
              </a:lnSpc>
              <a:defRPr/>
            </a:pPr>
            <a:fld id="{01D96813-752F-4230-8F78-89BE1AD35FEA}" type="slidenum">
              <a:rPr lang="en-US" sz="1200">
                <a:solidFill>
                  <a:srgbClr val="006D82"/>
                </a:solidFill>
                <a:latin typeface="Times New Roman" pitchFamily="18" charset="0"/>
              </a:rPr>
              <a:pPr defTabSz="1036638">
                <a:lnSpc>
                  <a:spcPct val="90000"/>
                </a:lnSpc>
                <a:defRPr/>
              </a:pPr>
              <a:t>‹#›</a:t>
            </a:fld>
            <a:endParaRPr lang="en-US" sz="1200">
              <a:solidFill>
                <a:srgbClr val="006D82"/>
              </a:solidFill>
              <a:latin typeface="Times New Roman" pitchFamily="18" charset="0"/>
            </a:endParaRPr>
          </a:p>
        </p:txBody>
      </p:sp>
      <p:sp>
        <p:nvSpPr>
          <p:cNvPr id="32775" name="Rectangle 8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074988" y="673100"/>
            <a:ext cx="3427412" cy="25717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</p:spTree>
    <p:extLst>
      <p:ext uri="{BB962C8B-B14F-4D97-AF65-F5344CB8AC3E}">
        <p14:creationId xmlns:p14="http://schemas.microsoft.com/office/powerpoint/2010/main" val="1201248719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981075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73075" algn="l" defTabSz="981075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47738" algn="l" defTabSz="981075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420813" algn="l" defTabSz="981075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93888" algn="l" defTabSz="981075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zongh\Desktop\CSC111\exercises\Scribd%20OCR%20II.docx#fn1" TargetMode="External"/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97731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99686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063875" y="684213"/>
            <a:ext cx="3487738" cy="2616200"/>
          </a:xfrm>
          <a:ln/>
        </p:spPr>
      </p:sp>
      <p:sp>
        <p:nvSpPr>
          <p:cNvPr id="56323" name="Rectangle 1027"/>
          <p:cNvSpPr>
            <a:spLocks noGrp="1" noChangeArrowheads="1"/>
          </p:cNvSpPr>
          <p:nvPr>
            <p:ph type="body" idx="1"/>
          </p:nvPr>
        </p:nvSpPr>
        <p:spPr>
          <a:xfrm>
            <a:off x="1277580" y="3488352"/>
            <a:ext cx="7046042" cy="330319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1303" tIns="45651" rIns="91303" bIns="45651"/>
          <a:lstStyle/>
          <a:p>
            <a:r>
              <a:rPr lang="en-US"/>
              <a:t>Halfword access and signed halfword/byte accesses were added to the architecture in v4T, this is the reason the offset field is not as flexible as the normal word/byte load/store - not a problem because these accesses are less common.</a:t>
            </a:r>
          </a:p>
          <a:p>
            <a:endParaRPr lang="en-US"/>
          </a:p>
          <a:p>
            <a:r>
              <a:rPr lang="en-US"/>
              <a:t>Link: diagram on next slide</a:t>
            </a:r>
          </a:p>
        </p:txBody>
      </p:sp>
    </p:spTree>
    <p:extLst>
      <p:ext uri="{BB962C8B-B14F-4D97-AF65-F5344CB8AC3E}">
        <p14:creationId xmlns:p14="http://schemas.microsoft.com/office/powerpoint/2010/main" val="20322399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984500" y="655638"/>
            <a:ext cx="3341688" cy="2506662"/>
          </a:xfrm>
          <a:ln/>
        </p:spPr>
      </p:sp>
      <p:sp>
        <p:nvSpPr>
          <p:cNvPr id="56323" name="Rectangle 1027"/>
          <p:cNvSpPr>
            <a:spLocks noGrp="1" noChangeArrowheads="1"/>
          </p:cNvSpPr>
          <p:nvPr>
            <p:ph type="body" idx="1"/>
          </p:nvPr>
        </p:nvSpPr>
        <p:spPr>
          <a:xfrm>
            <a:off x="1237021" y="3343003"/>
            <a:ext cx="6822358" cy="3165566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88007" tIns="44003" rIns="88007" bIns="44003"/>
          <a:lstStyle/>
          <a:p>
            <a:r>
              <a:rPr lang="en-US" dirty="0"/>
              <a:t>Halfword access and signed halfword/byte accesses were added to the architecture in v4T, this is the reason the offset field is not as flexible as the normal word/byte load/store - not a problem because these accesses are less common.</a:t>
            </a:r>
          </a:p>
          <a:p>
            <a:endParaRPr lang="en-US" dirty="0"/>
          </a:p>
          <a:p>
            <a:r>
              <a:rPr lang="en-US" dirty="0"/>
              <a:t>Link: diagram on next slide</a:t>
            </a:r>
          </a:p>
        </p:txBody>
      </p:sp>
    </p:spTree>
    <p:extLst>
      <p:ext uri="{BB962C8B-B14F-4D97-AF65-F5344CB8AC3E}">
        <p14:creationId xmlns:p14="http://schemas.microsoft.com/office/powerpoint/2010/main" val="201382200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97FDFF-7B9F-7D4D-BFC0-AAD1F3D3D3CB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696929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2668D8-F05C-2E94-D1C3-2181608EAC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74A841-09CB-783C-8C0B-28BD29BAA0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321DBF-12AB-9744-9A46-4D63225375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81075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Address Register</a:t>
            </a:r>
            <a:r>
              <a:rPr lang="en-US" sz="1200" u="sng" kern="1200" baseline="300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  <a:hlinkClick r:id="rId3"/>
              </a:rPr>
              <a:t>[1]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0x8010 0x00000001 0x13 r0</a:t>
            </a:r>
            <a:r>
              <a:rPr lang="en-US" sz="1200" u="sng" kern="1200" baseline="300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  <a:hlinkClick r:id="rId3"/>
              </a:rPr>
              <a:t>[1]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0x800c 0xFEEDDEAF 0xFFFFFFFF r1</a:t>
            </a:r>
            <a:r>
              <a:rPr lang="en-US" sz="1200" u="sng" kern="1200" baseline="300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  <a:hlinkClick r:id="rId3"/>
              </a:rPr>
              <a:t>[1]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0x8008 0x00008888 0xEEEEEEEE r2</a:t>
            </a:r>
            <a:r>
              <a:rPr lang="en-US" sz="1200" u="sng" kern="1200" baseline="300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  <a:hlinkClick r:id="rId3"/>
              </a:rPr>
              <a:t>[1]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0x8004 0x12340000 0x8000 r3</a:t>
            </a:r>
            <a:r>
              <a:rPr lang="en-US" sz="1200" u="sng" kern="1200" baseline="300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  <a:hlinkClick r:id="rId3"/>
              </a:rPr>
              <a:t>[1]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0x8000 0xBABE0000</a:t>
            </a:r>
            <a:r>
              <a:rPr lang="en-US" sz="1200" u="sng" kern="1200" baseline="30000" dirty="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  <a:hlinkClick r:id="rId3"/>
              </a:rPr>
              <a:t>[1]</a:t>
            </a:r>
            <a:endParaRPr lang="en-US" sz="1200" kern="1200" dirty="0">
              <a:solidFill>
                <a:schemeClr val="tx1"/>
              </a:solidFill>
              <a:effectLst/>
              <a:latin typeface="Times New Roman" pitchFamily="18" charset="0"/>
              <a:ea typeface="+mn-ea"/>
              <a:cs typeface="+mn-cs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073135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DA3867-4610-0FCB-FE13-CBAA94B0C7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519C7F-982C-EA9B-A15F-97625353E8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03BB58-98A9-1D41-2B55-40AF13E849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 are absolutely correct! For LDRSH R7, [R2, #2] in little-endian, the result is 0x00002345.image.jpg</a:t>
            </a:r>
          </a:p>
          <a:p>
            <a:r>
              <a:rPr lang="en-US" dirty="0"/>
              <a:t>After STR stores 0x23456789 at address 8:</a:t>
            </a:r>
          </a:p>
          <a:p>
            <a:r>
              <a:rPr lang="en-US" b="1" dirty="0"/>
              <a:t>Big-endian layout:</a:t>
            </a:r>
          </a:p>
          <a:p>
            <a:r>
              <a:rPr lang="en-US" dirty="0"/>
              <a:t>Address 8: 0x23, Address 9: 0x45, Address 10: 0x67, Address 11: 0x89</a:t>
            </a:r>
          </a:p>
          <a:p>
            <a:r>
              <a:rPr lang="en-US" b="1" dirty="0"/>
              <a:t>Little-endian layout:</a:t>
            </a:r>
          </a:p>
          <a:p>
            <a:r>
              <a:rPr lang="en-US" dirty="0"/>
              <a:t>Address 8: 0x89, Address 9: 0x67, Address 10: 0x45, Address 11: 0x23</a:t>
            </a:r>
          </a:p>
          <a:p>
            <a:r>
              <a:rPr lang="en-US" b="1" dirty="0"/>
              <a:t>Results for each instruction:</a:t>
            </a:r>
          </a:p>
          <a:p>
            <a:r>
              <a:rPr lang="en-US" b="1" dirty="0"/>
              <a:t>LDRB R7, [R2, #1]</a:t>
            </a:r>
            <a:r>
              <a:rPr lang="en-US" dirty="0"/>
              <a:t> (byte at address 9):</a:t>
            </a:r>
          </a:p>
          <a:p>
            <a:r>
              <a:rPr lang="en-US" dirty="0"/>
              <a:t>Big-endian: R7 = 0x00000045</a:t>
            </a:r>
          </a:p>
          <a:p>
            <a:r>
              <a:rPr lang="en-US" dirty="0"/>
              <a:t>Little-endian: R7 = 0x00000067</a:t>
            </a:r>
          </a:p>
          <a:p>
            <a:r>
              <a:rPr lang="en-US" b="1" dirty="0"/>
              <a:t>LDRSH R7, [R2, #1]</a:t>
            </a:r>
            <a:r>
              <a:rPr lang="en-US" dirty="0"/>
              <a:t> (halfword at addresses 9-10):</a:t>
            </a:r>
          </a:p>
          <a:p>
            <a:r>
              <a:rPr lang="en-US" dirty="0"/>
              <a:t>Big-endian: bytes 0x45, 0x67 → 0x4567 → R7 = 0x00004567</a:t>
            </a:r>
          </a:p>
          <a:p>
            <a:r>
              <a:rPr lang="en-US" dirty="0"/>
              <a:t>Little-endian: bytes 0x67, 0x45 → 0x4567 → R7 = 0x00004567</a:t>
            </a:r>
          </a:p>
          <a:p>
            <a:r>
              <a:rPr lang="en-US" b="1" dirty="0"/>
              <a:t>LDRSH R7, [R2, #2]</a:t>
            </a:r>
            <a:r>
              <a:rPr lang="en-US" dirty="0"/>
              <a:t> (halfword at addresses 10-11):</a:t>
            </a:r>
          </a:p>
          <a:p>
            <a:r>
              <a:rPr lang="en-US" dirty="0"/>
              <a:t>Big-endian: bytes 0x67, 0x89 → 0x6789 → R7 = 0x00006789</a:t>
            </a:r>
          </a:p>
          <a:p>
            <a:r>
              <a:rPr lang="en-US" dirty="0"/>
              <a:t>Little-endian: bytes 0x45, 0x23 → 0x2345 → R7 = 0x00002345</a:t>
            </a:r>
          </a:p>
          <a:p>
            <a:r>
              <a:rPr lang="en-US" dirty="0"/>
              <a:t>I was wrong earlier - in little-endian, the halfword at offset +2 consists of bytes 0x45 (at address 10) and 0x23 (at address 11), which reconstructs to 0x2345, not 0x4523.</a:t>
            </a:r>
          </a:p>
        </p:txBody>
      </p:sp>
    </p:spTree>
    <p:extLst>
      <p:ext uri="{BB962C8B-B14F-4D97-AF65-F5344CB8AC3E}">
        <p14:creationId xmlns:p14="http://schemas.microsoft.com/office/powerpoint/2010/main" val="21214416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1219200" y="3886200"/>
            <a:ext cx="6858000" cy="990600"/>
          </a:xfrm>
        </p:spPr>
        <p:txBody>
          <a:bodyPr anchor="t" anchorCtr="0"/>
          <a:lstStyle>
            <a:lvl1pPr algn="r">
              <a:defRPr sz="320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219200" y="5124450"/>
            <a:ext cx="6858000" cy="533400"/>
          </a:xfrm>
        </p:spPr>
        <p:txBody>
          <a:bodyPr/>
          <a:lstStyle>
            <a:lvl1pPr marL="0" indent="0" algn="r">
              <a:buNone/>
              <a:defRPr sz="2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n-US"/>
              <a:t>Click to edit Master subtitle style</a:t>
            </a:r>
          </a:p>
        </p:txBody>
      </p:sp>
      <p:sp>
        <p:nvSpPr>
          <p:cNvPr id="28" name="Date Placeholder 27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</p:spPr>
        <p:txBody>
          <a:bodyPr/>
          <a:lstStyle>
            <a:lvl1pPr>
              <a:defRPr sz="1400"/>
            </a:lvl1pPr>
          </a:lstStyle>
          <a:p>
            <a:fld id="{BA00D299-558C-468E-A8B3-0F5C3BFA45F9}" type="datetime1">
              <a:rPr lang="en-US" smtClean="0"/>
              <a:pPr/>
              <a:t>10/7/2025</a:t>
            </a:fld>
            <a:endParaRPr lang="en-US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1216152" y="6355080"/>
            <a:ext cx="1219200" cy="365760"/>
          </a:xfrm>
        </p:spPr>
        <p:txBody>
          <a:bodyPr/>
          <a:lstStyle>
            <a:lvl1pPr>
              <a:defRPr sz="1800"/>
            </a:lvl1pPr>
          </a:lstStyle>
          <a:p>
            <a:fld id="{AEE14D4A-FE32-40AF-B06D-E9622816B10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1" name="Rectangle 20"/>
          <p:cNvSpPr/>
          <p:nvPr/>
        </p:nvSpPr>
        <p:spPr>
          <a:xfrm>
            <a:off x="904875" y="3648075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3" name="Rectangle 32"/>
          <p:cNvSpPr/>
          <p:nvPr/>
        </p:nvSpPr>
        <p:spPr>
          <a:xfrm>
            <a:off x="914400" y="5048250"/>
            <a:ext cx="73152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2" name="Rectangle 21"/>
          <p:cNvSpPr/>
          <p:nvPr/>
        </p:nvSpPr>
        <p:spPr>
          <a:xfrm>
            <a:off x="904875" y="3648075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2" name="Rectangle 31"/>
          <p:cNvSpPr/>
          <p:nvPr/>
        </p:nvSpPr>
        <p:spPr>
          <a:xfrm>
            <a:off x="914400" y="5048250"/>
            <a:ext cx="2286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A8BFB9-75E0-4A72-9D54-3C687B559A4D}" type="datetime1">
              <a:rPr lang="en-US" smtClean="0"/>
              <a:pPr/>
              <a:t>10/7/2025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  <p:transition>
    <p:pull dir="ru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9200" y="2971800"/>
            <a:ext cx="6858000" cy="1066800"/>
          </a:xfrm>
        </p:spPr>
        <p:txBody>
          <a:bodyPr anchor="t" anchorCtr="0"/>
          <a:lstStyle>
            <a:lvl1pPr algn="r">
              <a:buNone/>
              <a:defRPr sz="3200" b="0" cap="none" baseline="0"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267200"/>
            <a:ext cx="6781800" cy="1143000"/>
          </a:xfrm>
        </p:spPr>
        <p:txBody>
          <a:bodyPr anchor="t" anchorCtr="0"/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</p:spPr>
        <p:txBody>
          <a:bodyPr/>
          <a:lstStyle/>
          <a:p>
            <a:fld id="{E470CD76-7AB7-4744-8178-DC5367B833CD}" type="datetime1">
              <a:rPr lang="en-US" smtClean="0"/>
              <a:pPr/>
              <a:t>10/7/2025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9848" y="6355080"/>
            <a:ext cx="1520952" cy="365760"/>
          </a:xfrm>
        </p:spPr>
        <p:txBody>
          <a:bodyPr/>
          <a:lstStyle/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914400" y="2819400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8" name="Rectangle 7"/>
          <p:cNvSpPr/>
          <p:nvPr/>
        </p:nvSpPr>
        <p:spPr>
          <a:xfrm>
            <a:off x="914400" y="2819400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pull dir="ru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E3FC63-82A8-4ACC-B2CB-6D46E8B59216}" type="datetime1">
              <a:rPr lang="en-US" smtClean="0"/>
              <a:pPr/>
              <a:t>10/7/2025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632198" y="1216152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  <p:transition>
    <p:pull dir="ru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 anchor="ctr"/>
          <a:lstStyle>
            <a:lvl1pPr>
              <a:defRPr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85875"/>
            <a:ext cx="4040188" cy="685800"/>
          </a:xfrm>
          <a:noFill/>
          <a:ln>
            <a:noFill/>
          </a:ln>
        </p:spPr>
        <p:txBody>
          <a:bodyPr lIns="91440" anchor="b" anchorCtr="0">
            <a:no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648200" y="1295400"/>
            <a:ext cx="4041775" cy="685800"/>
          </a:xfrm>
          <a:noFill/>
          <a:ln>
            <a:noFill/>
          </a:ln>
        </p:spPr>
        <p:txBody>
          <a:bodyPr lIns="91440" anchor="b" anchorCtr="0"/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A9B8A6-94F4-4AF6-98DE-0FFC617E1C31}" type="datetime1">
              <a:rPr lang="en-US" smtClean="0"/>
              <a:pPr/>
              <a:t>10/7/2025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57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4"/>
          </p:nvPr>
        </p:nvSpPr>
        <p:spPr>
          <a:xfrm>
            <a:off x="4648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  <p:transition>
    <p:pull dir="ru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3CF4FC-8D0E-4C14-A02E-A429C4519FEF}" type="datetime1">
              <a:rPr lang="en-US" smtClean="0"/>
              <a:pPr/>
              <a:t>10/7/2025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  <p:transition>
    <p:pull dir="ru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BDC487-A287-485A-B215-4EC98DD3E443}" type="datetime1">
              <a:rPr lang="en-US" smtClean="0"/>
              <a:pPr/>
              <a:t>10/7/2025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Straight Connector 4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  <p:transition>
    <p:pull dir="ru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24600" y="304800"/>
            <a:ext cx="2514600" cy="838200"/>
          </a:xfrm>
        </p:spPr>
        <p:txBody>
          <a:bodyPr anchor="b" anchorCtr="0">
            <a:noAutofit/>
          </a:bodyPr>
          <a:lstStyle>
            <a:lvl1pPr algn="l">
              <a:buNone/>
              <a:defRPr sz="2000" b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6324600" y="1219200"/>
            <a:ext cx="2514600" cy="4843463"/>
          </a:xfrm>
        </p:spPr>
        <p:txBody>
          <a:bodyPr/>
          <a:lstStyle>
            <a:lvl1pPr marL="0" indent="0">
              <a:lnSpc>
                <a:spcPts val="2200"/>
              </a:lnSpc>
              <a:spcAft>
                <a:spcPts val="1000"/>
              </a:spcAft>
              <a:buNone/>
              <a:defRPr sz="1600">
                <a:solidFill>
                  <a:schemeClr val="tx2"/>
                </a:solidFill>
              </a:defRPr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049AC6-4AC4-4D5F-9A1B-0E1C0FF133F9}" type="datetime1">
              <a:rPr lang="en-US" smtClean="0"/>
              <a:pPr/>
              <a:t>10/7/2025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Straight Connector 9"/>
          <p:cNvSpPr>
            <a:spLocks noChangeShapeType="1"/>
          </p:cNvSpPr>
          <p:nvPr/>
        </p:nvSpPr>
        <p:spPr bwMode="auto">
          <a:xfrm rot="5400000">
            <a:off x="3160645" y="3324225"/>
            <a:ext cx="603504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"/>
          </p:nvPr>
        </p:nvSpPr>
        <p:spPr>
          <a:xfrm>
            <a:off x="304800" y="304800"/>
            <a:ext cx="5715000" cy="57150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  <p:transition>
    <p:pull dir="ru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00856"/>
            <a:ext cx="8229600" cy="674688"/>
          </a:xfrm>
          <a:ln>
            <a:solidFill>
              <a:schemeClr val="accent1"/>
            </a:solidFill>
          </a:ln>
        </p:spPr>
        <p:txBody>
          <a:bodyPr lIns="274320" anchor="ctr"/>
          <a:lstStyle>
            <a:lvl1pPr algn="r">
              <a:buNone/>
              <a:defRPr sz="2000" b="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57200" y="1905000"/>
            <a:ext cx="8229600" cy="4270248"/>
          </a:xfrm>
          <a:solidFill>
            <a:schemeClr val="tx1">
              <a:shade val="50000"/>
            </a:schemeClr>
          </a:solidFill>
          <a:ln>
            <a:noFill/>
          </a:ln>
          <a:effectLst/>
        </p:spPr>
        <p:txBody>
          <a:bodyPr/>
          <a:lstStyle>
            <a:lvl1pPr marL="0" indent="0">
              <a:spcBef>
                <a:spcPts val="600"/>
              </a:spcBef>
              <a:buNone/>
              <a:defRPr sz="3200"/>
            </a:lvl1pPr>
          </a:lstStyle>
          <a:p>
            <a:r>
              <a:rPr kumimoji="0" lang="en-US"/>
              <a:t>Click icon to add picture</a:t>
            </a:r>
            <a:endParaRPr kumimoji="0"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219200"/>
            <a:ext cx="8229600" cy="533400"/>
          </a:xfrm>
        </p:spPr>
        <p:txBody>
          <a:bodyPr anchor="ctr" anchorCtr="0"/>
          <a:lstStyle>
            <a:lvl1pPr marL="0" indent="0" algn="l">
              <a:buFontTx/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AF4EF9-9AC8-4842-AFC3-C27337CCABE8}" type="datetime1">
              <a:rPr lang="en-US" smtClean="0"/>
              <a:pPr/>
              <a:t>10/7/2025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0" name="Rectangle 9"/>
          <p:cNvSpPr/>
          <p:nvPr/>
        </p:nvSpPr>
        <p:spPr>
          <a:xfrm>
            <a:off x="457200" y="500856"/>
            <a:ext cx="182880" cy="68580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pull dir="ru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22D175-8905-42BE-8088-EB39001CF9E2}" type="datetime1">
              <a:rPr lang="en-US" smtClean="0"/>
              <a:pPr/>
              <a:t>10/7/2025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>
    <p:pull dir="ru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2AA8DD-1B66-47DA-8A31-5DCDA0DEF224}" type="datetime1">
              <a:rPr lang="en-US" smtClean="0"/>
              <a:pPr/>
              <a:t>10/7/2025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Straight Connector 6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8" name="Isosceles Triangle 7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9" name="Straight Connector 8"/>
          <p:cNvSpPr>
            <a:spLocks noChangeShapeType="1"/>
          </p:cNvSpPr>
          <p:nvPr/>
        </p:nvSpPr>
        <p:spPr bwMode="auto">
          <a:xfrm rot="5400000">
            <a:off x="3629607" y="3201952"/>
            <a:ext cx="585216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</p:spTree>
  </p:cSld>
  <p:clrMapOvr>
    <a:masterClrMapping/>
  </p:clrMapOvr>
  <p:transition>
    <p:pull dir="ru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Placeholder 21"/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990600"/>
          </a:xfrm>
          <a:prstGeom prst="rect">
            <a:avLst/>
          </a:prstGeom>
        </p:spPr>
        <p:txBody>
          <a:bodyPr vert="horz" anchor="b" anchorCtr="0">
            <a:normAutofit/>
          </a:bodyPr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"/>
          </p:nvPr>
        </p:nvSpPr>
        <p:spPr>
          <a:xfrm>
            <a:off x="457200" y="1219200"/>
            <a:ext cx="8229600" cy="4910328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/>
              <a:t>Click to edit Master text styles</a:t>
            </a:r>
          </a:p>
          <a:p>
            <a:pPr lvl="1" eaLnBrk="1" latinLnBrk="0" hangingPunct="1"/>
            <a:r>
              <a:rPr kumimoji="0" lang="en-US"/>
              <a:t>Second level</a:t>
            </a:r>
          </a:p>
          <a:p>
            <a:pPr lvl="2" eaLnBrk="1" latinLnBrk="0" hangingPunct="1"/>
            <a:r>
              <a:rPr kumimoji="0" lang="en-US"/>
              <a:t>Third level</a:t>
            </a:r>
          </a:p>
          <a:p>
            <a:pPr lvl="3" eaLnBrk="1" latinLnBrk="0" hangingPunct="1"/>
            <a:r>
              <a:rPr kumimoji="0" lang="en-US"/>
              <a:t>Fourth level</a:t>
            </a:r>
          </a:p>
          <a:p>
            <a:pPr lvl="4" eaLnBrk="1" latinLnBrk="0" hangingPunct="1"/>
            <a:r>
              <a:rPr kumimoji="0" lang="en-US"/>
              <a:t>Fifth level</a:t>
            </a:r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6400800" y="6356350"/>
            <a:ext cx="2289048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fld id="{8DF0DD18-6EB7-49F7-A70C-A012EDB48BDB}" type="datetime1">
              <a:rPr lang="en-US" smtClean="0"/>
              <a:pPr/>
              <a:t>10/7/2025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3"/>
          </p:nvPr>
        </p:nvSpPr>
        <p:spPr>
          <a:xfrm>
            <a:off x="2898648" y="6356350"/>
            <a:ext cx="3505200" cy="365760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612648" y="6356350"/>
            <a:ext cx="1981200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800">
                <a:solidFill>
                  <a:schemeClr val="tx2"/>
                </a:solidFill>
              </a:defRPr>
            </a:lvl1pPr>
          </a:lstStyle>
          <a:p>
            <a:fld id="{AEE14D4A-FE32-40AF-B06D-E9622816B10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Straight Connector 2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29" name="Straight Connector 28"/>
          <p:cNvSpPr>
            <a:spLocks noChangeShapeType="1"/>
          </p:cNvSpPr>
          <p:nvPr/>
        </p:nvSpPr>
        <p:spPr bwMode="auto">
          <a:xfrm>
            <a:off x="457200" y="1143000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Isosceles Triangle 9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7" r:id="rId1"/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</p:sldLayoutIdLst>
  <p:transition>
    <p:pull dir="ru"/>
  </p:transition>
  <p:hf hdr="0" ftr="0" dt="0"/>
  <p:txStyles>
    <p:titleStyle>
      <a:lvl1pPr algn="l" rtl="0" eaLnBrk="1" latinLnBrk="0" hangingPunct="1">
        <a:spcBef>
          <a:spcPct val="0"/>
        </a:spcBef>
        <a:buNone/>
        <a:defRPr kumimoji="0"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ts val="600"/>
        </a:spcBef>
        <a:buClr>
          <a:schemeClr val="accent1"/>
        </a:buClr>
        <a:buSzPct val="76000"/>
        <a:buFont typeface="Wingdings 3"/>
        <a:buChar char="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74320" algn="l" rtl="0" eaLnBrk="1" latinLnBrk="0" hangingPunct="1">
        <a:spcBef>
          <a:spcPts val="500"/>
        </a:spcBef>
        <a:buClr>
          <a:schemeClr val="accent2"/>
        </a:buClr>
        <a:buSzPct val="76000"/>
        <a:buFont typeface="Wingdings 3"/>
        <a:buChar char=""/>
        <a:defRPr kumimoji="0" sz="2300" kern="1200">
          <a:solidFill>
            <a:schemeClr val="tx2"/>
          </a:solidFill>
          <a:latin typeface="+mn-lt"/>
          <a:ea typeface="+mn-ea"/>
          <a:cs typeface="+mn-cs"/>
        </a:defRPr>
      </a:lvl2pPr>
      <a:lvl3pPr marL="822960" indent="-228600" algn="l" rtl="0" eaLnBrk="1" latinLnBrk="0" hangingPunct="1">
        <a:spcBef>
          <a:spcPts val="500"/>
        </a:spcBef>
        <a:buClr>
          <a:schemeClr val="bg1">
            <a:shade val="50000"/>
          </a:schemeClr>
        </a:buClr>
        <a:buSzPct val="76000"/>
        <a:buFont typeface="Wingdings 3"/>
        <a:buChar char="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28600" algn="l" rtl="0" eaLnBrk="1" latinLnBrk="0" hangingPunct="1">
        <a:spcBef>
          <a:spcPts val="400"/>
        </a:spcBef>
        <a:buClr>
          <a:schemeClr val="accent2">
            <a:shade val="75000"/>
          </a:schemeClr>
        </a:buClr>
        <a:buSzPct val="70000"/>
        <a:buFont typeface="Wingdings"/>
        <a:buChar char="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00"/>
        </a:spcBef>
        <a:buClr>
          <a:schemeClr val="accent2"/>
        </a:buClr>
        <a:buSzPct val="70000"/>
        <a:buFont typeface="Wingdings"/>
        <a:buChar char="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ts val="300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182880" algn="l" rtl="0" eaLnBrk="1" latinLnBrk="0" hangingPunct="1">
        <a:spcBef>
          <a:spcPts val="300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82880" algn="l" rtl="0" eaLnBrk="1" latinLnBrk="0" hangingPunct="1">
        <a:spcBef>
          <a:spcPts val="300"/>
        </a:spcBef>
        <a:buClr>
          <a:srgbClr val="9FB8CD"/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eb.eece.maine.edu/~zhu/book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7" Type="http://schemas.openxmlformats.org/officeDocument/2006/relationships/image" Target="../media/image6.e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.emf"/><Relationship Id="rId5" Type="http://schemas.openxmlformats.org/officeDocument/2006/relationships/image" Target="../media/image4.emf"/><Relationship Id="rId4" Type="http://schemas.openxmlformats.org/officeDocument/2006/relationships/image" Target="../media/image3.emf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A1CC8E-A1B6-4F03-86F4-7DF2A440C9C6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1828800" y="337547"/>
            <a:ext cx="6477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latin typeface="Bookman Old Style (Headings)"/>
              </a:rPr>
              <a:t>Embedded Systems with ARM Cortex-M Microcontrollers in Assembly Language and 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88176" y="1828800"/>
            <a:ext cx="258121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400" b="1" dirty="0">
                <a:solidFill>
                  <a:srgbClr val="C00000"/>
                </a:solidFill>
              </a:rPr>
              <a:t>Chapter 5</a:t>
            </a:r>
          </a:p>
          <a:p>
            <a:pPr algn="r"/>
            <a:r>
              <a:rPr lang="en-US" sz="2400" b="1" dirty="0">
                <a:solidFill>
                  <a:srgbClr val="C00000"/>
                </a:solidFill>
              </a:rPr>
              <a:t>Memory Access</a:t>
            </a:r>
          </a:p>
          <a:p>
            <a:pPr algn="r"/>
            <a:r>
              <a:rPr lang="en-US" altLang="zh-CN" sz="2400">
                <a:solidFill>
                  <a:srgbClr val="C00000"/>
                </a:solidFill>
              </a:rPr>
              <a:t>Exercises</a:t>
            </a:r>
            <a:endParaRPr lang="en-US" sz="2400" b="1" dirty="0">
              <a:solidFill>
                <a:srgbClr val="C00000"/>
              </a:solidFill>
            </a:endParaRPr>
          </a:p>
        </p:txBody>
      </p:sp>
      <p:sp>
        <p:nvSpPr>
          <p:cNvPr id="12" name="Subtitle 2"/>
          <p:cNvSpPr txBox="1">
            <a:spLocks/>
          </p:cNvSpPr>
          <p:nvPr/>
        </p:nvSpPr>
        <p:spPr>
          <a:xfrm>
            <a:off x="1219200" y="5124450"/>
            <a:ext cx="6858000" cy="533400"/>
          </a:xfrm>
          <a:prstGeom prst="rect">
            <a:avLst/>
          </a:prstGeom>
        </p:spPr>
        <p:txBody>
          <a:bodyPr vert="horz">
            <a:normAutofit/>
          </a:bodyPr>
          <a:lstStyle>
            <a:lvl1pPr marL="0" indent="0" algn="r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None/>
              <a:defRPr kumimoji="0" sz="200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None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14400" indent="0" algn="ctr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None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None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None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None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None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None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None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0" dirty="0"/>
              <a:t>Fall 2025</a:t>
            </a:r>
          </a:p>
        </p:txBody>
      </p:sp>
      <p:sp>
        <p:nvSpPr>
          <p:cNvPr id="14" name="Title 1"/>
          <p:cNvSpPr>
            <a:spLocks noGrp="1"/>
          </p:cNvSpPr>
          <p:nvPr>
            <p:ph type="ctrTitle"/>
          </p:nvPr>
        </p:nvSpPr>
        <p:spPr>
          <a:xfrm>
            <a:off x="1219200" y="3886200"/>
            <a:ext cx="6858000" cy="990600"/>
          </a:xfrm>
        </p:spPr>
        <p:txBody>
          <a:bodyPr>
            <a:noAutofit/>
          </a:bodyPr>
          <a:lstStyle/>
          <a:p>
            <a:r>
              <a:rPr lang="en-US" sz="2000" dirty="0"/>
              <a:t>Zonghua Gu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14636B5-1A15-392F-777F-ACB6D0BF1A0E}"/>
              </a:ext>
            </a:extLst>
          </p:cNvPr>
          <p:cNvSpPr txBox="1"/>
          <p:nvPr/>
        </p:nvSpPr>
        <p:spPr>
          <a:xfrm>
            <a:off x="709138" y="6259175"/>
            <a:ext cx="7725724" cy="461665"/>
          </a:xfrm>
          <a:prstGeom prst="rect">
            <a:avLst/>
          </a:prstGeom>
          <a:solidFill>
            <a:sysClr val="window" lastClr="FFFFFF"/>
          </a:solidFill>
          <a:ln w="9525" cap="flat" cmpd="sng" algn="ctr">
            <a:solidFill>
              <a:srgbClr val="4BACC6"/>
            </a:solidFill>
            <a:prstDash val="solid"/>
          </a:ln>
          <a:effectLst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 Light"/>
                <a:ea typeface="华文新魏" panose="02010800040101010101" pitchFamily="2" charset="-122"/>
                <a:cs typeface="+mn-cs"/>
              </a:rPr>
              <a:t>Acknowledgement: Lecture slides based on Embedded Systems with ARM Cortex-M Microcontrollers in Assembly Language and C, University of Maine </a:t>
            </a:r>
            <a:r>
              <a:rPr kumimoji="0" lang="en-US" altLang="zh-CN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 Light"/>
                <a:ea typeface="华文新魏" panose="02010800040101010101" pitchFamily="2" charset="-122"/>
                <a:cs typeface="+mn-cs"/>
                <a:hlinkClick r:id="rId3"/>
              </a:rPr>
              <a:t>https://web.eece.maine.edu/~zhu/book/</a:t>
            </a:r>
            <a:r>
              <a:rPr kumimoji="0" lang="en-US" altLang="zh-CN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 Light"/>
                <a:ea typeface="华文新魏" panose="02010800040101010101" pitchFamily="2" charset="-122"/>
                <a:cs typeface="+mn-cs"/>
              </a:rPr>
              <a:t> </a:t>
            </a:r>
            <a:endParaRPr kumimoji="0" lang="en-SE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Light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4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marL="119063" indent="-119063"/>
            <a:r>
              <a:rPr lang="en-US" altLang="zh-CN" dirty="0"/>
              <a:t>Question: Endianness</a:t>
            </a:r>
            <a:endParaRPr lang="en-US" dirty="0"/>
          </a:p>
        </p:txBody>
      </p:sp>
      <p:grpSp>
        <p:nvGrpSpPr>
          <p:cNvPr id="62" name="Group 61"/>
          <p:cNvGrpSpPr/>
          <p:nvPr/>
        </p:nvGrpSpPr>
        <p:grpSpPr>
          <a:xfrm>
            <a:off x="5630863" y="1057853"/>
            <a:ext cx="2504258" cy="5615166"/>
            <a:chOff x="5824055" y="1154163"/>
            <a:chExt cx="2504258" cy="5615166"/>
          </a:xfrm>
        </p:grpSpPr>
        <p:sp>
          <p:nvSpPr>
            <p:cNvPr id="63" name="Rectangle 6"/>
            <p:cNvSpPr>
              <a:spLocks/>
            </p:cNvSpPr>
            <p:nvPr/>
          </p:nvSpPr>
          <p:spPr bwMode="auto">
            <a:xfrm>
              <a:off x="6850351" y="18177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64" name="Rectangle 7"/>
            <p:cNvSpPr>
              <a:spLocks/>
            </p:cNvSpPr>
            <p:nvPr/>
          </p:nvSpPr>
          <p:spPr bwMode="auto">
            <a:xfrm>
              <a:off x="6850351" y="21225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65" name="Rectangle 8"/>
            <p:cNvSpPr>
              <a:spLocks/>
            </p:cNvSpPr>
            <p:nvPr/>
          </p:nvSpPr>
          <p:spPr bwMode="auto">
            <a:xfrm>
              <a:off x="6850351" y="24273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66" name="Rectangle 9"/>
            <p:cNvSpPr>
              <a:spLocks/>
            </p:cNvSpPr>
            <p:nvPr/>
          </p:nvSpPr>
          <p:spPr bwMode="auto">
            <a:xfrm>
              <a:off x="6850351" y="27321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67" name="Rectangle 10"/>
            <p:cNvSpPr>
              <a:spLocks/>
            </p:cNvSpPr>
            <p:nvPr/>
          </p:nvSpPr>
          <p:spPr bwMode="auto">
            <a:xfrm>
              <a:off x="6850351" y="30369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68" name="Rectangle 11"/>
            <p:cNvSpPr>
              <a:spLocks/>
            </p:cNvSpPr>
            <p:nvPr/>
          </p:nvSpPr>
          <p:spPr bwMode="auto">
            <a:xfrm>
              <a:off x="6850351" y="33417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69" name="Rectangle 12"/>
            <p:cNvSpPr>
              <a:spLocks/>
            </p:cNvSpPr>
            <p:nvPr/>
          </p:nvSpPr>
          <p:spPr bwMode="auto">
            <a:xfrm>
              <a:off x="6850351" y="36465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70" name="Rectangle 13"/>
            <p:cNvSpPr>
              <a:spLocks/>
            </p:cNvSpPr>
            <p:nvPr/>
          </p:nvSpPr>
          <p:spPr bwMode="auto">
            <a:xfrm>
              <a:off x="6850351" y="39513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71" name="Rectangle 14"/>
            <p:cNvSpPr>
              <a:spLocks/>
            </p:cNvSpPr>
            <p:nvPr/>
          </p:nvSpPr>
          <p:spPr bwMode="auto">
            <a:xfrm>
              <a:off x="6850351" y="42561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72" name="Rectangle 15"/>
            <p:cNvSpPr>
              <a:spLocks/>
            </p:cNvSpPr>
            <p:nvPr/>
          </p:nvSpPr>
          <p:spPr bwMode="auto">
            <a:xfrm>
              <a:off x="6850351" y="45609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73" name="Rectangle 16"/>
            <p:cNvSpPr>
              <a:spLocks/>
            </p:cNvSpPr>
            <p:nvPr/>
          </p:nvSpPr>
          <p:spPr bwMode="auto">
            <a:xfrm>
              <a:off x="6850351" y="48657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74" name="Rectangle 17"/>
            <p:cNvSpPr>
              <a:spLocks/>
            </p:cNvSpPr>
            <p:nvPr/>
          </p:nvSpPr>
          <p:spPr bwMode="auto">
            <a:xfrm>
              <a:off x="6850351" y="51705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75" name="Rectangle 18"/>
            <p:cNvSpPr>
              <a:spLocks/>
            </p:cNvSpPr>
            <p:nvPr/>
          </p:nvSpPr>
          <p:spPr bwMode="auto">
            <a:xfrm>
              <a:off x="7612351" y="1762453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0015</a:t>
              </a:r>
            </a:p>
          </p:txBody>
        </p:sp>
        <p:sp>
          <p:nvSpPr>
            <p:cNvPr id="76" name="Rectangle 19"/>
            <p:cNvSpPr>
              <a:spLocks/>
            </p:cNvSpPr>
            <p:nvPr/>
          </p:nvSpPr>
          <p:spPr bwMode="auto">
            <a:xfrm>
              <a:off x="7612351" y="2138973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0014</a:t>
              </a:r>
            </a:p>
          </p:txBody>
        </p:sp>
        <p:sp>
          <p:nvSpPr>
            <p:cNvPr id="77" name="Rectangle 20"/>
            <p:cNvSpPr>
              <a:spLocks/>
            </p:cNvSpPr>
            <p:nvPr/>
          </p:nvSpPr>
          <p:spPr bwMode="auto">
            <a:xfrm>
              <a:off x="7612351" y="24527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0013</a:t>
              </a:r>
            </a:p>
          </p:txBody>
        </p:sp>
        <p:sp>
          <p:nvSpPr>
            <p:cNvPr id="78" name="Rectangle 21"/>
            <p:cNvSpPr>
              <a:spLocks/>
            </p:cNvSpPr>
            <p:nvPr/>
          </p:nvSpPr>
          <p:spPr bwMode="auto">
            <a:xfrm>
              <a:off x="7612351" y="27575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0012</a:t>
              </a:r>
            </a:p>
          </p:txBody>
        </p:sp>
        <p:sp>
          <p:nvSpPr>
            <p:cNvPr id="79" name="Rectangle 22"/>
            <p:cNvSpPr>
              <a:spLocks/>
            </p:cNvSpPr>
            <p:nvPr/>
          </p:nvSpPr>
          <p:spPr bwMode="auto">
            <a:xfrm>
              <a:off x="7612351" y="30623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0011</a:t>
              </a:r>
            </a:p>
          </p:txBody>
        </p:sp>
        <p:sp>
          <p:nvSpPr>
            <p:cNvPr id="80" name="Rectangle 23"/>
            <p:cNvSpPr>
              <a:spLocks/>
            </p:cNvSpPr>
            <p:nvPr/>
          </p:nvSpPr>
          <p:spPr bwMode="auto">
            <a:xfrm>
              <a:off x="7612351" y="33671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0010</a:t>
              </a:r>
            </a:p>
          </p:txBody>
        </p:sp>
        <p:sp>
          <p:nvSpPr>
            <p:cNvPr id="81" name="Rectangle 24"/>
            <p:cNvSpPr>
              <a:spLocks/>
            </p:cNvSpPr>
            <p:nvPr/>
          </p:nvSpPr>
          <p:spPr bwMode="auto">
            <a:xfrm>
              <a:off x="7612351" y="36719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0009</a:t>
              </a:r>
            </a:p>
          </p:txBody>
        </p:sp>
        <p:sp>
          <p:nvSpPr>
            <p:cNvPr id="82" name="Rectangle 25"/>
            <p:cNvSpPr>
              <a:spLocks/>
            </p:cNvSpPr>
            <p:nvPr/>
          </p:nvSpPr>
          <p:spPr bwMode="auto">
            <a:xfrm>
              <a:off x="7612351" y="39767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0008</a:t>
              </a:r>
            </a:p>
          </p:txBody>
        </p:sp>
        <p:sp>
          <p:nvSpPr>
            <p:cNvPr id="83" name="Rectangle 26"/>
            <p:cNvSpPr>
              <a:spLocks/>
            </p:cNvSpPr>
            <p:nvPr/>
          </p:nvSpPr>
          <p:spPr bwMode="auto">
            <a:xfrm>
              <a:off x="7612351" y="42815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0007</a:t>
              </a:r>
            </a:p>
          </p:txBody>
        </p:sp>
        <p:sp>
          <p:nvSpPr>
            <p:cNvPr id="84" name="Rectangle 27"/>
            <p:cNvSpPr>
              <a:spLocks/>
            </p:cNvSpPr>
            <p:nvPr/>
          </p:nvSpPr>
          <p:spPr bwMode="auto">
            <a:xfrm>
              <a:off x="7612351" y="45863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0006</a:t>
              </a:r>
            </a:p>
          </p:txBody>
        </p:sp>
        <p:sp>
          <p:nvSpPr>
            <p:cNvPr id="85" name="Rectangle 28"/>
            <p:cNvSpPr>
              <a:spLocks/>
            </p:cNvSpPr>
            <p:nvPr/>
          </p:nvSpPr>
          <p:spPr bwMode="auto">
            <a:xfrm>
              <a:off x="7612351" y="48657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0005</a:t>
              </a:r>
            </a:p>
          </p:txBody>
        </p:sp>
        <p:sp>
          <p:nvSpPr>
            <p:cNvPr id="86" name="Rectangle 29"/>
            <p:cNvSpPr>
              <a:spLocks/>
            </p:cNvSpPr>
            <p:nvPr/>
          </p:nvSpPr>
          <p:spPr bwMode="auto">
            <a:xfrm>
              <a:off x="7612351" y="51705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0004</a:t>
              </a:r>
            </a:p>
          </p:txBody>
        </p:sp>
        <p:grpSp>
          <p:nvGrpSpPr>
            <p:cNvPr id="87" name="Group 33"/>
            <p:cNvGrpSpPr>
              <a:grpSpLocks/>
            </p:cNvGrpSpPr>
            <p:nvPr/>
          </p:nvGrpSpPr>
          <p:grpSpPr bwMode="auto">
            <a:xfrm>
              <a:off x="5952643" y="1817738"/>
              <a:ext cx="609600" cy="4876800"/>
              <a:chOff x="0" y="0"/>
              <a:chExt cx="384" cy="3072"/>
            </a:xfrm>
          </p:grpSpPr>
          <p:sp>
            <p:nvSpPr>
              <p:cNvPr id="108" name="Rectangle 34"/>
              <p:cNvSpPr>
                <a:spLocks/>
              </p:cNvSpPr>
              <p:nvPr/>
            </p:nvSpPr>
            <p:spPr bwMode="auto">
              <a:xfrm>
                <a:off x="0" y="0"/>
                <a:ext cx="384" cy="768"/>
              </a:xfrm>
              <a:prstGeom prst="rect">
                <a:avLst/>
              </a:prstGeom>
              <a:solidFill>
                <a:srgbClr val="FFFFFF"/>
              </a:solidFill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>
                <a:prstTxWarp prst="textNoShape">
                  <a:avLst/>
                </a:prstTxWarp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4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" charset="0"/>
                  <a:ea typeface="ヒラギノ角ゴ ProN W3" charset="-128"/>
                  <a:cs typeface="ヒラギノ角ゴ ProN W3" charset="-128"/>
                  <a:sym typeface="Gill Sans" charset="0"/>
                </a:endParaRPr>
              </a:p>
            </p:txBody>
          </p:sp>
          <p:sp>
            <p:nvSpPr>
              <p:cNvPr id="109" name="Rectangle 35"/>
              <p:cNvSpPr>
                <a:spLocks/>
              </p:cNvSpPr>
              <p:nvPr/>
            </p:nvSpPr>
            <p:spPr bwMode="auto">
              <a:xfrm>
                <a:off x="0" y="768"/>
                <a:ext cx="384" cy="768"/>
              </a:xfrm>
              <a:prstGeom prst="rect">
                <a:avLst/>
              </a:prstGeom>
              <a:solidFill>
                <a:srgbClr val="FFFFFF"/>
              </a:solidFill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>
                <a:prstTxWarp prst="textNoShape">
                  <a:avLst/>
                </a:prstTxWarp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4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" charset="0"/>
                  <a:ea typeface="ヒラギノ角ゴ ProN W3" charset="-128"/>
                  <a:cs typeface="ヒラギノ角ゴ ProN W3" charset="-128"/>
                  <a:sym typeface="Gill Sans" charset="0"/>
                </a:endParaRPr>
              </a:p>
            </p:txBody>
          </p:sp>
          <p:sp>
            <p:nvSpPr>
              <p:cNvPr id="110" name="Rectangle 36"/>
              <p:cNvSpPr>
                <a:spLocks/>
              </p:cNvSpPr>
              <p:nvPr/>
            </p:nvSpPr>
            <p:spPr bwMode="auto">
              <a:xfrm>
                <a:off x="0" y="1536"/>
                <a:ext cx="384" cy="768"/>
              </a:xfrm>
              <a:prstGeom prst="rect">
                <a:avLst/>
              </a:prstGeom>
              <a:solidFill>
                <a:srgbClr val="FFFFFF"/>
              </a:solidFill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>
                <a:prstTxWarp prst="textNoShape">
                  <a:avLst/>
                </a:prstTxWarp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4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" charset="0"/>
                  <a:ea typeface="ヒラギノ角ゴ ProN W3" charset="-128"/>
                  <a:cs typeface="ヒラギノ角ゴ ProN W3" charset="-128"/>
                  <a:sym typeface="Gill Sans" charset="0"/>
                </a:endParaRPr>
              </a:p>
            </p:txBody>
          </p:sp>
          <p:sp>
            <p:nvSpPr>
              <p:cNvPr id="111" name="Rectangle 37"/>
              <p:cNvSpPr>
                <a:spLocks/>
              </p:cNvSpPr>
              <p:nvPr/>
            </p:nvSpPr>
            <p:spPr bwMode="auto">
              <a:xfrm>
                <a:off x="0" y="2304"/>
                <a:ext cx="384" cy="768"/>
              </a:xfrm>
              <a:prstGeom prst="rect">
                <a:avLst/>
              </a:prstGeom>
              <a:solidFill>
                <a:srgbClr val="FFFFFF"/>
              </a:solidFill>
              <a:ln w="254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lIns="0" tIns="0" rIns="0" bIns="0">
                <a:prstTxWarp prst="textNoShape">
                  <a:avLst/>
                </a:prstTxWarp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42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" charset="0"/>
                  <a:ea typeface="ヒラギノ角ゴ ProN W3" charset="-128"/>
                  <a:cs typeface="ヒラギノ角ゴ ProN W3" charset="-128"/>
                  <a:sym typeface="Gill Sans" charset="0"/>
                </a:endParaRPr>
              </a:p>
            </p:txBody>
          </p:sp>
        </p:grpSp>
        <p:sp>
          <p:nvSpPr>
            <p:cNvPr id="88" name="Rectangle 38"/>
            <p:cNvSpPr>
              <a:spLocks/>
            </p:cNvSpPr>
            <p:nvPr/>
          </p:nvSpPr>
          <p:spPr bwMode="auto">
            <a:xfrm>
              <a:off x="5824055" y="1154163"/>
              <a:ext cx="862013" cy="66040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32-bit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Words</a:t>
              </a:r>
            </a:p>
          </p:txBody>
        </p:sp>
        <p:sp>
          <p:nvSpPr>
            <p:cNvPr id="89" name="Rectangle 39"/>
            <p:cNvSpPr>
              <a:spLocks/>
            </p:cNvSpPr>
            <p:nvPr/>
          </p:nvSpPr>
          <p:spPr bwMode="auto">
            <a:xfrm>
              <a:off x="6763038" y="1284338"/>
              <a:ext cx="777875" cy="38100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Bytes</a:t>
              </a:r>
            </a:p>
          </p:txBody>
        </p:sp>
        <p:sp>
          <p:nvSpPr>
            <p:cNvPr id="90" name="Rectangle 40"/>
            <p:cNvSpPr>
              <a:spLocks/>
            </p:cNvSpPr>
            <p:nvPr/>
          </p:nvSpPr>
          <p:spPr bwMode="auto">
            <a:xfrm>
              <a:off x="7588538" y="1284338"/>
              <a:ext cx="739775" cy="38100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Addr.</a:t>
              </a:r>
            </a:p>
          </p:txBody>
        </p:sp>
        <p:sp>
          <p:nvSpPr>
            <p:cNvPr id="91" name="Rectangle 41"/>
            <p:cNvSpPr>
              <a:spLocks/>
            </p:cNvSpPr>
            <p:nvPr/>
          </p:nvSpPr>
          <p:spPr bwMode="auto">
            <a:xfrm>
              <a:off x="6850351" y="54753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92" name="Rectangle 42"/>
            <p:cNvSpPr>
              <a:spLocks/>
            </p:cNvSpPr>
            <p:nvPr/>
          </p:nvSpPr>
          <p:spPr bwMode="auto">
            <a:xfrm>
              <a:off x="7612351" y="54753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0003</a:t>
              </a:r>
            </a:p>
          </p:txBody>
        </p:sp>
        <p:sp>
          <p:nvSpPr>
            <p:cNvPr id="93" name="Rectangle 43"/>
            <p:cNvSpPr>
              <a:spLocks/>
            </p:cNvSpPr>
            <p:nvPr/>
          </p:nvSpPr>
          <p:spPr bwMode="auto">
            <a:xfrm>
              <a:off x="6850351" y="57801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94" name="Rectangle 44"/>
            <p:cNvSpPr>
              <a:spLocks/>
            </p:cNvSpPr>
            <p:nvPr/>
          </p:nvSpPr>
          <p:spPr bwMode="auto">
            <a:xfrm>
              <a:off x="7612351" y="57801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0002</a:t>
              </a:r>
            </a:p>
          </p:txBody>
        </p:sp>
        <p:sp>
          <p:nvSpPr>
            <p:cNvPr id="95" name="Rectangle 45"/>
            <p:cNvSpPr>
              <a:spLocks/>
            </p:cNvSpPr>
            <p:nvPr/>
          </p:nvSpPr>
          <p:spPr bwMode="auto">
            <a:xfrm>
              <a:off x="6850351" y="60849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96" name="Rectangle 46"/>
            <p:cNvSpPr>
              <a:spLocks/>
            </p:cNvSpPr>
            <p:nvPr/>
          </p:nvSpPr>
          <p:spPr bwMode="auto">
            <a:xfrm>
              <a:off x="7612351" y="60849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0001</a:t>
              </a:r>
            </a:p>
          </p:txBody>
        </p:sp>
        <p:sp>
          <p:nvSpPr>
            <p:cNvPr id="97" name="Rectangle 47"/>
            <p:cNvSpPr>
              <a:spLocks/>
            </p:cNvSpPr>
            <p:nvPr/>
          </p:nvSpPr>
          <p:spPr bwMode="auto">
            <a:xfrm>
              <a:off x="6850351" y="6389738"/>
              <a:ext cx="609600" cy="30480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98" name="Rectangle 48"/>
            <p:cNvSpPr>
              <a:spLocks/>
            </p:cNvSpPr>
            <p:nvPr/>
          </p:nvSpPr>
          <p:spPr bwMode="auto">
            <a:xfrm>
              <a:off x="7612351" y="6389738"/>
              <a:ext cx="650178" cy="379591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wrap="none" lIns="50800" tIns="50800" bIns="50800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rPr>
                <a:t>0000</a:t>
              </a:r>
            </a:p>
          </p:txBody>
        </p:sp>
        <p:sp>
          <p:nvSpPr>
            <p:cNvPr id="99" name="Rectangle 52"/>
            <p:cNvSpPr>
              <a:spLocks/>
            </p:cNvSpPr>
            <p:nvPr/>
          </p:nvSpPr>
          <p:spPr bwMode="auto">
            <a:xfrm>
              <a:off x="5952643" y="2046338"/>
              <a:ext cx="622300" cy="73025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lIns="50800" tIns="50800" bIns="5080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Addr</a:t>
              </a: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 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=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charset="0"/>
                  <a:ea typeface="Courier New" charset="0"/>
                  <a:cs typeface="Courier New" charset="0"/>
                  <a:sym typeface="Courier New" charset="0"/>
                </a:rPr>
                <a:t>??</a:t>
              </a:r>
            </a:p>
          </p:txBody>
        </p:sp>
        <p:sp>
          <p:nvSpPr>
            <p:cNvPr id="100" name="Rectangle 53"/>
            <p:cNvSpPr>
              <a:spLocks/>
            </p:cNvSpPr>
            <p:nvPr/>
          </p:nvSpPr>
          <p:spPr bwMode="auto">
            <a:xfrm>
              <a:off x="5952643" y="3265538"/>
              <a:ext cx="622300" cy="73025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lIns="50800" tIns="50800" bIns="5080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Addr</a:t>
              </a: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 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=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charset="0"/>
                  <a:ea typeface="Courier New" charset="0"/>
                  <a:cs typeface="Courier New" charset="0"/>
                  <a:sym typeface="Courier New" charset="0"/>
                </a:rPr>
                <a:t>??</a:t>
              </a:r>
            </a:p>
          </p:txBody>
        </p:sp>
        <p:sp>
          <p:nvSpPr>
            <p:cNvPr id="101" name="Rectangle 54"/>
            <p:cNvSpPr>
              <a:spLocks/>
            </p:cNvSpPr>
            <p:nvPr/>
          </p:nvSpPr>
          <p:spPr bwMode="auto">
            <a:xfrm>
              <a:off x="5952643" y="4484738"/>
              <a:ext cx="622300" cy="73025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lIns="50800" tIns="50800" bIns="5080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Addr 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=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charset="0"/>
                  <a:ea typeface="Courier New" charset="0"/>
                  <a:cs typeface="Courier New" charset="0"/>
                  <a:sym typeface="Courier New" charset="0"/>
                </a:rPr>
                <a:t>??</a:t>
              </a:r>
            </a:p>
          </p:txBody>
        </p:sp>
        <p:sp>
          <p:nvSpPr>
            <p:cNvPr id="102" name="Rectangle 55"/>
            <p:cNvSpPr>
              <a:spLocks/>
            </p:cNvSpPr>
            <p:nvPr/>
          </p:nvSpPr>
          <p:spPr bwMode="auto">
            <a:xfrm>
              <a:off x="5952643" y="5703938"/>
              <a:ext cx="622300" cy="73025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</p:spPr>
          <p:txBody>
            <a:bodyPr lIns="50800" tIns="50800" bIns="5080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Addr 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Helvetica" charset="0"/>
                  <a:ea typeface="Helvetica" charset="0"/>
                  <a:cs typeface="Helvetica" charset="0"/>
                  <a:sym typeface="Helvetica" charset="0"/>
                </a:rPr>
                <a:t>=</a:t>
              </a:r>
            </a:p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charset="0"/>
                  <a:ea typeface="Courier New" charset="0"/>
                  <a:cs typeface="Courier New" charset="0"/>
                  <a:sym typeface="Courier New" charset="0"/>
                </a:rPr>
                <a:t>??</a:t>
              </a:r>
            </a:p>
          </p:txBody>
        </p:sp>
        <p:grpSp>
          <p:nvGrpSpPr>
            <p:cNvPr id="103" name="Group 56"/>
            <p:cNvGrpSpPr>
              <a:grpSpLocks/>
            </p:cNvGrpSpPr>
            <p:nvPr/>
          </p:nvGrpSpPr>
          <p:grpSpPr bwMode="auto">
            <a:xfrm>
              <a:off x="6208232" y="2470201"/>
              <a:ext cx="96838" cy="3954463"/>
              <a:chOff x="139" y="3"/>
              <a:chExt cx="61" cy="2491"/>
            </a:xfrm>
          </p:grpSpPr>
          <p:sp>
            <p:nvSpPr>
              <p:cNvPr id="104" name="Rectangle 59"/>
              <p:cNvSpPr>
                <a:spLocks/>
              </p:cNvSpPr>
              <p:nvPr/>
            </p:nvSpPr>
            <p:spPr bwMode="auto">
              <a:xfrm>
                <a:off x="139" y="3"/>
                <a:ext cx="61" cy="187"/>
              </a:xfrm>
              <a:prstGeom prst="rect">
                <a:avLst/>
              </a:prstGeom>
              <a:noFill/>
              <a:ln>
                <a:noFill/>
                <a:headEnd/>
                <a:tailEnd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lIns="50800" tIns="50800" rIns="45720" bIns="50800" anchor="ctr">
                <a:prstTxWarp prst="textNoShape">
                  <a:avLst/>
                </a:prstTxWarp>
                <a:spAutoFit/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endParaRPr>
              </a:p>
            </p:txBody>
          </p:sp>
          <p:sp>
            <p:nvSpPr>
              <p:cNvPr id="105" name="Rectangle 62"/>
              <p:cNvSpPr>
                <a:spLocks/>
              </p:cNvSpPr>
              <p:nvPr/>
            </p:nvSpPr>
            <p:spPr bwMode="auto">
              <a:xfrm>
                <a:off x="139" y="771"/>
                <a:ext cx="61" cy="187"/>
              </a:xfrm>
              <a:prstGeom prst="rect">
                <a:avLst/>
              </a:prstGeom>
              <a:noFill/>
              <a:ln>
                <a:noFill/>
                <a:headEnd/>
                <a:tailEnd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lIns="50800" tIns="50800" rIns="45720" bIns="50800" anchor="ctr">
                <a:prstTxWarp prst="textNoShape">
                  <a:avLst/>
                </a:prstTxWarp>
                <a:spAutoFit/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endParaRPr>
              </a:p>
            </p:txBody>
          </p:sp>
          <p:sp>
            <p:nvSpPr>
              <p:cNvPr id="106" name="Rectangle 65"/>
              <p:cNvSpPr>
                <a:spLocks/>
              </p:cNvSpPr>
              <p:nvPr/>
            </p:nvSpPr>
            <p:spPr bwMode="auto">
              <a:xfrm>
                <a:off x="139" y="1539"/>
                <a:ext cx="61" cy="187"/>
              </a:xfrm>
              <a:prstGeom prst="rect">
                <a:avLst/>
              </a:prstGeom>
              <a:noFill/>
              <a:ln>
                <a:noFill/>
                <a:headEnd/>
                <a:tailEnd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lIns="50800" tIns="50800" rIns="45720" bIns="50800" anchor="ctr">
                <a:prstTxWarp prst="textNoShape">
                  <a:avLst/>
                </a:prstTxWarp>
                <a:spAutoFit/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endParaRPr>
              </a:p>
            </p:txBody>
          </p:sp>
          <p:sp>
            <p:nvSpPr>
              <p:cNvPr id="107" name="Rectangle 68"/>
              <p:cNvSpPr>
                <a:spLocks/>
              </p:cNvSpPr>
              <p:nvPr/>
            </p:nvSpPr>
            <p:spPr bwMode="auto">
              <a:xfrm>
                <a:off x="139" y="2307"/>
                <a:ext cx="61" cy="187"/>
              </a:xfrm>
              <a:prstGeom prst="rect">
                <a:avLst/>
              </a:prstGeom>
              <a:noFill/>
              <a:ln>
                <a:noFill/>
                <a:headEnd/>
                <a:tailEnd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lIns="50800" tIns="50800" rIns="45720" bIns="50800" anchor="ctr">
                <a:prstTxWarp prst="textNoShape">
                  <a:avLst/>
                </a:prstTxWarp>
                <a:spAutoFit/>
              </a:bodyPr>
              <a:lstStyle/>
              <a:p>
                <a:pPr marL="0" marR="0" lvl="0" indent="0" algn="ctr" defTabSz="914400" rtl="0" eaLnBrk="1" fontAlgn="base" latinLnBrk="0" hangingPunct="1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  <a:ea typeface="Courier New" charset="0"/>
                  <a:cs typeface="Consolas" panose="020B0609020204030204" pitchFamily="49" charset="0"/>
                  <a:sym typeface="Courier New" charset="0"/>
                </a:endParaRPr>
              </a:p>
            </p:txBody>
          </p:sp>
        </p:grpSp>
      </p:grpSp>
      <p:sp>
        <p:nvSpPr>
          <p:cNvPr id="10" name="TextBox 9"/>
          <p:cNvSpPr txBox="1"/>
          <p:nvPr/>
        </p:nvSpPr>
        <p:spPr>
          <a:xfrm>
            <a:off x="244699" y="2826467"/>
            <a:ext cx="415129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Gill Sans MT"/>
                <a:ea typeface="+mn-ea"/>
                <a:cs typeface="+mn-cs"/>
              </a:rPr>
              <a:t>What are the memory address of these four words?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48984" y="2178628"/>
            <a:ext cx="8290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Word 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765930" y="3407253"/>
            <a:ext cx="8290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Word 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798129" y="4561842"/>
            <a:ext cx="8290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Word 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15075" y="5790467"/>
            <a:ext cx="8290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Word 0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612648" y="6356350"/>
            <a:ext cx="1981200" cy="365760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AEE14D4A-FE32-40AF-B06D-E9622816B101}" type="slidenum">
              <a:rPr kumimoji="0" lang="en-US" sz="14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590757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Question: </a:t>
            </a:r>
            <a:r>
              <a:rPr lang="en-US" altLang="zh-CN" dirty="0"/>
              <a:t>Endianness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294967295"/>
          </p:nvPr>
        </p:nvSpPr>
        <p:spPr/>
        <p:txBody>
          <a:bodyPr/>
          <a:lstStyle/>
          <a:p>
            <a:fld id="{3CC63E4C-4642-794D-A2FD-70F6B81535F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49EAAEAC-5A83-FC31-3AD1-D95A0084E014}"/>
              </a:ext>
            </a:extLst>
          </p:cNvPr>
          <p:cNvSpPr txBox="1">
            <a:spLocks noChangeArrowheads="1"/>
          </p:cNvSpPr>
          <p:nvPr/>
        </p:nvSpPr>
        <p:spPr>
          <a:xfrm>
            <a:off x="267393" y="1295400"/>
            <a:ext cx="5904807" cy="4571999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57175" indent="-257175" defTabSz="342900"/>
            <a:r>
              <a:rPr lang="en-US" sz="2400" b="0" dirty="0">
                <a:solidFill>
                  <a:prstClr val="black"/>
                </a:solidFill>
              </a:rPr>
              <a:t>Q: Assume Big-Endian ordering. If a 32-bit word resides at memory address N, what is the address of:</a:t>
            </a:r>
          </a:p>
          <a:p>
            <a:pPr marL="657225" lvl="1" indent="-257175" defTabSz="342900"/>
            <a:r>
              <a:rPr lang="en-US" sz="1800" b="0" dirty="0">
                <a:solidFill>
                  <a:prstClr val="black"/>
                </a:solidFill>
              </a:rPr>
              <a:t>(a) The MSB (Most Significant Byte)</a:t>
            </a:r>
          </a:p>
          <a:p>
            <a:pPr marL="657225" lvl="1" indent="-257175" defTabSz="342900"/>
            <a:r>
              <a:rPr lang="en-US" sz="1800" b="0" dirty="0">
                <a:solidFill>
                  <a:prstClr val="black"/>
                </a:solidFill>
              </a:rPr>
              <a:t>(b) The 16-bit half-word corresponding to the most significant half of the word</a:t>
            </a:r>
          </a:p>
          <a:p>
            <a:pPr marL="257175" indent="-257175" defTabSz="342900"/>
            <a:r>
              <a:rPr lang="en-US" sz="2400" b="0" dirty="0">
                <a:solidFill>
                  <a:prstClr val="black"/>
                </a:solidFill>
                <a:latin typeface="Calibri"/>
              </a:rPr>
              <a:t>Q: </a:t>
            </a:r>
            <a:r>
              <a:rPr lang="en-US" sz="2400" b="0" dirty="0">
                <a:solidFill>
                  <a:prstClr val="black"/>
                </a:solidFill>
              </a:rPr>
              <a:t>Redo the question assuming Little-Endian ordering.</a:t>
            </a:r>
            <a:endParaRPr lang="en-US" sz="2400" b="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AC6BB36-F7F6-7578-6D42-2AA85F7E8DBE}"/>
              </a:ext>
            </a:extLst>
          </p:cNvPr>
          <p:cNvSpPr txBox="1"/>
          <p:nvPr/>
        </p:nvSpPr>
        <p:spPr>
          <a:xfrm>
            <a:off x="8325714" y="3094658"/>
            <a:ext cx="7221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00000"/>
                </a:solidFill>
                <a:latin typeface="Calibri" pitchFamily="34" charset="0"/>
                <a:cs typeface="Calibri" pitchFamily="34" charset="0"/>
              </a:rPr>
              <a:t>MSB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45796D-3335-5534-5D96-A9140AE9A628}"/>
              </a:ext>
            </a:extLst>
          </p:cNvPr>
          <p:cNvSpPr txBox="1"/>
          <p:nvPr/>
        </p:nvSpPr>
        <p:spPr>
          <a:xfrm>
            <a:off x="8306888" y="1668764"/>
            <a:ext cx="7221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00000"/>
                </a:solidFill>
                <a:latin typeface="Calibri" pitchFamily="34" charset="0"/>
                <a:cs typeface="Calibri" pitchFamily="34" charset="0"/>
              </a:rPr>
              <a:t>LSB</a:t>
            </a:r>
          </a:p>
        </p:txBody>
      </p:sp>
      <p:grpSp>
        <p:nvGrpSpPr>
          <p:cNvPr id="8" name="Group 33">
            <a:extLst>
              <a:ext uri="{FF2B5EF4-FFF2-40B4-BE49-F238E27FC236}">
                <a16:creationId xmlns:a16="http://schemas.microsoft.com/office/drawing/2014/main" id="{35C46318-1511-5927-1843-060ED31D9F4C}"/>
              </a:ext>
            </a:extLst>
          </p:cNvPr>
          <p:cNvGrpSpPr>
            <a:grpSpLocks/>
          </p:cNvGrpSpPr>
          <p:nvPr/>
        </p:nvGrpSpPr>
        <p:grpSpPr bwMode="auto">
          <a:xfrm>
            <a:off x="7743008" y="1615328"/>
            <a:ext cx="609600" cy="1944698"/>
            <a:chOff x="0" y="0"/>
            <a:chExt cx="384" cy="3072"/>
          </a:xfrm>
        </p:grpSpPr>
        <p:sp>
          <p:nvSpPr>
            <p:cNvPr id="9" name="Rectangle 34">
              <a:extLst>
                <a:ext uri="{FF2B5EF4-FFF2-40B4-BE49-F238E27FC236}">
                  <a16:creationId xmlns:a16="http://schemas.microsoft.com/office/drawing/2014/main" id="{D3CE61B3-7BC8-DF50-1362-0AE8D584EA89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0"/>
              <a:ext cx="384" cy="768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10" name="Rectangle 35">
              <a:extLst>
                <a:ext uri="{FF2B5EF4-FFF2-40B4-BE49-F238E27FC236}">
                  <a16:creationId xmlns:a16="http://schemas.microsoft.com/office/drawing/2014/main" id="{F1F75AFF-16CC-3BED-47F1-ACAC71AA8325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768"/>
              <a:ext cx="384" cy="768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11" name="Rectangle 36">
              <a:extLst>
                <a:ext uri="{FF2B5EF4-FFF2-40B4-BE49-F238E27FC236}">
                  <a16:creationId xmlns:a16="http://schemas.microsoft.com/office/drawing/2014/main" id="{557CE143-5421-0957-D1D0-0F02EBBD1C68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536"/>
              <a:ext cx="384" cy="768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12" name="Rectangle 37">
              <a:extLst>
                <a:ext uri="{FF2B5EF4-FFF2-40B4-BE49-F238E27FC236}">
                  <a16:creationId xmlns:a16="http://schemas.microsoft.com/office/drawing/2014/main" id="{1EE626ED-7010-17DE-AB5D-6AFB4D6382C9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2304"/>
              <a:ext cx="384" cy="768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32139613-6F00-189E-A3E7-E5782922CBC4}"/>
              </a:ext>
            </a:extLst>
          </p:cNvPr>
          <p:cNvSpPr txBox="1"/>
          <p:nvPr/>
        </p:nvSpPr>
        <p:spPr>
          <a:xfrm>
            <a:off x="5961324" y="2394670"/>
            <a:ext cx="11512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Big-Endian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8CA3B04-30BA-AB52-96CE-C4D0D46EBB0E}"/>
              </a:ext>
            </a:extLst>
          </p:cNvPr>
          <p:cNvSpPr txBox="1"/>
          <p:nvPr/>
        </p:nvSpPr>
        <p:spPr>
          <a:xfrm>
            <a:off x="7397632" y="3173823"/>
            <a:ext cx="364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3CD2F51-C323-A016-AE65-89BBE14397AE}"/>
              </a:ext>
            </a:extLst>
          </p:cNvPr>
          <p:cNvSpPr txBox="1"/>
          <p:nvPr/>
        </p:nvSpPr>
        <p:spPr>
          <a:xfrm>
            <a:off x="7289534" y="2671395"/>
            <a:ext cx="6142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N+1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604BC0F-A245-42B3-C099-6BBF3E77DA07}"/>
              </a:ext>
            </a:extLst>
          </p:cNvPr>
          <p:cNvSpPr txBox="1"/>
          <p:nvPr/>
        </p:nvSpPr>
        <p:spPr>
          <a:xfrm>
            <a:off x="7271901" y="2221355"/>
            <a:ext cx="6142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N+2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2DF79D3-BC63-01D9-8A39-ECF46F38BC95}"/>
              </a:ext>
            </a:extLst>
          </p:cNvPr>
          <p:cNvSpPr txBox="1"/>
          <p:nvPr/>
        </p:nvSpPr>
        <p:spPr>
          <a:xfrm>
            <a:off x="7271901" y="1737988"/>
            <a:ext cx="5068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N+3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169F1EE-91D8-E398-DD9D-52F4AB1EE7FB}"/>
              </a:ext>
            </a:extLst>
          </p:cNvPr>
          <p:cNvSpPr txBox="1"/>
          <p:nvPr/>
        </p:nvSpPr>
        <p:spPr>
          <a:xfrm>
            <a:off x="8344540" y="5672166"/>
            <a:ext cx="6106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00000"/>
                </a:solidFill>
                <a:latin typeface="Calibri" pitchFamily="34" charset="0"/>
                <a:cs typeface="Calibri" pitchFamily="34" charset="0"/>
              </a:rPr>
              <a:t>LSB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1F0D440-E8BC-AE46-3AE9-338FF6B33378}"/>
              </a:ext>
            </a:extLst>
          </p:cNvPr>
          <p:cNvSpPr txBox="1"/>
          <p:nvPr/>
        </p:nvSpPr>
        <p:spPr>
          <a:xfrm>
            <a:off x="8325714" y="4246272"/>
            <a:ext cx="7221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00000"/>
                </a:solidFill>
                <a:latin typeface="Calibri" pitchFamily="34" charset="0"/>
                <a:cs typeface="Calibri" pitchFamily="34" charset="0"/>
              </a:rPr>
              <a:t>MSB</a:t>
            </a:r>
          </a:p>
        </p:txBody>
      </p:sp>
      <p:grpSp>
        <p:nvGrpSpPr>
          <p:cNvPr id="20" name="Group 33">
            <a:extLst>
              <a:ext uri="{FF2B5EF4-FFF2-40B4-BE49-F238E27FC236}">
                <a16:creationId xmlns:a16="http://schemas.microsoft.com/office/drawing/2014/main" id="{183D2BEA-EE34-406C-6810-8CC6014B68DE}"/>
              </a:ext>
            </a:extLst>
          </p:cNvPr>
          <p:cNvGrpSpPr>
            <a:grpSpLocks/>
          </p:cNvGrpSpPr>
          <p:nvPr/>
        </p:nvGrpSpPr>
        <p:grpSpPr bwMode="auto">
          <a:xfrm>
            <a:off x="7761834" y="4192836"/>
            <a:ext cx="609600" cy="1944699"/>
            <a:chOff x="0" y="0"/>
            <a:chExt cx="384" cy="3072"/>
          </a:xfrm>
        </p:grpSpPr>
        <p:sp>
          <p:nvSpPr>
            <p:cNvPr id="21" name="Rectangle 34">
              <a:extLst>
                <a:ext uri="{FF2B5EF4-FFF2-40B4-BE49-F238E27FC236}">
                  <a16:creationId xmlns:a16="http://schemas.microsoft.com/office/drawing/2014/main" id="{C7582571-BA7F-69D0-827B-EBD82C5EE4DF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0"/>
              <a:ext cx="384" cy="768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22" name="Rectangle 35">
              <a:extLst>
                <a:ext uri="{FF2B5EF4-FFF2-40B4-BE49-F238E27FC236}">
                  <a16:creationId xmlns:a16="http://schemas.microsoft.com/office/drawing/2014/main" id="{2C9B86DC-C9E1-CB88-7CD3-681B277B4DE8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768"/>
              <a:ext cx="384" cy="768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23" name="Rectangle 36">
              <a:extLst>
                <a:ext uri="{FF2B5EF4-FFF2-40B4-BE49-F238E27FC236}">
                  <a16:creationId xmlns:a16="http://schemas.microsoft.com/office/drawing/2014/main" id="{2A76A58B-264C-EFD2-2DD5-02427C49A50A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536"/>
              <a:ext cx="384" cy="768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  <p:sp>
          <p:nvSpPr>
            <p:cNvPr id="24" name="Rectangle 37">
              <a:extLst>
                <a:ext uri="{FF2B5EF4-FFF2-40B4-BE49-F238E27FC236}">
                  <a16:creationId xmlns:a16="http://schemas.microsoft.com/office/drawing/2014/main" id="{E9D9C064-223F-22B8-97AD-F27CD454AEDB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2304"/>
              <a:ext cx="384" cy="768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lIns="0" tIns="0" rIns="0" bIns="0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endParaRP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3BADE73D-7CA6-218E-0220-1DF06272FAF8}"/>
              </a:ext>
            </a:extLst>
          </p:cNvPr>
          <p:cNvSpPr txBox="1"/>
          <p:nvPr/>
        </p:nvSpPr>
        <p:spPr>
          <a:xfrm>
            <a:off x="5740110" y="4960591"/>
            <a:ext cx="1353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Little-Endian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035A48-A6FE-397D-11E7-79A26D57EE6C}"/>
              </a:ext>
            </a:extLst>
          </p:cNvPr>
          <p:cNvSpPr txBox="1"/>
          <p:nvPr/>
        </p:nvSpPr>
        <p:spPr>
          <a:xfrm>
            <a:off x="7397632" y="5775523"/>
            <a:ext cx="364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39685E5-F44B-9935-D033-23E4B449AF2C}"/>
              </a:ext>
            </a:extLst>
          </p:cNvPr>
          <p:cNvSpPr txBox="1"/>
          <p:nvPr/>
        </p:nvSpPr>
        <p:spPr>
          <a:xfrm>
            <a:off x="7289534" y="5273095"/>
            <a:ext cx="6142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N+1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1DE57DA-AF45-14AC-B21C-DE925BE7BF0E}"/>
              </a:ext>
            </a:extLst>
          </p:cNvPr>
          <p:cNvSpPr txBox="1"/>
          <p:nvPr/>
        </p:nvSpPr>
        <p:spPr>
          <a:xfrm>
            <a:off x="7271901" y="4823055"/>
            <a:ext cx="6142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N+2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0CEED7B-77A7-495A-418F-A75FFEAB6E65}"/>
              </a:ext>
            </a:extLst>
          </p:cNvPr>
          <p:cNvSpPr txBox="1"/>
          <p:nvPr/>
        </p:nvSpPr>
        <p:spPr>
          <a:xfrm>
            <a:off x="7271901" y="4339688"/>
            <a:ext cx="5068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N+3</a:t>
            </a:r>
          </a:p>
        </p:txBody>
      </p:sp>
    </p:spTree>
    <p:extLst>
      <p:ext uri="{BB962C8B-B14F-4D97-AF65-F5344CB8AC3E}">
        <p14:creationId xmlns:p14="http://schemas.microsoft.com/office/powerpoint/2010/main" val="3486040908"/>
      </p:ext>
    </p:extLst>
  </p:cSld>
  <p:clrMapOvr>
    <a:masterClrMapping/>
  </p:clrMapOvr>
  <p:transition>
    <p:pull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1026"/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ea typeface="+mn-ea"/>
              <a:cs typeface="+mn-cs"/>
            </a:endParaRPr>
          </a:p>
        </p:txBody>
      </p:sp>
      <p:sp>
        <p:nvSpPr>
          <p:cNvPr id="25603" name="Rectangle 1027"/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ea typeface="+mn-ea"/>
              <a:cs typeface="+mn-cs"/>
            </a:endParaRPr>
          </a:p>
        </p:txBody>
      </p:sp>
      <p:sp>
        <p:nvSpPr>
          <p:cNvPr id="25604" name="Rectangle 1028"/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ea typeface="+mn-ea"/>
              <a:cs typeface="+mn-cs"/>
            </a:endParaRPr>
          </a:p>
        </p:txBody>
      </p:sp>
      <p:sp>
        <p:nvSpPr>
          <p:cNvPr id="25605" name="Rectangle 1029"/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ea typeface="+mn-ea"/>
              <a:cs typeface="+mn-cs"/>
            </a:endParaRPr>
          </a:p>
        </p:txBody>
      </p:sp>
      <p:sp>
        <p:nvSpPr>
          <p:cNvPr id="25606" name="Rectangle 1030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lIns="92075" tIns="46038" rIns="92075" bIns="46038"/>
          <a:lstStyle/>
          <a:p>
            <a:pPr defTabSz="938213"/>
            <a:r>
              <a:rPr lang="en-US" altLang="zh-CN" dirty="0"/>
              <a:t>Question: Endianness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4294967295"/>
          </p:nvPr>
        </p:nvSpPr>
        <p:spPr>
          <a:xfrm>
            <a:off x="612648" y="6356350"/>
            <a:ext cx="1981200" cy="365760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AEE14D4A-FE32-40AF-B06D-E9622816B101}" type="slidenum">
              <a:rPr kumimoji="0" lang="en-US" sz="14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ea typeface="+mn-ea"/>
              <a:cs typeface="+mn-cs"/>
            </a:endParaRP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67266" y="2722693"/>
          <a:ext cx="4773635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11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12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 Address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</a:t>
                      </a:r>
                      <a:r>
                        <a:rPr lang="en-US" sz="2800" baseline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Data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0x20008003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0xA7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0x20008002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0x90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0x20008001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0x8C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0x20008000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0xEE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963700" y="3058477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Consolas" panose="020B0609020204030204" pitchFamily="49" charset="0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976439" y="3018265"/>
            <a:ext cx="35458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784" y="1471977"/>
            <a:ext cx="38100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The word stored at address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0x20008000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with Big-Endian ordering is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3700" y="5482647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Consolas" panose="020B0609020204030204" pitchFamily="49" charset="0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976439" y="5442435"/>
            <a:ext cx="35458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784" y="3896147"/>
            <a:ext cx="38100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The word stored at address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0x20008000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+mn-cs"/>
              </a:rPr>
              <a:t>with Little-Endian ordering is</a:t>
            </a:r>
          </a:p>
        </p:txBody>
      </p:sp>
    </p:spTree>
    <p:extLst>
      <p:ext uri="{BB962C8B-B14F-4D97-AF65-F5344CB8AC3E}">
        <p14:creationId xmlns:p14="http://schemas.microsoft.com/office/powerpoint/2010/main" val="15028101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1026"/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3" name="Rectangle 1027"/>
          <p:cNvSpPr>
            <a:spLocks noChangeArrowheads="1"/>
          </p:cNvSpPr>
          <p:nvPr/>
        </p:nvSpPr>
        <p:spPr bwMode="auto">
          <a:xfrm>
            <a:off x="3125788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4" name="Rectangle 1028"/>
          <p:cNvSpPr>
            <a:spLocks noChangeArrowheads="1"/>
          </p:cNvSpPr>
          <p:nvPr/>
        </p:nvSpPr>
        <p:spPr bwMode="auto">
          <a:xfrm>
            <a:off x="690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606" name="Rectangle 1030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lIns="92075" tIns="46038" rIns="92075" bIns="46038"/>
          <a:lstStyle/>
          <a:p>
            <a:pPr defTabSz="938213"/>
            <a:r>
              <a:rPr lang="en-US" dirty="0"/>
              <a:t>Endianness</a:t>
            </a:r>
          </a:p>
        </p:txBody>
      </p:sp>
      <p:sp>
        <p:nvSpPr>
          <p:cNvPr id="25607" name="Rectangle 1031"/>
          <p:cNvSpPr>
            <a:spLocks noGrp="1" noChangeArrowheads="1"/>
          </p:cNvSpPr>
          <p:nvPr>
            <p:ph sz="quarter" idx="1"/>
          </p:nvPr>
        </p:nvSpPr>
        <p:spPr>
          <a:xfrm>
            <a:off x="3477717" y="1430312"/>
            <a:ext cx="4804348" cy="1028075"/>
          </a:xfrm>
          <a:noFill/>
        </p:spPr>
        <p:txBody>
          <a:bodyPr lIns="92075" tIns="46038" rIns="92075" bIns="46038" anchorCtr="1">
            <a:normAutofit/>
          </a:bodyPr>
          <a:lstStyle/>
          <a:p>
            <a:pPr defTabSz="938213">
              <a:lnSpc>
                <a:spcPct val="90000"/>
              </a:lnSpc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LDR r11, [r0]</a:t>
            </a:r>
          </a:p>
          <a:p>
            <a:pPr defTabSz="938213">
              <a:lnSpc>
                <a:spcPct val="90000"/>
              </a:lnSpc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; r0 =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0x20008000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5</a:t>
            </a:fld>
            <a:endParaRPr lang="en-US"/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7192664"/>
              </p:ext>
            </p:extLst>
          </p:nvPr>
        </p:nvGraphicFramePr>
        <p:xfrm>
          <a:off x="4167267" y="2716135"/>
          <a:ext cx="449705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576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93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 Address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Memory</a:t>
                      </a:r>
                      <a:r>
                        <a:rPr lang="en-US" sz="2800" baseline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Data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0x20008003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0xA7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0x20008002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0x90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0x20008001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0x8C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0x20008000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0xEE</a:t>
                      </a:r>
                      <a:endParaRPr lang="en-US" sz="28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66684" y="2231610"/>
            <a:ext cx="29498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r11 before load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6252" y="2741275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0x12345678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829" y="3192496"/>
            <a:ext cx="388143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r11 after load w/ Big-Endian ordering  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26251" y="4018420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3BF8BEC-CBCA-3D53-1D6F-7FE4217EF5F8}"/>
              </a:ext>
            </a:extLst>
          </p:cNvPr>
          <p:cNvSpPr txBox="1"/>
          <p:nvPr/>
        </p:nvSpPr>
        <p:spPr>
          <a:xfrm>
            <a:off x="0" y="4388465"/>
            <a:ext cx="42861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r11 after load w/ Little-Endian ordering 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80FA951-DE02-3C91-9A1E-27C70066528C}"/>
              </a:ext>
            </a:extLst>
          </p:cNvPr>
          <p:cNvSpPr/>
          <p:nvPr/>
        </p:nvSpPr>
        <p:spPr>
          <a:xfrm>
            <a:off x="1026250" y="5214389"/>
            <a:ext cx="2083633" cy="344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DD13A2-283C-C569-EF1A-CBC7504FED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D84595-D472-6F68-DE47-3C22C5AAF5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Endianness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3A5959D-8205-525D-CB04-4F53DED6B8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30BEB6-14A6-7DA1-64FA-D0E05B682530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50950"/>
            <a:ext cx="4495800" cy="4997450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Assume little endian for the following questions:   r0 = 0x20008000</a:t>
            </a:r>
          </a:p>
          <a:p>
            <a:pPr lvl="0"/>
            <a:r>
              <a:rPr lang="en-US" b="1" dirty="0"/>
              <a:t>LDRH r1, [r0]</a:t>
            </a:r>
            <a:r>
              <a:rPr lang="en-US" dirty="0"/>
              <a:t>  </a:t>
            </a:r>
          </a:p>
          <a:p>
            <a:pPr lvl="1"/>
            <a:r>
              <a:rPr lang="en-US" dirty="0"/>
              <a:t>r1 after load:</a:t>
            </a:r>
          </a:p>
          <a:p>
            <a:pPr lvl="0"/>
            <a:r>
              <a:rPr lang="en-US" b="1" dirty="0"/>
              <a:t>LDSB r1, [r0]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r1 after load:</a:t>
            </a:r>
          </a:p>
          <a:p>
            <a:r>
              <a:rPr lang="en-US" b="1" dirty="0"/>
              <a:t>STR r1, [r0], #4  </a:t>
            </a:r>
            <a:endParaRPr lang="en-US" dirty="0"/>
          </a:p>
          <a:p>
            <a:pPr lvl="1"/>
            <a:r>
              <a:rPr lang="en-US" dirty="0"/>
              <a:t>Assume r1 = 0x76543210</a:t>
            </a:r>
          </a:p>
          <a:p>
            <a:pPr lvl="1"/>
            <a:r>
              <a:rPr lang="en-US" dirty="0"/>
              <a:t>r0 after store:</a:t>
            </a:r>
          </a:p>
          <a:p>
            <a:pPr lvl="1"/>
            <a:r>
              <a:rPr lang="en-US" dirty="0"/>
              <a:t>Memory content after store:</a:t>
            </a:r>
          </a:p>
          <a:p>
            <a:pPr lvl="0"/>
            <a:r>
              <a:rPr lang="en-US" b="1" dirty="0"/>
              <a:t>STR r1, [r0, #4]</a:t>
            </a:r>
            <a:endParaRPr lang="en-US" dirty="0"/>
          </a:p>
          <a:p>
            <a:pPr lvl="1"/>
            <a:r>
              <a:rPr lang="en-US" dirty="0"/>
              <a:t>Assume r1 = 0x76543210</a:t>
            </a:r>
          </a:p>
          <a:p>
            <a:pPr lvl="1"/>
            <a:r>
              <a:rPr lang="en-US" dirty="0"/>
              <a:t>r0 after load:</a:t>
            </a:r>
          </a:p>
          <a:p>
            <a:pPr lvl="1"/>
            <a:r>
              <a:rPr lang="en-US" dirty="0"/>
              <a:t>Memory content after store:</a:t>
            </a:r>
          </a:p>
          <a:p>
            <a:pPr lvl="0"/>
            <a:r>
              <a:rPr lang="en-US" b="1" dirty="0"/>
              <a:t>STR r1, [r0, #4]!</a:t>
            </a:r>
            <a:endParaRPr lang="en-US" dirty="0"/>
          </a:p>
          <a:p>
            <a:pPr lvl="1"/>
            <a:r>
              <a:rPr lang="en-US" dirty="0"/>
              <a:t>Assume r1 = 0x76543210</a:t>
            </a:r>
          </a:p>
          <a:p>
            <a:pPr lvl="1"/>
            <a:r>
              <a:rPr lang="en-US" dirty="0"/>
              <a:t>r0 after load:</a:t>
            </a:r>
          </a:p>
          <a:p>
            <a:pPr lvl="1"/>
            <a:r>
              <a:rPr lang="en-US" dirty="0"/>
              <a:t>Memory content after store:</a:t>
            </a:r>
          </a:p>
          <a:p>
            <a:endParaRPr lang="en-US" dirty="0"/>
          </a:p>
          <a:p>
            <a:endParaRPr lang="en-US" dirty="0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CDC85F25-15D6-DAB9-23EA-EF1BBDC222C1}"/>
              </a:ext>
            </a:extLst>
          </p:cNvPr>
          <p:cNvGraphicFramePr>
            <a:graphicFrameLocks noGrp="1"/>
          </p:cNvGraphicFramePr>
          <p:nvPr/>
        </p:nvGraphicFramePr>
        <p:xfrm>
          <a:off x="4953000" y="44450"/>
          <a:ext cx="4102100" cy="198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18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602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+mn-lt"/>
                          <a:cs typeface="Consolas" panose="020B0609020204030204" pitchFamily="49" charset="0"/>
                        </a:rPr>
                        <a:t>Memory Address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n-US" sz="20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Consolas" panose="020B0609020204030204" pitchFamily="49" charset="0"/>
                        </a:rPr>
                        <a:t>Memory Data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0x20008003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0xA7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0x20008002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0x90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0x20008001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0x8C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0x20008000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0xEE</a:t>
                      </a:r>
                      <a:endParaRPr lang="en-US" sz="2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52063245"/>
      </p:ext>
    </p:extLst>
  </p:cSld>
  <p:clrMapOvr>
    <a:masterClrMapping/>
  </p:clrMapOvr>
  <p:transition>
    <p:pull dir="r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Alignment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C63E4C-4642-794D-A2FD-70F6B81535F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4" name="Rectangle 3"/>
          <p:cNvSpPr txBox="1">
            <a:spLocks noChangeArrowheads="1"/>
          </p:cNvSpPr>
          <p:nvPr/>
        </p:nvSpPr>
        <p:spPr>
          <a:xfrm>
            <a:off x="612648" y="1673752"/>
            <a:ext cx="8182841" cy="1755248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500" dirty="0"/>
              <a:t>Assume a byte-addressable memory with a data bus that is 32 bits (4 bytes) wide</a:t>
            </a:r>
          </a:p>
          <a:p>
            <a:r>
              <a:rPr lang="en-US" sz="1500" dirty="0"/>
              <a:t>Consider 16 bytes of memory (addresses 0 to 15) arranged as four 32-bit words (4 bytes each)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2078" y="3412912"/>
            <a:ext cx="3581400" cy="7155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50" dirty="0">
                <a:solidFill>
                  <a:srgbClr val="FF0000"/>
                </a:solidFill>
              </a:rPr>
              <a:t>Well-aligned</a:t>
            </a:r>
            <a:r>
              <a:rPr lang="en-US" sz="1350" dirty="0"/>
              <a:t>: each word begins on a mod-4 address, which can be read in a single memory cycle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3965" y="2307838"/>
            <a:ext cx="3785316" cy="1121162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078" y="2283024"/>
            <a:ext cx="3802444" cy="11298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43965" y="3412912"/>
            <a:ext cx="3581400" cy="7155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50" dirty="0">
                <a:solidFill>
                  <a:srgbClr val="FF0000"/>
                </a:solidFill>
              </a:rPr>
              <a:t>Ill-aligned</a:t>
            </a:r>
            <a:r>
              <a:rPr lang="en-US" sz="1350" dirty="0"/>
              <a:t>: a word begins on address 6, not a mod-4 address, which can be read in 2 memory cycles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1867" y="4223976"/>
            <a:ext cx="4059366" cy="305375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7611" y="4777320"/>
            <a:ext cx="4127879" cy="327188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01867" y="5317344"/>
            <a:ext cx="3665419" cy="33591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9436" y="4128493"/>
            <a:ext cx="4268981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The first read cycle would retrieve 4 bytes from addresses 4 through 7; of these, the bytes from addresses 4 and 5</a:t>
            </a:r>
          </a:p>
          <a:p>
            <a:r>
              <a:rPr lang="en-US" sz="1200" dirty="0"/>
              <a:t>are discarded, and those from addresses 6 and 7 are moved to the far right;</a:t>
            </a:r>
          </a:p>
          <a:p>
            <a:r>
              <a:rPr lang="en-US" sz="1200" dirty="0"/>
              <a:t>The second read cycle retrieves 4 bytes from addresses 8 through 11; the bytes from addresses 10 and 11 are  discarded, and those from addresses 8 and 9 are moved to the far left;</a:t>
            </a:r>
          </a:p>
          <a:p>
            <a:r>
              <a:rPr lang="en-US" sz="1200" dirty="0"/>
              <a:t>Finally, the two halves are combined to form the desired 32-bit operand:</a:t>
            </a: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403B0BD2-2931-BDC5-E683-51FBAB7B8593}"/>
              </a:ext>
            </a:extLst>
          </p:cNvPr>
          <p:cNvSpPr/>
          <p:nvPr/>
        </p:nvSpPr>
        <p:spPr>
          <a:xfrm>
            <a:off x="4413347" y="4630642"/>
            <a:ext cx="285830" cy="363474"/>
          </a:xfrm>
          <a:prstGeom prst="rightArrow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6" name="Horizontal Scroll 14">
            <a:extLst>
              <a:ext uri="{FF2B5EF4-FFF2-40B4-BE49-F238E27FC236}">
                <a16:creationId xmlns:a16="http://schemas.microsoft.com/office/drawing/2014/main" id="{9847AA0A-7964-4433-C181-1EB7B5E48F3F}"/>
              </a:ext>
            </a:extLst>
          </p:cNvPr>
          <p:cNvSpPr/>
          <p:nvPr/>
        </p:nvSpPr>
        <p:spPr>
          <a:xfrm>
            <a:off x="294068" y="178297"/>
            <a:ext cx="1265712" cy="762000"/>
          </a:xfrm>
          <a:prstGeom prst="horizontalScroll">
            <a:avLst/>
          </a:prstGeom>
          <a:gradFill rotWithShape="1">
            <a:gsLst>
              <a:gs pos="0">
                <a:srgbClr val="4F81BD">
                  <a:tint val="50000"/>
                  <a:satMod val="300000"/>
                </a:srgbClr>
              </a:gs>
              <a:gs pos="35000">
                <a:srgbClr val="4F81BD">
                  <a:tint val="37000"/>
                  <a:satMod val="300000"/>
                </a:srgbClr>
              </a:gs>
              <a:gs pos="100000">
                <a:srgbClr val="4F81BD">
                  <a:tint val="15000"/>
                  <a:satMod val="350000"/>
                </a:srgbClr>
              </a:gs>
            </a:gsLst>
            <a:lin ang="16200000" scaled="1"/>
          </a:gradFill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Review</a:t>
            </a:r>
          </a:p>
        </p:txBody>
      </p:sp>
    </p:spTree>
    <p:extLst>
      <p:ext uri="{BB962C8B-B14F-4D97-AF65-F5344CB8AC3E}">
        <p14:creationId xmlns:p14="http://schemas.microsoft.com/office/powerpoint/2010/main" val="1864663475"/>
      </p:ext>
    </p:extLst>
  </p:cSld>
  <p:clrMapOvr>
    <a:masterClrMapping/>
  </p:clrMapOvr>
  <p:transition>
    <p:pull dir="r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Question: Data Alignment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C63E4C-4642-794D-A2FD-70F6B81535F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4" name="Rectangle 3"/>
          <p:cNvSpPr txBox="1">
            <a:spLocks noChangeArrowheads="1"/>
          </p:cNvSpPr>
          <p:nvPr/>
        </p:nvSpPr>
        <p:spPr>
          <a:xfrm>
            <a:off x="311998" y="1307051"/>
            <a:ext cx="8182841" cy="3476822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57175" indent="-257175" defTabSz="342900"/>
            <a:r>
              <a:rPr lang="en-US" sz="2000" b="0" dirty="0">
                <a:solidFill>
                  <a:prstClr val="black"/>
                </a:solidFill>
              </a:rPr>
              <a:t>Q:  Assume a byte-addressable memory with a data bus that is 32 bits (4 bytes) wide. Consider 16 bytes of memory (addresses 0 to 15) arranged as four 32-bit words (4 bytes each). </a:t>
            </a:r>
            <a:r>
              <a:rPr lang="en-US" altLang="zh-CN" sz="2000" b="0" dirty="0">
                <a:solidFill>
                  <a:prstClr val="black"/>
                </a:solidFill>
              </a:rPr>
              <a:t>H</a:t>
            </a:r>
            <a:r>
              <a:rPr lang="en-US" sz="2000" b="0" dirty="0">
                <a:solidFill>
                  <a:prstClr val="black"/>
                </a:solidFill>
              </a:rPr>
              <a:t>ow many memory cycles are required to read each of the following from memory?</a:t>
            </a:r>
          </a:p>
          <a:p>
            <a:pPr marL="657225" lvl="1" indent="-257175" defTabSz="342900"/>
            <a:r>
              <a:rPr lang="en-US" sz="1600" b="0" dirty="0">
                <a:solidFill>
                  <a:prstClr val="black"/>
                </a:solidFill>
              </a:rPr>
              <a:t>(a) A 2-Byte operand read from decimal address 5</a:t>
            </a:r>
          </a:p>
          <a:p>
            <a:pPr marL="657225" lvl="1" indent="-257175" defTabSz="342900"/>
            <a:r>
              <a:rPr lang="en-US" sz="1600" b="0" dirty="0">
                <a:solidFill>
                  <a:prstClr val="black"/>
                </a:solidFill>
              </a:rPr>
              <a:t>(b) A 2-Byte operand read from decimal address 15</a:t>
            </a:r>
          </a:p>
          <a:p>
            <a:pPr marL="657225" lvl="1" indent="-257175" defTabSz="342900"/>
            <a:r>
              <a:rPr lang="en-US" sz="1600" b="0" dirty="0">
                <a:solidFill>
                  <a:prstClr val="black"/>
                </a:solidFill>
              </a:rPr>
              <a:t>(c) A 4-Byte operand read from decimal address 10</a:t>
            </a:r>
          </a:p>
          <a:p>
            <a:pPr marL="657225" lvl="1" indent="-257175" defTabSz="342900"/>
            <a:r>
              <a:rPr lang="en-US" sz="1600" b="0" dirty="0">
                <a:solidFill>
                  <a:prstClr val="black"/>
                </a:solidFill>
              </a:rPr>
              <a:t>(d) A 4-Byte operand read from decimal address 20</a:t>
            </a:r>
            <a:endParaRPr lang="en-US" sz="1600" b="0" dirty="0">
              <a:solidFill>
                <a:prstClr val="black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36686548"/>
      </p:ext>
    </p:extLst>
  </p:cSld>
  <p:clrMapOvr>
    <a:masterClrMapping/>
  </p:clrMapOvr>
  <p:transition>
    <p:pull dir="r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8229600" cy="1143000"/>
          </a:xfrm>
        </p:spPr>
        <p:txBody>
          <a:bodyPr/>
          <a:lstStyle/>
          <a:p>
            <a:r>
              <a:rPr lang="en-US" dirty="0"/>
              <a:t>Question: Data Align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C63E4C-4642-794D-A2FD-70F6B81535F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4" name="Rectangle 3"/>
          <p:cNvSpPr txBox="1">
            <a:spLocks noChangeArrowheads="1"/>
          </p:cNvSpPr>
          <p:nvPr/>
        </p:nvSpPr>
        <p:spPr>
          <a:xfrm>
            <a:off x="267393" y="1842309"/>
            <a:ext cx="8182841" cy="3510275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57175" indent="-257175" defTabSz="342900"/>
            <a:r>
              <a:rPr lang="en-US" sz="2000" b="0" dirty="0">
                <a:solidFill>
                  <a:prstClr val="black"/>
                </a:solidFill>
              </a:rPr>
              <a:t>Q:  Assume a byte-addressable memory with a data bus that is 32 bits (4 bytes) wide. Consider 16 bytes of memory (addresses 0 to 15) arranged as four 32-bit words (4 bytes each). </a:t>
            </a:r>
          </a:p>
          <a:p>
            <a:pPr marL="657225" lvl="1" indent="-257175" defTabSz="342900"/>
            <a:r>
              <a:rPr lang="en-US" sz="1600" b="0" dirty="0">
                <a:solidFill>
                  <a:prstClr val="black"/>
                </a:solidFill>
              </a:rPr>
              <a:t>(a) What is the address of MSB of the word at address 102, , assuming Little-Endian ordering?</a:t>
            </a:r>
          </a:p>
          <a:p>
            <a:pPr marL="657225" lvl="1" indent="-257175" defTabSz="342900"/>
            <a:r>
              <a:rPr lang="en-US" sz="1600" b="0" dirty="0">
                <a:solidFill>
                  <a:prstClr val="black"/>
                </a:solidFill>
              </a:rPr>
              <a:t>(b) What is the address of LSB of the word at address 102, , assuming Little-Endian ordering?</a:t>
            </a:r>
          </a:p>
          <a:p>
            <a:pPr marL="657225" lvl="1" indent="-257175" defTabSz="342900"/>
            <a:r>
              <a:rPr lang="en-US" sz="1600" b="0" dirty="0">
                <a:solidFill>
                  <a:prstClr val="black"/>
                </a:solidFill>
              </a:rPr>
              <a:t>(b) How many memory cycles are required to read the word at address 102?</a:t>
            </a:r>
          </a:p>
          <a:p>
            <a:pPr marL="657225" lvl="1" indent="-257175" defTabSz="342900"/>
            <a:r>
              <a:rPr lang="en-US" sz="1600" b="0" dirty="0">
                <a:solidFill>
                  <a:prstClr val="black"/>
                </a:solidFill>
              </a:rPr>
              <a:t>(c) How many memory cycles are required to read the half word at address 102?</a:t>
            </a:r>
            <a:endParaRPr lang="en-US" sz="1000" b="0" dirty="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363" y="76200"/>
            <a:ext cx="4779587" cy="1729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5068738"/>
      </p:ext>
    </p:extLst>
  </p:cSld>
  <p:clrMapOvr>
    <a:masterClrMapping/>
  </p:clrMapOvr>
  <p:transition>
    <p:pull dir="r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C63E4C-4642-794D-A2FD-70F6B81535F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4" name="Rectangle 3"/>
          <p:cNvSpPr txBox="1">
            <a:spLocks noChangeArrowheads="1"/>
          </p:cNvSpPr>
          <p:nvPr/>
        </p:nvSpPr>
        <p:spPr>
          <a:xfrm>
            <a:off x="267393" y="1447800"/>
            <a:ext cx="8182841" cy="3581400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57175" indent="-257175" defTabSz="342900"/>
            <a:r>
              <a:rPr lang="en-US" sz="2400" b="0" dirty="0">
                <a:solidFill>
                  <a:prstClr val="black"/>
                </a:solidFill>
              </a:rPr>
              <a:t>Q:  Assume a byte-addressable memory with a data bus that is 32 bits (4 bytes) wide. </a:t>
            </a:r>
          </a:p>
          <a:p>
            <a:pPr marL="657225" lvl="1" indent="-257175" defTabSz="342900"/>
            <a:r>
              <a:rPr lang="en-US" altLang="zh-CN" sz="2000" b="0" dirty="0">
                <a:solidFill>
                  <a:prstClr val="black"/>
                </a:solidFill>
              </a:rPr>
              <a:t>It takes ____ memory cycle(s) to read a Byte from memory</a:t>
            </a:r>
          </a:p>
          <a:p>
            <a:pPr marL="657225" lvl="1" indent="-257175" defTabSz="342900"/>
            <a:r>
              <a:rPr lang="en-US" altLang="zh-CN" sz="2000" b="0" dirty="0">
                <a:solidFill>
                  <a:prstClr val="black"/>
                </a:solidFill>
              </a:rPr>
              <a:t>It takes ____ memory cycle(s) to read a half-word from memory</a:t>
            </a:r>
          </a:p>
          <a:p>
            <a:pPr marL="657225" lvl="1" indent="-257175" defTabSz="342900"/>
            <a:r>
              <a:rPr lang="en-US" altLang="zh-CN" sz="2000" b="0" dirty="0">
                <a:solidFill>
                  <a:prstClr val="black"/>
                </a:solidFill>
              </a:rPr>
              <a:t>It takes ____ memory cycle(s) to read a word from memory</a:t>
            </a:r>
          </a:p>
          <a:p>
            <a:pPr marL="657225" lvl="1" indent="-257175" defTabSz="342900"/>
            <a:r>
              <a:rPr lang="en-US" altLang="zh-CN" sz="2000" b="0" dirty="0">
                <a:solidFill>
                  <a:prstClr val="black"/>
                </a:solidFill>
              </a:rPr>
              <a:t>It takes ____ memory cycle(s) to read a double word from memory</a:t>
            </a:r>
            <a:endParaRPr lang="en-US" sz="2400" b="0" dirty="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-6804"/>
            <a:ext cx="4067187" cy="1560642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78DA596E-85CA-C0C6-85A8-74A98C3DFF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2225"/>
            <a:ext cx="8229600" cy="1143000"/>
          </a:xfrm>
        </p:spPr>
        <p:txBody>
          <a:bodyPr/>
          <a:lstStyle/>
          <a:p>
            <a:r>
              <a:rPr lang="en-US" dirty="0"/>
              <a:t>Answer: Memory Cycles</a:t>
            </a:r>
          </a:p>
        </p:txBody>
      </p:sp>
    </p:spTree>
    <p:extLst>
      <p:ext uri="{BB962C8B-B14F-4D97-AF65-F5344CB8AC3E}">
        <p14:creationId xmlns:p14="http://schemas.microsoft.com/office/powerpoint/2010/main" val="1910717593"/>
      </p:ext>
    </p:extLst>
  </p:cSld>
  <p:clrMapOvr>
    <a:masterClrMapping/>
  </p:clrMapOvr>
  <p:transition>
    <p:pull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Question: Arrays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C63E4C-4642-794D-A2FD-70F6B81535F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4" name="Rectangle 3"/>
          <p:cNvSpPr txBox="1">
            <a:spLocks noChangeArrowheads="1"/>
          </p:cNvSpPr>
          <p:nvPr/>
        </p:nvSpPr>
        <p:spPr>
          <a:xfrm>
            <a:off x="271346" y="1299117"/>
            <a:ext cx="8182841" cy="3339290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57175" indent="-257175" defTabSz="342900"/>
            <a:r>
              <a:rPr lang="en-US" sz="2400" b="0" dirty="0">
                <a:solidFill>
                  <a:prstClr val="black"/>
                </a:solidFill>
              </a:rPr>
              <a:t>Q:  If the first element of a one-dimensional array x[] is stored at memory address 0</a:t>
            </a:r>
            <a:r>
              <a:rPr lang="en-US" altLang="zh-CN" sz="2400" b="0" dirty="0">
                <a:solidFill>
                  <a:prstClr val="black"/>
                </a:solidFill>
              </a:rPr>
              <a:t>x</a:t>
            </a:r>
            <a:r>
              <a:rPr lang="en-US" sz="2400" b="0" dirty="0">
                <a:solidFill>
                  <a:prstClr val="black"/>
                </a:solidFill>
              </a:rPr>
              <a:t>12345678, what is address of the second element if the array x[] contains</a:t>
            </a:r>
          </a:p>
          <a:p>
            <a:pPr marL="657225" lvl="1" indent="-257175" defTabSz="342900"/>
            <a:r>
              <a:rPr lang="en-US" sz="1800" b="0" dirty="0">
                <a:solidFill>
                  <a:prstClr val="black"/>
                </a:solidFill>
              </a:rPr>
              <a:t>(a) chars </a:t>
            </a:r>
          </a:p>
          <a:p>
            <a:pPr marL="657225" lvl="1" indent="-257175" defTabSz="342900"/>
            <a:r>
              <a:rPr lang="en-US" sz="1800" b="0" dirty="0">
                <a:solidFill>
                  <a:prstClr val="black"/>
                </a:solidFill>
              </a:rPr>
              <a:t>(b) shorts</a:t>
            </a:r>
          </a:p>
          <a:p>
            <a:pPr marL="657225" lvl="1" indent="-257175" defTabSz="342900"/>
            <a:r>
              <a:rPr lang="en-US" altLang="zh-CN" sz="1800" b="0" dirty="0">
                <a:solidFill>
                  <a:prstClr val="black"/>
                </a:solidFill>
              </a:rPr>
              <a:t>(c) </a:t>
            </a:r>
            <a:r>
              <a:rPr lang="en-US" altLang="zh-CN" sz="1800" b="0" dirty="0" err="1">
                <a:solidFill>
                  <a:prstClr val="black"/>
                </a:solidFill>
              </a:rPr>
              <a:t>ints</a:t>
            </a:r>
            <a:endParaRPr lang="en-US" sz="1800" b="0" dirty="0">
              <a:solidFill>
                <a:prstClr val="black"/>
              </a:solidFill>
            </a:endParaRPr>
          </a:p>
          <a:p>
            <a:pPr marL="657225" lvl="1" indent="-257175" defTabSz="342900"/>
            <a:r>
              <a:rPr lang="en-US" sz="1800" b="0" dirty="0">
                <a:solidFill>
                  <a:prstClr val="black"/>
                </a:solidFill>
              </a:rPr>
              <a:t>(c) longs</a:t>
            </a:r>
            <a:endParaRPr lang="en-US" sz="1800" b="0" dirty="0">
              <a:solidFill>
                <a:prstClr val="black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802972020"/>
      </p:ext>
    </p:extLst>
  </p:cSld>
  <p:clrMapOvr>
    <a:masterClrMapping/>
  </p:clrMapOvr>
  <p:transition>
    <p:pull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861E1-0E8B-78F8-D2D2-3F55D16ED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225031-3EBD-28FC-E1A0-0049330C0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LDM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7A30E0F-B359-645E-5E6D-5DC92C1B9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12</a:t>
            </a:fld>
            <a:endParaRPr lang="en-US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3C2D736-73D7-3A26-A782-9CEC03C12D04}"/>
              </a:ext>
            </a:extLst>
          </p:cNvPr>
          <p:cNvGraphicFramePr>
            <a:graphicFrameLocks noGrp="1"/>
          </p:cNvGraphicFramePr>
          <p:nvPr/>
        </p:nvGraphicFramePr>
        <p:xfrm>
          <a:off x="5410243" y="2477135"/>
          <a:ext cx="3627621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83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9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Memory Address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Memory</a:t>
                      </a:r>
                      <a:r>
                        <a:rPr lang="en-US" sz="1800" baseline="0" dirty="0"/>
                        <a:t> </a:t>
                      </a:r>
                    </a:p>
                    <a:p>
                      <a:pPr algn="ctr"/>
                      <a:r>
                        <a:rPr lang="en-US" sz="1800" baseline="0" dirty="0"/>
                        <a:t>Data</a:t>
                      </a:r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0" lang="en-US" sz="1800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0x8010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US" sz="1800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0x00000001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0x800c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0xFEEDDEAF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0x8008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0x00008888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0x8004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0x12340000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0x8000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0xBABE0000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DC077EDE-860F-119C-95B4-998969925842}"/>
              </a:ext>
            </a:extLst>
          </p:cNvPr>
          <p:cNvSpPr txBox="1"/>
          <p:nvPr/>
        </p:nvSpPr>
        <p:spPr>
          <a:xfrm>
            <a:off x="5016500" y="4585950"/>
            <a:ext cx="5416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0" dirty="0">
                <a:latin typeface="Consolas" panose="020B0609020204030204" pitchFamily="49" charset="0"/>
                <a:cs typeface="Consolas" panose="020B0609020204030204" pitchFamily="49" charset="0"/>
              </a:rPr>
              <a:t>r3 </a:t>
            </a: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0401EA57-66F9-3EE2-E561-2AB9C3395B7B}"/>
              </a:ext>
            </a:extLst>
          </p:cNvPr>
          <p:cNvSpPr/>
          <p:nvPr/>
        </p:nvSpPr>
        <p:spPr>
          <a:xfrm>
            <a:off x="5509075" y="4710111"/>
            <a:ext cx="298611" cy="24089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5B25AD4-8787-2AE5-61C8-58C8E91AB6F9}"/>
              </a:ext>
            </a:extLst>
          </p:cNvPr>
          <p:cNvSpPr txBox="1">
            <a:spLocks/>
          </p:cNvSpPr>
          <p:nvPr/>
        </p:nvSpPr>
        <p:spPr>
          <a:xfrm>
            <a:off x="457200" y="1219200"/>
            <a:ext cx="8229600" cy="4937760"/>
          </a:xfrm>
          <a:prstGeom prst="rect">
            <a:avLst/>
          </a:prstGeom>
        </p:spPr>
        <p:txBody>
          <a:bodyPr>
            <a:normAutofit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</a:pPr>
            <a:r>
              <a:rPr lang="en-US" b="0" dirty="0"/>
              <a:t>Assume that memory and registers r0 through r3 appear as follows. Suppose r3 = 0x8000. Describe the memory and register contents after executing each instruction (individually, not sequentially):</a:t>
            </a:r>
          </a:p>
          <a:p>
            <a:pPr lvl="1" fontAlgn="auto">
              <a:spcAft>
                <a:spcPts val="0"/>
              </a:spcAft>
            </a:pPr>
            <a:r>
              <a:rPr lang="en-US" b="0" dirty="0"/>
              <a:t>LDMIA r3!, {r0, r1, r2}</a:t>
            </a:r>
          </a:p>
          <a:p>
            <a:pPr lvl="1" fontAlgn="auto">
              <a:spcAft>
                <a:spcPts val="0"/>
              </a:spcAft>
            </a:pPr>
            <a:r>
              <a:rPr lang="en-US" b="0" dirty="0"/>
              <a:t>Or LDMIB r3!, {r2, r1, r0}</a:t>
            </a:r>
          </a:p>
        </p:txBody>
      </p:sp>
    </p:spTree>
    <p:extLst>
      <p:ext uri="{BB962C8B-B14F-4D97-AF65-F5344CB8AC3E}">
        <p14:creationId xmlns:p14="http://schemas.microsoft.com/office/powerpoint/2010/main" val="3968162788"/>
      </p:ext>
    </p:extLst>
  </p:cSld>
  <p:clrMapOvr>
    <a:masterClrMapping/>
  </p:clrMapOvr>
  <p:transition>
    <p:pull dir="r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99E08C-929E-B06D-9D5C-D3C07F2964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61F6C3-9012-39E9-02E8-5A15294CC4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LDR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AF0EF40-C94A-5BF4-DE58-F56B8F03E0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072226-E71C-C418-9D4C-D783EC4359F1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5137150"/>
          </a:xfrm>
        </p:spPr>
        <p:txBody>
          <a:bodyPr>
            <a:normAutofit/>
          </a:bodyPr>
          <a:lstStyle/>
          <a:p>
            <a:r>
              <a:rPr lang="en-US" dirty="0"/>
              <a:t>Suppose R2 and R5 hold the values 8 and 0x23456789 After following code runs on a Big-Endian system, what value is in R7? How about in a little-endian system?</a:t>
            </a:r>
          </a:p>
          <a:p>
            <a:pPr lvl="1"/>
            <a:r>
              <a:rPr lang="en-US" dirty="0"/>
              <a:t>STR R5, [R2, #0]</a:t>
            </a:r>
          </a:p>
          <a:p>
            <a:pPr lvl="1"/>
            <a:r>
              <a:rPr lang="en-US" dirty="0"/>
              <a:t>LDRB R7, [R2, #1]</a:t>
            </a:r>
          </a:p>
          <a:p>
            <a:pPr lvl="1"/>
            <a:r>
              <a:rPr lang="en-US" dirty="0"/>
              <a:t>LDRSH R7, [R2, #1]</a:t>
            </a:r>
          </a:p>
          <a:p>
            <a:pPr lvl="1"/>
            <a:r>
              <a:rPr lang="en-US" dirty="0"/>
              <a:t>LDRSH R7, [R2, #2]</a:t>
            </a:r>
          </a:p>
        </p:txBody>
      </p:sp>
    </p:spTree>
    <p:extLst>
      <p:ext uri="{BB962C8B-B14F-4D97-AF65-F5344CB8AC3E}">
        <p14:creationId xmlns:p14="http://schemas.microsoft.com/office/powerpoint/2010/main" val="2882502133"/>
      </p:ext>
    </p:extLst>
  </p:cSld>
  <p:clrMapOvr>
    <a:masterClrMapping/>
  </p:clrMapOvr>
  <p:transition>
    <p:pull dir="ru"/>
  </p:transition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igin">
  <a:themeElements>
    <a:clrScheme name="Custom 2">
      <a:dk1>
        <a:sysClr val="windowText" lastClr="000000"/>
      </a:dk1>
      <a:lt1>
        <a:sysClr val="window" lastClr="FFFFFF"/>
      </a:lt1>
      <a:dk2>
        <a:srgbClr val="1F497D"/>
      </a:dk2>
      <a:lt2>
        <a:srgbClr val="C00000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rigin">
      <a:majorFont>
        <a:latin typeface="Bookman Old Style"/>
        <a:ea typeface=""/>
        <a:cs typeface=""/>
        <a:font script="Grek" typeface="Cambria"/>
        <a:font script="Cyrl" typeface="Cambria"/>
        <a:font script="Jpan" typeface="HG明朝E"/>
        <a:font script="Hang" typeface="돋움"/>
        <a:font script="Hans" typeface="宋体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Gill Sans MT"/>
        <a:ea typeface=""/>
        <a:cs typeface=""/>
        <a:font script="Grek" typeface="Calibri"/>
        <a:font script="Cyrl" typeface="Calibri"/>
        <a:font script="Jpan" typeface="ＭＳ Ｐゴシック"/>
        <a:font script="Hang" typeface="맑은 고딕"/>
        <a:font script="Hans" typeface="华文新魏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rigin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618FFD"/>
      </a:accent1>
      <a:accent2>
        <a:srgbClr val="00AE00"/>
      </a:accent2>
      <a:accent3>
        <a:srgbClr val="FFFFFF"/>
      </a:accent3>
      <a:accent4>
        <a:srgbClr val="000000"/>
      </a:accent4>
      <a:accent5>
        <a:srgbClr val="B7C6FE"/>
      </a:accent5>
      <a:accent6>
        <a:srgbClr val="009D00"/>
      </a:accent6>
      <a:hlink>
        <a:srgbClr val="FC0128"/>
      </a:hlink>
      <a:folHlink>
        <a:srgbClr val="CECEC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618FFD"/>
      </a:accent1>
      <a:accent2>
        <a:srgbClr val="00AE00"/>
      </a:accent2>
      <a:accent3>
        <a:srgbClr val="FFFFFF"/>
      </a:accent3>
      <a:accent4>
        <a:srgbClr val="000000"/>
      </a:accent4>
      <a:accent5>
        <a:srgbClr val="B7C6FE"/>
      </a:accent5>
      <a:accent6>
        <a:srgbClr val="009D00"/>
      </a:accent6>
      <a:hlink>
        <a:srgbClr val="FC0128"/>
      </a:hlink>
      <a:folHlink>
        <a:srgbClr val="CECEC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Origin</Template>
  <TotalTime>14635</TotalTime>
  <Pages>1</Pages>
  <Words>1429</Words>
  <Application>Microsoft Office PowerPoint</Application>
  <PresentationFormat>On-screen Show (4:3)</PresentationFormat>
  <Paragraphs>222</Paragraphs>
  <Slides>13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7" baseType="lpstr">
      <vt:lpstr>Bookman Old Style (Headings)</vt:lpstr>
      <vt:lpstr>Gill Sans</vt:lpstr>
      <vt:lpstr>Gill Sans Light</vt:lpstr>
      <vt:lpstr>Arial</vt:lpstr>
      <vt:lpstr>Bookman Old Style</vt:lpstr>
      <vt:lpstr>Calibri</vt:lpstr>
      <vt:lpstr>Consolas</vt:lpstr>
      <vt:lpstr>Courier New</vt:lpstr>
      <vt:lpstr>Gill Sans MT</vt:lpstr>
      <vt:lpstr>Helvetica</vt:lpstr>
      <vt:lpstr>Times New Roman</vt:lpstr>
      <vt:lpstr>Wingdings</vt:lpstr>
      <vt:lpstr>Wingdings 3</vt:lpstr>
      <vt:lpstr>Origin</vt:lpstr>
      <vt:lpstr>Zonghua Gu</vt:lpstr>
      <vt:lpstr>Question: Endianness</vt:lpstr>
      <vt:lpstr>Question: Endianness</vt:lpstr>
      <vt:lpstr>Question: Endianness</vt:lpstr>
      <vt:lpstr>Endianness</vt:lpstr>
      <vt:lpstr>Endianness</vt:lpstr>
      <vt:lpstr>Data Alignment</vt:lpstr>
      <vt:lpstr>Question: Data Alignment</vt:lpstr>
      <vt:lpstr>Question: Data Align</vt:lpstr>
      <vt:lpstr>Answer: Memory Cycles</vt:lpstr>
      <vt:lpstr>Question: Arrays</vt:lpstr>
      <vt:lpstr>LDM</vt:lpstr>
      <vt:lpstr>LDR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ARM Architecture</dc:title>
  <dc:creator>ARM Training</dc:creator>
  <cp:lastModifiedBy>Zonghua Gu</cp:lastModifiedBy>
  <cp:revision>577</cp:revision>
  <cp:lastPrinted>2002-11-19T17:09:26Z</cp:lastPrinted>
  <dcterms:created xsi:type="dcterms:W3CDTF">2014-02-12T15:59:14Z</dcterms:created>
  <dcterms:modified xsi:type="dcterms:W3CDTF">2025-10-08T02:01:00Z</dcterms:modified>
</cp:coreProperties>
</file>