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31"/>
  </p:notesMasterIdLst>
  <p:handoutMasterIdLst>
    <p:handoutMasterId r:id="rId32"/>
  </p:handoutMasterIdLst>
  <p:sldIdLst>
    <p:sldId id="734" r:id="rId2"/>
    <p:sldId id="272" r:id="rId3"/>
    <p:sldId id="257" r:id="rId4"/>
    <p:sldId id="270" r:id="rId5"/>
    <p:sldId id="271" r:id="rId6"/>
    <p:sldId id="263" r:id="rId7"/>
    <p:sldId id="735" r:id="rId8"/>
    <p:sldId id="264" r:id="rId9"/>
    <p:sldId id="265" r:id="rId10"/>
    <p:sldId id="274" r:id="rId11"/>
    <p:sldId id="280" r:id="rId12"/>
    <p:sldId id="259" r:id="rId13"/>
    <p:sldId id="261" r:id="rId14"/>
    <p:sldId id="743" r:id="rId15"/>
    <p:sldId id="736" r:id="rId16"/>
    <p:sldId id="281" r:id="rId17"/>
    <p:sldId id="282" r:id="rId18"/>
    <p:sldId id="284" r:id="rId19"/>
    <p:sldId id="267" r:id="rId20"/>
    <p:sldId id="739" r:id="rId21"/>
    <p:sldId id="741" r:id="rId22"/>
    <p:sldId id="277" r:id="rId23"/>
    <p:sldId id="278" r:id="rId24"/>
    <p:sldId id="737" r:id="rId25"/>
    <p:sldId id="268" r:id="rId26"/>
    <p:sldId id="258" r:id="rId27"/>
    <p:sldId id="732" r:id="rId28"/>
    <p:sldId id="742" r:id="rId29"/>
    <p:sldId id="738" r:id="rId3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00FF"/>
    <a:srgbClr val="0432FF"/>
    <a:srgbClr val="AB7942"/>
    <a:srgbClr val="FF9300"/>
    <a:srgbClr val="FF40FF"/>
    <a:srgbClr val="0066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7564324-3CBA-4E84-95E9-F69DCA3B5F12}" v="426" dt="2025-10-17T23:35:08.628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BC89EF96-8CEA-46FF-86C4-4CE0E7609802}" styleName="Light Style 3 - Accent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B301B821-A1FF-4177-AEE7-76D212191A09}" styleName="Medium Style 1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3741" autoAdjust="0"/>
    <p:restoredTop sz="86682" autoAdjust="0"/>
  </p:normalViewPr>
  <p:slideViewPr>
    <p:cSldViewPr>
      <p:cViewPr varScale="1">
        <p:scale>
          <a:sx n="71" d="100"/>
          <a:sy n="71" d="100"/>
        </p:scale>
        <p:origin x="485" y="62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50" d="100"/>
        <a:sy n="150" d="100"/>
      </p:scale>
      <p:origin x="0" y="-9994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presProps" Target="presProps.xml"/><Relationship Id="rId38" Type="http://schemas.microsoft.com/office/2015/10/relationships/revisionInfo" Target="revisionInfo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handoutMaster" Target="handoutMasters/handoutMaster1.xml"/><Relationship Id="rId37" Type="http://schemas.microsoft.com/office/2016/11/relationships/changesInfo" Target="changesInfos/changesInfo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theme" Target="theme/theme1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Zonghua Gu" userId="9a7e1853e1951ef5" providerId="LiveId" clId="{CF1FAA12-072C-4ED5-BA76-0FFFAEFDB88A}"/>
    <pc:docChg chg="undo custSel addSld delSld modSld sldOrd">
      <pc:chgData name="Zonghua Gu" userId="9a7e1853e1951ef5" providerId="LiveId" clId="{CF1FAA12-072C-4ED5-BA76-0FFFAEFDB88A}" dt="2025-10-17T23:34:43.244" v="1160" actId="20577"/>
      <pc:docMkLst>
        <pc:docMk/>
      </pc:docMkLst>
      <pc:sldChg chg="del">
        <pc:chgData name="Zonghua Gu" userId="9a7e1853e1951ef5" providerId="LiveId" clId="{CF1FAA12-072C-4ED5-BA76-0FFFAEFDB88A}" dt="2025-10-04T18:30:00.858" v="1" actId="47"/>
        <pc:sldMkLst>
          <pc:docMk/>
          <pc:sldMk cId="1683281344" sldId="256"/>
        </pc:sldMkLst>
      </pc:sldChg>
      <pc:sldChg chg="add">
        <pc:chgData name="Zonghua Gu" userId="9a7e1853e1951ef5" providerId="LiveId" clId="{CF1FAA12-072C-4ED5-BA76-0FFFAEFDB88A}" dt="2025-10-04T20:56:33.083" v="131"/>
        <pc:sldMkLst>
          <pc:docMk/>
          <pc:sldMk cId="905681104" sldId="257"/>
        </pc:sldMkLst>
      </pc:sldChg>
      <pc:sldChg chg="modSp del">
        <pc:chgData name="Zonghua Gu" userId="9a7e1853e1951ef5" providerId="LiveId" clId="{CF1FAA12-072C-4ED5-BA76-0FFFAEFDB88A}" dt="2025-10-04T20:56:27.090" v="130" actId="2696"/>
        <pc:sldMkLst>
          <pc:docMk/>
          <pc:sldMk cId="3618025678" sldId="257"/>
        </pc:sldMkLst>
      </pc:sldChg>
      <pc:sldChg chg="add">
        <pc:chgData name="Zonghua Gu" userId="9a7e1853e1951ef5" providerId="LiveId" clId="{CF1FAA12-072C-4ED5-BA76-0FFFAEFDB88A}" dt="2025-10-04T21:14:03.366" v="511"/>
        <pc:sldMkLst>
          <pc:docMk/>
          <pc:sldMk cId="4111405843" sldId="258"/>
        </pc:sldMkLst>
      </pc:sldChg>
      <pc:sldChg chg="del">
        <pc:chgData name="Zonghua Gu" userId="9a7e1853e1951ef5" providerId="LiveId" clId="{CF1FAA12-072C-4ED5-BA76-0FFFAEFDB88A}" dt="2025-10-04T21:13:40.649" v="510" actId="47"/>
        <pc:sldMkLst>
          <pc:docMk/>
          <pc:sldMk cId="3232708474" sldId="259"/>
        </pc:sldMkLst>
      </pc:sldChg>
      <pc:sldChg chg="add">
        <pc:chgData name="Zonghua Gu" userId="9a7e1853e1951ef5" providerId="LiveId" clId="{CF1FAA12-072C-4ED5-BA76-0FFFAEFDB88A}" dt="2025-10-04T21:14:03.366" v="511"/>
        <pc:sldMkLst>
          <pc:docMk/>
          <pc:sldMk cId="4187797743" sldId="259"/>
        </pc:sldMkLst>
      </pc:sldChg>
      <pc:sldChg chg="del">
        <pc:chgData name="Zonghua Gu" userId="9a7e1853e1951ef5" providerId="LiveId" clId="{CF1FAA12-072C-4ED5-BA76-0FFFAEFDB88A}" dt="2025-10-04T21:13:40.649" v="510" actId="47"/>
        <pc:sldMkLst>
          <pc:docMk/>
          <pc:sldMk cId="786215291" sldId="260"/>
        </pc:sldMkLst>
      </pc:sldChg>
      <pc:sldChg chg="modSp add mod">
        <pc:chgData name="Zonghua Gu" userId="9a7e1853e1951ef5" providerId="LiveId" clId="{CF1FAA12-072C-4ED5-BA76-0FFFAEFDB88A}" dt="2025-10-17T23:22:59.711" v="1012" actId="20577"/>
        <pc:sldMkLst>
          <pc:docMk/>
          <pc:sldMk cId="2669434976" sldId="261"/>
        </pc:sldMkLst>
        <pc:spChg chg="mod">
          <ac:chgData name="Zonghua Gu" userId="9a7e1853e1951ef5" providerId="LiveId" clId="{CF1FAA12-072C-4ED5-BA76-0FFFAEFDB88A}" dt="2025-10-05T02:00:36.495" v="581" actId="20577"/>
          <ac:spMkLst>
            <pc:docMk/>
            <pc:sldMk cId="2669434976" sldId="261"/>
            <ac:spMk id="2" creationId="{00000000-0000-0000-0000-000000000000}"/>
          </ac:spMkLst>
        </pc:spChg>
        <pc:spChg chg="mod">
          <ac:chgData name="Zonghua Gu" userId="9a7e1853e1951ef5" providerId="LiveId" clId="{CF1FAA12-072C-4ED5-BA76-0FFFAEFDB88A}" dt="2025-10-17T23:22:59.711" v="1012" actId="20577"/>
          <ac:spMkLst>
            <pc:docMk/>
            <pc:sldMk cId="2669434976" sldId="261"/>
            <ac:spMk id="5" creationId="{00000000-0000-0000-0000-000000000000}"/>
          </ac:spMkLst>
        </pc:spChg>
      </pc:sldChg>
      <pc:sldChg chg="addSp delSp modSp add del mod">
        <pc:chgData name="Zonghua Gu" userId="9a7e1853e1951ef5" providerId="LiveId" clId="{CF1FAA12-072C-4ED5-BA76-0FFFAEFDB88A}" dt="2025-10-04T20:59:12.335" v="137" actId="2696"/>
        <pc:sldMkLst>
          <pc:docMk/>
          <pc:sldMk cId="1423005339" sldId="263"/>
        </pc:sldMkLst>
      </pc:sldChg>
      <pc:sldChg chg="addSp modSp add mod ord">
        <pc:chgData name="Zonghua Gu" userId="9a7e1853e1951ef5" providerId="LiveId" clId="{CF1FAA12-072C-4ED5-BA76-0FFFAEFDB88A}" dt="2025-10-04T21:05:11.297" v="212" actId="20577"/>
        <pc:sldMkLst>
          <pc:docMk/>
          <pc:sldMk cId="2690786522" sldId="263"/>
        </pc:sldMkLst>
        <pc:spChg chg="mod">
          <ac:chgData name="Zonghua Gu" userId="9a7e1853e1951ef5" providerId="LiveId" clId="{CF1FAA12-072C-4ED5-BA76-0FFFAEFDB88A}" dt="2025-10-04T21:04:43.214" v="204" actId="108"/>
          <ac:spMkLst>
            <pc:docMk/>
            <pc:sldMk cId="2690786522" sldId="263"/>
            <ac:spMk id="2" creationId="{00000000-0000-0000-0000-000000000000}"/>
          </ac:spMkLst>
        </pc:spChg>
        <pc:spChg chg="mod">
          <ac:chgData name="Zonghua Gu" userId="9a7e1853e1951ef5" providerId="LiveId" clId="{CF1FAA12-072C-4ED5-BA76-0FFFAEFDB88A}" dt="2025-10-04T21:03:34.552" v="157" actId="1076"/>
          <ac:spMkLst>
            <pc:docMk/>
            <pc:sldMk cId="2690786522" sldId="263"/>
            <ac:spMk id="4" creationId="{588CFBB5-1212-601B-2237-368E039FFF71}"/>
          </ac:spMkLst>
        </pc:spChg>
        <pc:spChg chg="add mod">
          <ac:chgData name="Zonghua Gu" userId="9a7e1853e1951ef5" providerId="LiveId" clId="{CF1FAA12-072C-4ED5-BA76-0FFFAEFDB88A}" dt="2025-10-04T21:03:34.552" v="157" actId="1076"/>
          <ac:spMkLst>
            <pc:docMk/>
            <pc:sldMk cId="2690786522" sldId="263"/>
            <ac:spMk id="6" creationId="{8FAE8020-4EB0-3A3C-B817-2E0CDD071A13}"/>
          </ac:spMkLst>
        </pc:spChg>
        <pc:spChg chg="add mod">
          <ac:chgData name="Zonghua Gu" userId="9a7e1853e1951ef5" providerId="LiveId" clId="{CF1FAA12-072C-4ED5-BA76-0FFFAEFDB88A}" dt="2025-10-04T21:03:34.552" v="157" actId="1076"/>
          <ac:spMkLst>
            <pc:docMk/>
            <pc:sldMk cId="2690786522" sldId="263"/>
            <ac:spMk id="8" creationId="{0786CA58-35DC-35A0-59CB-E995AC9A6AC0}"/>
          </ac:spMkLst>
        </pc:spChg>
        <pc:spChg chg="add mod">
          <ac:chgData name="Zonghua Gu" userId="9a7e1853e1951ef5" providerId="LiveId" clId="{CF1FAA12-072C-4ED5-BA76-0FFFAEFDB88A}" dt="2025-10-04T21:03:34.552" v="157" actId="1076"/>
          <ac:spMkLst>
            <pc:docMk/>
            <pc:sldMk cId="2690786522" sldId="263"/>
            <ac:spMk id="9" creationId="{E1728BAD-20A6-C549-3961-871A98BB8BD5}"/>
          </ac:spMkLst>
        </pc:spChg>
        <pc:spChg chg="add mod">
          <ac:chgData name="Zonghua Gu" userId="9a7e1853e1951ef5" providerId="LiveId" clId="{CF1FAA12-072C-4ED5-BA76-0FFFAEFDB88A}" dt="2025-10-04T21:03:34.552" v="157" actId="1076"/>
          <ac:spMkLst>
            <pc:docMk/>
            <pc:sldMk cId="2690786522" sldId="263"/>
            <ac:spMk id="10" creationId="{A48B9F24-9B86-C996-2235-D44777E997D0}"/>
          </ac:spMkLst>
        </pc:spChg>
        <pc:spChg chg="add mod">
          <ac:chgData name="Zonghua Gu" userId="9a7e1853e1951ef5" providerId="LiveId" clId="{CF1FAA12-072C-4ED5-BA76-0FFFAEFDB88A}" dt="2025-10-04T21:03:34.552" v="157" actId="1076"/>
          <ac:spMkLst>
            <pc:docMk/>
            <pc:sldMk cId="2690786522" sldId="263"/>
            <ac:spMk id="11" creationId="{0F545598-B5FA-FE94-4620-A1EE2EC37783}"/>
          </ac:spMkLst>
        </pc:spChg>
        <pc:spChg chg="add mod">
          <ac:chgData name="Zonghua Gu" userId="9a7e1853e1951ef5" providerId="LiveId" clId="{CF1FAA12-072C-4ED5-BA76-0FFFAEFDB88A}" dt="2025-10-04T21:03:34.552" v="157" actId="1076"/>
          <ac:spMkLst>
            <pc:docMk/>
            <pc:sldMk cId="2690786522" sldId="263"/>
            <ac:spMk id="12" creationId="{31A8DD24-1DA5-CB13-6660-A497481550D9}"/>
          </ac:spMkLst>
        </pc:spChg>
        <pc:spChg chg="add mod">
          <ac:chgData name="Zonghua Gu" userId="9a7e1853e1951ef5" providerId="LiveId" clId="{CF1FAA12-072C-4ED5-BA76-0FFFAEFDB88A}" dt="2025-10-04T21:05:11.297" v="212" actId="20577"/>
          <ac:spMkLst>
            <pc:docMk/>
            <pc:sldMk cId="2690786522" sldId="263"/>
            <ac:spMk id="13" creationId="{CAE22E4F-AFA9-45D6-550A-06ADB794B1A9}"/>
          </ac:spMkLst>
        </pc:spChg>
        <pc:spChg chg="add mod">
          <ac:chgData name="Zonghua Gu" userId="9a7e1853e1951ef5" providerId="LiveId" clId="{CF1FAA12-072C-4ED5-BA76-0FFFAEFDB88A}" dt="2025-10-04T21:03:34.552" v="157" actId="1076"/>
          <ac:spMkLst>
            <pc:docMk/>
            <pc:sldMk cId="2690786522" sldId="263"/>
            <ac:spMk id="15" creationId="{D5F8D846-E86A-6AC9-7F97-F7A2747DA131}"/>
          </ac:spMkLst>
        </pc:spChg>
        <pc:spChg chg="add mod">
          <ac:chgData name="Zonghua Gu" userId="9a7e1853e1951ef5" providerId="LiveId" clId="{CF1FAA12-072C-4ED5-BA76-0FFFAEFDB88A}" dt="2025-10-04T21:03:43.118" v="163" actId="20577"/>
          <ac:spMkLst>
            <pc:docMk/>
            <pc:sldMk cId="2690786522" sldId="263"/>
            <ac:spMk id="16" creationId="{2367B1F1-0089-5E89-6DC4-7AA2C4B2AA6A}"/>
          </ac:spMkLst>
        </pc:spChg>
        <pc:picChg chg="mod">
          <ac:chgData name="Zonghua Gu" userId="9a7e1853e1951ef5" providerId="LiveId" clId="{CF1FAA12-072C-4ED5-BA76-0FFFAEFDB88A}" dt="2025-10-04T21:00:59.149" v="144" actId="1076"/>
          <ac:picMkLst>
            <pc:docMk/>
            <pc:sldMk cId="2690786522" sldId="263"/>
            <ac:picMk id="5" creationId="{00000000-0000-0000-0000-000000000000}"/>
          </ac:picMkLst>
        </pc:picChg>
        <pc:picChg chg="add mod">
          <ac:chgData name="Zonghua Gu" userId="9a7e1853e1951ef5" providerId="LiveId" clId="{CF1FAA12-072C-4ED5-BA76-0FFFAEFDB88A}" dt="2025-10-04T21:00:14.958" v="140"/>
          <ac:picMkLst>
            <pc:docMk/>
            <pc:sldMk cId="2690786522" sldId="263"/>
            <ac:picMk id="7" creationId="{F26A787C-D5E8-DF93-A947-D5D06F2FA2D2}"/>
          </ac:picMkLst>
        </pc:picChg>
      </pc:sldChg>
      <pc:sldChg chg="del">
        <pc:chgData name="Zonghua Gu" userId="9a7e1853e1951ef5" providerId="LiveId" clId="{CF1FAA12-072C-4ED5-BA76-0FFFAEFDB88A}" dt="2025-10-04T20:56:27.090" v="130" actId="2696"/>
        <pc:sldMkLst>
          <pc:docMk/>
          <pc:sldMk cId="3540549890" sldId="263"/>
        </pc:sldMkLst>
      </pc:sldChg>
      <pc:sldChg chg="modSp mod">
        <pc:chgData name="Zonghua Gu" userId="9a7e1853e1951ef5" providerId="LiveId" clId="{CF1FAA12-072C-4ED5-BA76-0FFFAEFDB88A}" dt="2025-10-04T20:43:43.566" v="126" actId="14100"/>
        <pc:sldMkLst>
          <pc:docMk/>
          <pc:sldMk cId="1922114052" sldId="264"/>
        </pc:sldMkLst>
        <pc:spChg chg="mod">
          <ac:chgData name="Zonghua Gu" userId="9a7e1853e1951ef5" providerId="LiveId" clId="{CF1FAA12-072C-4ED5-BA76-0FFFAEFDB88A}" dt="2025-10-04T20:43:43.566" v="126" actId="14100"/>
          <ac:spMkLst>
            <pc:docMk/>
            <pc:sldMk cId="1922114052" sldId="264"/>
            <ac:spMk id="4" creationId="{00000000-0000-0000-0000-000000000000}"/>
          </ac:spMkLst>
        </pc:spChg>
      </pc:sldChg>
      <pc:sldChg chg="modSp mod">
        <pc:chgData name="Zonghua Gu" userId="9a7e1853e1951ef5" providerId="LiveId" clId="{CF1FAA12-072C-4ED5-BA76-0FFFAEFDB88A}" dt="2025-10-04T20:42:58.706" v="123" actId="20577"/>
        <pc:sldMkLst>
          <pc:docMk/>
          <pc:sldMk cId="3002516707" sldId="265"/>
        </pc:sldMkLst>
        <pc:spChg chg="mod">
          <ac:chgData name="Zonghua Gu" userId="9a7e1853e1951ef5" providerId="LiveId" clId="{CF1FAA12-072C-4ED5-BA76-0FFFAEFDB88A}" dt="2025-10-04T20:42:58.706" v="123" actId="20577"/>
          <ac:spMkLst>
            <pc:docMk/>
            <pc:sldMk cId="3002516707" sldId="265"/>
            <ac:spMk id="4" creationId="{00000000-0000-0000-0000-000000000000}"/>
          </ac:spMkLst>
        </pc:spChg>
      </pc:sldChg>
      <pc:sldChg chg="add">
        <pc:chgData name="Zonghua Gu" userId="9a7e1853e1951ef5" providerId="LiveId" clId="{CF1FAA12-072C-4ED5-BA76-0FFFAEFDB88A}" dt="2025-10-04T21:14:03.366" v="511"/>
        <pc:sldMkLst>
          <pc:docMk/>
          <pc:sldMk cId="378386796" sldId="267"/>
        </pc:sldMkLst>
      </pc:sldChg>
      <pc:sldChg chg="del">
        <pc:chgData name="Zonghua Gu" userId="9a7e1853e1951ef5" providerId="LiveId" clId="{CF1FAA12-072C-4ED5-BA76-0FFFAEFDB88A}" dt="2025-10-04T21:13:40.649" v="510" actId="47"/>
        <pc:sldMkLst>
          <pc:docMk/>
          <pc:sldMk cId="3325790699" sldId="267"/>
        </pc:sldMkLst>
      </pc:sldChg>
      <pc:sldChg chg="add">
        <pc:chgData name="Zonghua Gu" userId="9a7e1853e1951ef5" providerId="LiveId" clId="{CF1FAA12-072C-4ED5-BA76-0FFFAEFDB88A}" dt="2025-10-04T21:14:03.366" v="511"/>
        <pc:sldMkLst>
          <pc:docMk/>
          <pc:sldMk cId="2849682855" sldId="268"/>
        </pc:sldMkLst>
      </pc:sldChg>
      <pc:sldChg chg="del">
        <pc:chgData name="Zonghua Gu" userId="9a7e1853e1951ef5" providerId="LiveId" clId="{CF1FAA12-072C-4ED5-BA76-0FFFAEFDB88A}" dt="2025-10-04T21:13:40.649" v="510" actId="47"/>
        <pc:sldMkLst>
          <pc:docMk/>
          <pc:sldMk cId="1882193079" sldId="269"/>
        </pc:sldMkLst>
      </pc:sldChg>
      <pc:sldChg chg="del">
        <pc:chgData name="Zonghua Gu" userId="9a7e1853e1951ef5" providerId="LiveId" clId="{CF1FAA12-072C-4ED5-BA76-0FFFAEFDB88A}" dt="2025-10-04T21:13:40.649" v="510" actId="47"/>
        <pc:sldMkLst>
          <pc:docMk/>
          <pc:sldMk cId="1570755524" sldId="275"/>
        </pc:sldMkLst>
      </pc:sldChg>
      <pc:sldChg chg="del">
        <pc:chgData name="Zonghua Gu" userId="9a7e1853e1951ef5" providerId="LiveId" clId="{CF1FAA12-072C-4ED5-BA76-0FFFAEFDB88A}" dt="2025-10-04T21:13:40.649" v="510" actId="47"/>
        <pc:sldMkLst>
          <pc:docMk/>
          <pc:sldMk cId="240552340" sldId="276"/>
        </pc:sldMkLst>
      </pc:sldChg>
      <pc:sldChg chg="add">
        <pc:chgData name="Zonghua Gu" userId="9a7e1853e1951ef5" providerId="LiveId" clId="{CF1FAA12-072C-4ED5-BA76-0FFFAEFDB88A}" dt="2025-10-04T21:14:03.366" v="511"/>
        <pc:sldMkLst>
          <pc:docMk/>
          <pc:sldMk cId="430635750" sldId="277"/>
        </pc:sldMkLst>
      </pc:sldChg>
      <pc:sldChg chg="del">
        <pc:chgData name="Zonghua Gu" userId="9a7e1853e1951ef5" providerId="LiveId" clId="{CF1FAA12-072C-4ED5-BA76-0FFFAEFDB88A}" dt="2025-10-04T21:13:40.649" v="510" actId="47"/>
        <pc:sldMkLst>
          <pc:docMk/>
          <pc:sldMk cId="3361152785" sldId="277"/>
        </pc:sldMkLst>
      </pc:sldChg>
      <pc:sldChg chg="add">
        <pc:chgData name="Zonghua Gu" userId="9a7e1853e1951ef5" providerId="LiveId" clId="{CF1FAA12-072C-4ED5-BA76-0FFFAEFDB88A}" dt="2025-10-04T21:14:03.366" v="511"/>
        <pc:sldMkLst>
          <pc:docMk/>
          <pc:sldMk cId="1945936955" sldId="278"/>
        </pc:sldMkLst>
      </pc:sldChg>
      <pc:sldChg chg="del">
        <pc:chgData name="Zonghua Gu" userId="9a7e1853e1951ef5" providerId="LiveId" clId="{CF1FAA12-072C-4ED5-BA76-0FFFAEFDB88A}" dt="2025-10-04T21:13:40.649" v="510" actId="47"/>
        <pc:sldMkLst>
          <pc:docMk/>
          <pc:sldMk cId="2115500549" sldId="279"/>
        </pc:sldMkLst>
      </pc:sldChg>
      <pc:sldChg chg="add">
        <pc:chgData name="Zonghua Gu" userId="9a7e1853e1951ef5" providerId="LiveId" clId="{CF1FAA12-072C-4ED5-BA76-0FFFAEFDB88A}" dt="2025-10-04T21:14:03.366" v="511"/>
        <pc:sldMkLst>
          <pc:docMk/>
          <pc:sldMk cId="4199759654" sldId="280"/>
        </pc:sldMkLst>
      </pc:sldChg>
      <pc:sldChg chg="add">
        <pc:chgData name="Zonghua Gu" userId="9a7e1853e1951ef5" providerId="LiveId" clId="{CF1FAA12-072C-4ED5-BA76-0FFFAEFDB88A}" dt="2025-10-04T21:14:03.366" v="511"/>
        <pc:sldMkLst>
          <pc:docMk/>
          <pc:sldMk cId="3761897037" sldId="281"/>
        </pc:sldMkLst>
      </pc:sldChg>
      <pc:sldChg chg="add">
        <pc:chgData name="Zonghua Gu" userId="9a7e1853e1951ef5" providerId="LiveId" clId="{CF1FAA12-072C-4ED5-BA76-0FFFAEFDB88A}" dt="2025-10-04T21:14:03.366" v="511"/>
        <pc:sldMkLst>
          <pc:docMk/>
          <pc:sldMk cId="1065607407" sldId="282"/>
        </pc:sldMkLst>
      </pc:sldChg>
      <pc:sldChg chg="add">
        <pc:chgData name="Zonghua Gu" userId="9a7e1853e1951ef5" providerId="LiveId" clId="{CF1FAA12-072C-4ED5-BA76-0FFFAEFDB88A}" dt="2025-10-04T21:14:03.366" v="511"/>
        <pc:sldMkLst>
          <pc:docMk/>
          <pc:sldMk cId="2683607622" sldId="284"/>
        </pc:sldMkLst>
      </pc:sldChg>
      <pc:sldChg chg="del">
        <pc:chgData name="Zonghua Gu" userId="9a7e1853e1951ef5" providerId="LiveId" clId="{CF1FAA12-072C-4ED5-BA76-0FFFAEFDB88A}" dt="2025-10-04T21:13:40.649" v="510" actId="47"/>
        <pc:sldMkLst>
          <pc:docMk/>
          <pc:sldMk cId="3530544099" sldId="286"/>
        </pc:sldMkLst>
      </pc:sldChg>
      <pc:sldChg chg="del">
        <pc:chgData name="Zonghua Gu" userId="9a7e1853e1951ef5" providerId="LiveId" clId="{CF1FAA12-072C-4ED5-BA76-0FFFAEFDB88A}" dt="2025-10-04T21:13:40.649" v="510" actId="47"/>
        <pc:sldMkLst>
          <pc:docMk/>
          <pc:sldMk cId="2682302142" sldId="287"/>
        </pc:sldMkLst>
      </pc:sldChg>
      <pc:sldChg chg="del">
        <pc:chgData name="Zonghua Gu" userId="9a7e1853e1951ef5" providerId="LiveId" clId="{CF1FAA12-072C-4ED5-BA76-0FFFAEFDB88A}" dt="2025-10-04T21:13:40.649" v="510" actId="47"/>
        <pc:sldMkLst>
          <pc:docMk/>
          <pc:sldMk cId="3859024571" sldId="288"/>
        </pc:sldMkLst>
      </pc:sldChg>
      <pc:sldChg chg="del">
        <pc:chgData name="Zonghua Gu" userId="9a7e1853e1951ef5" providerId="LiveId" clId="{CF1FAA12-072C-4ED5-BA76-0FFFAEFDB88A}" dt="2025-10-04T21:13:40.649" v="510" actId="47"/>
        <pc:sldMkLst>
          <pc:docMk/>
          <pc:sldMk cId="4182407776" sldId="289"/>
        </pc:sldMkLst>
      </pc:sldChg>
      <pc:sldChg chg="del">
        <pc:chgData name="Zonghua Gu" userId="9a7e1853e1951ef5" providerId="LiveId" clId="{CF1FAA12-072C-4ED5-BA76-0FFFAEFDB88A}" dt="2025-10-04T21:13:40.649" v="510" actId="47"/>
        <pc:sldMkLst>
          <pc:docMk/>
          <pc:sldMk cId="2339327303" sldId="290"/>
        </pc:sldMkLst>
      </pc:sldChg>
      <pc:sldChg chg="add del">
        <pc:chgData name="Zonghua Gu" userId="9a7e1853e1951ef5" providerId="LiveId" clId="{CF1FAA12-072C-4ED5-BA76-0FFFAEFDB88A}" dt="2025-10-04T21:14:03.366" v="511"/>
        <pc:sldMkLst>
          <pc:docMk/>
          <pc:sldMk cId="1002974014" sldId="732"/>
        </pc:sldMkLst>
      </pc:sldChg>
      <pc:sldChg chg="del">
        <pc:chgData name="Zonghua Gu" userId="9a7e1853e1951ef5" providerId="LiveId" clId="{CF1FAA12-072C-4ED5-BA76-0FFFAEFDB88A}" dt="2025-10-04T20:52:00.491" v="127" actId="47"/>
        <pc:sldMkLst>
          <pc:docMk/>
          <pc:sldMk cId="2572157671" sldId="733"/>
        </pc:sldMkLst>
      </pc:sldChg>
      <pc:sldChg chg="modSp add mod">
        <pc:chgData name="Zonghua Gu" userId="9a7e1853e1951ef5" providerId="LiveId" clId="{CF1FAA12-072C-4ED5-BA76-0FFFAEFDB88A}" dt="2025-10-04T20:23:48.621" v="12"/>
        <pc:sldMkLst>
          <pc:docMk/>
          <pc:sldMk cId="4001237007" sldId="734"/>
        </pc:sldMkLst>
        <pc:spChg chg="mod">
          <ac:chgData name="Zonghua Gu" userId="9a7e1853e1951ef5" providerId="LiveId" clId="{CF1FAA12-072C-4ED5-BA76-0FFFAEFDB88A}" dt="2025-10-04T18:30:07.733" v="2" actId="1076"/>
          <ac:spMkLst>
            <pc:docMk/>
            <pc:sldMk cId="4001237007" sldId="734"/>
            <ac:spMk id="5" creationId="{00000000-0000-0000-0000-000000000000}"/>
          </ac:spMkLst>
        </pc:spChg>
        <pc:spChg chg="mod">
          <ac:chgData name="Zonghua Gu" userId="9a7e1853e1951ef5" providerId="LiveId" clId="{CF1FAA12-072C-4ED5-BA76-0FFFAEFDB88A}" dt="2025-10-04T20:23:48.621" v="12"/>
          <ac:spMkLst>
            <pc:docMk/>
            <pc:sldMk cId="4001237007" sldId="734"/>
            <ac:spMk id="6" creationId="{00000000-0000-0000-0000-000000000000}"/>
          </ac:spMkLst>
        </pc:spChg>
      </pc:sldChg>
      <pc:sldChg chg="modSp new mod">
        <pc:chgData name="Zonghua Gu" userId="9a7e1853e1951ef5" providerId="LiveId" clId="{CF1FAA12-072C-4ED5-BA76-0FFFAEFDB88A}" dt="2025-10-04T21:12:51.990" v="509" actId="27636"/>
        <pc:sldMkLst>
          <pc:docMk/>
          <pc:sldMk cId="3161310983" sldId="735"/>
        </pc:sldMkLst>
        <pc:spChg chg="mod">
          <ac:chgData name="Zonghua Gu" userId="9a7e1853e1951ef5" providerId="LiveId" clId="{CF1FAA12-072C-4ED5-BA76-0FFFAEFDB88A}" dt="2025-10-04T21:12:51.990" v="509" actId="27636"/>
          <ac:spMkLst>
            <pc:docMk/>
            <pc:sldMk cId="3161310983" sldId="735"/>
            <ac:spMk id="2" creationId="{9066D74F-45C0-6BB9-583C-6A413F518C38}"/>
          </ac:spMkLst>
        </pc:spChg>
        <pc:spChg chg="mod">
          <ac:chgData name="Zonghua Gu" userId="9a7e1853e1951ef5" providerId="LiveId" clId="{CF1FAA12-072C-4ED5-BA76-0FFFAEFDB88A}" dt="2025-10-04T21:12:32.446" v="497" actId="108"/>
          <ac:spMkLst>
            <pc:docMk/>
            <pc:sldMk cId="3161310983" sldId="735"/>
            <ac:spMk id="4" creationId="{A8EC4C54-027C-6745-109D-55B118BE5E14}"/>
          </ac:spMkLst>
        </pc:spChg>
      </pc:sldChg>
      <pc:sldChg chg="add">
        <pc:chgData name="Zonghua Gu" userId="9a7e1853e1951ef5" providerId="LiveId" clId="{CF1FAA12-072C-4ED5-BA76-0FFFAEFDB88A}" dt="2025-10-04T21:14:03.366" v="511"/>
        <pc:sldMkLst>
          <pc:docMk/>
          <pc:sldMk cId="2896628209" sldId="736"/>
        </pc:sldMkLst>
      </pc:sldChg>
      <pc:sldChg chg="add">
        <pc:chgData name="Zonghua Gu" userId="9a7e1853e1951ef5" providerId="LiveId" clId="{CF1FAA12-072C-4ED5-BA76-0FFFAEFDB88A}" dt="2025-10-04T21:14:03.366" v="511"/>
        <pc:sldMkLst>
          <pc:docMk/>
          <pc:sldMk cId="4218711516" sldId="737"/>
        </pc:sldMkLst>
      </pc:sldChg>
      <pc:sldChg chg="modSp new mod">
        <pc:chgData name="Zonghua Gu" userId="9a7e1853e1951ef5" providerId="LiveId" clId="{CF1FAA12-072C-4ED5-BA76-0FFFAEFDB88A}" dt="2025-10-07T18:22:15.667" v="937" actId="20577"/>
        <pc:sldMkLst>
          <pc:docMk/>
          <pc:sldMk cId="990295586" sldId="738"/>
        </pc:sldMkLst>
        <pc:spChg chg="mod">
          <ac:chgData name="Zonghua Gu" userId="9a7e1853e1951ef5" providerId="LiveId" clId="{CF1FAA12-072C-4ED5-BA76-0FFFAEFDB88A}" dt="2025-10-05T01:27:09.067" v="525" actId="20577"/>
          <ac:spMkLst>
            <pc:docMk/>
            <pc:sldMk cId="990295586" sldId="738"/>
            <ac:spMk id="2" creationId="{07C18DDC-948E-EE03-2F91-C42717B07826}"/>
          </ac:spMkLst>
        </pc:spChg>
        <pc:spChg chg="mod">
          <ac:chgData name="Zonghua Gu" userId="9a7e1853e1951ef5" providerId="LiveId" clId="{CF1FAA12-072C-4ED5-BA76-0FFFAEFDB88A}" dt="2025-10-07T18:22:15.667" v="937" actId="20577"/>
          <ac:spMkLst>
            <pc:docMk/>
            <pc:sldMk cId="990295586" sldId="738"/>
            <ac:spMk id="4" creationId="{DB304D09-7213-2F35-AD9D-8F22A94BFA9A}"/>
          </ac:spMkLst>
        </pc:spChg>
      </pc:sldChg>
      <pc:sldChg chg="addSp delSp modSp add mod modNotesTx">
        <pc:chgData name="Zonghua Gu" userId="9a7e1853e1951ef5" providerId="LiveId" clId="{CF1FAA12-072C-4ED5-BA76-0FFFAEFDB88A}" dt="2025-10-07T18:17:20.428" v="835"/>
        <pc:sldMkLst>
          <pc:docMk/>
          <pc:sldMk cId="3951653191" sldId="739"/>
        </pc:sldMkLst>
        <pc:spChg chg="mod">
          <ac:chgData name="Zonghua Gu" userId="9a7e1853e1951ef5" providerId="LiveId" clId="{CF1FAA12-072C-4ED5-BA76-0FFFAEFDB88A}" dt="2025-10-07T18:00:28.039" v="584" actId="20577"/>
          <ac:spMkLst>
            <pc:docMk/>
            <pc:sldMk cId="3951653191" sldId="739"/>
            <ac:spMk id="2" creationId="{06D0CDC3-A7FF-9EEE-C5C3-502A76B1D8CC}"/>
          </ac:spMkLst>
        </pc:spChg>
        <pc:spChg chg="mod">
          <ac:chgData name="Zonghua Gu" userId="9a7e1853e1951ef5" providerId="LiveId" clId="{CF1FAA12-072C-4ED5-BA76-0FFFAEFDB88A}" dt="2025-10-07T18:17:20.428" v="835"/>
          <ac:spMkLst>
            <pc:docMk/>
            <pc:sldMk cId="3951653191" sldId="739"/>
            <ac:spMk id="4" creationId="{B3D4FF65-D71D-3471-F040-1E677F86A2DD}"/>
          </ac:spMkLst>
        </pc:spChg>
        <pc:spChg chg="add mod">
          <ac:chgData name="Zonghua Gu" userId="9a7e1853e1951ef5" providerId="LiveId" clId="{CF1FAA12-072C-4ED5-BA76-0FFFAEFDB88A}" dt="2025-10-07T18:09:33.366" v="755" actId="1037"/>
          <ac:spMkLst>
            <pc:docMk/>
            <pc:sldMk cId="3951653191" sldId="739"/>
            <ac:spMk id="8" creationId="{FADDE5B4-2BF0-3346-B39B-1C17BD95CCA8}"/>
          </ac:spMkLst>
        </pc:spChg>
        <pc:spChg chg="add mod">
          <ac:chgData name="Zonghua Gu" userId="9a7e1853e1951ef5" providerId="LiveId" clId="{CF1FAA12-072C-4ED5-BA76-0FFFAEFDB88A}" dt="2025-10-07T18:09:37.018" v="756" actId="1076"/>
          <ac:spMkLst>
            <pc:docMk/>
            <pc:sldMk cId="3951653191" sldId="739"/>
            <ac:spMk id="9" creationId="{ACE7E842-BCEF-B6B4-E109-FC4B047B29D0}"/>
          </ac:spMkLst>
        </pc:spChg>
      </pc:sldChg>
      <pc:sldChg chg="new del">
        <pc:chgData name="Zonghua Gu" userId="9a7e1853e1951ef5" providerId="LiveId" clId="{CF1FAA12-072C-4ED5-BA76-0FFFAEFDB88A}" dt="2025-10-07T18:12:44.608" v="780" actId="47"/>
        <pc:sldMkLst>
          <pc:docMk/>
          <pc:sldMk cId="30757699" sldId="740"/>
        </pc:sldMkLst>
      </pc:sldChg>
      <pc:sldChg chg="addSp modSp add mod">
        <pc:chgData name="Zonghua Gu" userId="9a7e1853e1951ef5" providerId="LiveId" clId="{CF1FAA12-072C-4ED5-BA76-0FFFAEFDB88A}" dt="2025-10-07T18:24:06.118" v="946" actId="1076"/>
        <pc:sldMkLst>
          <pc:docMk/>
          <pc:sldMk cId="598855194" sldId="741"/>
        </pc:sldMkLst>
        <pc:spChg chg="mod">
          <ac:chgData name="Zonghua Gu" userId="9a7e1853e1951ef5" providerId="LiveId" clId="{CF1FAA12-072C-4ED5-BA76-0FFFAEFDB88A}" dt="2025-10-07T18:17:28.947" v="847" actId="20577"/>
          <ac:spMkLst>
            <pc:docMk/>
            <pc:sldMk cId="598855194" sldId="741"/>
            <ac:spMk id="2" creationId="{EE7BB3F4-71E3-6480-2DD5-AA4EAD4E5DBE}"/>
          </ac:spMkLst>
        </pc:spChg>
        <pc:spChg chg="mod">
          <ac:chgData name="Zonghua Gu" userId="9a7e1853e1951ef5" providerId="LiveId" clId="{CF1FAA12-072C-4ED5-BA76-0FFFAEFDB88A}" dt="2025-10-07T18:21:37.296" v="930" actId="6549"/>
          <ac:spMkLst>
            <pc:docMk/>
            <pc:sldMk cId="598855194" sldId="741"/>
            <ac:spMk id="4" creationId="{1E35FFBE-A292-0D67-EFA6-AEFA3301A8EC}"/>
          </ac:spMkLst>
        </pc:spChg>
        <pc:spChg chg="add mod">
          <ac:chgData name="Zonghua Gu" userId="9a7e1853e1951ef5" providerId="LiveId" clId="{CF1FAA12-072C-4ED5-BA76-0FFFAEFDB88A}" dt="2025-10-07T18:24:06.118" v="946" actId="1076"/>
          <ac:spMkLst>
            <pc:docMk/>
            <pc:sldMk cId="598855194" sldId="741"/>
            <ac:spMk id="5" creationId="{FFF26C8F-DF03-64D8-CF77-B258AADB637B}"/>
          </ac:spMkLst>
        </pc:spChg>
      </pc:sldChg>
      <pc:sldChg chg="addSp modSp new mod">
        <pc:chgData name="Zonghua Gu" userId="9a7e1853e1951ef5" providerId="LiveId" clId="{CF1FAA12-072C-4ED5-BA76-0FFFAEFDB88A}" dt="2025-10-12T18:47:22.216" v="981" actId="20577"/>
        <pc:sldMkLst>
          <pc:docMk/>
          <pc:sldMk cId="4167531389" sldId="742"/>
        </pc:sldMkLst>
        <pc:spChg chg="mod">
          <ac:chgData name="Zonghua Gu" userId="9a7e1853e1951ef5" providerId="LiveId" clId="{CF1FAA12-072C-4ED5-BA76-0FFFAEFDB88A}" dt="2025-10-12T18:47:22.216" v="981" actId="20577"/>
          <ac:spMkLst>
            <pc:docMk/>
            <pc:sldMk cId="4167531389" sldId="742"/>
            <ac:spMk id="2" creationId="{162E9A7F-FF94-CF8B-8F58-AA740C0B8A5F}"/>
          </ac:spMkLst>
        </pc:spChg>
        <pc:spChg chg="mod">
          <ac:chgData name="Zonghua Gu" userId="9a7e1853e1951ef5" providerId="LiveId" clId="{CF1FAA12-072C-4ED5-BA76-0FFFAEFDB88A}" dt="2025-10-12T18:46:57.308" v="970" actId="20577"/>
          <ac:spMkLst>
            <pc:docMk/>
            <pc:sldMk cId="4167531389" sldId="742"/>
            <ac:spMk id="4" creationId="{1F04D77F-669A-A724-34EC-94F5C04F32A5}"/>
          </ac:spMkLst>
        </pc:spChg>
        <pc:picChg chg="add mod">
          <ac:chgData name="Zonghua Gu" userId="9a7e1853e1951ef5" providerId="LiveId" clId="{CF1FAA12-072C-4ED5-BA76-0FFFAEFDB88A}" dt="2025-10-12T18:47:08.554" v="976" actId="1076"/>
          <ac:picMkLst>
            <pc:docMk/>
            <pc:sldMk cId="4167531389" sldId="742"/>
            <ac:picMk id="6" creationId="{FFC9B12A-5BB4-5F2F-BCC2-1CB754290CEB}"/>
          </ac:picMkLst>
        </pc:picChg>
      </pc:sldChg>
      <pc:sldChg chg="addSp delSp modSp new mod">
        <pc:chgData name="Zonghua Gu" userId="9a7e1853e1951ef5" providerId="LiveId" clId="{CF1FAA12-072C-4ED5-BA76-0FFFAEFDB88A}" dt="2025-10-17T23:34:43.244" v="1160" actId="20577"/>
        <pc:sldMkLst>
          <pc:docMk/>
          <pc:sldMk cId="3892365445" sldId="743"/>
        </pc:sldMkLst>
        <pc:spChg chg="mod">
          <ac:chgData name="Zonghua Gu" userId="9a7e1853e1951ef5" providerId="LiveId" clId="{CF1FAA12-072C-4ED5-BA76-0FFFAEFDB88A}" dt="2025-10-17T23:34:43.244" v="1160" actId="20577"/>
          <ac:spMkLst>
            <pc:docMk/>
            <pc:sldMk cId="3892365445" sldId="743"/>
            <ac:spMk id="2" creationId="{96369424-0102-7D10-CA3C-02B3C0033DF2}"/>
          </ac:spMkLst>
        </pc:spChg>
        <pc:spChg chg="add del mod">
          <ac:chgData name="Zonghua Gu" userId="9a7e1853e1951ef5" providerId="LiveId" clId="{CF1FAA12-072C-4ED5-BA76-0FFFAEFDB88A}" dt="2025-10-17T23:34:33.960" v="1138" actId="20577"/>
          <ac:spMkLst>
            <pc:docMk/>
            <pc:sldMk cId="3892365445" sldId="743"/>
            <ac:spMk id="4" creationId="{F6E9C26C-00C6-ED10-C2C9-02E0EBAC4C6B}"/>
          </ac:spMkLst>
        </pc:spChg>
        <pc:spChg chg="add mod">
          <ac:chgData name="Zonghua Gu" userId="9a7e1853e1951ef5" providerId="LiveId" clId="{CF1FAA12-072C-4ED5-BA76-0FFFAEFDB88A}" dt="2025-10-17T23:26:15.282" v="1015"/>
          <ac:spMkLst>
            <pc:docMk/>
            <pc:sldMk cId="3892365445" sldId="743"/>
            <ac:spMk id="5" creationId="{496DB7AA-C6C0-5837-FFD9-46E0944C5621}"/>
          </ac:spMkLst>
        </pc:spChg>
        <pc:spChg chg="add">
          <ac:chgData name="Zonghua Gu" userId="9a7e1853e1951ef5" providerId="LiveId" clId="{CF1FAA12-072C-4ED5-BA76-0FFFAEFDB88A}" dt="2025-10-17T23:28:44.905" v="1051"/>
          <ac:spMkLst>
            <pc:docMk/>
            <pc:sldMk cId="3892365445" sldId="743"/>
            <ac:spMk id="6" creationId="{64515890-1ED2-3082-1CA4-FAACF1D35E86}"/>
          </ac:spMkLst>
        </pc:spChg>
      </pc:sldChg>
    </pc:docChg>
  </pc:docChgLst>
</pc:chgInfo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5C85AC37-E01B-5D42-890D-6B1249024F64}" type="doc">
      <dgm:prSet loTypeId="urn:microsoft.com/office/officeart/2005/8/layout/balance1" loCatId="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6255E5A6-8A07-A843-A7AD-D502CEFB5584}">
      <dgm:prSet phldrT="[Text]"/>
      <dgm:spPr/>
      <dgm:t>
        <a:bodyPr/>
        <a:lstStyle/>
        <a:p>
          <a:r>
            <a:rPr lang="en-US" dirty="0"/>
            <a:t>Floating Point</a:t>
          </a:r>
        </a:p>
      </dgm:t>
    </dgm:pt>
    <dgm:pt modelId="{E40FA94D-A94D-8E42-8837-6C6710A0A903}" type="parTrans" cxnId="{4FCF7886-2303-A243-8B4F-9B05211D4C6E}">
      <dgm:prSet/>
      <dgm:spPr/>
      <dgm:t>
        <a:bodyPr/>
        <a:lstStyle/>
        <a:p>
          <a:endParaRPr lang="en-US"/>
        </a:p>
      </dgm:t>
    </dgm:pt>
    <dgm:pt modelId="{EA276170-043F-1746-BA77-0DD99BC7B05E}" type="sibTrans" cxnId="{4FCF7886-2303-A243-8B4F-9B05211D4C6E}">
      <dgm:prSet/>
      <dgm:spPr/>
      <dgm:t>
        <a:bodyPr/>
        <a:lstStyle/>
        <a:p>
          <a:endParaRPr lang="en-US"/>
        </a:p>
      </dgm:t>
    </dgm:pt>
    <dgm:pt modelId="{EB5BA813-5FD9-C046-9002-8EDD4D49B9DA}">
      <dgm:prSet phldrT="[Text]"/>
      <dgm:spPr/>
      <dgm:t>
        <a:bodyPr/>
        <a:lstStyle/>
        <a:p>
          <a:r>
            <a:rPr lang="en-US" dirty="0"/>
            <a:t>Shorter Development Time</a:t>
          </a:r>
        </a:p>
      </dgm:t>
    </dgm:pt>
    <dgm:pt modelId="{3C7D64DC-987D-2C46-9800-F2505641095A}" type="parTrans" cxnId="{952BF13B-A532-A44F-93F4-E13223C5B154}">
      <dgm:prSet/>
      <dgm:spPr/>
      <dgm:t>
        <a:bodyPr/>
        <a:lstStyle/>
        <a:p>
          <a:endParaRPr lang="en-US"/>
        </a:p>
      </dgm:t>
    </dgm:pt>
    <dgm:pt modelId="{01006B11-F937-DA4F-848C-842A527F3C1D}" type="sibTrans" cxnId="{952BF13B-A532-A44F-93F4-E13223C5B154}">
      <dgm:prSet/>
      <dgm:spPr/>
      <dgm:t>
        <a:bodyPr/>
        <a:lstStyle/>
        <a:p>
          <a:endParaRPr lang="en-US"/>
        </a:p>
      </dgm:t>
    </dgm:pt>
    <dgm:pt modelId="{85D85CB2-FBEA-054D-8678-39B2892A20FC}">
      <dgm:prSet phldrT="[Text]"/>
      <dgm:spPr/>
      <dgm:t>
        <a:bodyPr/>
        <a:lstStyle/>
        <a:p>
          <a:r>
            <a:rPr lang="en-US" dirty="0"/>
            <a:t>Wide Dynamic Range</a:t>
          </a:r>
        </a:p>
      </dgm:t>
    </dgm:pt>
    <dgm:pt modelId="{7DDBF804-1DE2-BF4B-9D0F-765EC3364EEC}" type="parTrans" cxnId="{59A300C4-8F8B-B94F-BBEA-5657608A73B2}">
      <dgm:prSet/>
      <dgm:spPr/>
      <dgm:t>
        <a:bodyPr/>
        <a:lstStyle/>
        <a:p>
          <a:endParaRPr lang="en-US"/>
        </a:p>
      </dgm:t>
    </dgm:pt>
    <dgm:pt modelId="{D2D9A0D6-9B8C-9644-9B7B-65F8C4974F48}" type="sibTrans" cxnId="{59A300C4-8F8B-B94F-BBEA-5657608A73B2}">
      <dgm:prSet/>
      <dgm:spPr/>
      <dgm:t>
        <a:bodyPr/>
        <a:lstStyle/>
        <a:p>
          <a:endParaRPr lang="en-US"/>
        </a:p>
      </dgm:t>
    </dgm:pt>
    <dgm:pt modelId="{B4271438-B940-7B47-8FAF-9117657D7D72}">
      <dgm:prSet phldrT="[Text]"/>
      <dgm:spPr/>
      <dgm:t>
        <a:bodyPr/>
        <a:lstStyle/>
        <a:p>
          <a:r>
            <a:rPr lang="en-US" dirty="0"/>
            <a:t>Fixed Point</a:t>
          </a:r>
        </a:p>
      </dgm:t>
    </dgm:pt>
    <dgm:pt modelId="{59C29BCE-E229-7C44-9C03-73F6EDFE4B32}" type="parTrans" cxnId="{EC270871-3D65-DB4F-B9F0-92759EDECD73}">
      <dgm:prSet/>
      <dgm:spPr/>
      <dgm:t>
        <a:bodyPr/>
        <a:lstStyle/>
        <a:p>
          <a:endParaRPr lang="en-US"/>
        </a:p>
      </dgm:t>
    </dgm:pt>
    <dgm:pt modelId="{8B39BFA0-3E6A-E340-B579-CF496A73E3D0}" type="sibTrans" cxnId="{EC270871-3D65-DB4F-B9F0-92759EDECD73}">
      <dgm:prSet/>
      <dgm:spPr/>
      <dgm:t>
        <a:bodyPr/>
        <a:lstStyle/>
        <a:p>
          <a:endParaRPr lang="en-US"/>
        </a:p>
      </dgm:t>
    </dgm:pt>
    <dgm:pt modelId="{ACEB3FAF-AE7D-7845-AB54-9A9392306A94}">
      <dgm:prSet phldrT="[Text]"/>
      <dgm:spPr/>
      <dgm:t>
        <a:bodyPr/>
        <a:lstStyle/>
        <a:p>
          <a:r>
            <a:rPr lang="en-US" dirty="0"/>
            <a:t>Higher Performance</a:t>
          </a:r>
        </a:p>
      </dgm:t>
    </dgm:pt>
    <dgm:pt modelId="{FA07560F-9895-F14F-B0A6-3E3D48078C3F}" type="parTrans" cxnId="{ACCB49A5-B078-4B4E-B9FC-AF0D386E6462}">
      <dgm:prSet/>
      <dgm:spPr/>
      <dgm:t>
        <a:bodyPr/>
        <a:lstStyle/>
        <a:p>
          <a:endParaRPr lang="en-US"/>
        </a:p>
      </dgm:t>
    </dgm:pt>
    <dgm:pt modelId="{5FCF4F26-6ECF-FF48-A68C-41C29331CED5}" type="sibTrans" cxnId="{ACCB49A5-B078-4B4E-B9FC-AF0D386E6462}">
      <dgm:prSet/>
      <dgm:spPr/>
      <dgm:t>
        <a:bodyPr/>
        <a:lstStyle/>
        <a:p>
          <a:endParaRPr lang="en-US"/>
        </a:p>
      </dgm:t>
    </dgm:pt>
    <dgm:pt modelId="{A64B28A9-5E34-D345-ABAD-CFD42AFAB009}">
      <dgm:prSet phldrT="[Text]"/>
      <dgm:spPr/>
      <dgm:t>
        <a:bodyPr/>
        <a:lstStyle/>
        <a:p>
          <a:r>
            <a:rPr lang="en-US" dirty="0"/>
            <a:t>Lower Product Cost</a:t>
          </a:r>
        </a:p>
      </dgm:t>
    </dgm:pt>
    <dgm:pt modelId="{10194699-8341-AE47-B601-2F4C67E29518}" type="parTrans" cxnId="{81A3CA5F-99D5-2B43-9891-2BE061283332}">
      <dgm:prSet/>
      <dgm:spPr/>
      <dgm:t>
        <a:bodyPr/>
        <a:lstStyle/>
        <a:p>
          <a:endParaRPr lang="en-US"/>
        </a:p>
      </dgm:t>
    </dgm:pt>
    <dgm:pt modelId="{14A7B154-5E51-734F-8E3A-EE3A9E1FB9EB}" type="sibTrans" cxnId="{81A3CA5F-99D5-2B43-9891-2BE061283332}">
      <dgm:prSet/>
      <dgm:spPr/>
      <dgm:t>
        <a:bodyPr/>
        <a:lstStyle/>
        <a:p>
          <a:endParaRPr lang="en-US"/>
        </a:p>
      </dgm:t>
    </dgm:pt>
    <dgm:pt modelId="{6CDDC9FC-08E6-194F-AB44-916912911EF2}">
      <dgm:prSet/>
      <dgm:spPr/>
      <dgm:t>
        <a:bodyPr/>
        <a:lstStyle/>
        <a:p>
          <a:r>
            <a:rPr lang="en-US" dirty="0"/>
            <a:t>More bits for precision</a:t>
          </a:r>
        </a:p>
      </dgm:t>
    </dgm:pt>
    <dgm:pt modelId="{8AC216A7-2FE0-3745-AEC3-DE5C8B16C79B}" type="parTrans" cxnId="{D0E8C542-1E6A-1A49-B06F-79BA6FBCF20A}">
      <dgm:prSet/>
      <dgm:spPr/>
      <dgm:t>
        <a:bodyPr/>
        <a:lstStyle/>
        <a:p>
          <a:endParaRPr lang="en-US"/>
        </a:p>
      </dgm:t>
    </dgm:pt>
    <dgm:pt modelId="{4F533A3B-638B-464B-A588-2205AC82964B}" type="sibTrans" cxnId="{D0E8C542-1E6A-1A49-B06F-79BA6FBCF20A}">
      <dgm:prSet/>
      <dgm:spPr/>
      <dgm:t>
        <a:bodyPr/>
        <a:lstStyle/>
        <a:p>
          <a:endParaRPr lang="en-US"/>
        </a:p>
      </dgm:t>
    </dgm:pt>
    <dgm:pt modelId="{30743B64-0889-EA47-8B0D-468BF1DCD0E1}" type="pres">
      <dgm:prSet presAssocID="{5C85AC37-E01B-5D42-890D-6B1249024F64}" presName="outerComposite" presStyleCnt="0">
        <dgm:presLayoutVars>
          <dgm:chMax val="2"/>
          <dgm:animLvl val="lvl"/>
          <dgm:resizeHandles val="exact"/>
        </dgm:presLayoutVars>
      </dgm:prSet>
      <dgm:spPr/>
    </dgm:pt>
    <dgm:pt modelId="{A2596A87-602A-D64A-BE07-FBEAD98FDF78}" type="pres">
      <dgm:prSet presAssocID="{5C85AC37-E01B-5D42-890D-6B1249024F64}" presName="dummyMaxCanvas" presStyleCnt="0"/>
      <dgm:spPr/>
    </dgm:pt>
    <dgm:pt modelId="{203E6AE2-CA81-3640-A7AC-C9B658CAAF08}" type="pres">
      <dgm:prSet presAssocID="{5C85AC37-E01B-5D42-890D-6B1249024F64}" presName="parentComposite" presStyleCnt="0"/>
      <dgm:spPr/>
    </dgm:pt>
    <dgm:pt modelId="{CEBBF3E7-CE1E-884B-97E0-28EC40917FC1}" type="pres">
      <dgm:prSet presAssocID="{5C85AC37-E01B-5D42-890D-6B1249024F64}" presName="parent1" presStyleLbl="alignAccFollowNode1" presStyleIdx="0" presStyleCnt="4">
        <dgm:presLayoutVars>
          <dgm:chMax val="4"/>
        </dgm:presLayoutVars>
      </dgm:prSet>
      <dgm:spPr/>
    </dgm:pt>
    <dgm:pt modelId="{F1AA0A07-55DD-BD42-92F2-2E2DD6F63FCF}" type="pres">
      <dgm:prSet presAssocID="{5C85AC37-E01B-5D42-890D-6B1249024F64}" presName="parent2" presStyleLbl="alignAccFollowNode1" presStyleIdx="1" presStyleCnt="4">
        <dgm:presLayoutVars>
          <dgm:chMax val="4"/>
        </dgm:presLayoutVars>
      </dgm:prSet>
      <dgm:spPr/>
    </dgm:pt>
    <dgm:pt modelId="{1C8837B9-498C-A148-9402-26A54887A86D}" type="pres">
      <dgm:prSet presAssocID="{5C85AC37-E01B-5D42-890D-6B1249024F64}" presName="childrenComposite" presStyleCnt="0"/>
      <dgm:spPr/>
    </dgm:pt>
    <dgm:pt modelId="{9DF07774-5CBA-DF4E-BC14-253549227A34}" type="pres">
      <dgm:prSet presAssocID="{5C85AC37-E01B-5D42-890D-6B1249024F64}" presName="dummyMaxCanvas_ChildArea" presStyleCnt="0"/>
      <dgm:spPr/>
    </dgm:pt>
    <dgm:pt modelId="{1BC4C38C-8DCF-EA4A-8CFF-0ECB9B86E355}" type="pres">
      <dgm:prSet presAssocID="{5C85AC37-E01B-5D42-890D-6B1249024F64}" presName="fulcrum" presStyleLbl="alignAccFollowNode1" presStyleIdx="2" presStyleCnt="4"/>
      <dgm:spPr/>
    </dgm:pt>
    <dgm:pt modelId="{87735EBC-9C2C-2645-82D8-642D72A5710D}" type="pres">
      <dgm:prSet presAssocID="{5C85AC37-E01B-5D42-890D-6B1249024F64}" presName="balance_23" presStyleLbl="alignAccFollowNode1" presStyleIdx="3" presStyleCnt="4">
        <dgm:presLayoutVars>
          <dgm:bulletEnabled val="1"/>
        </dgm:presLayoutVars>
      </dgm:prSet>
      <dgm:spPr/>
    </dgm:pt>
    <dgm:pt modelId="{36882827-6B68-0046-A85D-6B8947AD81E2}" type="pres">
      <dgm:prSet presAssocID="{5C85AC37-E01B-5D42-890D-6B1249024F64}" presName="right_23_1" presStyleLbl="node1" presStyleIdx="0" presStyleCnt="5">
        <dgm:presLayoutVars>
          <dgm:bulletEnabled val="1"/>
        </dgm:presLayoutVars>
      </dgm:prSet>
      <dgm:spPr/>
    </dgm:pt>
    <dgm:pt modelId="{D08658B1-8C0F-6445-B262-DE60880B40C3}" type="pres">
      <dgm:prSet presAssocID="{5C85AC37-E01B-5D42-890D-6B1249024F64}" presName="right_23_2" presStyleLbl="node1" presStyleIdx="1" presStyleCnt="5">
        <dgm:presLayoutVars>
          <dgm:bulletEnabled val="1"/>
        </dgm:presLayoutVars>
      </dgm:prSet>
      <dgm:spPr/>
    </dgm:pt>
    <dgm:pt modelId="{D0C27737-0BFD-214F-9ECB-5D64DFC7AD5E}" type="pres">
      <dgm:prSet presAssocID="{5C85AC37-E01B-5D42-890D-6B1249024F64}" presName="right_23_3" presStyleLbl="node1" presStyleIdx="2" presStyleCnt="5">
        <dgm:presLayoutVars>
          <dgm:bulletEnabled val="1"/>
        </dgm:presLayoutVars>
      </dgm:prSet>
      <dgm:spPr/>
    </dgm:pt>
    <dgm:pt modelId="{BB3BBC36-90DE-1F40-8652-E9D6FD130FAE}" type="pres">
      <dgm:prSet presAssocID="{5C85AC37-E01B-5D42-890D-6B1249024F64}" presName="left_23_1" presStyleLbl="node1" presStyleIdx="3" presStyleCnt="5">
        <dgm:presLayoutVars>
          <dgm:bulletEnabled val="1"/>
        </dgm:presLayoutVars>
      </dgm:prSet>
      <dgm:spPr/>
    </dgm:pt>
    <dgm:pt modelId="{22199B65-2576-9946-8BA7-338828BB5C92}" type="pres">
      <dgm:prSet presAssocID="{5C85AC37-E01B-5D42-890D-6B1249024F64}" presName="left_23_2" presStyleLbl="node1" presStyleIdx="4" presStyleCnt="5">
        <dgm:presLayoutVars>
          <dgm:bulletEnabled val="1"/>
        </dgm:presLayoutVars>
      </dgm:prSet>
      <dgm:spPr/>
    </dgm:pt>
  </dgm:ptLst>
  <dgm:cxnLst>
    <dgm:cxn modelId="{A105A219-F630-7A47-B719-E6DE8DA9D92B}" type="presOf" srcId="{6255E5A6-8A07-A843-A7AD-D502CEFB5584}" destId="{CEBBF3E7-CE1E-884B-97E0-28EC40917FC1}" srcOrd="0" destOrd="0" presId="urn:microsoft.com/office/officeart/2005/8/layout/balance1"/>
    <dgm:cxn modelId="{2EC98039-FB87-DA47-AB27-1AD9B5F895CC}" type="presOf" srcId="{ACEB3FAF-AE7D-7845-AB54-9A9392306A94}" destId="{36882827-6B68-0046-A85D-6B8947AD81E2}" srcOrd="0" destOrd="0" presId="urn:microsoft.com/office/officeart/2005/8/layout/balance1"/>
    <dgm:cxn modelId="{952BF13B-A532-A44F-93F4-E13223C5B154}" srcId="{6255E5A6-8A07-A843-A7AD-D502CEFB5584}" destId="{EB5BA813-5FD9-C046-9002-8EDD4D49B9DA}" srcOrd="0" destOrd="0" parTransId="{3C7D64DC-987D-2C46-9800-F2505641095A}" sibTransId="{01006B11-F937-DA4F-848C-842A527F3C1D}"/>
    <dgm:cxn modelId="{81A3CA5F-99D5-2B43-9891-2BE061283332}" srcId="{B4271438-B940-7B47-8FAF-9117657D7D72}" destId="{A64B28A9-5E34-D345-ABAD-CFD42AFAB009}" srcOrd="2" destOrd="0" parTransId="{10194699-8341-AE47-B601-2F4C67E29518}" sibTransId="{14A7B154-5E51-734F-8E3A-EE3A9E1FB9EB}"/>
    <dgm:cxn modelId="{ABAFE562-8F10-0745-BB8C-F1930C9DB625}" type="presOf" srcId="{85D85CB2-FBEA-054D-8678-39B2892A20FC}" destId="{22199B65-2576-9946-8BA7-338828BB5C92}" srcOrd="0" destOrd="0" presId="urn:microsoft.com/office/officeart/2005/8/layout/balance1"/>
    <dgm:cxn modelId="{D0E8C542-1E6A-1A49-B06F-79BA6FBCF20A}" srcId="{B4271438-B940-7B47-8FAF-9117657D7D72}" destId="{6CDDC9FC-08E6-194F-AB44-916912911EF2}" srcOrd="1" destOrd="0" parTransId="{8AC216A7-2FE0-3745-AEC3-DE5C8B16C79B}" sibTransId="{4F533A3B-638B-464B-A588-2205AC82964B}"/>
    <dgm:cxn modelId="{7F4B9648-057F-A040-B154-14A35FA8AE24}" type="presOf" srcId="{6CDDC9FC-08E6-194F-AB44-916912911EF2}" destId="{D08658B1-8C0F-6445-B262-DE60880B40C3}" srcOrd="0" destOrd="0" presId="urn:microsoft.com/office/officeart/2005/8/layout/balance1"/>
    <dgm:cxn modelId="{EC270871-3D65-DB4F-B9F0-92759EDECD73}" srcId="{5C85AC37-E01B-5D42-890D-6B1249024F64}" destId="{B4271438-B940-7B47-8FAF-9117657D7D72}" srcOrd="1" destOrd="0" parTransId="{59C29BCE-E229-7C44-9C03-73F6EDFE4B32}" sibTransId="{8B39BFA0-3E6A-E340-B579-CF496A73E3D0}"/>
    <dgm:cxn modelId="{128B727E-37EE-0D40-9E1A-80B2CBF50F7F}" type="presOf" srcId="{EB5BA813-5FD9-C046-9002-8EDD4D49B9DA}" destId="{BB3BBC36-90DE-1F40-8652-E9D6FD130FAE}" srcOrd="0" destOrd="0" presId="urn:microsoft.com/office/officeart/2005/8/layout/balance1"/>
    <dgm:cxn modelId="{4FD9F580-2A10-6B4F-9043-0F26CBD85699}" type="presOf" srcId="{5C85AC37-E01B-5D42-890D-6B1249024F64}" destId="{30743B64-0889-EA47-8B0D-468BF1DCD0E1}" srcOrd="0" destOrd="0" presId="urn:microsoft.com/office/officeart/2005/8/layout/balance1"/>
    <dgm:cxn modelId="{4FCF7886-2303-A243-8B4F-9B05211D4C6E}" srcId="{5C85AC37-E01B-5D42-890D-6B1249024F64}" destId="{6255E5A6-8A07-A843-A7AD-D502CEFB5584}" srcOrd="0" destOrd="0" parTransId="{E40FA94D-A94D-8E42-8837-6C6710A0A903}" sibTransId="{EA276170-043F-1746-BA77-0DD99BC7B05E}"/>
    <dgm:cxn modelId="{48C2CC92-B485-D846-82BA-CE9FA1E0D2E2}" type="presOf" srcId="{A64B28A9-5E34-D345-ABAD-CFD42AFAB009}" destId="{D0C27737-0BFD-214F-9ECB-5D64DFC7AD5E}" srcOrd="0" destOrd="0" presId="urn:microsoft.com/office/officeart/2005/8/layout/balance1"/>
    <dgm:cxn modelId="{ACCB49A5-B078-4B4E-B9FC-AF0D386E6462}" srcId="{B4271438-B940-7B47-8FAF-9117657D7D72}" destId="{ACEB3FAF-AE7D-7845-AB54-9A9392306A94}" srcOrd="0" destOrd="0" parTransId="{FA07560F-9895-F14F-B0A6-3E3D48078C3F}" sibTransId="{5FCF4F26-6ECF-FF48-A68C-41C29331CED5}"/>
    <dgm:cxn modelId="{59A300C4-8F8B-B94F-BBEA-5657608A73B2}" srcId="{6255E5A6-8A07-A843-A7AD-D502CEFB5584}" destId="{85D85CB2-FBEA-054D-8678-39B2892A20FC}" srcOrd="1" destOrd="0" parTransId="{7DDBF804-1DE2-BF4B-9D0F-765EC3364EEC}" sibTransId="{D2D9A0D6-9B8C-9644-9B7B-65F8C4974F48}"/>
    <dgm:cxn modelId="{7387E8E4-98AD-AB4F-AE09-E73FAB18A78D}" type="presOf" srcId="{B4271438-B940-7B47-8FAF-9117657D7D72}" destId="{F1AA0A07-55DD-BD42-92F2-2E2DD6F63FCF}" srcOrd="0" destOrd="0" presId="urn:microsoft.com/office/officeart/2005/8/layout/balance1"/>
    <dgm:cxn modelId="{ACC17BB6-5422-4D47-B2B1-586C5D298BE5}" type="presParOf" srcId="{30743B64-0889-EA47-8B0D-468BF1DCD0E1}" destId="{A2596A87-602A-D64A-BE07-FBEAD98FDF78}" srcOrd="0" destOrd="0" presId="urn:microsoft.com/office/officeart/2005/8/layout/balance1"/>
    <dgm:cxn modelId="{D2BDA034-F784-B845-BC36-E10949C7FB5F}" type="presParOf" srcId="{30743B64-0889-EA47-8B0D-468BF1DCD0E1}" destId="{203E6AE2-CA81-3640-A7AC-C9B658CAAF08}" srcOrd="1" destOrd="0" presId="urn:microsoft.com/office/officeart/2005/8/layout/balance1"/>
    <dgm:cxn modelId="{50BFCDD9-81BA-534D-9011-3D935691406A}" type="presParOf" srcId="{203E6AE2-CA81-3640-A7AC-C9B658CAAF08}" destId="{CEBBF3E7-CE1E-884B-97E0-28EC40917FC1}" srcOrd="0" destOrd="0" presId="urn:microsoft.com/office/officeart/2005/8/layout/balance1"/>
    <dgm:cxn modelId="{5622BCC5-2AE7-5C41-81EA-13F003B7CEFD}" type="presParOf" srcId="{203E6AE2-CA81-3640-A7AC-C9B658CAAF08}" destId="{F1AA0A07-55DD-BD42-92F2-2E2DD6F63FCF}" srcOrd="1" destOrd="0" presId="urn:microsoft.com/office/officeart/2005/8/layout/balance1"/>
    <dgm:cxn modelId="{2FA04FF1-0037-CB43-901D-7AED39776054}" type="presParOf" srcId="{30743B64-0889-EA47-8B0D-468BF1DCD0E1}" destId="{1C8837B9-498C-A148-9402-26A54887A86D}" srcOrd="2" destOrd="0" presId="urn:microsoft.com/office/officeart/2005/8/layout/balance1"/>
    <dgm:cxn modelId="{62851EC3-D49A-BD4F-80F7-387CBF4ED68A}" type="presParOf" srcId="{1C8837B9-498C-A148-9402-26A54887A86D}" destId="{9DF07774-5CBA-DF4E-BC14-253549227A34}" srcOrd="0" destOrd="0" presId="urn:microsoft.com/office/officeart/2005/8/layout/balance1"/>
    <dgm:cxn modelId="{85DADE22-581B-1848-AB8B-ECCE5720173C}" type="presParOf" srcId="{1C8837B9-498C-A148-9402-26A54887A86D}" destId="{1BC4C38C-8DCF-EA4A-8CFF-0ECB9B86E355}" srcOrd="1" destOrd="0" presId="urn:microsoft.com/office/officeart/2005/8/layout/balance1"/>
    <dgm:cxn modelId="{40EAD6E5-BDE6-864B-851B-39C993DD3502}" type="presParOf" srcId="{1C8837B9-498C-A148-9402-26A54887A86D}" destId="{87735EBC-9C2C-2645-82D8-642D72A5710D}" srcOrd="2" destOrd="0" presId="urn:microsoft.com/office/officeart/2005/8/layout/balance1"/>
    <dgm:cxn modelId="{C1325AE0-1F11-ED47-BCB1-451FC7084A81}" type="presParOf" srcId="{1C8837B9-498C-A148-9402-26A54887A86D}" destId="{36882827-6B68-0046-A85D-6B8947AD81E2}" srcOrd="3" destOrd="0" presId="urn:microsoft.com/office/officeart/2005/8/layout/balance1"/>
    <dgm:cxn modelId="{2E01BE6E-EBC6-FD4A-8DB6-53D3A9C7D4D5}" type="presParOf" srcId="{1C8837B9-498C-A148-9402-26A54887A86D}" destId="{D08658B1-8C0F-6445-B262-DE60880B40C3}" srcOrd="4" destOrd="0" presId="urn:microsoft.com/office/officeart/2005/8/layout/balance1"/>
    <dgm:cxn modelId="{67FA81AB-C55E-E540-9B0A-CDCBD87E897C}" type="presParOf" srcId="{1C8837B9-498C-A148-9402-26A54887A86D}" destId="{D0C27737-0BFD-214F-9ECB-5D64DFC7AD5E}" srcOrd="5" destOrd="0" presId="urn:microsoft.com/office/officeart/2005/8/layout/balance1"/>
    <dgm:cxn modelId="{A15E4502-BF66-444F-BB8E-1FE669D4E514}" type="presParOf" srcId="{1C8837B9-498C-A148-9402-26A54887A86D}" destId="{BB3BBC36-90DE-1F40-8652-E9D6FD130FAE}" srcOrd="6" destOrd="0" presId="urn:microsoft.com/office/officeart/2005/8/layout/balance1"/>
    <dgm:cxn modelId="{15DCC95A-DBC0-4442-8901-67450BE81529}" type="presParOf" srcId="{1C8837B9-498C-A148-9402-26A54887A86D}" destId="{22199B65-2576-9946-8BA7-338828BB5C92}" srcOrd="7" destOrd="0" presId="urn:microsoft.com/office/officeart/2005/8/layout/balance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CEBBF3E7-CE1E-884B-97E0-28EC40917FC1}">
      <dsp:nvSpPr>
        <dsp:cNvPr id="0" name=""/>
        <dsp:cNvSpPr/>
      </dsp:nvSpPr>
      <dsp:spPr>
        <a:xfrm>
          <a:off x="1259840" y="0"/>
          <a:ext cx="1463040" cy="812800"/>
        </a:xfrm>
        <a:prstGeom prst="roundRect">
          <a:avLst>
            <a:gd name="adj" fmla="val 10000"/>
          </a:avLst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3820" tIns="83820" rIns="83820" bIns="83820" numCol="1" spcCol="1270" anchor="ctr" anchorCtr="0">
          <a:noAutofit/>
        </a:bodyPr>
        <a:lstStyle/>
        <a:p>
          <a:pPr marL="0" lvl="0" indent="0" algn="ctr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 dirty="0"/>
            <a:t>Floating Point</a:t>
          </a:r>
        </a:p>
      </dsp:txBody>
      <dsp:txXfrm>
        <a:off x="1283646" y="23806"/>
        <a:ext cx="1415428" cy="765188"/>
      </dsp:txXfrm>
    </dsp:sp>
    <dsp:sp modelId="{F1AA0A07-55DD-BD42-92F2-2E2DD6F63FCF}">
      <dsp:nvSpPr>
        <dsp:cNvPr id="0" name=""/>
        <dsp:cNvSpPr/>
      </dsp:nvSpPr>
      <dsp:spPr>
        <a:xfrm>
          <a:off x="3373120" y="0"/>
          <a:ext cx="1463040" cy="812800"/>
        </a:xfrm>
        <a:prstGeom prst="roundRect">
          <a:avLst>
            <a:gd name="adj" fmla="val 10000"/>
          </a:avLst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3820" tIns="83820" rIns="83820" bIns="83820" numCol="1" spcCol="1270" anchor="ctr" anchorCtr="0">
          <a:noAutofit/>
        </a:bodyPr>
        <a:lstStyle/>
        <a:p>
          <a:pPr marL="0" lvl="0" indent="0" algn="ctr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 dirty="0"/>
            <a:t>Fixed Point</a:t>
          </a:r>
        </a:p>
      </dsp:txBody>
      <dsp:txXfrm>
        <a:off x="3396926" y="23806"/>
        <a:ext cx="1415428" cy="765188"/>
      </dsp:txXfrm>
    </dsp:sp>
    <dsp:sp modelId="{1BC4C38C-8DCF-EA4A-8CFF-0ECB9B86E355}">
      <dsp:nvSpPr>
        <dsp:cNvPr id="0" name=""/>
        <dsp:cNvSpPr/>
      </dsp:nvSpPr>
      <dsp:spPr>
        <a:xfrm>
          <a:off x="2743200" y="3454400"/>
          <a:ext cx="609600" cy="609600"/>
        </a:xfrm>
        <a:prstGeom prst="triangle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87735EBC-9C2C-2645-82D8-642D72A5710D}">
      <dsp:nvSpPr>
        <dsp:cNvPr id="0" name=""/>
        <dsp:cNvSpPr/>
      </dsp:nvSpPr>
      <dsp:spPr>
        <a:xfrm rot="240000">
          <a:off x="1218641" y="3193179"/>
          <a:ext cx="3658717" cy="255842"/>
        </a:xfrm>
        <a:prstGeom prst="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36882827-6B68-0046-A85D-6B8947AD81E2}">
      <dsp:nvSpPr>
        <dsp:cNvPr id="0" name=""/>
        <dsp:cNvSpPr/>
      </dsp:nvSpPr>
      <dsp:spPr>
        <a:xfrm rot="240000">
          <a:off x="3415383" y="2553510"/>
          <a:ext cx="1459793" cy="680114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9530" tIns="49530" rIns="49530" bIns="49530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 dirty="0"/>
            <a:t>Higher Performance</a:t>
          </a:r>
        </a:p>
      </dsp:txBody>
      <dsp:txXfrm>
        <a:off x="3448583" y="2586710"/>
        <a:ext cx="1393393" cy="613714"/>
      </dsp:txXfrm>
    </dsp:sp>
    <dsp:sp modelId="{D08658B1-8C0F-6445-B262-DE60880B40C3}">
      <dsp:nvSpPr>
        <dsp:cNvPr id="0" name=""/>
        <dsp:cNvSpPr/>
      </dsp:nvSpPr>
      <dsp:spPr>
        <a:xfrm rot="240000">
          <a:off x="3468215" y="1821990"/>
          <a:ext cx="1459793" cy="680114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9530" tIns="49530" rIns="49530" bIns="49530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 dirty="0"/>
            <a:t>More bits for precision</a:t>
          </a:r>
        </a:p>
      </dsp:txBody>
      <dsp:txXfrm>
        <a:off x="3501415" y="1855190"/>
        <a:ext cx="1393393" cy="613714"/>
      </dsp:txXfrm>
    </dsp:sp>
    <dsp:sp modelId="{D0C27737-0BFD-214F-9ECB-5D64DFC7AD5E}">
      <dsp:nvSpPr>
        <dsp:cNvPr id="0" name=""/>
        <dsp:cNvSpPr/>
      </dsp:nvSpPr>
      <dsp:spPr>
        <a:xfrm rot="240000">
          <a:off x="3521047" y="1106726"/>
          <a:ext cx="1459793" cy="680114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9530" tIns="49530" rIns="49530" bIns="49530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 dirty="0"/>
            <a:t>Lower Product Cost</a:t>
          </a:r>
        </a:p>
      </dsp:txBody>
      <dsp:txXfrm>
        <a:off x="3554247" y="1139926"/>
        <a:ext cx="1393393" cy="613714"/>
      </dsp:txXfrm>
    </dsp:sp>
    <dsp:sp modelId="{BB3BBC36-90DE-1F40-8652-E9D6FD130FAE}">
      <dsp:nvSpPr>
        <dsp:cNvPr id="0" name=""/>
        <dsp:cNvSpPr/>
      </dsp:nvSpPr>
      <dsp:spPr>
        <a:xfrm rot="240000">
          <a:off x="1322423" y="2407206"/>
          <a:ext cx="1459793" cy="680114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9530" tIns="49530" rIns="49530" bIns="49530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 dirty="0"/>
            <a:t>Shorter Development Time</a:t>
          </a:r>
        </a:p>
      </dsp:txBody>
      <dsp:txXfrm>
        <a:off x="1355623" y="2440406"/>
        <a:ext cx="1393393" cy="613714"/>
      </dsp:txXfrm>
    </dsp:sp>
    <dsp:sp modelId="{22199B65-2576-9946-8BA7-338828BB5C92}">
      <dsp:nvSpPr>
        <dsp:cNvPr id="0" name=""/>
        <dsp:cNvSpPr/>
      </dsp:nvSpPr>
      <dsp:spPr>
        <a:xfrm rot="240000">
          <a:off x="1375255" y="1675686"/>
          <a:ext cx="1459793" cy="680114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9530" tIns="49530" rIns="49530" bIns="49530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 dirty="0"/>
            <a:t>Wide Dynamic Range</a:t>
          </a:r>
        </a:p>
      </dsp:txBody>
      <dsp:txXfrm>
        <a:off x="1408455" y="1708886"/>
        <a:ext cx="1393393" cy="613714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balance1">
  <dgm:title val=""/>
  <dgm:desc val=""/>
  <dgm:catLst>
    <dgm:cat type="relationship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23">
          <dgm:prSet phldr="1"/>
        </dgm:pt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14" srcId="1" destId="12" srcOrd="0" destOrd="0"/>
        <dgm:cxn modelId="23" srcId="2" destId="21" srcOrd="0" destOrd="0"/>
        <dgm:cxn modelId="24" srcId="2" destId="22" srcOrd="0" destOrd="0"/>
        <dgm:cxn modelId="25" srcId="2" destId="23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12"/>
        <dgm:pt modelId="2"/>
        <dgm:pt modelId="21"/>
        <dgm:pt modelId="22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14" srcId="1" destId="12" srcOrd="0" destOrd="0"/>
        <dgm:cxn modelId="23" srcId="2" destId="21" srcOrd="0" destOrd="0"/>
        <dgm:cxn modelId="24" srcId="2" destId="22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12"/>
        <dgm:pt modelId="13"/>
        <dgm:pt modelId="2"/>
        <dgm:pt modelId="21"/>
        <dgm:pt modelId="22"/>
        <dgm:pt modelId="23"/>
      </dgm:ptLst>
      <dgm:cxnLst>
        <dgm:cxn modelId="4" srcId="0" destId="1" srcOrd="0" destOrd="0"/>
        <dgm:cxn modelId="5" srcId="0" destId="2" srcOrd="1" destOrd="0"/>
        <dgm:cxn modelId="15" srcId="1" destId="11" srcOrd="0" destOrd="0"/>
        <dgm:cxn modelId="16" srcId="1" destId="12" srcOrd="0" destOrd="0"/>
        <dgm:cxn modelId="17" srcId="1" destId="13" srcOrd="0" destOrd="0"/>
        <dgm:cxn modelId="25" srcId="2" destId="21" srcOrd="0" destOrd="0"/>
        <dgm:cxn modelId="26" srcId="2" destId="22" srcOrd="0" destOrd="0"/>
        <dgm:cxn modelId="27" srcId="2" destId="23" srcOrd="0" destOrd="0"/>
      </dgm:cxnLst>
      <dgm:bg/>
      <dgm:whole/>
    </dgm:dataModel>
  </dgm:clrData>
  <dgm:layoutNode name="outerComposite">
    <dgm:varLst>
      <dgm:chMax val="2"/>
      <dgm:animLvl val="lvl"/>
      <dgm:resizeHandles val="exact"/>
    </dgm:varLst>
    <dgm:alg type="composite">
      <dgm:param type="ar" val="1"/>
    </dgm:alg>
    <dgm:shape xmlns:r="http://schemas.openxmlformats.org/officeDocument/2006/relationships" r:blip="">
      <dgm:adjLst/>
    </dgm:shape>
    <dgm:presOf/>
    <dgm:constrLst>
      <dgm:constr type="h" for="ch" forName="parentComposite" refType="h" refFor="ch" refForName="dummyMaxCanvas" op="equ" fact="0.2"/>
      <dgm:constr type="t" for="ch" forName="parentComposite"/>
      <dgm:constr type="h" for="ch" forName="childrenComposite" refType="h" refFor="ch" refForName="dummyMaxCanvas" op="equ" fact="0.8"/>
      <dgm:constr type="t" for="ch" forName="childrenComposite" refType="h" refFor="ch" refForName="dummyMaxCanvas" fact="0.2"/>
    </dgm:constrLst>
    <dgm:ruleLst/>
    <dgm:layoutNode name="dummyMaxCanvas">
      <dgm:alg type="sp"/>
      <dgm:shape xmlns:r="http://schemas.openxmlformats.org/officeDocument/2006/relationships" r:blip="">
        <dgm:adjLst/>
      </dgm:shape>
      <dgm:presOf/>
      <dgm:constrLst/>
      <dgm:ruleLst/>
    </dgm:layoutNode>
    <dgm:layoutNode name="parentComposite">
      <dgm:alg type="composite"/>
      <dgm:shape xmlns:r="http://schemas.openxmlformats.org/officeDocument/2006/relationships" r:blip="">
        <dgm:adjLst/>
      </dgm:shape>
      <dgm:presOf/>
      <dgm:constrLst>
        <dgm:constr type="w" for="ch" forName="parent1" refType="w" fact="0.36"/>
        <dgm:constr type="ctrX" for="ch" forName="parent1" refType="w" fact="0.24"/>
        <dgm:constr type="w" for="ch" forName="parent2" refType="w" fact="0.36"/>
        <dgm:constr type="ctrX" for="ch" forName="parent2" refType="w" fact="0.76"/>
        <dgm:constr type="primFontSz" for="ch" ptType="node" op="equ"/>
      </dgm:constrLst>
      <dgm:ruleLst/>
      <dgm:layoutNode name="parent1" styleLbl="alignAccFollowNode1">
        <dgm:varLst>
          <dgm:chMax val="4"/>
        </dgm:varLst>
        <dgm:alg type="tx"/>
        <dgm:shape xmlns:r="http://schemas.openxmlformats.org/officeDocument/2006/relationships" type="roundRect" r:blip="">
          <dgm:adjLst>
            <dgm:adj idx="1" val="0.1"/>
          </dgm:adjLst>
        </dgm:shape>
        <dgm:presOf axis="ch" ptType="node" cnt="1"/>
        <dgm:constrLst>
          <dgm:constr type="primFontSz" val="65"/>
          <dgm:constr type="lMarg" refType="primFontSz" fact="0.3"/>
          <dgm:constr type="rMarg" refType="primFontSz" fact="0.3"/>
          <dgm:constr type="tMarg" refType="primFontSz" fact="0.3"/>
          <dgm:constr type="bMarg" refType="primFontSz" fact="0.3"/>
        </dgm:constrLst>
        <dgm:ruleLst>
          <dgm:rule type="primFontSz" val="5" fact="NaN" max="NaN"/>
        </dgm:ruleLst>
      </dgm:layoutNode>
      <dgm:layoutNode name="parent2" styleLbl="alignAccFollowNode1">
        <dgm:varLst>
          <dgm:chMax val="4"/>
        </dgm:varLst>
        <dgm:alg type="tx"/>
        <dgm:shape xmlns:r="http://schemas.openxmlformats.org/officeDocument/2006/relationships" type="roundRect" r:blip="">
          <dgm:adjLst>
            <dgm:adj idx="1" val="0.1"/>
          </dgm:adjLst>
        </dgm:shape>
        <dgm:presOf axis="ch" ptType="node" st="2" cnt="1"/>
        <dgm:constrLst>
          <dgm:constr type="primFontSz" val="65"/>
          <dgm:constr type="lMarg" refType="primFontSz" fact="0.3"/>
          <dgm:constr type="rMarg" refType="primFontSz" fact="0.3"/>
          <dgm:constr type="tMarg" refType="primFontSz" fact="0.3"/>
          <dgm:constr type="bMarg" refType="primFontSz" fact="0.3"/>
        </dgm:constrLst>
        <dgm:ruleLst>
          <dgm:rule type="primFontSz" val="5" fact="NaN" max="NaN"/>
        </dgm:ruleLst>
      </dgm:layoutNode>
    </dgm:layoutNode>
    <dgm:layoutNode name="childrenComposite">
      <dgm:alg type="composite"/>
      <dgm:shape xmlns:r="http://schemas.openxmlformats.org/officeDocument/2006/relationships" r:blip="">
        <dgm:adjLst/>
      </dgm:shape>
      <dgm:presOf/>
      <dgm:constrLst>
        <dgm:constr type="primFontSz" for="ch" ptType="node" op="equ" val="65"/>
        <dgm:constr type="w" for="ch" forName="fulcrum" refType="w" fact="0.15"/>
        <dgm:constr type="h" for="ch" forName="fulcrum" refType="w" refFor="ch" refForName="fulcrum"/>
        <dgm:constr type="b" for="ch" forName="fulcrum" refType="h"/>
        <dgm:constr type="ctrX" for="ch" forName="fulcrum" refType="w" fact="0.5"/>
        <dgm:constr type="w" for="ch" forName="balance_00" refType="w" fact="0.9"/>
        <dgm:constr type="h" for="ch" forName="balance_00" refType="h" fact="0.076"/>
        <dgm:constr type="b" for="ch" forName="balance_00" refType="h" fact="0.81"/>
        <dgm:constr type="ctrX" for="ch" forName="balance_00" refType="w" fact="0.5"/>
        <dgm:constr type="w" for="ch" forName="balance_01" refType="w"/>
        <dgm:constr type="h" for="ch" forName="balance_01" refType="h" fact="0.157"/>
        <dgm:constr type="b" for="ch" forName="balance_01" refType="h" fact="0.85"/>
        <dgm:constr type="ctrX" for="ch" forName="balance_01" refType="w" fact="0.5"/>
        <dgm:constr type="w" for="ch" forName="balance_02" refType="w"/>
        <dgm:constr type="h" for="ch" forName="balance_02" refType="h" fact="0.157"/>
        <dgm:constr type="b" for="ch" forName="balance_02" refType="h" fact="0.85"/>
        <dgm:constr type="ctrX" for="ch" forName="balance_02" refType="w" fact="0.5"/>
        <dgm:constr type="w" for="ch" forName="balance_03" refType="w"/>
        <dgm:constr type="h" for="ch" forName="balance_03" refType="h" fact="0.157"/>
        <dgm:constr type="b" for="ch" forName="balance_03" refType="h" fact="0.85"/>
        <dgm:constr type="ctrX" for="ch" forName="balance_03" refType="w" fact="0.5"/>
        <dgm:constr type="w" for="ch" forName="balance_04" refType="w"/>
        <dgm:constr type="h" for="ch" forName="balance_04" refType="h" fact="0.157"/>
        <dgm:constr type="b" for="ch" forName="balance_04" refType="h" fact="0.85"/>
        <dgm:constr type="ctrX" for="ch" forName="balance_04" refType="w" fact="0.5"/>
        <dgm:constr type="w" for="ch" forName="balance_10" refType="w"/>
        <dgm:constr type="h" for="ch" forName="balance_10" refType="h" fact="0.157"/>
        <dgm:constr type="b" for="ch" forName="balance_10" refType="h" fact="0.85"/>
        <dgm:constr type="ctrX" for="ch" forName="balance_10" refType="w" fact="0.5"/>
        <dgm:constr type="w" for="ch" forName="balance_11" refType="w" fact="0.9"/>
        <dgm:constr type="h" for="ch" forName="balance_11" refType="h" fact="0.076"/>
        <dgm:constr type="b" for="ch" forName="balance_11" refType="h" fact="0.81"/>
        <dgm:constr type="ctrX" for="ch" forName="balance_11" refType="w" fact="0.5"/>
        <dgm:constr type="w" for="ch" forName="balance_12" refType="w"/>
        <dgm:constr type="h" for="ch" forName="balance_12" refType="h" fact="0.157"/>
        <dgm:constr type="b" for="ch" forName="balance_12" refType="h" fact="0.85"/>
        <dgm:constr type="ctrX" for="ch" forName="balance_12" refType="w" fact="0.5"/>
        <dgm:constr type="w" for="ch" forName="balance_13" refType="w"/>
        <dgm:constr type="h" for="ch" forName="balance_13" refType="h" fact="0.157"/>
        <dgm:constr type="b" for="ch" forName="balance_13" refType="h" fact="0.85"/>
        <dgm:constr type="ctrX" for="ch" forName="balance_13" refType="w" fact="0.5"/>
        <dgm:constr type="w" for="ch" forName="balance_14" refType="w"/>
        <dgm:constr type="h" for="ch" forName="balance_14" refType="h" fact="0.157"/>
        <dgm:constr type="b" for="ch" forName="balance_14" refType="h" fact="0.85"/>
        <dgm:constr type="ctrX" for="ch" forName="balance_14" refType="w" fact="0.5"/>
        <dgm:constr type="w" for="ch" forName="balance_20" refType="w"/>
        <dgm:constr type="h" for="ch" forName="balance_20" refType="h" fact="0.157"/>
        <dgm:constr type="b" for="ch" forName="balance_20" refType="h" fact="0.85"/>
        <dgm:constr type="ctrX" for="ch" forName="balance_20" refType="w" fact="0.5"/>
        <dgm:constr type="w" for="ch" forName="balance_21" refType="w"/>
        <dgm:constr type="h" for="ch" forName="balance_21" refType="h" fact="0.157"/>
        <dgm:constr type="b" for="ch" forName="balance_21" refType="h" fact="0.85"/>
        <dgm:constr type="ctrX" for="ch" forName="balance_21" refType="w" fact="0.5"/>
        <dgm:constr type="w" for="ch" forName="balance_22" refType="w" fact="0.9"/>
        <dgm:constr type="h" for="ch" forName="balance_22" refType="h" fact="0.076"/>
        <dgm:constr type="b" for="ch" forName="balance_22" refType="h" fact="0.81"/>
        <dgm:constr type="ctrX" for="ch" forName="balance_22" refType="w" fact="0.5"/>
        <dgm:constr type="w" for="ch" forName="balance_23" refType="w"/>
        <dgm:constr type="h" for="ch" forName="balance_23" refType="h" fact="0.157"/>
        <dgm:constr type="b" for="ch" forName="balance_23" refType="h" fact="0.85"/>
        <dgm:constr type="ctrX" for="ch" forName="balance_23" refType="w" fact="0.5"/>
        <dgm:constr type="w" for="ch" forName="balance_24" refType="w"/>
        <dgm:constr type="h" for="ch" forName="balance_24" refType="h" fact="0.157"/>
        <dgm:constr type="b" for="ch" forName="balance_24" refType="h" fact="0.85"/>
        <dgm:constr type="ctrX" for="ch" forName="balance_24" refType="w" fact="0.5"/>
        <dgm:constr type="w" for="ch" forName="balance_30" refType="w"/>
        <dgm:constr type="h" for="ch" forName="balance_30" refType="h" fact="0.157"/>
        <dgm:constr type="b" for="ch" forName="balance_30" refType="h" fact="0.85"/>
        <dgm:constr type="ctrX" for="ch" forName="balance_30" refType="w" fact="0.5"/>
        <dgm:constr type="w" for="ch" forName="balance_31" refType="w"/>
        <dgm:constr type="h" for="ch" forName="balance_31" refType="h" fact="0.157"/>
        <dgm:constr type="b" for="ch" forName="balance_31" refType="h" fact="0.85"/>
        <dgm:constr type="ctrX" for="ch" forName="balance_31" refType="w" fact="0.5"/>
        <dgm:constr type="w" for="ch" forName="balance_32" refType="w"/>
        <dgm:constr type="h" for="ch" forName="balance_32" refType="h" fact="0.157"/>
        <dgm:constr type="b" for="ch" forName="balance_32" refType="h" fact="0.85"/>
        <dgm:constr type="ctrX" for="ch" forName="balance_32" refType="w" fact="0.5"/>
        <dgm:constr type="w" for="ch" forName="balance_33" refType="w" fact="0.9"/>
        <dgm:constr type="h" for="ch" forName="balance_33" refType="h" fact="0.076"/>
        <dgm:constr type="b" for="ch" forName="balance_33" refType="h" fact="0.81"/>
        <dgm:constr type="ctrX" for="ch" forName="balance_33" refType="w" fact="0.5"/>
        <dgm:constr type="w" for="ch" forName="balance_34" refType="w"/>
        <dgm:constr type="h" for="ch" forName="balance_34" refType="h" fact="0.157"/>
        <dgm:constr type="b" for="ch" forName="balance_34" refType="h" fact="0.85"/>
        <dgm:constr type="ctrX" for="ch" forName="balance_34" refType="w" fact="0.5"/>
        <dgm:constr type="w" for="ch" forName="balance_40" refType="w"/>
        <dgm:constr type="h" for="ch" forName="balance_40" refType="h" fact="0.157"/>
        <dgm:constr type="b" for="ch" forName="balance_40" refType="h" fact="0.85"/>
        <dgm:constr type="ctrX" for="ch" forName="balance_40" refType="w" fact="0.5"/>
        <dgm:constr type="w" for="ch" forName="balance_41" refType="w"/>
        <dgm:constr type="h" for="ch" forName="balance_41" refType="h" fact="0.157"/>
        <dgm:constr type="b" for="ch" forName="balance_41" refType="h" fact="0.85"/>
        <dgm:constr type="ctrX" for="ch" forName="balance_41" refType="w" fact="0.5"/>
        <dgm:constr type="w" for="ch" forName="balance_42" refType="w"/>
        <dgm:constr type="h" for="ch" forName="balance_42" refType="h" fact="0.157"/>
        <dgm:constr type="b" for="ch" forName="balance_42" refType="h" fact="0.85"/>
        <dgm:constr type="ctrX" for="ch" forName="balance_42" refType="w" fact="0.5"/>
        <dgm:constr type="w" for="ch" forName="balance_43" refType="w"/>
        <dgm:constr type="h" for="ch" forName="balance_43" refType="h" fact="0.157"/>
        <dgm:constr type="b" for="ch" forName="balance_43" refType="h" fact="0.85"/>
        <dgm:constr type="ctrX" for="ch" forName="balance_43" refType="w" fact="0.5"/>
        <dgm:constr type="w" for="ch" forName="balance_44" refType="w" fact="0.9"/>
        <dgm:constr type="h" for="ch" forName="balance_44" refType="h" fact="0.076"/>
        <dgm:constr type="b" for="ch" forName="balance_44" refType="h" fact="0.81"/>
        <dgm:constr type="ctrX" for="ch" forName="balance_44" refType="w" fact="0.5"/>
        <dgm:constr type="w" for="ch" forName="right_01_1" refType="w" fact="0.4"/>
        <dgm:constr type="h" for="ch" forName="right_01_1" refType="h" fact="0.7"/>
        <dgm:constr type="b" for="ch" forName="right_01_1" refType="h" fact="0.76"/>
        <dgm:constr type="ctrX" for="ch" forName="right_01_1" refType="w" fact="0.78"/>
        <dgm:constr type="w" for="ch" forName="left_10_1" refType="w" fact="0.4"/>
        <dgm:constr type="h" for="ch" forName="left_10_1" refType="h" fact="0.7"/>
        <dgm:constr type="b" for="ch" forName="left_10_1" refType="h" fact="0.76"/>
        <dgm:constr type="ctrX" for="ch" forName="left_10_1" refType="w" fact="0.22"/>
        <dgm:constr type="w" for="ch" forName="right_11_1" refType="w" fact="0.36"/>
        <dgm:constr type="h" for="ch" forName="right_11_1" refType="h" fact="0.67"/>
        <dgm:constr type="b" for="ch" forName="right_11_1" refType="h" fact="0.725"/>
        <dgm:constr type="ctrX" for="ch" forName="right_11_1" refType="w" fact="0.76"/>
        <dgm:constr type="w" for="ch" forName="left_11_1" refType="w" fact="0.36"/>
        <dgm:constr type="h" for="ch" forName="left_11_1" refType="h" fact="0.67"/>
        <dgm:constr type="b" for="ch" forName="left_11_1" refType="h" fact="0.725"/>
        <dgm:constr type="ctrX" for="ch" forName="left_11_1" refType="w" fact="0.24"/>
        <dgm:constr type="w" for="ch" forName="right_02_1" refType="w" fact="0.388"/>
        <dgm:constr type="h" for="ch" forName="right_02_1" refType="h" fact="0.36"/>
        <dgm:constr type="b" for="ch" forName="right_02_1" refType="h" fact="0.76"/>
        <dgm:constr type="ctrX" for="ch" forName="right_02_1" refType="w" fact="0.77"/>
        <dgm:constr type="w" for="ch" forName="right_02_2" refType="w" fact="0.388"/>
        <dgm:constr type="h" for="ch" forName="right_02_2" refType="h" fact="0.36"/>
        <dgm:constr type="b" for="ch" forName="right_02_2" refType="h" fact="0.42"/>
        <dgm:constr type="ctrX" for="ch" forName="right_02_2" refType="w" fact="0.79"/>
        <dgm:constr type="w" for="ch" forName="left_20_1" refType="w" fact="0.388"/>
        <dgm:constr type="h" for="ch" forName="left_20_1" refType="h" fact="0.36"/>
        <dgm:constr type="b" for="ch" forName="left_20_1" refType="h" fact="0.76"/>
        <dgm:constr type="ctrX" for="ch" forName="left_20_1" refType="w" fact="0.23"/>
        <dgm:constr type="w" for="ch" forName="left_20_2" refType="w" fact="0.388"/>
        <dgm:constr type="h" for="ch" forName="left_20_2" refType="h" fact="0.36"/>
        <dgm:constr type="b" for="ch" forName="left_20_2" refType="h" fact="0.42"/>
        <dgm:constr type="ctrX" for="ch" forName="left_20_2" refType="w" fact="0.21"/>
        <dgm:constr type="w" for="ch" forName="right_12_1" refType="w" fact="0.388"/>
        <dgm:constr type="h" for="ch" forName="right_12_1" refType="h" fact="0.36"/>
        <dgm:constr type="b" for="ch" forName="right_12_1" refType="h" fact="0.76"/>
        <dgm:constr type="ctrX" for="ch" forName="right_12_1" refType="w" fact="0.77"/>
        <dgm:constr type="w" for="ch" forName="right_12_2" refType="w" fact="0.388"/>
        <dgm:constr type="h" for="ch" forName="right_12_2" refType="h" fact="0.36"/>
        <dgm:constr type="b" for="ch" forName="right_12_2" refType="h" fact="0.42"/>
        <dgm:constr type="ctrX" for="ch" forName="right_12_2" refType="w" fact="0.79"/>
        <dgm:constr type="w" for="ch" forName="left_12_1" refType="w" fact="0.388"/>
        <dgm:constr type="h" for="ch" forName="left_12_1" refType="h" fact="0.36"/>
        <dgm:constr type="b" for="ch" forName="left_12_1" refType="h" fact="0.715"/>
        <dgm:constr type="ctrX" for="ch" forName="left_12_1" refType="w" fact="0.255"/>
        <dgm:constr type="w" for="ch" forName="right_22_1" refType="w" fact="0.36"/>
        <dgm:constr type="h" for="ch" forName="right_22_1" refType="h" fact="0.32"/>
        <dgm:constr type="b" for="ch" forName="right_22_1" refType="h" fact="0.725"/>
        <dgm:constr type="ctrX" for="ch" forName="right_22_1" refType="w" fact="0.76"/>
        <dgm:constr type="w" for="ch" forName="right_22_2" refType="w" fact="0.36"/>
        <dgm:constr type="h" for="ch" forName="right_22_2" refType="h" fact="0.32"/>
        <dgm:constr type="b" for="ch" forName="right_22_2" refType="h" fact="0.39"/>
        <dgm:constr type="ctrX" for="ch" forName="right_22_2" refType="w" fact="0.76"/>
        <dgm:constr type="w" for="ch" forName="left_22_1" refType="w" fact="0.36"/>
        <dgm:constr type="h" for="ch" forName="left_22_1" refType="h" fact="0.32"/>
        <dgm:constr type="b" for="ch" forName="left_22_1" refType="h" fact="0.725"/>
        <dgm:constr type="ctrX" for="ch" forName="left_22_1" refType="w" fact="0.24"/>
        <dgm:constr type="w" for="ch" forName="left_22_2" refType="w" fact="0.36"/>
        <dgm:constr type="h" for="ch" forName="left_22_2" refType="h" fact="0.32"/>
        <dgm:constr type="b" for="ch" forName="left_22_2" refType="h" fact="0.39"/>
        <dgm:constr type="ctrX" for="ch" forName="left_22_2" refType="w" fact="0.24"/>
        <dgm:constr type="w" for="ch" forName="left_21_1" refType="w" fact="0.388"/>
        <dgm:constr type="h" for="ch" forName="left_21_1" refType="h" fact="0.36"/>
        <dgm:constr type="b" for="ch" forName="left_21_1" refType="h" fact="0.76"/>
        <dgm:constr type="ctrX" for="ch" forName="left_21_1" refType="w" fact="0.23"/>
        <dgm:constr type="w" for="ch" forName="left_21_2" refType="w" fact="0.388"/>
        <dgm:constr type="h" for="ch" forName="left_21_2" refType="h" fact="0.36"/>
        <dgm:constr type="b" for="ch" forName="left_21_2" refType="h" fact="0.42"/>
        <dgm:constr type="ctrX" for="ch" forName="left_21_2" refType="w" fact="0.21"/>
        <dgm:constr type="w" for="ch" forName="right_21_1" refType="w" fact="0.388"/>
        <dgm:constr type="h" for="ch" forName="right_21_1" refType="h" fact="0.36"/>
        <dgm:constr type="b" for="ch" forName="right_21_1" refType="h" fact="0.715"/>
        <dgm:constr type="ctrX" for="ch" forName="right_21_1" refType="w" fact="0.745"/>
        <dgm:constr type="w" for="ch" forName="right_03_1" refType="w" fact="0.37"/>
        <dgm:constr type="h" for="ch" forName="right_03_1" refType="h" fact="0.24"/>
        <dgm:constr type="b" for="ch" forName="right_03_1" refType="h" fact="0.76"/>
        <dgm:constr type="ctrX" for="ch" forName="right_03_1" refType="w" fact="0.77"/>
        <dgm:constr type="w" for="ch" forName="right_03_2" refType="w" fact="0.37"/>
        <dgm:constr type="h" for="ch" forName="right_03_2" refType="h" fact="0.24"/>
        <dgm:constr type="b" for="ch" forName="right_03_2" refType="h" fact="0.535"/>
        <dgm:constr type="ctrX" for="ch" forName="right_03_2" refType="w" fact="0.783"/>
        <dgm:constr type="w" for="ch" forName="right_03_3" refType="w" fact="0.37"/>
        <dgm:constr type="h" for="ch" forName="right_03_3" refType="h" fact="0.24"/>
        <dgm:constr type="b" for="ch" forName="right_03_3" refType="h" fact="0.315"/>
        <dgm:constr type="ctrX" for="ch" forName="right_03_3" refType="w" fact="0.796"/>
        <dgm:constr type="w" for="ch" forName="left_30_1" refType="w" fact="0.37"/>
        <dgm:constr type="h" for="ch" forName="left_30_1" refType="h" fact="0.24"/>
        <dgm:constr type="b" for="ch" forName="left_30_1" refType="h" fact="0.76"/>
        <dgm:constr type="ctrX" for="ch" forName="left_30_1" refType="w" fact="0.23"/>
        <dgm:constr type="w" for="ch" forName="left_30_2" refType="w" fact="0.37"/>
        <dgm:constr type="h" for="ch" forName="left_30_2" refType="h" fact="0.24"/>
        <dgm:constr type="b" for="ch" forName="left_30_2" refType="h" fact="0.535"/>
        <dgm:constr type="ctrX" for="ch" forName="left_30_2" refType="w" fact="0.217"/>
        <dgm:constr type="w" for="ch" forName="left_30_3" refType="w" fact="0.37"/>
        <dgm:constr type="h" for="ch" forName="left_30_3" refType="h" fact="0.24"/>
        <dgm:constr type="b" for="ch" forName="left_30_3" refType="h" fact="0.315"/>
        <dgm:constr type="ctrX" for="ch" forName="left_30_3" refType="w" fact="0.204"/>
        <dgm:constr type="w" for="ch" forName="right_13_1" refType="w" fact="0.37"/>
        <dgm:constr type="h" for="ch" forName="right_13_1" refType="h" fact="0.24"/>
        <dgm:constr type="b" for="ch" forName="right_13_1" refType="h" fact="0.76"/>
        <dgm:constr type="ctrX" for="ch" forName="right_13_1" refType="w" fact="0.77"/>
        <dgm:constr type="w" for="ch" forName="right_13_2" refType="w" fact="0.37"/>
        <dgm:constr type="h" for="ch" forName="right_13_2" refType="h" fact="0.24"/>
        <dgm:constr type="b" for="ch" forName="right_13_2" refType="h" fact="0.535"/>
        <dgm:constr type="ctrX" for="ch" forName="right_13_2" refType="w" fact="0.783"/>
        <dgm:constr type="w" for="ch" forName="right_13_3" refType="w" fact="0.37"/>
        <dgm:constr type="h" for="ch" forName="right_13_3" refType="h" fact="0.24"/>
        <dgm:constr type="b" for="ch" forName="right_13_3" refType="h" fact="0.315"/>
        <dgm:constr type="ctrX" for="ch" forName="right_13_3" refType="w" fact="0.796"/>
        <dgm:constr type="w" for="ch" forName="left_13_1" refType="w" fact="0.37"/>
        <dgm:constr type="h" for="ch" forName="left_13_1" refType="h" fact="0.24"/>
        <dgm:constr type="b" for="ch" forName="left_13_1" refType="h" fact="0.715"/>
        <dgm:constr type="ctrX" for="ch" forName="left_13_1" refType="w" fact="0.255"/>
        <dgm:constr type="w" for="ch" forName="left_31_1" refType="w" fact="0.37"/>
        <dgm:constr type="h" for="ch" forName="left_31_1" refType="h" fact="0.24"/>
        <dgm:constr type="b" for="ch" forName="left_31_1" refType="h" fact="0.76"/>
        <dgm:constr type="ctrX" for="ch" forName="left_31_1" refType="w" fact="0.23"/>
        <dgm:constr type="w" for="ch" forName="left_31_2" refType="w" fact="0.37"/>
        <dgm:constr type="h" for="ch" forName="left_31_2" refType="h" fact="0.24"/>
        <dgm:constr type="b" for="ch" forName="left_31_2" refType="h" fact="0.535"/>
        <dgm:constr type="ctrX" for="ch" forName="left_31_2" refType="w" fact="0.217"/>
        <dgm:constr type="w" for="ch" forName="left_31_3" refType="w" fact="0.37"/>
        <dgm:constr type="h" for="ch" forName="left_31_3" refType="h" fact="0.24"/>
        <dgm:constr type="b" for="ch" forName="left_31_3" refType="h" fact="0.315"/>
        <dgm:constr type="ctrX" for="ch" forName="left_31_3" refType="w" fact="0.204"/>
        <dgm:constr type="w" for="ch" forName="right_31_1" refType="w" fact="0.37"/>
        <dgm:constr type="h" for="ch" forName="right_31_1" refType="h" fact="0.24"/>
        <dgm:constr type="b" for="ch" forName="right_31_1" refType="h" fact="0.715"/>
        <dgm:constr type="ctrX" for="ch" forName="right_31_1" refType="w" fact="0.745"/>
        <dgm:constr type="w" for="ch" forName="right_23_1" refType="w" fact="0.37"/>
        <dgm:constr type="h" for="ch" forName="right_23_1" refType="h" fact="0.24"/>
        <dgm:constr type="b" for="ch" forName="right_23_1" refType="h" fact="0.76"/>
        <dgm:constr type="ctrX" for="ch" forName="right_23_1" refType="w" fact="0.77"/>
        <dgm:constr type="w" for="ch" forName="right_23_2" refType="w" fact="0.37"/>
        <dgm:constr type="h" for="ch" forName="right_23_2" refType="h" fact="0.24"/>
        <dgm:constr type="b" for="ch" forName="right_23_2" refType="h" fact="0.535"/>
        <dgm:constr type="ctrX" for="ch" forName="right_23_2" refType="w" fact="0.783"/>
        <dgm:constr type="w" for="ch" forName="right_23_3" refType="w" fact="0.37"/>
        <dgm:constr type="h" for="ch" forName="right_23_3" refType="h" fact="0.24"/>
        <dgm:constr type="b" for="ch" forName="right_23_3" refType="h" fact="0.315"/>
        <dgm:constr type="ctrX" for="ch" forName="right_23_3" refType="w" fact="0.796"/>
        <dgm:constr type="w" for="ch" forName="left_23_1" refType="w" fact="0.37"/>
        <dgm:constr type="h" for="ch" forName="left_23_1" refType="h" fact="0.24"/>
        <dgm:constr type="b" for="ch" forName="left_23_1" refType="h" fact="0.715"/>
        <dgm:constr type="ctrX" for="ch" forName="left_23_1" refType="w" fact="0.255"/>
        <dgm:constr type="w" for="ch" forName="left_23_2" refType="w" fact="0.37"/>
        <dgm:constr type="h" for="ch" forName="left_23_2" refType="h" fact="0.24"/>
        <dgm:constr type="b" for="ch" forName="left_23_2" refType="h" fact="0.49"/>
        <dgm:constr type="ctrX" for="ch" forName="left_23_2" refType="w" fact="0.268"/>
        <dgm:constr type="w" for="ch" forName="left_32_1" refType="w" fact="0.37"/>
        <dgm:constr type="h" for="ch" forName="left_32_1" refType="h" fact="0.24"/>
        <dgm:constr type="b" for="ch" forName="left_32_1" refType="h" fact="0.76"/>
        <dgm:constr type="ctrX" for="ch" forName="left_32_1" refType="w" fact="0.23"/>
        <dgm:constr type="w" for="ch" forName="left_32_2" refType="w" fact="0.37"/>
        <dgm:constr type="h" for="ch" forName="left_32_2" refType="h" fact="0.24"/>
        <dgm:constr type="b" for="ch" forName="left_32_2" refType="h" fact="0.535"/>
        <dgm:constr type="ctrX" for="ch" forName="left_32_2" refType="w" fact="0.217"/>
        <dgm:constr type="w" for="ch" forName="left_32_3" refType="w" fact="0.37"/>
        <dgm:constr type="h" for="ch" forName="left_32_3" refType="h" fact="0.24"/>
        <dgm:constr type="b" for="ch" forName="left_32_3" refType="h" fact="0.315"/>
        <dgm:constr type="ctrX" for="ch" forName="left_32_3" refType="w" fact="0.204"/>
        <dgm:constr type="w" for="ch" forName="right_32_1" refType="w" fact="0.37"/>
        <dgm:constr type="h" for="ch" forName="right_32_1" refType="h" fact="0.24"/>
        <dgm:constr type="b" for="ch" forName="right_32_1" refType="h" fact="0.715"/>
        <dgm:constr type="ctrX" for="ch" forName="right_32_1" refType="w" fact="0.745"/>
        <dgm:constr type="w" for="ch" forName="right_32_2" refType="w" fact="0.37"/>
        <dgm:constr type="h" for="ch" forName="right_32_2" refType="h" fact="0.24"/>
        <dgm:constr type="b" for="ch" forName="right_32_2" refType="h" fact="0.49"/>
        <dgm:constr type="ctrX" for="ch" forName="right_32_2" refType="w" fact="0.732"/>
        <dgm:constr type="w" for="ch" forName="right_33_1" refType="w" fact="0.36"/>
        <dgm:constr type="h" for="ch" forName="right_33_1" refType="h" fact="0.21"/>
        <dgm:constr type="b" for="ch" forName="right_33_1" refType="h" fact="0.725"/>
        <dgm:constr type="ctrX" for="ch" forName="right_33_1" refType="w" fact="0.76"/>
        <dgm:constr type="w" for="ch" forName="right_33_2" refType="w" fact="0.36"/>
        <dgm:constr type="h" for="ch" forName="right_33_2" refType="h" fact="0.21"/>
        <dgm:constr type="b" for="ch" forName="right_33_2" refType="h" fact="0.5"/>
        <dgm:constr type="ctrX" for="ch" forName="right_33_2" refType="w" fact="0.76"/>
        <dgm:constr type="w" for="ch" forName="right_33_3" refType="w" fact="0.36"/>
        <dgm:constr type="h" for="ch" forName="right_33_3" refType="h" fact="0.21"/>
        <dgm:constr type="b" for="ch" forName="right_33_3" refType="h" fact="0.275"/>
        <dgm:constr type="ctrX" for="ch" forName="right_33_3" refType="w" fact="0.76"/>
        <dgm:constr type="w" for="ch" forName="left_33_1" refType="w" fact="0.36"/>
        <dgm:constr type="h" for="ch" forName="left_33_1" refType="h" fact="0.21"/>
        <dgm:constr type="b" for="ch" forName="left_33_1" refType="h" fact="0.725"/>
        <dgm:constr type="ctrX" for="ch" forName="left_33_1" refType="w" fact="0.24"/>
        <dgm:constr type="w" for="ch" forName="left_33_2" refType="w" fact="0.36"/>
        <dgm:constr type="h" for="ch" forName="left_33_2" refType="h" fact="0.21"/>
        <dgm:constr type="b" for="ch" forName="left_33_2" refType="h" fact="0.5"/>
        <dgm:constr type="ctrX" for="ch" forName="left_33_2" refType="w" fact="0.24"/>
        <dgm:constr type="w" for="ch" forName="left_33_3" refType="w" fact="0.36"/>
        <dgm:constr type="h" for="ch" forName="left_33_3" refType="h" fact="0.21"/>
        <dgm:constr type="b" for="ch" forName="left_33_3" refType="h" fact="0.275"/>
        <dgm:constr type="ctrX" for="ch" forName="left_33_3" refType="w" fact="0.24"/>
        <dgm:constr type="w" for="ch" forName="right_04_1" refType="w" fact="0.365"/>
        <dgm:constr type="h" for="ch" forName="right_04_1" refType="h" fact="0.185"/>
        <dgm:constr type="b" for="ch" forName="right_04_1" refType="h" fact="0.76"/>
        <dgm:constr type="ctrX" for="ch" forName="right_04_1" refType="w" fact="0.77"/>
        <dgm:constr type="w" for="ch" forName="right_04_2" refType="w" fact="0.365"/>
        <dgm:constr type="h" for="ch" forName="right_04_2" refType="h" fact="0.185"/>
        <dgm:constr type="b" for="ch" forName="right_04_2" refType="h" fact="0.595"/>
        <dgm:constr type="ctrX" for="ch" forName="right_04_2" refType="w" fact="0.78"/>
        <dgm:constr type="w" for="ch" forName="right_04_3" refType="w" fact="0.365"/>
        <dgm:constr type="h" for="ch" forName="right_04_3" refType="h" fact="0.185"/>
        <dgm:constr type="b" for="ch" forName="right_04_3" refType="h" fact="0.43"/>
        <dgm:constr type="ctrX" for="ch" forName="right_04_3" refType="w" fact="0.79"/>
        <dgm:constr type="w" for="ch" forName="right_04_4" refType="w" fact="0.365"/>
        <dgm:constr type="h" for="ch" forName="right_04_4" refType="h" fact="0.185"/>
        <dgm:constr type="b" for="ch" forName="right_04_4" refType="h" fact="0.265"/>
        <dgm:constr type="ctrX" for="ch" forName="right_04_4" refType="w" fact="0.8"/>
        <dgm:constr type="w" for="ch" forName="left_40_1" refType="w" fact="0.365"/>
        <dgm:constr type="h" for="ch" forName="left_40_1" refType="h" fact="0.185"/>
        <dgm:constr type="b" for="ch" forName="left_40_1" refType="h" fact="0.76"/>
        <dgm:constr type="ctrX" for="ch" forName="left_40_1" refType="w" fact="0.23"/>
        <dgm:constr type="w" for="ch" forName="left_40_2" refType="w" fact="0.365"/>
        <dgm:constr type="h" for="ch" forName="left_40_2" refType="h" fact="0.185"/>
        <dgm:constr type="b" for="ch" forName="left_40_2" refType="h" fact="0.595"/>
        <dgm:constr type="ctrX" for="ch" forName="left_40_2" refType="w" fact="0.22"/>
        <dgm:constr type="w" for="ch" forName="left_40_3" refType="w" fact="0.365"/>
        <dgm:constr type="h" for="ch" forName="left_40_3" refType="h" fact="0.185"/>
        <dgm:constr type="b" for="ch" forName="left_40_3" refType="h" fact="0.43"/>
        <dgm:constr type="ctrX" for="ch" forName="left_40_3" refType="w" fact="0.21"/>
        <dgm:constr type="w" for="ch" forName="left_40_4" refType="w" fact="0.365"/>
        <dgm:constr type="h" for="ch" forName="left_40_4" refType="h" fact="0.185"/>
        <dgm:constr type="b" for="ch" forName="left_40_4" refType="h" fact="0.265"/>
        <dgm:constr type="ctrX" for="ch" forName="left_40_4" refType="w" fact="0.2"/>
        <dgm:constr type="w" for="ch" forName="right_14_1" refType="w" fact="0.365"/>
        <dgm:constr type="h" for="ch" forName="right_14_1" refType="h" fact="0.185"/>
        <dgm:constr type="b" for="ch" forName="right_14_1" refType="h" fact="0.76"/>
        <dgm:constr type="ctrX" for="ch" forName="right_14_1" refType="w" fact="0.77"/>
        <dgm:constr type="w" for="ch" forName="right_14_2" refType="w" fact="0.365"/>
        <dgm:constr type="h" for="ch" forName="right_14_2" refType="h" fact="0.185"/>
        <dgm:constr type="b" for="ch" forName="right_14_2" refType="h" fact="0.595"/>
        <dgm:constr type="ctrX" for="ch" forName="right_14_2" refType="w" fact="0.78"/>
        <dgm:constr type="w" for="ch" forName="right_14_3" refType="w" fact="0.365"/>
        <dgm:constr type="h" for="ch" forName="right_14_3" refType="h" fact="0.185"/>
        <dgm:constr type="b" for="ch" forName="right_14_3" refType="h" fact="0.43"/>
        <dgm:constr type="ctrX" for="ch" forName="right_14_3" refType="w" fact="0.79"/>
        <dgm:constr type="w" for="ch" forName="right_14_4" refType="w" fact="0.365"/>
        <dgm:constr type="h" for="ch" forName="right_14_4" refType="h" fact="0.185"/>
        <dgm:constr type="b" for="ch" forName="right_14_4" refType="h" fact="0.265"/>
        <dgm:constr type="ctrX" for="ch" forName="right_14_4" refType="w" fact="0.8"/>
        <dgm:constr type="w" for="ch" forName="left_14_1" refType="w" fact="0.365"/>
        <dgm:constr type="h" for="ch" forName="left_14_1" refType="h" fact="0.185"/>
        <dgm:constr type="b" for="ch" forName="left_14_1" refType="h" fact="0.715"/>
        <dgm:constr type="ctrX" for="ch" forName="left_14_1" refType="w" fact="0.25"/>
        <dgm:constr type="w" for="ch" forName="left_41_1" refType="w" fact="0.365"/>
        <dgm:constr type="h" for="ch" forName="left_41_1" refType="h" fact="0.185"/>
        <dgm:constr type="b" for="ch" forName="left_41_1" refType="h" fact="0.76"/>
        <dgm:constr type="ctrX" for="ch" forName="left_41_1" refType="w" fact="0.23"/>
        <dgm:constr type="w" for="ch" forName="left_41_2" refType="w" fact="0.365"/>
        <dgm:constr type="h" for="ch" forName="left_41_2" refType="h" fact="0.185"/>
        <dgm:constr type="b" for="ch" forName="left_41_2" refType="h" fact="0.595"/>
        <dgm:constr type="ctrX" for="ch" forName="left_41_2" refType="w" fact="0.22"/>
        <dgm:constr type="w" for="ch" forName="left_41_3" refType="w" fact="0.365"/>
        <dgm:constr type="h" for="ch" forName="left_41_3" refType="h" fact="0.185"/>
        <dgm:constr type="b" for="ch" forName="left_41_3" refType="h" fact="0.43"/>
        <dgm:constr type="ctrX" for="ch" forName="left_41_3" refType="w" fact="0.21"/>
        <dgm:constr type="w" for="ch" forName="left_41_4" refType="w" fact="0.365"/>
        <dgm:constr type="h" for="ch" forName="left_41_4" refType="h" fact="0.185"/>
        <dgm:constr type="b" for="ch" forName="left_41_4" refType="h" fact="0.265"/>
        <dgm:constr type="ctrX" for="ch" forName="left_41_4" refType="w" fact="0.2"/>
        <dgm:constr type="w" for="ch" forName="right_41_1" refType="w" fact="0.365"/>
        <dgm:constr type="h" for="ch" forName="right_41_1" refType="h" fact="0.185"/>
        <dgm:constr type="b" for="ch" forName="right_41_1" refType="h" fact="0.715"/>
        <dgm:constr type="ctrX" for="ch" forName="right_41_1" refType="w" fact="0.75"/>
        <dgm:constr type="w" for="ch" forName="right_24_1" refType="w" fact="0.365"/>
        <dgm:constr type="h" for="ch" forName="right_24_1" refType="h" fact="0.185"/>
        <dgm:constr type="b" for="ch" forName="right_24_1" refType="h" fact="0.76"/>
        <dgm:constr type="ctrX" for="ch" forName="right_24_1" refType="w" fact="0.77"/>
        <dgm:constr type="w" for="ch" forName="right_24_2" refType="w" fact="0.365"/>
        <dgm:constr type="h" for="ch" forName="right_24_2" refType="h" fact="0.185"/>
        <dgm:constr type="b" for="ch" forName="right_24_2" refType="h" fact="0.595"/>
        <dgm:constr type="ctrX" for="ch" forName="right_24_2" refType="w" fact="0.78"/>
        <dgm:constr type="w" for="ch" forName="right_24_3" refType="w" fact="0.365"/>
        <dgm:constr type="h" for="ch" forName="right_24_3" refType="h" fact="0.185"/>
        <dgm:constr type="b" for="ch" forName="right_24_3" refType="h" fact="0.43"/>
        <dgm:constr type="ctrX" for="ch" forName="right_24_3" refType="w" fact="0.79"/>
        <dgm:constr type="w" for="ch" forName="right_24_4" refType="w" fact="0.365"/>
        <dgm:constr type="h" for="ch" forName="right_24_4" refType="h" fact="0.185"/>
        <dgm:constr type="b" for="ch" forName="right_24_4" refType="h" fact="0.265"/>
        <dgm:constr type="ctrX" for="ch" forName="right_24_4" refType="w" fact="0.8"/>
        <dgm:constr type="w" for="ch" forName="left_24_1" refType="w" fact="0.365"/>
        <dgm:constr type="h" for="ch" forName="left_24_1" refType="h" fact="0.185"/>
        <dgm:constr type="b" for="ch" forName="left_24_1" refType="h" fact="0.715"/>
        <dgm:constr type="ctrX" for="ch" forName="left_24_1" refType="w" fact="0.25"/>
        <dgm:constr type="w" for="ch" forName="left_24_2" refType="w" fact="0.365"/>
        <dgm:constr type="h" for="ch" forName="left_24_2" refType="h" fact="0.185"/>
        <dgm:constr type="b" for="ch" forName="left_24_2" refType="h" fact="0.55"/>
        <dgm:constr type="ctrX" for="ch" forName="left_24_2" refType="w" fact="0.26"/>
        <dgm:constr type="w" for="ch" forName="left_42_1" refType="w" fact="0.365"/>
        <dgm:constr type="h" for="ch" forName="left_42_1" refType="h" fact="0.185"/>
        <dgm:constr type="b" for="ch" forName="left_42_1" refType="h" fact="0.76"/>
        <dgm:constr type="ctrX" for="ch" forName="left_42_1" refType="w" fact="0.23"/>
        <dgm:constr type="w" for="ch" forName="left_42_2" refType="w" fact="0.365"/>
        <dgm:constr type="h" for="ch" forName="left_42_2" refType="h" fact="0.185"/>
        <dgm:constr type="b" for="ch" forName="left_42_2" refType="h" fact="0.595"/>
        <dgm:constr type="ctrX" for="ch" forName="left_42_2" refType="w" fact="0.22"/>
        <dgm:constr type="w" for="ch" forName="left_42_3" refType="w" fact="0.365"/>
        <dgm:constr type="h" for="ch" forName="left_42_3" refType="h" fact="0.185"/>
        <dgm:constr type="b" for="ch" forName="left_42_3" refType="h" fact="0.43"/>
        <dgm:constr type="ctrX" for="ch" forName="left_42_3" refType="w" fact="0.21"/>
        <dgm:constr type="w" for="ch" forName="left_42_4" refType="w" fact="0.365"/>
        <dgm:constr type="h" for="ch" forName="left_42_4" refType="h" fact="0.185"/>
        <dgm:constr type="b" for="ch" forName="left_42_4" refType="h" fact="0.265"/>
        <dgm:constr type="ctrX" for="ch" forName="left_42_4" refType="w" fact="0.2"/>
        <dgm:constr type="w" for="ch" forName="right_42_1" refType="w" fact="0.365"/>
        <dgm:constr type="h" for="ch" forName="right_42_1" refType="h" fact="0.185"/>
        <dgm:constr type="b" for="ch" forName="right_42_1" refType="h" fact="0.715"/>
        <dgm:constr type="ctrX" for="ch" forName="right_42_1" refType="w" fact="0.75"/>
        <dgm:constr type="w" for="ch" forName="right_42_2" refType="w" fact="0.365"/>
        <dgm:constr type="h" for="ch" forName="right_42_2" refType="h" fact="0.185"/>
        <dgm:constr type="b" for="ch" forName="right_42_2" refType="h" fact="0.55"/>
        <dgm:constr type="ctrX" for="ch" forName="right_42_2" refType="w" fact="0.74"/>
        <dgm:constr type="w" for="ch" forName="right_34_1" refType="w" fact="0.365"/>
        <dgm:constr type="h" for="ch" forName="right_34_1" refType="h" fact="0.185"/>
        <dgm:constr type="b" for="ch" forName="right_34_1" refType="h" fact="0.76"/>
        <dgm:constr type="ctrX" for="ch" forName="right_34_1" refType="w" fact="0.77"/>
        <dgm:constr type="w" for="ch" forName="right_34_2" refType="w" fact="0.365"/>
        <dgm:constr type="h" for="ch" forName="right_34_2" refType="h" fact="0.185"/>
        <dgm:constr type="b" for="ch" forName="right_34_2" refType="h" fact="0.595"/>
        <dgm:constr type="ctrX" for="ch" forName="right_34_2" refType="w" fact="0.78"/>
        <dgm:constr type="w" for="ch" forName="right_34_3" refType="w" fact="0.365"/>
        <dgm:constr type="h" for="ch" forName="right_34_3" refType="h" fact="0.185"/>
        <dgm:constr type="b" for="ch" forName="right_34_3" refType="h" fact="0.43"/>
        <dgm:constr type="ctrX" for="ch" forName="right_34_3" refType="w" fact="0.79"/>
        <dgm:constr type="w" for="ch" forName="right_34_4" refType="w" fact="0.365"/>
        <dgm:constr type="h" for="ch" forName="right_34_4" refType="h" fact="0.185"/>
        <dgm:constr type="b" for="ch" forName="right_34_4" refType="h" fact="0.265"/>
        <dgm:constr type="ctrX" for="ch" forName="right_34_4" refType="w" fact="0.8"/>
        <dgm:constr type="w" for="ch" forName="left_34_1" refType="w" fact="0.365"/>
        <dgm:constr type="h" for="ch" forName="left_34_1" refType="h" fact="0.185"/>
        <dgm:constr type="b" for="ch" forName="left_34_1" refType="h" fact="0.715"/>
        <dgm:constr type="ctrX" for="ch" forName="left_34_1" refType="w" fact="0.25"/>
        <dgm:constr type="w" for="ch" forName="left_34_2" refType="w" fact="0.365"/>
        <dgm:constr type="h" for="ch" forName="left_34_2" refType="h" fact="0.185"/>
        <dgm:constr type="b" for="ch" forName="left_34_2" refType="h" fact="0.55"/>
        <dgm:constr type="ctrX" for="ch" forName="left_34_2" refType="w" fact="0.26"/>
        <dgm:constr type="w" for="ch" forName="left_34_3" refType="w" fact="0.365"/>
        <dgm:constr type="h" for="ch" forName="left_34_3" refType="h" fact="0.185"/>
        <dgm:constr type="b" for="ch" forName="left_34_3" refType="h" fact="0.385"/>
        <dgm:constr type="ctrX" for="ch" forName="left_34_3" refType="w" fact="0.27"/>
        <dgm:constr type="w" for="ch" forName="left_43_1" refType="w" fact="0.365"/>
        <dgm:constr type="h" for="ch" forName="left_43_1" refType="h" fact="0.185"/>
        <dgm:constr type="b" for="ch" forName="left_43_1" refType="h" fact="0.76"/>
        <dgm:constr type="ctrX" for="ch" forName="left_43_1" refType="w" fact="0.23"/>
        <dgm:constr type="w" for="ch" forName="left_43_2" refType="w" fact="0.365"/>
        <dgm:constr type="h" for="ch" forName="left_43_2" refType="h" fact="0.185"/>
        <dgm:constr type="b" for="ch" forName="left_43_2" refType="h" fact="0.595"/>
        <dgm:constr type="ctrX" for="ch" forName="left_43_2" refType="w" fact="0.22"/>
        <dgm:constr type="w" for="ch" forName="left_43_3" refType="w" fact="0.365"/>
        <dgm:constr type="h" for="ch" forName="left_43_3" refType="h" fact="0.185"/>
        <dgm:constr type="b" for="ch" forName="left_43_3" refType="h" fact="0.43"/>
        <dgm:constr type="ctrX" for="ch" forName="left_43_3" refType="w" fact="0.21"/>
        <dgm:constr type="w" for="ch" forName="left_43_4" refType="w" fact="0.365"/>
        <dgm:constr type="h" for="ch" forName="left_43_4" refType="h" fact="0.185"/>
        <dgm:constr type="b" for="ch" forName="left_43_4" refType="h" fact="0.265"/>
        <dgm:constr type="ctrX" for="ch" forName="left_43_4" refType="w" fact="0.2"/>
        <dgm:constr type="w" for="ch" forName="right_43_1" refType="w" fact="0.365"/>
        <dgm:constr type="h" for="ch" forName="right_43_1" refType="h" fact="0.185"/>
        <dgm:constr type="b" for="ch" forName="right_43_1" refType="h" fact="0.715"/>
        <dgm:constr type="ctrX" for="ch" forName="right_43_1" refType="w" fact="0.75"/>
        <dgm:constr type="w" for="ch" forName="right_43_2" refType="w" fact="0.365"/>
        <dgm:constr type="h" for="ch" forName="right_43_2" refType="h" fact="0.185"/>
        <dgm:constr type="b" for="ch" forName="right_43_2" refType="h" fact="0.55"/>
        <dgm:constr type="ctrX" for="ch" forName="right_43_2" refType="w" fact="0.74"/>
        <dgm:constr type="w" for="ch" forName="right_43_3" refType="w" fact="0.365"/>
        <dgm:constr type="h" for="ch" forName="right_43_3" refType="h" fact="0.185"/>
        <dgm:constr type="b" for="ch" forName="right_43_3" refType="h" fact="0.385"/>
        <dgm:constr type="ctrX" for="ch" forName="right_43_3" refType="w" fact="0.73"/>
        <dgm:constr type="w" for="ch" forName="right_44_1" refType="w" fact="0.36"/>
        <dgm:constr type="h" for="ch" forName="right_44_1" refType="h" fact="0.154"/>
        <dgm:constr type="b" for="ch" forName="right_44_1" refType="h" fact="0.725"/>
        <dgm:constr type="ctrX" for="ch" forName="right_44_1" refType="w" fact="0.76"/>
        <dgm:constr type="w" for="ch" forName="right_44_2" refType="w" fact="0.36"/>
        <dgm:constr type="h" for="ch" forName="right_44_2" refType="h" fact="0.154"/>
        <dgm:constr type="b" for="ch" forName="right_44_2" refType="h" fact="0.559"/>
        <dgm:constr type="ctrX" for="ch" forName="right_44_2" refType="w" fact="0.76"/>
        <dgm:constr type="w" for="ch" forName="right_44_3" refType="w" fact="0.36"/>
        <dgm:constr type="h" for="ch" forName="right_44_3" refType="h" fact="0.154"/>
        <dgm:constr type="b" for="ch" forName="right_44_3" refType="h" fact="0.393"/>
        <dgm:constr type="ctrX" for="ch" forName="right_44_3" refType="w" fact="0.76"/>
        <dgm:constr type="w" for="ch" forName="right_44_4" refType="w" fact="0.36"/>
        <dgm:constr type="h" for="ch" forName="right_44_4" refType="h" fact="0.154"/>
        <dgm:constr type="b" for="ch" forName="right_44_4" refType="h" fact="0.224"/>
        <dgm:constr type="ctrX" for="ch" forName="right_44_4" refType="w" fact="0.76"/>
        <dgm:constr type="w" for="ch" forName="left_44_1" refType="w" fact="0.36"/>
        <dgm:constr type="h" for="ch" forName="left_44_1" refType="h" fact="0.154"/>
        <dgm:constr type="b" for="ch" forName="left_44_1" refType="h" fact="0.725"/>
        <dgm:constr type="ctrX" for="ch" forName="left_44_1" refType="w" fact="0.24"/>
        <dgm:constr type="w" for="ch" forName="left_44_2" refType="w" fact="0.36"/>
        <dgm:constr type="h" for="ch" forName="left_44_2" refType="h" fact="0.154"/>
        <dgm:constr type="b" for="ch" forName="left_44_2" refType="h" fact="0.559"/>
        <dgm:constr type="ctrX" for="ch" forName="left_44_2" refType="w" fact="0.24"/>
        <dgm:constr type="w" for="ch" forName="left_44_3" refType="w" fact="0.36"/>
        <dgm:constr type="h" for="ch" forName="left_44_3" refType="h" fact="0.154"/>
        <dgm:constr type="b" for="ch" forName="left_44_3" refType="h" fact="0.393"/>
        <dgm:constr type="ctrX" for="ch" forName="left_44_3" refType="w" fact="0.24"/>
        <dgm:constr type="w" for="ch" forName="left_44_4" refType="w" fact="0.36"/>
        <dgm:constr type="h" for="ch" forName="left_44_4" refType="h" fact="0.154"/>
        <dgm:constr type="b" for="ch" forName="left_44_4" refType="h" fact="0.224"/>
        <dgm:constr type="ctrX" for="ch" forName="left_44_4" refType="w" fact="0.24"/>
      </dgm:constrLst>
      <dgm:ruleLst/>
      <dgm:layoutNode name="dummyMaxCanvas_ChildArea">
        <dgm:alg type="sp"/>
        <dgm:shape xmlns:r="http://schemas.openxmlformats.org/officeDocument/2006/relationships" r:blip="">
          <dgm:adjLst/>
        </dgm:shape>
        <dgm:presOf/>
        <dgm:constrLst/>
        <dgm:ruleLst/>
      </dgm:layoutNode>
      <dgm:layoutNode name="fulcrum" styleLbl="alignAccFollowNode1">
        <dgm:alg type="sp"/>
        <dgm:shape xmlns:r="http://schemas.openxmlformats.org/officeDocument/2006/relationships" type="triangle" r:blip="">
          <dgm:adjLst/>
        </dgm:shape>
        <dgm:presOf/>
        <dgm:constrLst/>
        <dgm:ruleLst/>
      </dgm:layoutNode>
      <dgm:choose name="Name0">
        <dgm:if name="Name1" axis="ch ch" ptType="node node" st="1 1" cnt="1 0" func="cnt" op="equ" val="0">
          <dgm:choose name="Name2">
            <dgm:if name="Name3" axis="ch ch" ptType="node node" st="2 1" cnt="1 0" func="cnt" op="equ" val="0">
              <dgm:layoutNode name="balance_00" styleLbl="alignAccFollowNode1">
                <dgm:varLst>
                  <dgm:bulletEnabled val="1"/>
                </dgm:varLst>
                <dgm:alg type="sp"/>
                <dgm:shape xmlns:r="http://schemas.openxmlformats.org/officeDocument/2006/relationships" type="rect" r:blip="">
                  <dgm:adjLst/>
                </dgm:shape>
                <dgm:presOf/>
                <dgm:constrLst/>
                <dgm:ruleLst/>
              </dgm:layoutNode>
            </dgm:if>
            <dgm:else name="Name4">
              <dgm:choose name="Name5">
                <dgm:if name="Name6" axis="ch ch" ptType="node node" st="2 1" cnt="1 0" func="cnt" op="equ" val="1">
                  <dgm:layoutNode name="balance_01" styleLbl="alignAccFollowNode1">
                    <dgm:varLst>
                      <dgm:bulletEnabled val="1"/>
                    </dgm:varLst>
                    <dgm:alg type="sp"/>
                    <dgm:shape xmlns:r="http://schemas.openxmlformats.org/officeDocument/2006/relationships" rot="4" type="rect" r:blip="">
                      <dgm:adjLst/>
                    </dgm:shape>
                    <dgm:presOf/>
                    <dgm:constrLst/>
                    <dgm:ruleLst/>
                  </dgm:layoutNode>
                  <dgm:layoutNode name="right_01_1" styleLbl="node1">
                    <dgm:varLst>
                      <dgm:bulletEnabled val="1"/>
                    </dgm:varLst>
                    <dgm:alg type="tx"/>
                    <dgm:shape xmlns:r="http://schemas.openxmlformats.org/officeDocument/2006/relationships" rot="4" type="roundRect" r:blip="">
                      <dgm:adjLst/>
                    </dgm:shape>
                    <dgm:presOf axis="ch ch desOrSelf" ptType="node node node" st="2 1 1" cnt="1 1 0"/>
                    <dgm:constrLst>
                      <dgm:constr type="lMarg" refType="primFontSz" fact="0.3"/>
                      <dgm:constr type="rMarg" refType="primFontSz" fact="0.3"/>
                      <dgm:constr type="tMarg" refType="primFontSz" fact="0.3"/>
                      <dgm:constr type="bMarg" refType="primFontSz" fact="0.3"/>
                    </dgm:constrLst>
                    <dgm:ruleLst>
                      <dgm:rule type="primFontSz" val="5" fact="NaN" max="NaN"/>
                    </dgm:ruleLst>
                  </dgm:layoutNode>
                </dgm:if>
                <dgm:else name="Name7">
                  <dgm:choose name="Name8">
                    <dgm:if name="Name9" axis="ch ch" ptType="node node" st="2 1" cnt="1 0" func="cnt" op="equ" val="2">
                      <dgm:layoutNode name="balance_02" styleLbl="alignAccFollowNode1">
                        <dgm:varLst>
                          <dgm:bulletEnabled val="1"/>
                        </dgm:varLst>
                        <dgm:alg type="sp"/>
                        <dgm:shape xmlns:r="http://schemas.openxmlformats.org/officeDocument/2006/relationships" rot="4" type="rect" r:blip="">
                          <dgm:adjLst/>
                        </dgm:shape>
                        <dgm:presOf/>
                        <dgm:constrLst/>
                        <dgm:ruleLst/>
                      </dgm:layoutNode>
                      <dgm:layoutNode name="right_02_1" styleLbl="node1">
                        <dgm:varLst>
                          <dgm:bulletEnabled val="1"/>
                        </dgm:varLst>
                        <dgm:alg type="tx"/>
                        <dgm:shape xmlns:r="http://schemas.openxmlformats.org/officeDocument/2006/relationships" rot="4" type="roundRect" r:blip="">
                          <dgm:adjLst/>
                        </dgm:shape>
                        <dgm:presOf axis="ch ch desOrSelf" ptType="node node node" st="2 1 1" cnt="1 1 0"/>
                        <dgm:constrLst>
                          <dgm:constr type="lMarg" refType="primFontSz" fact="0.3"/>
                          <dgm:constr type="rMarg" refType="primFontSz" fact="0.3"/>
                          <dgm:constr type="tMarg" refType="primFontSz" fact="0.3"/>
                          <dgm:constr type="bMarg" refType="primFontSz" fact="0.3"/>
                        </dgm:constrLst>
                        <dgm:ruleLst>
                          <dgm:rule type="primFontSz" val="5" fact="NaN" max="NaN"/>
                        </dgm:ruleLst>
                      </dgm:layoutNode>
                      <dgm:layoutNode name="right_02_2" styleLbl="node1">
                        <dgm:varLst>
                          <dgm:bulletEnabled val="1"/>
                        </dgm:varLst>
                        <dgm:alg type="tx"/>
                        <dgm:shape xmlns:r="http://schemas.openxmlformats.org/officeDocument/2006/relationships" rot="4" type="roundRect" r:blip="">
                          <dgm:adjLst/>
                        </dgm:shape>
                        <dgm:presOf axis="ch ch desOrSelf" ptType="node node node" st="2 2 1" cnt="1 1 0"/>
                        <dgm:constrLst>
                          <dgm:constr type="lMarg" refType="primFontSz" fact="0.3"/>
                          <dgm:constr type="rMarg" refType="primFontSz" fact="0.3"/>
                          <dgm:constr type="tMarg" refType="primFontSz" fact="0.3"/>
                          <dgm:constr type="bMarg" refType="primFontSz" fact="0.3"/>
                        </dgm:constrLst>
                        <dgm:ruleLst>
                          <dgm:rule type="primFontSz" val="5" fact="NaN" max="NaN"/>
                        </dgm:ruleLst>
                      </dgm:layoutNode>
                    </dgm:if>
                    <dgm:else name="Name10">
                      <dgm:choose name="Name11">
                        <dgm:if name="Name12" axis="ch ch" ptType="node node" st="2 1" cnt="1 0" func="cnt" op="equ" val="3">
                          <dgm:layoutNode name="balance_03" styleLbl="alignAccFollowNode1">
                            <dgm:varLst>
                              <dgm:bulletEnabled val="1"/>
                            </dgm:varLst>
                            <dgm:alg type="sp"/>
                            <dgm:shape xmlns:r="http://schemas.openxmlformats.org/officeDocument/2006/relationships" rot="4" type="rect" r:blip="">
                              <dgm:adjLst/>
                            </dgm:shape>
                            <dgm:presOf/>
                            <dgm:constrLst/>
                            <dgm:ruleLst/>
                          </dgm:layoutNode>
                          <dgm:layoutNode name="right_03_1" styleLbl="node1">
                            <dgm:varLst>
                              <dgm:bulletEnabled val="1"/>
                            </dgm:varLst>
                            <dgm:alg type="tx"/>
                            <dgm:shape xmlns:r="http://schemas.openxmlformats.org/officeDocument/2006/relationships" rot="4" type="roundRect" r:blip="">
                              <dgm:adjLst/>
                            </dgm:shape>
                            <dgm:presOf axis="ch ch desOrSelf" ptType="node node node" st="2 1 1" cnt="1 1 0"/>
                            <dgm:constrLst>
                              <dgm:constr type="lMarg" refType="primFontSz" fact="0.3"/>
                              <dgm:constr type="rMarg" refType="primFontSz" fact="0.3"/>
                              <dgm:constr type="tMarg" refType="primFontSz" fact="0.3"/>
                              <dgm:constr type="bMarg" refType="primFontSz" fact="0.3"/>
                            </dgm:constrLst>
                            <dgm:ruleLst>
                              <dgm:rule type="primFontSz" val="5" fact="NaN" max="NaN"/>
                            </dgm:ruleLst>
                          </dgm:layoutNode>
                          <dgm:layoutNode name="right_03_2" styleLbl="node1">
                            <dgm:varLst>
                              <dgm:bulletEnabled val="1"/>
                            </dgm:varLst>
                            <dgm:alg type="tx"/>
                            <dgm:shape xmlns:r="http://schemas.openxmlformats.org/officeDocument/2006/relationships" rot="4" type="roundRect" r:blip="">
                              <dgm:adjLst/>
                            </dgm:shape>
                            <dgm:presOf axis="ch ch desOrSelf" ptType="node node node" st="2 2 1" cnt="1 1 0"/>
                            <dgm:constrLst>
                              <dgm:constr type="lMarg" refType="primFontSz" fact="0.3"/>
                              <dgm:constr type="rMarg" refType="primFontSz" fact="0.3"/>
                              <dgm:constr type="tMarg" refType="primFontSz" fact="0.3"/>
                              <dgm:constr type="bMarg" refType="primFontSz" fact="0.3"/>
                            </dgm:constrLst>
                            <dgm:ruleLst>
                              <dgm:rule type="primFontSz" val="5" fact="NaN" max="NaN"/>
                            </dgm:ruleLst>
                          </dgm:layoutNode>
                          <dgm:layoutNode name="right_03_3" styleLbl="node1">
                            <dgm:varLst>
                              <dgm:bulletEnabled val="1"/>
                            </dgm:varLst>
                            <dgm:alg type="tx"/>
                            <dgm:shape xmlns:r="http://schemas.openxmlformats.org/officeDocument/2006/relationships" rot="4" type="roundRect" r:blip="">
                              <dgm:adjLst/>
                            </dgm:shape>
                            <dgm:presOf axis="ch ch desOrSelf" ptType="node node node" st="2 3 1" cnt="1 1 0"/>
                            <dgm:constrLst>
                              <dgm:constr type="lMarg" refType="primFontSz" fact="0.3"/>
                              <dgm:constr type="rMarg" refType="primFontSz" fact="0.3"/>
                              <dgm:constr type="tMarg" refType="primFontSz" fact="0.3"/>
                              <dgm:constr type="bMarg" refType="primFontSz" fact="0.3"/>
                            </dgm:constrLst>
                            <dgm:ruleLst>
                              <dgm:rule type="primFontSz" val="5" fact="NaN" max="NaN"/>
                            </dgm:ruleLst>
                          </dgm:layoutNode>
                        </dgm:if>
                        <dgm:else name="Name13">
                          <dgm:choose name="Name14">
                            <dgm:if name="Name15" axis="ch ch" ptType="node node" st="2 1" cnt="1 0" func="cnt" op="gte" val="4">
                              <dgm:layoutNode name="balance_04" styleLbl="alignAccFollowNode1">
                                <dgm:varLst>
                                  <dgm:bulletEnabled val="1"/>
                                </dgm:varLst>
                                <dgm:alg type="sp"/>
                                <dgm:shape xmlns:r="http://schemas.openxmlformats.org/officeDocument/2006/relationships" rot="4" type="rect" r:blip="">
                                  <dgm:adjLst/>
                                </dgm:shape>
                                <dgm:presOf/>
                                <dgm:constrLst/>
                                <dgm:ruleLst/>
                              </dgm:layoutNode>
                              <dgm:layoutNode name="right_04_1" styleLbl="node1">
                                <dgm:varLst>
                                  <dgm:bulletEnabled val="1"/>
                                </dgm:varLst>
                                <dgm:alg type="tx"/>
                                <dgm:shape xmlns:r="http://schemas.openxmlformats.org/officeDocument/2006/relationships" rot="4" type="roundRect" r:blip="">
                                  <dgm:adjLst/>
                                </dgm:shape>
                                <dgm:presOf axis="ch ch desOrSelf" ptType="node node node" st="2 1 1" cnt="1 1 0"/>
                                <dgm:constrLst>
                                  <dgm:constr type="lMarg" refType="primFontSz" fact="0.3"/>
                                  <dgm:constr type="rMarg" refType="primFontSz" fact="0.3"/>
                                  <dgm:constr type="tMarg" refType="primFontSz" fact="0.3"/>
                                  <dgm:constr type="bMarg" refType="primFontSz" fact="0.3"/>
                                </dgm:constrLst>
                                <dgm:ruleLst>
                                  <dgm:rule type="primFontSz" val="5" fact="NaN" max="NaN"/>
                                </dgm:ruleLst>
                              </dgm:layoutNode>
                              <dgm:layoutNode name="right_04_2" styleLbl="node1">
                                <dgm:varLst>
                                  <dgm:bulletEnabled val="1"/>
                                </dgm:varLst>
                                <dgm:alg type="tx"/>
                                <dgm:shape xmlns:r="http://schemas.openxmlformats.org/officeDocument/2006/relationships" rot="4" type="roundRect" r:blip="">
                                  <dgm:adjLst/>
                                </dgm:shape>
                                <dgm:presOf axis="ch ch desOrSelf" ptType="node node node" st="2 2 1" cnt="1 1 0"/>
                                <dgm:constrLst>
                                  <dgm:constr type="lMarg" refType="primFontSz" fact="0.3"/>
                                  <dgm:constr type="rMarg" refType="primFontSz" fact="0.3"/>
                                  <dgm:constr type="tMarg" refType="primFontSz" fact="0.3"/>
                                  <dgm:constr type="bMarg" refType="primFontSz" fact="0.3"/>
                                </dgm:constrLst>
                                <dgm:ruleLst>
                                  <dgm:rule type="primFontSz" val="5" fact="NaN" max="NaN"/>
                                </dgm:ruleLst>
                              </dgm:layoutNode>
                              <dgm:layoutNode name="right_04_3" styleLbl="node1">
                                <dgm:varLst>
                                  <dgm:bulletEnabled val="1"/>
                                </dgm:varLst>
                                <dgm:alg type="tx"/>
                                <dgm:shape xmlns:r="http://schemas.openxmlformats.org/officeDocument/2006/relationships" rot="4" type="roundRect" r:blip="">
                                  <dgm:adjLst/>
                                </dgm:shape>
                                <dgm:presOf axis="ch ch desOrSelf" ptType="node node node" st="2 3 1" cnt="1 1 0"/>
                                <dgm:constrLst>
                                  <dgm:constr type="lMarg" refType="primFontSz" fact="0.3"/>
                                  <dgm:constr type="rMarg" refType="primFontSz" fact="0.3"/>
                                  <dgm:constr type="tMarg" refType="primFontSz" fact="0.3"/>
                                  <dgm:constr type="bMarg" refType="primFontSz" fact="0.3"/>
                                </dgm:constrLst>
                                <dgm:ruleLst>
                                  <dgm:rule type="primFontSz" val="5" fact="NaN" max="NaN"/>
                                </dgm:ruleLst>
                              </dgm:layoutNode>
                              <dgm:layoutNode name="right_04_4" styleLbl="node1">
                                <dgm:varLst>
                                  <dgm:bulletEnabled val="1"/>
                                </dgm:varLst>
                                <dgm:alg type="tx"/>
                                <dgm:shape xmlns:r="http://schemas.openxmlformats.org/officeDocument/2006/relationships" rot="4" type="roundRect" r:blip="">
                                  <dgm:adjLst/>
                                </dgm:shape>
                                <dgm:presOf axis="ch ch desOrSelf" ptType="node node node" st="2 4 1" cnt="1 1 0"/>
                                <dgm:constrLst>
                                  <dgm:constr type="lMarg" refType="primFontSz" fact="0.3"/>
                                  <dgm:constr type="rMarg" refType="primFontSz" fact="0.3"/>
                                  <dgm:constr type="tMarg" refType="primFontSz" fact="0.3"/>
                                  <dgm:constr type="bMarg" refType="primFontSz" fact="0.3"/>
                                </dgm:constrLst>
                                <dgm:ruleLst>
                                  <dgm:rule type="primFontSz" val="5" fact="NaN" max="NaN"/>
                                </dgm:ruleLst>
                              </dgm:layoutNode>
                            </dgm:if>
                            <dgm:else name="Name16"/>
                          </dgm:choose>
                        </dgm:else>
                      </dgm:choose>
                    </dgm:else>
                  </dgm:choose>
                </dgm:else>
              </dgm:choose>
            </dgm:else>
          </dgm:choose>
        </dgm:if>
        <dgm:else name="Name17">
          <dgm:choose name="Name18">
            <dgm:if name="Name19" axis="ch ch" ptType="node node" st="1 1" cnt="1 0" func="cnt" op="equ" val="1">
              <dgm:choose name="Name20">
                <dgm:if name="Name21" axis="ch ch" ptType="node node" st="2 1" cnt="1 0" func="cnt" op="equ" val="0">
                  <dgm:layoutNode name="balance_10" styleLbl="alignAccFollowNode1">
                    <dgm:varLst>
                      <dgm:bulletEnabled val="1"/>
                    </dgm:varLst>
                    <dgm:alg type="sp"/>
                    <dgm:shape xmlns:r="http://schemas.openxmlformats.org/officeDocument/2006/relationships" rot="-4" type="rect" r:blip="">
                      <dgm:adjLst/>
                    </dgm:shape>
                    <dgm:presOf/>
                    <dgm:constrLst/>
                    <dgm:ruleLst/>
                  </dgm:layoutNode>
                  <dgm:layoutNode name="left_10_1" styleLbl="node1">
                    <dgm:varLst>
                      <dgm:bulletEnabled val="1"/>
                    </dgm:varLst>
                    <dgm:alg type="tx"/>
                    <dgm:shape xmlns:r="http://schemas.openxmlformats.org/officeDocument/2006/relationships" rot="-4" type="roundRect" r:blip="">
                      <dgm:adjLst/>
                    </dgm:shape>
                    <dgm:presOf axis="ch ch desOrSelf" ptType="node node node" st="1 1 1" cnt="1 1 0"/>
                    <dgm:constrLst>
                      <dgm:constr type="lMarg" refType="primFontSz" fact="0.3"/>
                      <dgm:constr type="rMarg" refType="primFontSz" fact="0.3"/>
                      <dgm:constr type="tMarg" refType="primFontSz" fact="0.3"/>
                      <dgm:constr type="bMarg" refType="primFontSz" fact="0.3"/>
                    </dgm:constrLst>
                    <dgm:ruleLst>
                      <dgm:rule type="primFontSz" val="5" fact="NaN" max="NaN"/>
                    </dgm:ruleLst>
                  </dgm:layoutNode>
                </dgm:if>
                <dgm:else name="Name22">
                  <dgm:choose name="Name23">
                    <dgm:if name="Name24" axis="ch ch" ptType="node node" st="2 1" cnt="1 0" func="cnt" op="equ" val="1">
                      <dgm:layoutNode name="balance_11" styleLbl="alignAccFollowNode1">
                        <dgm:varLst>
                          <dgm:bulletEnabled val="1"/>
                        </dgm:varLst>
                        <dgm:alg type="sp"/>
                        <dgm:shape xmlns:r="http://schemas.openxmlformats.org/officeDocument/2006/relationships" type="rect" r:blip="">
                          <dgm:adjLst/>
                        </dgm:shape>
                        <dgm:presOf/>
                        <dgm:constrLst/>
                        <dgm:ruleLst/>
                      </dgm:layoutNode>
                      <dgm:layoutNode name="left_11_1" styleLbl="node1">
                        <dgm:varLst>
                          <dgm:bulletEnabled val="1"/>
                        </dgm:varLst>
                        <dgm:alg type="tx"/>
                        <dgm:shape xmlns:r="http://schemas.openxmlformats.org/officeDocument/2006/relationships" type="roundRect" r:blip="">
                          <dgm:adjLst/>
                        </dgm:shape>
                        <dgm:presOf axis="ch ch desOrSelf" ptType="node node node" st="1 1 1" cnt="1 1 0"/>
                        <dgm:constrLst>
                          <dgm:constr type="lMarg" refType="primFontSz" fact="0.3"/>
                          <dgm:constr type="rMarg" refType="primFontSz" fact="0.3"/>
                          <dgm:constr type="tMarg" refType="primFontSz" fact="0.3"/>
                          <dgm:constr type="bMarg" refType="primFontSz" fact="0.3"/>
                        </dgm:constrLst>
                        <dgm:ruleLst>
                          <dgm:rule type="primFontSz" val="5" fact="NaN" max="NaN"/>
                        </dgm:ruleLst>
                      </dgm:layoutNode>
                      <dgm:layoutNode name="right_11_1" styleLbl="node1">
                        <dgm:varLst>
                          <dgm:bulletEnabled val="1"/>
                        </dgm:varLst>
                        <dgm:alg type="tx"/>
                        <dgm:shape xmlns:r="http://schemas.openxmlformats.org/officeDocument/2006/relationships" type="roundRect" r:blip="">
                          <dgm:adjLst/>
                        </dgm:shape>
                        <dgm:presOf axis="ch ch desOrSelf" ptType="node node node" st="2 1 1" cnt="1 1 0"/>
                        <dgm:constrLst>
                          <dgm:constr type="lMarg" refType="primFontSz" fact="0.3"/>
                          <dgm:constr type="rMarg" refType="primFontSz" fact="0.3"/>
                          <dgm:constr type="tMarg" refType="primFontSz" fact="0.3"/>
                          <dgm:constr type="bMarg" refType="primFontSz" fact="0.3"/>
                        </dgm:constrLst>
                        <dgm:ruleLst>
                          <dgm:rule type="primFontSz" val="5" fact="NaN" max="NaN"/>
                        </dgm:ruleLst>
                      </dgm:layoutNode>
                    </dgm:if>
                    <dgm:else name="Name25">
                      <dgm:choose name="Name26">
                        <dgm:if name="Name27" axis="ch ch" ptType="node node" st="2 1" cnt="1 0" func="cnt" op="equ" val="2">
                          <dgm:layoutNode name="balance_12" styleLbl="alignAccFollowNode1">
                            <dgm:varLst>
                              <dgm:bulletEnabled val="1"/>
                            </dgm:varLst>
                            <dgm:alg type="sp"/>
                            <dgm:shape xmlns:r="http://schemas.openxmlformats.org/officeDocument/2006/relationships" rot="4" type="rect" r:blip="">
                              <dgm:adjLst/>
                            </dgm:shape>
                            <dgm:presOf/>
                            <dgm:constrLst/>
                            <dgm:ruleLst/>
                          </dgm:layoutNode>
                          <dgm:layoutNode name="right_12_1" styleLbl="node1">
                            <dgm:varLst>
                              <dgm:bulletEnabled val="1"/>
                            </dgm:varLst>
                            <dgm:alg type="tx"/>
                            <dgm:shape xmlns:r="http://schemas.openxmlformats.org/officeDocument/2006/relationships" rot="4" type="roundRect" r:blip="">
                              <dgm:adjLst/>
                            </dgm:shape>
                            <dgm:presOf axis="ch ch desOrSelf" ptType="node node node" st="2 1 1" cnt="1 1 0"/>
                            <dgm:constrLst>
                              <dgm:constr type="lMarg" refType="primFontSz" fact="0.3"/>
                              <dgm:constr type="rMarg" refType="primFontSz" fact="0.3"/>
                              <dgm:constr type="tMarg" refType="primFontSz" fact="0.3"/>
                              <dgm:constr type="bMarg" refType="primFontSz" fact="0.3"/>
                            </dgm:constrLst>
                            <dgm:ruleLst>
                              <dgm:rule type="primFontSz" val="5" fact="NaN" max="NaN"/>
                            </dgm:ruleLst>
                          </dgm:layoutNode>
                          <dgm:layoutNode name="right_12_2" styleLbl="node1">
                            <dgm:varLst>
                              <dgm:bulletEnabled val="1"/>
                            </dgm:varLst>
                            <dgm:alg type="tx"/>
                            <dgm:shape xmlns:r="http://schemas.openxmlformats.org/officeDocument/2006/relationships" rot="4" type="roundRect" r:blip="">
                              <dgm:adjLst/>
                            </dgm:shape>
                            <dgm:presOf axis="ch ch desOrSelf" ptType="node node node" st="2 2 1" cnt="1 1 0"/>
                            <dgm:constrLst>
                              <dgm:constr type="lMarg" refType="primFontSz" fact="0.3"/>
                              <dgm:constr type="rMarg" refType="primFontSz" fact="0.3"/>
                              <dgm:constr type="tMarg" refType="primFontSz" fact="0.3"/>
                              <dgm:constr type="bMarg" refType="primFontSz" fact="0.3"/>
                            </dgm:constrLst>
                            <dgm:ruleLst>
                              <dgm:rule type="primFontSz" val="5" fact="NaN" max="NaN"/>
                            </dgm:ruleLst>
                          </dgm:layoutNode>
                          <dgm:layoutNode name="left_12_1" styleLbl="node1">
                            <dgm:varLst>
                              <dgm:bulletEnabled val="1"/>
                            </dgm:varLst>
                            <dgm:alg type="tx"/>
                            <dgm:shape xmlns:r="http://schemas.openxmlformats.org/officeDocument/2006/relationships" rot="4" type="roundRect" r:blip="">
                              <dgm:adjLst/>
                            </dgm:shape>
                            <dgm:presOf axis="ch ch desOrSelf" ptType="node node node" st="1 1 1" cnt="1 1 0"/>
                            <dgm:constrLst>
                              <dgm:constr type="lMarg" refType="primFontSz" fact="0.3"/>
                              <dgm:constr type="rMarg" refType="primFontSz" fact="0.3"/>
                              <dgm:constr type="tMarg" refType="primFontSz" fact="0.3"/>
                              <dgm:constr type="bMarg" refType="primFontSz" fact="0.3"/>
                            </dgm:constrLst>
                            <dgm:ruleLst>
                              <dgm:rule type="primFontSz" val="5" fact="NaN" max="NaN"/>
                            </dgm:ruleLst>
                          </dgm:layoutNode>
                        </dgm:if>
                        <dgm:else name="Name28">
                          <dgm:choose name="Name29">
                            <dgm:if name="Name30" axis="ch ch" ptType="node node" st="2 1" cnt="1 0" func="cnt" op="equ" val="3">
                              <dgm:layoutNode name="balance_13" styleLbl="alignAccFollowNode1">
                                <dgm:varLst>
                                  <dgm:bulletEnabled val="1"/>
                                </dgm:varLst>
                                <dgm:alg type="sp"/>
                                <dgm:shape xmlns:r="http://schemas.openxmlformats.org/officeDocument/2006/relationships" rot="4" type="rect" r:blip="">
                                  <dgm:adjLst/>
                                </dgm:shape>
                                <dgm:presOf/>
                                <dgm:constrLst/>
                                <dgm:ruleLst/>
                              </dgm:layoutNode>
                              <dgm:layoutNode name="right_13_1" styleLbl="node1">
                                <dgm:varLst>
                                  <dgm:bulletEnabled val="1"/>
                                </dgm:varLst>
                                <dgm:alg type="tx"/>
                                <dgm:shape xmlns:r="http://schemas.openxmlformats.org/officeDocument/2006/relationships" rot="4" type="roundRect" r:blip="">
                                  <dgm:adjLst/>
                                </dgm:shape>
                                <dgm:presOf axis="ch ch desOrSelf" ptType="node node node" st="2 1 1" cnt="1 1 0"/>
                                <dgm:constrLst>
                                  <dgm:constr type="lMarg" refType="primFontSz" fact="0.3"/>
                                  <dgm:constr type="rMarg" refType="primFontSz" fact="0.3"/>
                                  <dgm:constr type="tMarg" refType="primFontSz" fact="0.3"/>
                                  <dgm:constr type="bMarg" refType="primFontSz" fact="0.3"/>
                                </dgm:constrLst>
                                <dgm:ruleLst>
                                  <dgm:rule type="primFontSz" val="5" fact="NaN" max="NaN"/>
                                </dgm:ruleLst>
                              </dgm:layoutNode>
                              <dgm:layoutNode name="right_13_2" styleLbl="node1">
                                <dgm:varLst>
                                  <dgm:bulletEnabled val="1"/>
                                </dgm:varLst>
                                <dgm:alg type="tx"/>
                                <dgm:shape xmlns:r="http://schemas.openxmlformats.org/officeDocument/2006/relationships" rot="4" type="roundRect" r:blip="">
                                  <dgm:adjLst/>
                                </dgm:shape>
                                <dgm:presOf axis="ch ch desOrSelf" ptType="node node node" st="2 2 1" cnt="1 1 0"/>
                                <dgm:constrLst>
                                  <dgm:constr type="lMarg" refType="primFontSz" fact="0.3"/>
                                  <dgm:constr type="rMarg" refType="primFontSz" fact="0.3"/>
                                  <dgm:constr type="tMarg" refType="primFontSz" fact="0.3"/>
                                  <dgm:constr type="bMarg" refType="primFontSz" fact="0.3"/>
                                </dgm:constrLst>
                                <dgm:ruleLst>
                                  <dgm:rule type="primFontSz" val="5" fact="NaN" max="NaN"/>
                                </dgm:ruleLst>
                              </dgm:layoutNode>
                              <dgm:layoutNode name="right_13_3" styleLbl="node1">
                                <dgm:varLst>
                                  <dgm:bulletEnabled val="1"/>
                                </dgm:varLst>
                                <dgm:alg type="tx"/>
                                <dgm:shape xmlns:r="http://schemas.openxmlformats.org/officeDocument/2006/relationships" rot="4" type="roundRect" r:blip="">
                                  <dgm:adjLst/>
                                </dgm:shape>
                                <dgm:presOf axis="ch ch desOrSelf" ptType="node node node" st="2 3 1" cnt="1 1 0"/>
                                <dgm:constrLst>
                                  <dgm:constr type="lMarg" refType="primFontSz" fact="0.3"/>
                                  <dgm:constr type="rMarg" refType="primFontSz" fact="0.3"/>
                                  <dgm:constr type="tMarg" refType="primFontSz" fact="0.3"/>
                                  <dgm:constr type="bMarg" refType="primFontSz" fact="0.3"/>
                                </dgm:constrLst>
                                <dgm:ruleLst>
                                  <dgm:rule type="primFontSz" val="5" fact="NaN" max="NaN"/>
                                </dgm:ruleLst>
                              </dgm:layoutNode>
                              <dgm:layoutNode name="left_13_1" styleLbl="node1">
                                <dgm:varLst>
                                  <dgm:bulletEnabled val="1"/>
                                </dgm:varLst>
                                <dgm:alg type="tx"/>
                                <dgm:shape xmlns:r="http://schemas.openxmlformats.org/officeDocument/2006/relationships" rot="4" type="roundRect" r:blip="">
                                  <dgm:adjLst/>
                                </dgm:shape>
                                <dgm:presOf axis="ch ch desOrSelf" ptType="node node node" st="1 1 1" cnt="1 1 0"/>
                                <dgm:constrLst>
                                  <dgm:constr type="lMarg" refType="primFontSz" fact="0.3"/>
                                  <dgm:constr type="rMarg" refType="primFontSz" fact="0.3"/>
                                  <dgm:constr type="tMarg" refType="primFontSz" fact="0.3"/>
                                  <dgm:constr type="bMarg" refType="primFontSz" fact="0.3"/>
                                </dgm:constrLst>
                                <dgm:ruleLst>
                                  <dgm:rule type="primFontSz" val="5" fact="NaN" max="NaN"/>
                                </dgm:ruleLst>
                              </dgm:layoutNode>
                            </dgm:if>
                            <dgm:else name="Name31">
                              <dgm:choose name="Name32">
                                <dgm:if name="Name33" axis="ch ch" ptType="node node" st="2 1" cnt="1 0" func="cnt" op="gte" val="4">
                                  <dgm:layoutNode name="balance_14" styleLbl="alignAccFollowNode1">
                                    <dgm:varLst>
                                      <dgm:bulletEnabled val="1"/>
                                    </dgm:varLst>
                                    <dgm:alg type="sp"/>
                                    <dgm:shape xmlns:r="http://schemas.openxmlformats.org/officeDocument/2006/relationships" rot="4" type="rect" r:blip="">
                                      <dgm:adjLst/>
                                    </dgm:shape>
                                    <dgm:presOf/>
                                    <dgm:constrLst/>
                                    <dgm:ruleLst/>
                                  </dgm:layoutNode>
                                  <dgm:layoutNode name="right_14_1" styleLbl="node1">
                                    <dgm:varLst>
                                      <dgm:bulletEnabled val="1"/>
                                    </dgm:varLst>
                                    <dgm:alg type="tx"/>
                                    <dgm:shape xmlns:r="http://schemas.openxmlformats.org/officeDocument/2006/relationships" rot="4" type="roundRect" r:blip="">
                                      <dgm:adjLst/>
                                    </dgm:shape>
                                    <dgm:presOf axis="ch ch desOrSelf" ptType="node node node" st="2 1 1" cnt="1 1 0"/>
                                    <dgm:constrLst>
                                      <dgm:constr type="lMarg" refType="primFontSz" fact="0.3"/>
                                      <dgm:constr type="rMarg" refType="primFontSz" fact="0.3"/>
                                      <dgm:constr type="tMarg" refType="primFontSz" fact="0.3"/>
                                      <dgm:constr type="bMarg" refType="primFontSz" fact="0.3"/>
                                    </dgm:constrLst>
                                    <dgm:ruleLst>
                                      <dgm:rule type="primFontSz" val="5" fact="NaN" max="NaN"/>
                                    </dgm:ruleLst>
                                  </dgm:layoutNode>
                                  <dgm:layoutNode name="right_14_2" styleLbl="node1">
                                    <dgm:varLst>
                                      <dgm:bulletEnabled val="1"/>
                                    </dgm:varLst>
                                    <dgm:alg type="tx"/>
                                    <dgm:shape xmlns:r="http://schemas.openxmlformats.org/officeDocument/2006/relationships" rot="4" type="roundRect" r:blip="">
                                      <dgm:adjLst/>
                                    </dgm:shape>
                                    <dgm:presOf axis="ch ch desOrSelf" ptType="node node node" st="2 2 1" cnt="1 1 0"/>
                                    <dgm:constrLst>
                                      <dgm:constr type="lMarg" refType="primFontSz" fact="0.3"/>
                                      <dgm:constr type="rMarg" refType="primFontSz" fact="0.3"/>
                                      <dgm:constr type="tMarg" refType="primFontSz" fact="0.3"/>
                                      <dgm:constr type="bMarg" refType="primFontSz" fact="0.3"/>
                                    </dgm:constrLst>
                                    <dgm:ruleLst>
                                      <dgm:rule type="primFontSz" val="5" fact="NaN" max="NaN"/>
                                    </dgm:ruleLst>
                                  </dgm:layoutNode>
                                  <dgm:layoutNode name="right_14_3" styleLbl="node1">
                                    <dgm:varLst>
                                      <dgm:bulletEnabled val="1"/>
                                    </dgm:varLst>
                                    <dgm:alg type="tx"/>
                                    <dgm:shape xmlns:r="http://schemas.openxmlformats.org/officeDocument/2006/relationships" rot="4" type="roundRect" r:blip="">
                                      <dgm:adjLst/>
                                    </dgm:shape>
                                    <dgm:presOf axis="ch ch desOrSelf" ptType="node node node" st="2 3 1" cnt="1 1 0"/>
                                    <dgm:constrLst>
                                      <dgm:constr type="lMarg" refType="primFontSz" fact="0.3"/>
                                      <dgm:constr type="rMarg" refType="primFontSz" fact="0.3"/>
                                      <dgm:constr type="tMarg" refType="primFontSz" fact="0.3"/>
                                      <dgm:constr type="bMarg" refType="primFontSz" fact="0.3"/>
                                    </dgm:constrLst>
                                    <dgm:ruleLst>
                                      <dgm:rule type="primFontSz" val="5" fact="NaN" max="NaN"/>
                                    </dgm:ruleLst>
                                  </dgm:layoutNode>
                                  <dgm:layoutNode name="right_14_4" styleLbl="node1">
                                    <dgm:varLst>
                                      <dgm:bulletEnabled val="1"/>
                                    </dgm:varLst>
                                    <dgm:alg type="tx"/>
                                    <dgm:shape xmlns:r="http://schemas.openxmlformats.org/officeDocument/2006/relationships" rot="4" type="roundRect" r:blip="">
                                      <dgm:adjLst/>
                                    </dgm:shape>
                                    <dgm:presOf axis="ch ch desOrSelf" ptType="node node node" st="2 4 1" cnt="1 1 0"/>
                                    <dgm:constrLst>
                                      <dgm:constr type="lMarg" refType="primFontSz" fact="0.3"/>
                                      <dgm:constr type="rMarg" refType="primFontSz" fact="0.3"/>
                                      <dgm:constr type="tMarg" refType="primFontSz" fact="0.3"/>
                                      <dgm:constr type="bMarg" refType="primFontSz" fact="0.3"/>
                                    </dgm:constrLst>
                                    <dgm:ruleLst>
                                      <dgm:rule type="primFontSz" val="5" fact="NaN" max="NaN"/>
                                    </dgm:ruleLst>
                                  </dgm:layoutNode>
                                  <dgm:layoutNode name="left_14_1" styleLbl="node1">
                                    <dgm:varLst>
                                      <dgm:bulletEnabled val="1"/>
                                    </dgm:varLst>
                                    <dgm:alg type="tx"/>
                                    <dgm:shape xmlns:r="http://schemas.openxmlformats.org/officeDocument/2006/relationships" rot="4" type="roundRect" r:blip="">
                                      <dgm:adjLst/>
                                    </dgm:shape>
                                    <dgm:presOf axis="ch ch desOrSelf" ptType="node node node" st="1 1 1" cnt="1 1 0"/>
                                    <dgm:constrLst>
                                      <dgm:constr type="lMarg" refType="primFontSz" fact="0.3"/>
                                      <dgm:constr type="rMarg" refType="primFontSz" fact="0.3"/>
                                      <dgm:constr type="tMarg" refType="primFontSz" fact="0.3"/>
                                      <dgm:constr type="bMarg" refType="primFontSz" fact="0.3"/>
                                    </dgm:constrLst>
                                    <dgm:ruleLst>
                                      <dgm:rule type="primFontSz" val="5" fact="NaN" max="NaN"/>
                                    </dgm:ruleLst>
                                  </dgm:layoutNode>
                                </dgm:if>
                                <dgm:else name="Name34"/>
                              </dgm:choose>
                            </dgm:else>
                          </dgm:choose>
                        </dgm:else>
                      </dgm:choose>
                    </dgm:else>
                  </dgm:choose>
                </dgm:else>
              </dgm:choose>
            </dgm:if>
            <dgm:else name="Name35">
              <dgm:choose name="Name36">
                <dgm:if name="Name37" axis="ch ch" ptType="node node" st="1 1" cnt="1 0" func="cnt" op="equ" val="2">
                  <dgm:choose name="Name38">
                    <dgm:if name="Name39" axis="ch ch" ptType="node node" st="2 1" cnt="1 0" func="cnt" op="equ" val="0">
                      <dgm:layoutNode name="balance_20" styleLbl="alignAccFollowNode1">
                        <dgm:varLst>
                          <dgm:bulletEnabled val="1"/>
                        </dgm:varLst>
                        <dgm:alg type="sp"/>
                        <dgm:shape xmlns:r="http://schemas.openxmlformats.org/officeDocument/2006/relationships" rot="-4" type="rect" r:blip="">
                          <dgm:adjLst/>
                        </dgm:shape>
                        <dgm:presOf/>
                        <dgm:constrLst/>
                        <dgm:ruleLst/>
                      </dgm:layoutNode>
                      <dgm:layoutNode name="left_20_1" styleLbl="node1">
                        <dgm:varLst>
                          <dgm:bulletEnabled val="1"/>
                        </dgm:varLst>
                        <dgm:alg type="tx"/>
                        <dgm:shape xmlns:r="http://schemas.openxmlformats.org/officeDocument/2006/relationships" rot="-4" type="roundRect" r:blip="">
                          <dgm:adjLst/>
                        </dgm:shape>
                        <dgm:presOf axis="ch ch desOrSelf" ptType="node node node" st="1 1 1" cnt="1 1 0"/>
                        <dgm:constrLst>
                          <dgm:constr type="lMarg" refType="primFontSz" fact="0.3"/>
                          <dgm:constr type="rMarg" refType="primFontSz" fact="0.3"/>
                          <dgm:constr type="tMarg" refType="primFontSz" fact="0.3"/>
                          <dgm:constr type="bMarg" refType="primFontSz" fact="0.3"/>
                        </dgm:constrLst>
                        <dgm:ruleLst>
                          <dgm:rule type="primFontSz" val="5" fact="NaN" max="NaN"/>
                        </dgm:ruleLst>
                      </dgm:layoutNode>
                      <dgm:layoutNode name="left_20_2" styleLbl="node1">
                        <dgm:varLst>
                          <dgm:bulletEnabled val="1"/>
                        </dgm:varLst>
                        <dgm:alg type="tx"/>
                        <dgm:shape xmlns:r="http://schemas.openxmlformats.org/officeDocument/2006/relationships" rot="-4" type="roundRect" r:blip="">
                          <dgm:adjLst/>
                        </dgm:shape>
                        <dgm:presOf axis="ch ch desOrSelf" ptType="node node node" st="1 2 1" cnt="1 1 0"/>
                        <dgm:constrLst>
                          <dgm:constr type="lMarg" refType="primFontSz" fact="0.3"/>
                          <dgm:constr type="rMarg" refType="primFontSz" fact="0.3"/>
                          <dgm:constr type="tMarg" refType="primFontSz" fact="0.3"/>
                          <dgm:constr type="bMarg" refType="primFontSz" fact="0.3"/>
                        </dgm:constrLst>
                        <dgm:ruleLst>
                          <dgm:rule type="primFontSz" val="5" fact="NaN" max="NaN"/>
                        </dgm:ruleLst>
                      </dgm:layoutNode>
                    </dgm:if>
                    <dgm:else name="Name40">
                      <dgm:choose name="Name41">
                        <dgm:if name="Name42" axis="ch ch" ptType="node node" st="2 1" cnt="1 0" func="cnt" op="equ" val="1">
                          <dgm:layoutNode name="balance_21" styleLbl="alignAccFollowNode1">
                            <dgm:varLst>
                              <dgm:bulletEnabled val="1"/>
                            </dgm:varLst>
                            <dgm:alg type="sp"/>
                            <dgm:shape xmlns:r="http://schemas.openxmlformats.org/officeDocument/2006/relationships" rot="-4" type="rect" r:blip="">
                              <dgm:adjLst/>
                            </dgm:shape>
                            <dgm:presOf/>
                            <dgm:constrLst/>
                            <dgm:ruleLst/>
                          </dgm:layoutNode>
                          <dgm:layoutNode name="left_21_1" styleLbl="node1">
                            <dgm:varLst>
                              <dgm:bulletEnabled val="1"/>
                            </dgm:varLst>
                            <dgm:alg type="tx"/>
                            <dgm:shape xmlns:r="http://schemas.openxmlformats.org/officeDocument/2006/relationships" rot="-4" type="roundRect" r:blip="">
                              <dgm:adjLst/>
                            </dgm:shape>
                            <dgm:presOf axis="ch ch desOrSelf" ptType="node node node" st="1 1 1" cnt="1 1 0"/>
                            <dgm:constrLst>
                              <dgm:constr type="lMarg" refType="primFontSz" fact="0.3"/>
                              <dgm:constr type="rMarg" refType="primFontSz" fact="0.3"/>
                              <dgm:constr type="tMarg" refType="primFontSz" fact="0.3"/>
                              <dgm:constr type="bMarg" refType="primFontSz" fact="0.3"/>
                            </dgm:constrLst>
                            <dgm:ruleLst>
                              <dgm:rule type="primFontSz" val="5" fact="NaN" max="NaN"/>
                            </dgm:ruleLst>
                          </dgm:layoutNode>
                          <dgm:layoutNode name="left_21_2" styleLbl="node1">
                            <dgm:varLst>
                              <dgm:bulletEnabled val="1"/>
                            </dgm:varLst>
                            <dgm:alg type="tx"/>
                            <dgm:shape xmlns:r="http://schemas.openxmlformats.org/officeDocument/2006/relationships" rot="-4" type="roundRect" r:blip="">
                              <dgm:adjLst/>
                            </dgm:shape>
                            <dgm:presOf axis="ch ch desOrSelf" ptType="node node node" st="1 2 1" cnt="1 1 0"/>
                            <dgm:constrLst>
                              <dgm:constr type="lMarg" refType="primFontSz" fact="0.3"/>
                              <dgm:constr type="rMarg" refType="primFontSz" fact="0.3"/>
                              <dgm:constr type="tMarg" refType="primFontSz" fact="0.3"/>
                              <dgm:constr type="bMarg" refType="primFontSz" fact="0.3"/>
                            </dgm:constrLst>
                            <dgm:ruleLst>
                              <dgm:rule type="primFontSz" val="5" fact="NaN" max="NaN"/>
                            </dgm:ruleLst>
                          </dgm:layoutNode>
                          <dgm:layoutNode name="right_21_1" styleLbl="node1">
                            <dgm:varLst>
                              <dgm:bulletEnabled val="1"/>
                            </dgm:varLst>
                            <dgm:alg type="tx"/>
                            <dgm:shape xmlns:r="http://schemas.openxmlformats.org/officeDocument/2006/relationships" rot="-4" type="roundRect" r:blip="">
                              <dgm:adjLst/>
                            </dgm:shape>
                            <dgm:presOf axis="ch ch desOrSelf" ptType="node node node" st="2 1 1" cnt="1 1 0"/>
                            <dgm:constrLst>
                              <dgm:constr type="lMarg" refType="primFontSz" fact="0.3"/>
                              <dgm:constr type="rMarg" refType="primFontSz" fact="0.3"/>
                              <dgm:constr type="tMarg" refType="primFontSz" fact="0.3"/>
                              <dgm:constr type="bMarg" refType="primFontSz" fact="0.3"/>
                            </dgm:constrLst>
                            <dgm:ruleLst>
                              <dgm:rule type="primFontSz" val="5" fact="NaN" max="NaN"/>
                            </dgm:ruleLst>
                          </dgm:layoutNode>
                        </dgm:if>
                        <dgm:else name="Name43">
                          <dgm:choose name="Name44">
                            <dgm:if name="Name45" axis="ch ch" ptType="node node" st="2 1" cnt="1 0" func="cnt" op="equ" val="2">
                              <dgm:layoutNode name="balance_22" styleLbl="alignAccFollowNode1">
                                <dgm:varLst>
                                  <dgm:bulletEnabled val="1"/>
                                </dgm:varLst>
                                <dgm:alg type="sp"/>
                                <dgm:shape xmlns:r="http://schemas.openxmlformats.org/officeDocument/2006/relationships" type="rect" r:blip="">
                                  <dgm:adjLst/>
                                </dgm:shape>
                                <dgm:presOf/>
                                <dgm:constrLst/>
                                <dgm:ruleLst/>
                              </dgm:layoutNode>
                              <dgm:layoutNode name="right_22_1" styleLbl="node1">
                                <dgm:varLst>
                                  <dgm:bulletEnabled val="1"/>
                                </dgm:varLst>
                                <dgm:alg type="tx"/>
                                <dgm:shape xmlns:r="http://schemas.openxmlformats.org/officeDocument/2006/relationships" type="roundRect" r:blip="">
                                  <dgm:adjLst/>
                                </dgm:shape>
                                <dgm:presOf axis="ch ch desOrSelf" ptType="node node node" st="2 1 1" cnt="1 1 0"/>
                                <dgm:constrLst>
                                  <dgm:constr type="lMarg" refType="primFontSz" fact="0.3"/>
                                  <dgm:constr type="rMarg" refType="primFontSz" fact="0.3"/>
                                  <dgm:constr type="tMarg" refType="primFontSz" fact="0.3"/>
                                  <dgm:constr type="bMarg" refType="primFontSz" fact="0.3"/>
                                </dgm:constrLst>
                                <dgm:ruleLst>
                                  <dgm:rule type="primFontSz" val="5" fact="NaN" max="NaN"/>
                                </dgm:ruleLst>
                              </dgm:layoutNode>
                              <dgm:layoutNode name="right_22_2" styleLbl="node1">
                                <dgm:varLst>
                                  <dgm:bulletEnabled val="1"/>
                                </dgm:varLst>
                                <dgm:alg type="tx"/>
                                <dgm:shape xmlns:r="http://schemas.openxmlformats.org/officeDocument/2006/relationships" type="roundRect" r:blip="">
                                  <dgm:adjLst/>
                                </dgm:shape>
                                <dgm:presOf axis="ch ch desOrSelf" ptType="node node node" st="2 2 1" cnt="1 1 0"/>
                                <dgm:constrLst>
                                  <dgm:constr type="lMarg" refType="primFontSz" fact="0.3"/>
                                  <dgm:constr type="rMarg" refType="primFontSz" fact="0.3"/>
                                  <dgm:constr type="tMarg" refType="primFontSz" fact="0.3"/>
                                  <dgm:constr type="bMarg" refType="primFontSz" fact="0.3"/>
                                </dgm:constrLst>
                                <dgm:ruleLst>
                                  <dgm:rule type="primFontSz" val="5" fact="NaN" max="NaN"/>
                                </dgm:ruleLst>
                              </dgm:layoutNode>
                              <dgm:layoutNode name="left_22_1" styleLbl="node1">
                                <dgm:varLst>
                                  <dgm:bulletEnabled val="1"/>
                                </dgm:varLst>
                                <dgm:alg type="tx"/>
                                <dgm:shape xmlns:r="http://schemas.openxmlformats.org/officeDocument/2006/relationships" type="roundRect" r:blip="">
                                  <dgm:adjLst/>
                                </dgm:shape>
                                <dgm:presOf axis="ch ch desOrSelf" ptType="node node node" st="1 1 1" cnt="1 1 0"/>
                                <dgm:constrLst>
                                  <dgm:constr type="lMarg" refType="primFontSz" fact="0.3"/>
                                  <dgm:constr type="rMarg" refType="primFontSz" fact="0.3"/>
                                  <dgm:constr type="tMarg" refType="primFontSz" fact="0.3"/>
                                  <dgm:constr type="bMarg" refType="primFontSz" fact="0.3"/>
                                </dgm:constrLst>
                                <dgm:ruleLst>
                                  <dgm:rule type="primFontSz" val="5" fact="NaN" max="NaN"/>
                                </dgm:ruleLst>
                              </dgm:layoutNode>
                              <dgm:layoutNode name="left_22_2" styleLbl="node1">
                                <dgm:varLst>
                                  <dgm:bulletEnabled val="1"/>
                                </dgm:varLst>
                                <dgm:alg type="tx"/>
                                <dgm:shape xmlns:r="http://schemas.openxmlformats.org/officeDocument/2006/relationships" type="roundRect" r:blip="">
                                  <dgm:adjLst/>
                                </dgm:shape>
                                <dgm:presOf axis="ch ch desOrSelf" ptType="node node node" st="1 2 1" cnt="1 1 0"/>
                                <dgm:constrLst>
                                  <dgm:constr type="lMarg" refType="primFontSz" fact="0.3"/>
                                  <dgm:constr type="rMarg" refType="primFontSz" fact="0.3"/>
                                  <dgm:constr type="tMarg" refType="primFontSz" fact="0.3"/>
                                  <dgm:constr type="bMarg" refType="primFontSz" fact="0.3"/>
                                </dgm:constrLst>
                                <dgm:ruleLst>
                                  <dgm:rule type="primFontSz" val="5" fact="NaN" max="NaN"/>
                                </dgm:ruleLst>
                              </dgm:layoutNode>
                            </dgm:if>
                            <dgm:else name="Name46">
                              <dgm:choose name="Name47">
                                <dgm:if name="Name48" axis="ch ch" ptType="node node" st="2 1" cnt="1 0" func="cnt" op="equ" val="3">
                                  <dgm:layoutNode name="balance_23" styleLbl="alignAccFollowNode1">
                                    <dgm:varLst>
                                      <dgm:bulletEnabled val="1"/>
                                    </dgm:varLst>
                                    <dgm:alg type="sp"/>
                                    <dgm:shape xmlns:r="http://schemas.openxmlformats.org/officeDocument/2006/relationships" rot="4" type="rect" r:blip="">
                                      <dgm:adjLst/>
                                    </dgm:shape>
                                    <dgm:presOf/>
                                    <dgm:constrLst/>
                                    <dgm:ruleLst/>
                                  </dgm:layoutNode>
                                  <dgm:layoutNode name="right_23_1" styleLbl="node1">
                                    <dgm:varLst>
                                      <dgm:bulletEnabled val="1"/>
                                    </dgm:varLst>
                                    <dgm:alg type="tx"/>
                                    <dgm:shape xmlns:r="http://schemas.openxmlformats.org/officeDocument/2006/relationships" rot="4" type="roundRect" r:blip="">
                                      <dgm:adjLst/>
                                    </dgm:shape>
                                    <dgm:presOf axis="ch ch desOrSelf" ptType="node node node" st="2 1 1" cnt="1 1 0"/>
                                    <dgm:constrLst>
                                      <dgm:constr type="lMarg" refType="primFontSz" fact="0.3"/>
                                      <dgm:constr type="rMarg" refType="primFontSz" fact="0.3"/>
                                      <dgm:constr type="tMarg" refType="primFontSz" fact="0.3"/>
                                      <dgm:constr type="bMarg" refType="primFontSz" fact="0.3"/>
                                    </dgm:constrLst>
                                    <dgm:ruleLst>
                                      <dgm:rule type="primFontSz" val="5" fact="NaN" max="NaN"/>
                                    </dgm:ruleLst>
                                  </dgm:layoutNode>
                                  <dgm:layoutNode name="right_23_2" styleLbl="node1">
                                    <dgm:varLst>
                                      <dgm:bulletEnabled val="1"/>
                                    </dgm:varLst>
                                    <dgm:alg type="tx"/>
                                    <dgm:shape xmlns:r="http://schemas.openxmlformats.org/officeDocument/2006/relationships" rot="4" type="roundRect" r:blip="">
                                      <dgm:adjLst/>
                                    </dgm:shape>
                                    <dgm:presOf axis="ch ch desOrSelf" ptType="node node node" st="2 2 1" cnt="1 1 0"/>
                                    <dgm:constrLst>
                                      <dgm:constr type="lMarg" refType="primFontSz" fact="0.3"/>
                                      <dgm:constr type="rMarg" refType="primFontSz" fact="0.3"/>
                                      <dgm:constr type="tMarg" refType="primFontSz" fact="0.3"/>
                                      <dgm:constr type="bMarg" refType="primFontSz" fact="0.3"/>
                                    </dgm:constrLst>
                                    <dgm:ruleLst>
                                      <dgm:rule type="primFontSz" val="5" fact="NaN" max="NaN"/>
                                    </dgm:ruleLst>
                                  </dgm:layoutNode>
                                  <dgm:layoutNode name="right_23_3" styleLbl="node1">
                                    <dgm:varLst>
                                      <dgm:bulletEnabled val="1"/>
                                    </dgm:varLst>
                                    <dgm:alg type="tx"/>
                                    <dgm:shape xmlns:r="http://schemas.openxmlformats.org/officeDocument/2006/relationships" rot="4" type="roundRect" r:blip="">
                                      <dgm:adjLst/>
                                    </dgm:shape>
                                    <dgm:presOf axis="ch ch desOrSelf" ptType="node node node" st="2 3 1" cnt="1 1 0"/>
                                    <dgm:constrLst>
                                      <dgm:constr type="lMarg" refType="primFontSz" fact="0.3"/>
                                      <dgm:constr type="rMarg" refType="primFontSz" fact="0.3"/>
                                      <dgm:constr type="tMarg" refType="primFontSz" fact="0.3"/>
                                      <dgm:constr type="bMarg" refType="primFontSz" fact="0.3"/>
                                    </dgm:constrLst>
                                    <dgm:ruleLst>
                                      <dgm:rule type="primFontSz" val="5" fact="NaN" max="NaN"/>
                                    </dgm:ruleLst>
                                  </dgm:layoutNode>
                                  <dgm:layoutNode name="left_23_1" styleLbl="node1">
                                    <dgm:varLst>
                                      <dgm:bulletEnabled val="1"/>
                                    </dgm:varLst>
                                    <dgm:alg type="tx"/>
                                    <dgm:shape xmlns:r="http://schemas.openxmlformats.org/officeDocument/2006/relationships" rot="4" type="roundRect" r:blip="">
                                      <dgm:adjLst/>
                                    </dgm:shape>
                                    <dgm:presOf axis="ch ch desOrSelf" ptType="node node node" st="1 1 1" cnt="1 1 0"/>
                                    <dgm:constrLst>
                                      <dgm:constr type="lMarg" refType="primFontSz" fact="0.3"/>
                                      <dgm:constr type="rMarg" refType="primFontSz" fact="0.3"/>
                                      <dgm:constr type="tMarg" refType="primFontSz" fact="0.3"/>
                                      <dgm:constr type="bMarg" refType="primFontSz" fact="0.3"/>
                                    </dgm:constrLst>
                                    <dgm:ruleLst>
                                      <dgm:rule type="primFontSz" val="5" fact="NaN" max="NaN"/>
                                    </dgm:ruleLst>
                                  </dgm:layoutNode>
                                  <dgm:layoutNode name="left_23_2" styleLbl="node1">
                                    <dgm:varLst>
                                      <dgm:bulletEnabled val="1"/>
                                    </dgm:varLst>
                                    <dgm:alg type="tx"/>
                                    <dgm:shape xmlns:r="http://schemas.openxmlformats.org/officeDocument/2006/relationships" rot="4" type="roundRect" r:blip="">
                                      <dgm:adjLst/>
                                    </dgm:shape>
                                    <dgm:presOf axis="ch ch desOrSelf" ptType="node node node" st="1 2 1" cnt="1 1 0"/>
                                    <dgm:constrLst>
                                      <dgm:constr type="lMarg" refType="primFontSz" fact="0.3"/>
                                      <dgm:constr type="rMarg" refType="primFontSz" fact="0.3"/>
                                      <dgm:constr type="tMarg" refType="primFontSz" fact="0.3"/>
                                      <dgm:constr type="bMarg" refType="primFontSz" fact="0.3"/>
                                    </dgm:constrLst>
                                    <dgm:ruleLst>
                                      <dgm:rule type="primFontSz" val="5" fact="NaN" max="NaN"/>
                                    </dgm:ruleLst>
                                  </dgm:layoutNode>
                                </dgm:if>
                                <dgm:else name="Name49">
                                  <dgm:choose name="Name50">
                                    <dgm:if name="Name51" axis="ch ch" ptType="node node" st="2 1" cnt="1 0" func="cnt" op="gte" val="4">
                                      <dgm:layoutNode name="balance_24" styleLbl="alignAccFollowNode1">
                                        <dgm:varLst>
                                          <dgm:bulletEnabled val="1"/>
                                        </dgm:varLst>
                                        <dgm:alg type="sp"/>
                                        <dgm:shape xmlns:r="http://schemas.openxmlformats.org/officeDocument/2006/relationships" rot="4" type="rect" r:blip="">
                                          <dgm:adjLst/>
                                        </dgm:shape>
                                        <dgm:presOf/>
                                        <dgm:constrLst/>
                                        <dgm:ruleLst/>
                                      </dgm:layoutNode>
                                      <dgm:layoutNode name="right_24_1" styleLbl="node1">
                                        <dgm:varLst>
                                          <dgm:bulletEnabled val="1"/>
                                        </dgm:varLst>
                                        <dgm:alg type="tx"/>
                                        <dgm:shape xmlns:r="http://schemas.openxmlformats.org/officeDocument/2006/relationships" rot="4" type="roundRect" r:blip="">
                                          <dgm:adjLst/>
                                        </dgm:shape>
                                        <dgm:presOf axis="ch ch desOrSelf" ptType="node node node" st="2 1 1" cnt="1 1 0"/>
                                        <dgm:constrLst>
                                          <dgm:constr type="lMarg" refType="primFontSz" fact="0.3"/>
                                          <dgm:constr type="rMarg" refType="primFontSz" fact="0.3"/>
                                          <dgm:constr type="tMarg" refType="primFontSz" fact="0.3"/>
                                          <dgm:constr type="bMarg" refType="primFontSz" fact="0.3"/>
                                        </dgm:constrLst>
                                        <dgm:ruleLst>
                                          <dgm:rule type="primFontSz" val="5" fact="NaN" max="NaN"/>
                                        </dgm:ruleLst>
                                      </dgm:layoutNode>
                                      <dgm:layoutNode name="right_24_2" styleLbl="node1">
                                        <dgm:varLst>
                                          <dgm:bulletEnabled val="1"/>
                                        </dgm:varLst>
                                        <dgm:alg type="tx"/>
                                        <dgm:shape xmlns:r="http://schemas.openxmlformats.org/officeDocument/2006/relationships" rot="4" type="roundRect" r:blip="">
                                          <dgm:adjLst/>
                                        </dgm:shape>
                                        <dgm:presOf axis="ch ch desOrSelf" ptType="node node node" st="2 2 1" cnt="1 1 0"/>
                                        <dgm:constrLst>
                                          <dgm:constr type="lMarg" refType="primFontSz" fact="0.3"/>
                                          <dgm:constr type="rMarg" refType="primFontSz" fact="0.3"/>
                                          <dgm:constr type="tMarg" refType="primFontSz" fact="0.3"/>
                                          <dgm:constr type="bMarg" refType="primFontSz" fact="0.3"/>
                                        </dgm:constrLst>
                                        <dgm:ruleLst>
                                          <dgm:rule type="primFontSz" val="5" fact="NaN" max="NaN"/>
                                        </dgm:ruleLst>
                                      </dgm:layoutNode>
                                      <dgm:layoutNode name="right_24_3" styleLbl="node1">
                                        <dgm:varLst>
                                          <dgm:bulletEnabled val="1"/>
                                        </dgm:varLst>
                                        <dgm:alg type="tx"/>
                                        <dgm:shape xmlns:r="http://schemas.openxmlformats.org/officeDocument/2006/relationships" rot="4" type="roundRect" r:blip="">
                                          <dgm:adjLst/>
                                        </dgm:shape>
                                        <dgm:presOf axis="ch ch desOrSelf" ptType="node node node" st="2 3 1" cnt="1 1 0"/>
                                        <dgm:constrLst>
                                          <dgm:constr type="lMarg" refType="primFontSz" fact="0.3"/>
                                          <dgm:constr type="rMarg" refType="primFontSz" fact="0.3"/>
                                          <dgm:constr type="tMarg" refType="primFontSz" fact="0.3"/>
                                          <dgm:constr type="bMarg" refType="primFontSz" fact="0.3"/>
                                        </dgm:constrLst>
                                        <dgm:ruleLst>
                                          <dgm:rule type="primFontSz" val="5" fact="NaN" max="NaN"/>
                                        </dgm:ruleLst>
                                      </dgm:layoutNode>
                                      <dgm:layoutNode name="right_24_4" styleLbl="node1">
                                        <dgm:varLst>
                                          <dgm:bulletEnabled val="1"/>
                                        </dgm:varLst>
                                        <dgm:alg type="tx"/>
                                        <dgm:shape xmlns:r="http://schemas.openxmlformats.org/officeDocument/2006/relationships" rot="4" type="roundRect" r:blip="">
                                          <dgm:adjLst/>
                                        </dgm:shape>
                                        <dgm:presOf axis="ch ch desOrSelf" ptType="node node node" st="2 4 1" cnt="1 1 0"/>
                                        <dgm:constrLst>
                                          <dgm:constr type="lMarg" refType="primFontSz" fact="0.3"/>
                                          <dgm:constr type="rMarg" refType="primFontSz" fact="0.3"/>
                                          <dgm:constr type="tMarg" refType="primFontSz" fact="0.3"/>
                                          <dgm:constr type="bMarg" refType="primFontSz" fact="0.3"/>
                                        </dgm:constrLst>
                                        <dgm:ruleLst>
                                          <dgm:rule type="primFontSz" val="5" fact="NaN" max="NaN"/>
                                        </dgm:ruleLst>
                                      </dgm:layoutNode>
                                      <dgm:layoutNode name="left_24_1" styleLbl="node1">
                                        <dgm:varLst>
                                          <dgm:bulletEnabled val="1"/>
                                        </dgm:varLst>
                                        <dgm:alg type="tx"/>
                                        <dgm:shape xmlns:r="http://schemas.openxmlformats.org/officeDocument/2006/relationships" rot="4" type="roundRect" r:blip="">
                                          <dgm:adjLst/>
                                        </dgm:shape>
                                        <dgm:presOf axis="ch ch desOrSelf" ptType="node node node" st="1 1 1" cnt="1 1 0"/>
                                        <dgm:constrLst>
                                          <dgm:constr type="lMarg" refType="primFontSz" fact="0.3"/>
                                          <dgm:constr type="rMarg" refType="primFontSz" fact="0.3"/>
                                          <dgm:constr type="tMarg" refType="primFontSz" fact="0.3"/>
                                          <dgm:constr type="bMarg" refType="primFontSz" fact="0.3"/>
                                        </dgm:constrLst>
                                        <dgm:ruleLst>
                                          <dgm:rule type="primFontSz" val="5" fact="NaN" max="NaN"/>
                                        </dgm:ruleLst>
                                      </dgm:layoutNode>
                                      <dgm:layoutNode name="left_24_2" styleLbl="node1">
                                        <dgm:varLst>
                                          <dgm:bulletEnabled val="1"/>
                                        </dgm:varLst>
                                        <dgm:alg type="tx"/>
                                        <dgm:shape xmlns:r="http://schemas.openxmlformats.org/officeDocument/2006/relationships" rot="4" type="roundRect" r:blip="">
                                          <dgm:adjLst/>
                                        </dgm:shape>
                                        <dgm:presOf axis="ch ch desOrSelf" ptType="node node node" st="1 2 1" cnt="1 1 0"/>
                                        <dgm:constrLst>
                                          <dgm:constr type="lMarg" refType="primFontSz" fact="0.3"/>
                                          <dgm:constr type="rMarg" refType="primFontSz" fact="0.3"/>
                                          <dgm:constr type="tMarg" refType="primFontSz" fact="0.3"/>
                                          <dgm:constr type="bMarg" refType="primFontSz" fact="0.3"/>
                                        </dgm:constrLst>
                                        <dgm:ruleLst>
                                          <dgm:rule type="primFontSz" val="5" fact="NaN" max="NaN"/>
                                        </dgm:ruleLst>
                                      </dgm:layoutNode>
                                    </dgm:if>
                                    <dgm:else name="Name52"/>
                                  </dgm:choose>
                                </dgm:else>
                              </dgm:choose>
                            </dgm:else>
                          </dgm:choose>
                        </dgm:else>
                      </dgm:choose>
                    </dgm:else>
                  </dgm:choose>
                </dgm:if>
                <dgm:else name="Name53">
                  <dgm:choose name="Name54">
                    <dgm:if name="Name55" axis="ch ch" ptType="node node" st="1 1" cnt="1 0" func="cnt" op="equ" val="3">
                      <dgm:choose name="Name56">
                        <dgm:if name="Name57" axis="ch ch" ptType="node node" st="2 1" cnt="1 0" func="cnt" op="equ" val="0">
                          <dgm:layoutNode name="balance_30" styleLbl="alignAccFollowNode1">
                            <dgm:varLst>
                              <dgm:bulletEnabled val="1"/>
                            </dgm:varLst>
                            <dgm:alg type="sp"/>
                            <dgm:shape xmlns:r="http://schemas.openxmlformats.org/officeDocument/2006/relationships" rot="-4" type="rect" r:blip="">
                              <dgm:adjLst/>
                            </dgm:shape>
                            <dgm:presOf/>
                            <dgm:constrLst/>
                            <dgm:ruleLst/>
                          </dgm:layoutNode>
                          <dgm:layoutNode name="left_30_1" styleLbl="node1">
                            <dgm:varLst>
                              <dgm:bulletEnabled val="1"/>
                            </dgm:varLst>
                            <dgm:alg type="tx"/>
                            <dgm:shape xmlns:r="http://schemas.openxmlformats.org/officeDocument/2006/relationships" rot="-4" type="roundRect" r:blip="">
                              <dgm:adjLst/>
                            </dgm:shape>
                            <dgm:presOf axis="ch ch desOrSelf" ptType="node node node" st="1 1 1" cnt="1 1 0"/>
                            <dgm:constrLst>
                              <dgm:constr type="lMarg" refType="primFontSz" fact="0.3"/>
                              <dgm:constr type="rMarg" refType="primFontSz" fact="0.3"/>
                              <dgm:constr type="tMarg" refType="primFontSz" fact="0.3"/>
                              <dgm:constr type="bMarg" refType="primFontSz" fact="0.3"/>
                            </dgm:constrLst>
                            <dgm:ruleLst>
                              <dgm:rule type="primFontSz" val="5" fact="NaN" max="NaN"/>
                            </dgm:ruleLst>
                          </dgm:layoutNode>
                          <dgm:layoutNode name="left_30_2" styleLbl="node1">
                            <dgm:varLst>
                              <dgm:bulletEnabled val="1"/>
                            </dgm:varLst>
                            <dgm:alg type="tx"/>
                            <dgm:shape xmlns:r="http://schemas.openxmlformats.org/officeDocument/2006/relationships" rot="-4" type="roundRect" r:blip="">
                              <dgm:adjLst/>
                            </dgm:shape>
                            <dgm:presOf axis="ch ch desOrSelf" ptType="node node node" st="1 2 1" cnt="1 1 0"/>
                            <dgm:constrLst>
                              <dgm:constr type="lMarg" refType="primFontSz" fact="0.3"/>
                              <dgm:constr type="rMarg" refType="primFontSz" fact="0.3"/>
                              <dgm:constr type="tMarg" refType="primFontSz" fact="0.3"/>
                              <dgm:constr type="bMarg" refType="primFontSz" fact="0.3"/>
                            </dgm:constrLst>
                            <dgm:ruleLst>
                              <dgm:rule type="primFontSz" val="5" fact="NaN" max="NaN"/>
                            </dgm:ruleLst>
                          </dgm:layoutNode>
                          <dgm:layoutNode name="left_30_3" styleLbl="node1">
                            <dgm:varLst>
                              <dgm:bulletEnabled val="1"/>
                            </dgm:varLst>
                            <dgm:alg type="tx"/>
                            <dgm:shape xmlns:r="http://schemas.openxmlformats.org/officeDocument/2006/relationships" rot="-4" type="roundRect" r:blip="">
                              <dgm:adjLst/>
                            </dgm:shape>
                            <dgm:presOf axis="ch ch desOrSelf" ptType="node node node" st="1 3 1" cnt="1 1 0"/>
                            <dgm:constrLst>
                              <dgm:constr type="lMarg" refType="primFontSz" fact="0.3"/>
                              <dgm:constr type="rMarg" refType="primFontSz" fact="0.3"/>
                              <dgm:constr type="tMarg" refType="primFontSz" fact="0.3"/>
                              <dgm:constr type="bMarg" refType="primFontSz" fact="0.3"/>
                            </dgm:constrLst>
                            <dgm:ruleLst>
                              <dgm:rule type="primFontSz" val="5" fact="NaN" max="NaN"/>
                            </dgm:ruleLst>
                          </dgm:layoutNode>
                        </dgm:if>
                        <dgm:else name="Name58">
                          <dgm:choose name="Name59">
                            <dgm:if name="Name60" axis="ch ch" ptType="node node" st="2 1" cnt="1 0" func="cnt" op="equ" val="1">
                              <dgm:layoutNode name="balance_31" styleLbl="alignAccFollowNode1">
                                <dgm:varLst>
                                  <dgm:bulletEnabled val="1"/>
                                </dgm:varLst>
                                <dgm:alg type="sp"/>
                                <dgm:shape xmlns:r="http://schemas.openxmlformats.org/officeDocument/2006/relationships" rot="-4" type="rect" r:blip="">
                                  <dgm:adjLst/>
                                </dgm:shape>
                                <dgm:presOf/>
                                <dgm:constrLst/>
                                <dgm:ruleLst/>
                              </dgm:layoutNode>
                              <dgm:layoutNode name="left_31_1" styleLbl="node1">
                                <dgm:varLst>
                                  <dgm:bulletEnabled val="1"/>
                                </dgm:varLst>
                                <dgm:alg type="tx"/>
                                <dgm:shape xmlns:r="http://schemas.openxmlformats.org/officeDocument/2006/relationships" rot="-4" type="roundRect" r:blip="">
                                  <dgm:adjLst/>
                                </dgm:shape>
                                <dgm:presOf axis="ch ch desOrSelf" ptType="node node node" st="1 1 1" cnt="1 1 0"/>
                                <dgm:constrLst>
                                  <dgm:constr type="lMarg" refType="primFontSz" fact="0.3"/>
                                  <dgm:constr type="rMarg" refType="primFontSz" fact="0.3"/>
                                  <dgm:constr type="tMarg" refType="primFontSz" fact="0.3"/>
                                  <dgm:constr type="bMarg" refType="primFontSz" fact="0.3"/>
                                </dgm:constrLst>
                                <dgm:ruleLst>
                                  <dgm:rule type="primFontSz" val="5" fact="NaN" max="NaN"/>
                                </dgm:ruleLst>
                              </dgm:layoutNode>
                              <dgm:layoutNode name="left_31_2" styleLbl="node1">
                                <dgm:varLst>
                                  <dgm:bulletEnabled val="1"/>
                                </dgm:varLst>
                                <dgm:alg type="tx"/>
                                <dgm:shape xmlns:r="http://schemas.openxmlformats.org/officeDocument/2006/relationships" rot="-4" type="roundRect" r:blip="">
                                  <dgm:adjLst/>
                                </dgm:shape>
                                <dgm:presOf axis="ch ch desOrSelf" ptType="node node node" st="1 2 1" cnt="1 1 0"/>
                                <dgm:constrLst>
                                  <dgm:constr type="lMarg" refType="primFontSz" fact="0.3"/>
                                  <dgm:constr type="rMarg" refType="primFontSz" fact="0.3"/>
                                  <dgm:constr type="tMarg" refType="primFontSz" fact="0.3"/>
                                  <dgm:constr type="bMarg" refType="primFontSz" fact="0.3"/>
                                </dgm:constrLst>
                                <dgm:ruleLst>
                                  <dgm:rule type="primFontSz" val="5" fact="NaN" max="NaN"/>
                                </dgm:ruleLst>
                              </dgm:layoutNode>
                              <dgm:layoutNode name="left_31_3" styleLbl="node1">
                                <dgm:varLst>
                                  <dgm:bulletEnabled val="1"/>
                                </dgm:varLst>
                                <dgm:alg type="tx"/>
                                <dgm:shape xmlns:r="http://schemas.openxmlformats.org/officeDocument/2006/relationships" rot="-4" type="roundRect" r:blip="">
                                  <dgm:adjLst/>
                                </dgm:shape>
                                <dgm:presOf axis="ch ch desOrSelf" ptType="node node node" st="1 3 1" cnt="1 1 0"/>
                                <dgm:constrLst>
                                  <dgm:constr type="lMarg" refType="primFontSz" fact="0.3"/>
                                  <dgm:constr type="rMarg" refType="primFontSz" fact="0.3"/>
                                  <dgm:constr type="tMarg" refType="primFontSz" fact="0.3"/>
                                  <dgm:constr type="bMarg" refType="primFontSz" fact="0.3"/>
                                </dgm:constrLst>
                                <dgm:ruleLst>
                                  <dgm:rule type="primFontSz" val="5" fact="NaN" max="NaN"/>
                                </dgm:ruleLst>
                              </dgm:layoutNode>
                              <dgm:layoutNode name="right_31_1" styleLbl="node1">
                                <dgm:varLst>
                                  <dgm:bulletEnabled val="1"/>
                                </dgm:varLst>
                                <dgm:alg type="tx"/>
                                <dgm:shape xmlns:r="http://schemas.openxmlformats.org/officeDocument/2006/relationships" rot="-4" type="roundRect" r:blip="">
                                  <dgm:adjLst/>
                                </dgm:shape>
                                <dgm:presOf axis="ch ch desOrSelf" ptType="node node node" st="2 1 1" cnt="1 1 0"/>
                                <dgm:constrLst>
                                  <dgm:constr type="lMarg" refType="primFontSz" fact="0.3"/>
                                  <dgm:constr type="rMarg" refType="primFontSz" fact="0.3"/>
                                  <dgm:constr type="tMarg" refType="primFontSz" fact="0.3"/>
                                  <dgm:constr type="bMarg" refType="primFontSz" fact="0.3"/>
                                </dgm:constrLst>
                                <dgm:ruleLst>
                                  <dgm:rule type="primFontSz" val="5" fact="NaN" max="NaN"/>
                                </dgm:ruleLst>
                              </dgm:layoutNode>
                            </dgm:if>
                            <dgm:else name="Name61">
                              <dgm:choose name="Name62">
                                <dgm:if name="Name63" axis="ch ch" ptType="node node" st="2 1" cnt="1 0" func="cnt" op="equ" val="2">
                                  <dgm:layoutNode name="balance_32" styleLbl="alignAccFollowNode1">
                                    <dgm:varLst>
                                      <dgm:bulletEnabled val="1"/>
                                    </dgm:varLst>
                                    <dgm:alg type="sp"/>
                                    <dgm:shape xmlns:r="http://schemas.openxmlformats.org/officeDocument/2006/relationships" rot="-4" type="rect" r:blip="">
                                      <dgm:adjLst/>
                                    </dgm:shape>
                                    <dgm:presOf/>
                                    <dgm:constrLst/>
                                    <dgm:ruleLst/>
                                  </dgm:layoutNode>
                                  <dgm:layoutNode name="left_32_1" styleLbl="node1">
                                    <dgm:varLst>
                                      <dgm:bulletEnabled val="1"/>
                                    </dgm:varLst>
                                    <dgm:alg type="tx"/>
                                    <dgm:shape xmlns:r="http://schemas.openxmlformats.org/officeDocument/2006/relationships" rot="-4" type="roundRect" r:blip="">
                                      <dgm:adjLst/>
                                    </dgm:shape>
                                    <dgm:presOf axis="ch ch desOrSelf" ptType="node node node" st="1 1 1" cnt="1 1 0"/>
                                    <dgm:constrLst>
                                      <dgm:constr type="lMarg" refType="primFontSz" fact="0.3"/>
                                      <dgm:constr type="rMarg" refType="primFontSz" fact="0.3"/>
                                      <dgm:constr type="tMarg" refType="primFontSz" fact="0.3"/>
                                      <dgm:constr type="bMarg" refType="primFontSz" fact="0.3"/>
                                    </dgm:constrLst>
                                    <dgm:ruleLst>
                                      <dgm:rule type="primFontSz" val="5" fact="NaN" max="NaN"/>
                                    </dgm:ruleLst>
                                  </dgm:layoutNode>
                                  <dgm:layoutNode name="left_32_2" styleLbl="node1">
                                    <dgm:varLst>
                                      <dgm:bulletEnabled val="1"/>
                                    </dgm:varLst>
                                    <dgm:alg type="tx"/>
                                    <dgm:shape xmlns:r="http://schemas.openxmlformats.org/officeDocument/2006/relationships" rot="-4" type="roundRect" r:blip="">
                                      <dgm:adjLst/>
                                    </dgm:shape>
                                    <dgm:presOf axis="ch ch desOrSelf" ptType="node node node" st="1 2 1" cnt="1 1 0"/>
                                    <dgm:constrLst>
                                      <dgm:constr type="lMarg" refType="primFontSz" fact="0.3"/>
                                      <dgm:constr type="rMarg" refType="primFontSz" fact="0.3"/>
                                      <dgm:constr type="tMarg" refType="primFontSz" fact="0.3"/>
                                      <dgm:constr type="bMarg" refType="primFontSz" fact="0.3"/>
                                    </dgm:constrLst>
                                    <dgm:ruleLst>
                                      <dgm:rule type="primFontSz" val="5" fact="NaN" max="NaN"/>
                                    </dgm:ruleLst>
                                  </dgm:layoutNode>
                                  <dgm:layoutNode name="left_32_3" styleLbl="node1">
                                    <dgm:varLst>
                                      <dgm:bulletEnabled val="1"/>
                                    </dgm:varLst>
                                    <dgm:alg type="tx"/>
                                    <dgm:shape xmlns:r="http://schemas.openxmlformats.org/officeDocument/2006/relationships" rot="-4" type="roundRect" r:blip="">
                                      <dgm:adjLst/>
                                    </dgm:shape>
                                    <dgm:presOf axis="ch ch desOrSelf" ptType="node node node" st="1 3 1" cnt="1 1 0"/>
                                    <dgm:constrLst>
                                      <dgm:constr type="lMarg" refType="primFontSz" fact="0.3"/>
                                      <dgm:constr type="rMarg" refType="primFontSz" fact="0.3"/>
                                      <dgm:constr type="tMarg" refType="primFontSz" fact="0.3"/>
                                      <dgm:constr type="bMarg" refType="primFontSz" fact="0.3"/>
                                    </dgm:constrLst>
                                    <dgm:ruleLst>
                                      <dgm:rule type="primFontSz" val="5" fact="NaN" max="NaN"/>
                                    </dgm:ruleLst>
                                  </dgm:layoutNode>
                                  <dgm:layoutNode name="right_32_1" styleLbl="node1">
                                    <dgm:varLst>
                                      <dgm:bulletEnabled val="1"/>
                                    </dgm:varLst>
                                    <dgm:alg type="tx"/>
                                    <dgm:shape xmlns:r="http://schemas.openxmlformats.org/officeDocument/2006/relationships" rot="-4" type="roundRect" r:blip="">
                                      <dgm:adjLst/>
                                    </dgm:shape>
                                    <dgm:presOf axis="ch ch desOrSelf" ptType="node node node" st="2 1 1" cnt="1 1 0"/>
                                    <dgm:constrLst>
                                      <dgm:constr type="lMarg" refType="primFontSz" fact="0.3"/>
                                      <dgm:constr type="rMarg" refType="primFontSz" fact="0.3"/>
                                      <dgm:constr type="tMarg" refType="primFontSz" fact="0.3"/>
                                      <dgm:constr type="bMarg" refType="primFontSz" fact="0.3"/>
                                    </dgm:constrLst>
                                    <dgm:ruleLst>
                                      <dgm:rule type="primFontSz" val="5" fact="NaN" max="NaN"/>
                                    </dgm:ruleLst>
                                  </dgm:layoutNode>
                                  <dgm:layoutNode name="right_32_2" styleLbl="node1">
                                    <dgm:varLst>
                                      <dgm:bulletEnabled val="1"/>
                                    </dgm:varLst>
                                    <dgm:alg type="tx"/>
                                    <dgm:shape xmlns:r="http://schemas.openxmlformats.org/officeDocument/2006/relationships" rot="-4" type="roundRect" r:blip="">
                                      <dgm:adjLst/>
                                    </dgm:shape>
                                    <dgm:presOf axis="ch ch desOrSelf" ptType="node node node" st="2 2 1" cnt="1 1 0"/>
                                    <dgm:constrLst>
                                      <dgm:constr type="lMarg" refType="primFontSz" fact="0.3"/>
                                      <dgm:constr type="rMarg" refType="primFontSz" fact="0.3"/>
                                      <dgm:constr type="tMarg" refType="primFontSz" fact="0.3"/>
                                      <dgm:constr type="bMarg" refType="primFontSz" fact="0.3"/>
                                    </dgm:constrLst>
                                    <dgm:ruleLst>
                                      <dgm:rule type="primFontSz" val="5" fact="NaN" max="NaN"/>
                                    </dgm:ruleLst>
                                  </dgm:layoutNode>
                                </dgm:if>
                                <dgm:else name="Name64">
                                  <dgm:choose name="Name65">
                                    <dgm:if name="Name66" axis="ch ch" ptType="node node" st="2 1" cnt="1 0" func="cnt" op="equ" val="3">
                                      <dgm:layoutNode name="balance_33" styleLbl="alignAccFollowNode1">
                                        <dgm:varLst>
                                          <dgm:bulletEnabled val="1"/>
                                        </dgm:varLst>
                                        <dgm:alg type="sp"/>
                                        <dgm:shape xmlns:r="http://schemas.openxmlformats.org/officeDocument/2006/relationships" type="rect" r:blip="">
                                          <dgm:adjLst/>
                                        </dgm:shape>
                                        <dgm:presOf/>
                                        <dgm:constrLst/>
                                        <dgm:ruleLst/>
                                      </dgm:layoutNode>
                                      <dgm:layoutNode name="right_33_1" styleLbl="node1">
                                        <dgm:varLst>
                                          <dgm:bulletEnabled val="1"/>
                                        </dgm:varLst>
                                        <dgm:alg type="tx"/>
                                        <dgm:shape xmlns:r="http://schemas.openxmlformats.org/officeDocument/2006/relationships" type="roundRect" r:blip="">
                                          <dgm:adjLst/>
                                        </dgm:shape>
                                        <dgm:presOf axis="ch ch desOrSelf" ptType="node node node" st="2 1 1" cnt="1 1 0"/>
                                        <dgm:constrLst>
                                          <dgm:constr type="lMarg" refType="primFontSz" fact="0.3"/>
                                          <dgm:constr type="rMarg" refType="primFontSz" fact="0.3"/>
                                          <dgm:constr type="tMarg" refType="primFontSz" fact="0.3"/>
                                          <dgm:constr type="bMarg" refType="primFontSz" fact="0.3"/>
                                        </dgm:constrLst>
                                        <dgm:ruleLst>
                                          <dgm:rule type="primFontSz" val="5" fact="NaN" max="NaN"/>
                                        </dgm:ruleLst>
                                      </dgm:layoutNode>
                                      <dgm:layoutNode name="right_33_2" styleLbl="node1">
                                        <dgm:varLst>
                                          <dgm:bulletEnabled val="1"/>
                                        </dgm:varLst>
                                        <dgm:alg type="tx"/>
                                        <dgm:shape xmlns:r="http://schemas.openxmlformats.org/officeDocument/2006/relationships" type="roundRect" r:blip="">
                                          <dgm:adjLst/>
                                        </dgm:shape>
                                        <dgm:presOf axis="ch ch desOrSelf" ptType="node node node" st="2 2 1" cnt="1 1 0"/>
                                        <dgm:constrLst>
                                          <dgm:constr type="lMarg" refType="primFontSz" fact="0.3"/>
                                          <dgm:constr type="rMarg" refType="primFontSz" fact="0.3"/>
                                          <dgm:constr type="tMarg" refType="primFontSz" fact="0.3"/>
                                          <dgm:constr type="bMarg" refType="primFontSz" fact="0.3"/>
                                        </dgm:constrLst>
                                        <dgm:ruleLst>
                                          <dgm:rule type="primFontSz" val="5" fact="NaN" max="NaN"/>
                                        </dgm:ruleLst>
                                      </dgm:layoutNode>
                                      <dgm:layoutNode name="right_33_3" styleLbl="node1">
                                        <dgm:varLst>
                                          <dgm:bulletEnabled val="1"/>
                                        </dgm:varLst>
                                        <dgm:alg type="tx"/>
                                        <dgm:shape xmlns:r="http://schemas.openxmlformats.org/officeDocument/2006/relationships" type="roundRect" r:blip="">
                                          <dgm:adjLst/>
                                        </dgm:shape>
                                        <dgm:presOf axis="ch ch desOrSelf" ptType="node node node" st="2 3 1" cnt="1 1 0"/>
                                        <dgm:constrLst>
                                          <dgm:constr type="lMarg" refType="primFontSz" fact="0.3"/>
                                          <dgm:constr type="rMarg" refType="primFontSz" fact="0.3"/>
                                          <dgm:constr type="tMarg" refType="primFontSz" fact="0.3"/>
                                          <dgm:constr type="bMarg" refType="primFontSz" fact="0.3"/>
                                        </dgm:constrLst>
                                        <dgm:ruleLst>
                                          <dgm:rule type="primFontSz" val="5" fact="NaN" max="NaN"/>
                                        </dgm:ruleLst>
                                      </dgm:layoutNode>
                                      <dgm:layoutNode name="left_33_1" styleLbl="node1">
                                        <dgm:varLst>
                                          <dgm:bulletEnabled val="1"/>
                                        </dgm:varLst>
                                        <dgm:alg type="tx"/>
                                        <dgm:shape xmlns:r="http://schemas.openxmlformats.org/officeDocument/2006/relationships" type="roundRect" r:blip="">
                                          <dgm:adjLst/>
                                        </dgm:shape>
                                        <dgm:presOf axis="ch ch desOrSelf" ptType="node node node" st="1 1 1" cnt="1 1 0"/>
                                        <dgm:constrLst>
                                          <dgm:constr type="lMarg" refType="primFontSz" fact="0.3"/>
                                          <dgm:constr type="rMarg" refType="primFontSz" fact="0.3"/>
                                          <dgm:constr type="tMarg" refType="primFontSz" fact="0.3"/>
                                          <dgm:constr type="bMarg" refType="primFontSz" fact="0.3"/>
                                        </dgm:constrLst>
                                        <dgm:ruleLst>
                                          <dgm:rule type="primFontSz" val="5" fact="NaN" max="NaN"/>
                                        </dgm:ruleLst>
                                      </dgm:layoutNode>
                                      <dgm:layoutNode name="left_33_2" styleLbl="node1">
                                        <dgm:varLst>
                                          <dgm:bulletEnabled val="1"/>
                                        </dgm:varLst>
                                        <dgm:alg type="tx"/>
                                        <dgm:shape xmlns:r="http://schemas.openxmlformats.org/officeDocument/2006/relationships" type="roundRect" r:blip="">
                                          <dgm:adjLst/>
                                        </dgm:shape>
                                        <dgm:presOf axis="ch ch desOrSelf" ptType="node node node" st="1 2 1" cnt="1 1 0"/>
                                        <dgm:constrLst>
                                          <dgm:constr type="lMarg" refType="primFontSz" fact="0.3"/>
                                          <dgm:constr type="rMarg" refType="primFontSz" fact="0.3"/>
                                          <dgm:constr type="tMarg" refType="primFontSz" fact="0.3"/>
                                          <dgm:constr type="bMarg" refType="primFontSz" fact="0.3"/>
                                        </dgm:constrLst>
                                        <dgm:ruleLst>
                                          <dgm:rule type="primFontSz" val="5" fact="NaN" max="NaN"/>
                                        </dgm:ruleLst>
                                      </dgm:layoutNode>
                                      <dgm:layoutNode name="left_33_3" styleLbl="node1">
                                        <dgm:varLst>
                                          <dgm:bulletEnabled val="1"/>
                                        </dgm:varLst>
                                        <dgm:alg type="tx"/>
                                        <dgm:shape xmlns:r="http://schemas.openxmlformats.org/officeDocument/2006/relationships" type="roundRect" r:blip="">
                                          <dgm:adjLst/>
                                        </dgm:shape>
                                        <dgm:presOf axis="ch ch desOrSelf" ptType="node node node" st="1 3 1" cnt="1 1 0"/>
                                        <dgm:constrLst>
                                          <dgm:constr type="lMarg" refType="primFontSz" fact="0.3"/>
                                          <dgm:constr type="rMarg" refType="primFontSz" fact="0.3"/>
                                          <dgm:constr type="tMarg" refType="primFontSz" fact="0.3"/>
                                          <dgm:constr type="bMarg" refType="primFontSz" fact="0.3"/>
                                        </dgm:constrLst>
                                        <dgm:ruleLst>
                                          <dgm:rule type="primFontSz" val="5" fact="NaN" max="NaN"/>
                                        </dgm:ruleLst>
                                      </dgm:layoutNode>
                                    </dgm:if>
                                    <dgm:else name="Name67">
                                      <dgm:choose name="Name68">
                                        <dgm:if name="Name69" axis="ch ch" ptType="node node" st="2 1" cnt="1 0" func="cnt" op="gte" val="4">
                                          <dgm:layoutNode name="balance_34" styleLbl="alignAccFollowNode1">
                                            <dgm:varLst>
                                              <dgm:bulletEnabled val="1"/>
                                            </dgm:varLst>
                                            <dgm:alg type="sp"/>
                                            <dgm:shape xmlns:r="http://schemas.openxmlformats.org/officeDocument/2006/relationships" rot="4" type="rect" r:blip="">
                                              <dgm:adjLst/>
                                            </dgm:shape>
                                            <dgm:presOf/>
                                            <dgm:constrLst/>
                                            <dgm:ruleLst/>
                                          </dgm:layoutNode>
                                          <dgm:layoutNode name="right_34_1" styleLbl="node1">
                                            <dgm:varLst>
                                              <dgm:bulletEnabled val="1"/>
                                            </dgm:varLst>
                                            <dgm:alg type="tx"/>
                                            <dgm:shape xmlns:r="http://schemas.openxmlformats.org/officeDocument/2006/relationships" rot="4" type="roundRect" r:blip="">
                                              <dgm:adjLst/>
                                            </dgm:shape>
                                            <dgm:presOf axis="ch ch desOrSelf" ptType="node node node" st="2 1 1" cnt="1 1 0"/>
                                            <dgm:constrLst>
                                              <dgm:constr type="lMarg" refType="primFontSz" fact="0.3"/>
                                              <dgm:constr type="rMarg" refType="primFontSz" fact="0.3"/>
                                              <dgm:constr type="tMarg" refType="primFontSz" fact="0.3"/>
                                              <dgm:constr type="bMarg" refType="primFontSz" fact="0.3"/>
                                            </dgm:constrLst>
                                            <dgm:ruleLst>
                                              <dgm:rule type="primFontSz" val="5" fact="NaN" max="NaN"/>
                                            </dgm:ruleLst>
                                          </dgm:layoutNode>
                                          <dgm:layoutNode name="right_34_2" styleLbl="node1">
                                            <dgm:varLst>
                                              <dgm:bulletEnabled val="1"/>
                                            </dgm:varLst>
                                            <dgm:alg type="tx"/>
                                            <dgm:shape xmlns:r="http://schemas.openxmlformats.org/officeDocument/2006/relationships" rot="4" type="roundRect" r:blip="">
                                              <dgm:adjLst/>
                                            </dgm:shape>
                                            <dgm:presOf axis="ch ch desOrSelf" ptType="node node node" st="2 2 1" cnt="1 1 0"/>
                                            <dgm:constrLst>
                                              <dgm:constr type="lMarg" refType="primFontSz" fact="0.3"/>
                                              <dgm:constr type="rMarg" refType="primFontSz" fact="0.3"/>
                                              <dgm:constr type="tMarg" refType="primFontSz" fact="0.3"/>
                                              <dgm:constr type="bMarg" refType="primFontSz" fact="0.3"/>
                                            </dgm:constrLst>
                                            <dgm:ruleLst>
                                              <dgm:rule type="primFontSz" val="5" fact="NaN" max="NaN"/>
                                            </dgm:ruleLst>
                                          </dgm:layoutNode>
                                          <dgm:layoutNode name="right_34_3" styleLbl="node1">
                                            <dgm:varLst>
                                              <dgm:bulletEnabled val="1"/>
                                            </dgm:varLst>
                                            <dgm:alg type="tx"/>
                                            <dgm:shape xmlns:r="http://schemas.openxmlformats.org/officeDocument/2006/relationships" rot="4" type="roundRect" r:blip="">
                                              <dgm:adjLst/>
                                            </dgm:shape>
                                            <dgm:presOf axis="ch ch desOrSelf" ptType="node node node" st="2 3 1" cnt="1 1 0"/>
                                            <dgm:constrLst>
                                              <dgm:constr type="lMarg" refType="primFontSz" fact="0.3"/>
                                              <dgm:constr type="rMarg" refType="primFontSz" fact="0.3"/>
                                              <dgm:constr type="tMarg" refType="primFontSz" fact="0.3"/>
                                              <dgm:constr type="bMarg" refType="primFontSz" fact="0.3"/>
                                            </dgm:constrLst>
                                            <dgm:ruleLst>
                                              <dgm:rule type="primFontSz" val="5" fact="NaN" max="NaN"/>
                                            </dgm:ruleLst>
                                          </dgm:layoutNode>
                                          <dgm:layoutNode name="right_34_4" styleLbl="node1">
                                            <dgm:varLst>
                                              <dgm:bulletEnabled val="1"/>
                                            </dgm:varLst>
                                            <dgm:alg type="tx"/>
                                            <dgm:shape xmlns:r="http://schemas.openxmlformats.org/officeDocument/2006/relationships" rot="4" type="roundRect" r:blip="">
                                              <dgm:adjLst/>
                                            </dgm:shape>
                                            <dgm:presOf axis="ch ch desOrSelf" ptType="node node node" st="2 4 1" cnt="1 1 0"/>
                                            <dgm:constrLst>
                                              <dgm:constr type="lMarg" refType="primFontSz" fact="0.3"/>
                                              <dgm:constr type="rMarg" refType="primFontSz" fact="0.3"/>
                                              <dgm:constr type="tMarg" refType="primFontSz" fact="0.3"/>
                                              <dgm:constr type="bMarg" refType="primFontSz" fact="0.3"/>
                                            </dgm:constrLst>
                                            <dgm:ruleLst>
                                              <dgm:rule type="primFontSz" val="5" fact="NaN" max="NaN"/>
                                            </dgm:ruleLst>
                                          </dgm:layoutNode>
                                          <dgm:layoutNode name="left_34_1" styleLbl="node1">
                                            <dgm:varLst>
                                              <dgm:bulletEnabled val="1"/>
                                            </dgm:varLst>
                                            <dgm:alg type="tx"/>
                                            <dgm:shape xmlns:r="http://schemas.openxmlformats.org/officeDocument/2006/relationships" rot="4" type="roundRect" r:blip="">
                                              <dgm:adjLst/>
                                            </dgm:shape>
                                            <dgm:presOf axis="ch ch desOrSelf" ptType="node node node" st="1 1 1" cnt="1 1 0"/>
                                            <dgm:constrLst>
                                              <dgm:constr type="lMarg" refType="primFontSz" fact="0.3"/>
                                              <dgm:constr type="rMarg" refType="primFontSz" fact="0.3"/>
                                              <dgm:constr type="tMarg" refType="primFontSz" fact="0.3"/>
                                              <dgm:constr type="bMarg" refType="primFontSz" fact="0.3"/>
                                            </dgm:constrLst>
                                            <dgm:ruleLst>
                                              <dgm:rule type="primFontSz" val="5" fact="NaN" max="NaN"/>
                                            </dgm:ruleLst>
                                          </dgm:layoutNode>
                                          <dgm:layoutNode name="left_34_2" styleLbl="node1">
                                            <dgm:varLst>
                                              <dgm:bulletEnabled val="1"/>
                                            </dgm:varLst>
                                            <dgm:alg type="tx"/>
                                            <dgm:shape xmlns:r="http://schemas.openxmlformats.org/officeDocument/2006/relationships" rot="4" type="roundRect" r:blip="">
                                              <dgm:adjLst/>
                                            </dgm:shape>
                                            <dgm:presOf axis="ch ch desOrSelf" ptType="node node node" st="1 2 1" cnt="1 1 0"/>
                                            <dgm:constrLst>
                                              <dgm:constr type="lMarg" refType="primFontSz" fact="0.3"/>
                                              <dgm:constr type="rMarg" refType="primFontSz" fact="0.3"/>
                                              <dgm:constr type="tMarg" refType="primFontSz" fact="0.3"/>
                                              <dgm:constr type="bMarg" refType="primFontSz" fact="0.3"/>
                                            </dgm:constrLst>
                                            <dgm:ruleLst>
                                              <dgm:rule type="primFontSz" val="5" fact="NaN" max="NaN"/>
                                            </dgm:ruleLst>
                                          </dgm:layoutNode>
                                          <dgm:layoutNode name="left_34_3" styleLbl="node1">
                                            <dgm:varLst>
                                              <dgm:bulletEnabled val="1"/>
                                            </dgm:varLst>
                                            <dgm:alg type="tx"/>
                                            <dgm:shape xmlns:r="http://schemas.openxmlformats.org/officeDocument/2006/relationships" rot="4" type="roundRect" r:blip="">
                                              <dgm:adjLst/>
                                            </dgm:shape>
                                            <dgm:presOf axis="ch ch desOrSelf" ptType="node node node" st="1 3 1" cnt="1 1 0"/>
                                            <dgm:constrLst>
                                              <dgm:constr type="lMarg" refType="primFontSz" fact="0.3"/>
                                              <dgm:constr type="rMarg" refType="primFontSz" fact="0.3"/>
                                              <dgm:constr type="tMarg" refType="primFontSz" fact="0.3"/>
                                              <dgm:constr type="bMarg" refType="primFontSz" fact="0.3"/>
                                            </dgm:constrLst>
                                            <dgm:ruleLst>
                                              <dgm:rule type="primFontSz" val="5" fact="NaN" max="NaN"/>
                                            </dgm:ruleLst>
                                          </dgm:layoutNode>
                                        </dgm:if>
                                        <dgm:else name="Name70"/>
                                      </dgm:choose>
                                    </dgm:else>
                                  </dgm:choose>
                                </dgm:else>
                              </dgm:choose>
                            </dgm:else>
                          </dgm:choose>
                        </dgm:else>
                      </dgm:choose>
                    </dgm:if>
                    <dgm:else name="Name71">
                      <dgm:choose name="Name72">
                        <dgm:if name="Name73" axis="ch ch" ptType="node node" st="1 1" cnt="1 0" func="cnt" op="gte" val="4">
                          <dgm:choose name="Name74">
                            <dgm:if name="Name75" axis="ch ch" ptType="node node" st="2 1" cnt="1 0" func="cnt" op="equ" val="0">
                              <dgm:layoutNode name="balance_40" styleLbl="alignAccFollowNode1">
                                <dgm:varLst>
                                  <dgm:bulletEnabled val="1"/>
                                </dgm:varLst>
                                <dgm:alg type="sp"/>
                                <dgm:shape xmlns:r="http://schemas.openxmlformats.org/officeDocument/2006/relationships" rot="-4" type="rect" r:blip="">
                                  <dgm:adjLst/>
                                </dgm:shape>
                                <dgm:presOf/>
                                <dgm:constrLst/>
                                <dgm:ruleLst/>
                              </dgm:layoutNode>
                              <dgm:layoutNode name="left_40_1" styleLbl="node1">
                                <dgm:varLst>
                                  <dgm:bulletEnabled val="1"/>
                                </dgm:varLst>
                                <dgm:alg type="tx"/>
                                <dgm:shape xmlns:r="http://schemas.openxmlformats.org/officeDocument/2006/relationships" rot="-4" type="roundRect" r:blip="">
                                  <dgm:adjLst/>
                                </dgm:shape>
                                <dgm:presOf axis="ch ch desOrSelf" ptType="node node node" st="1 1 1" cnt="1 1 0"/>
                                <dgm:constrLst>
                                  <dgm:constr type="lMarg" refType="primFontSz" fact="0.3"/>
                                  <dgm:constr type="rMarg" refType="primFontSz" fact="0.3"/>
                                  <dgm:constr type="tMarg" refType="primFontSz" fact="0.3"/>
                                  <dgm:constr type="bMarg" refType="primFontSz" fact="0.3"/>
                                </dgm:constrLst>
                                <dgm:ruleLst>
                                  <dgm:rule type="primFontSz" val="5" fact="NaN" max="NaN"/>
                                </dgm:ruleLst>
                              </dgm:layoutNode>
                              <dgm:layoutNode name="left_40_2" styleLbl="node1">
                                <dgm:varLst>
                                  <dgm:bulletEnabled val="1"/>
                                </dgm:varLst>
                                <dgm:alg type="tx"/>
                                <dgm:shape xmlns:r="http://schemas.openxmlformats.org/officeDocument/2006/relationships" rot="-4" type="roundRect" r:blip="">
                                  <dgm:adjLst/>
                                </dgm:shape>
                                <dgm:presOf axis="ch ch desOrSelf" ptType="node node node" st="1 2 1" cnt="1 1 0"/>
                                <dgm:constrLst>
                                  <dgm:constr type="lMarg" refType="primFontSz" fact="0.3"/>
                                  <dgm:constr type="rMarg" refType="primFontSz" fact="0.3"/>
                                  <dgm:constr type="tMarg" refType="primFontSz" fact="0.3"/>
                                  <dgm:constr type="bMarg" refType="primFontSz" fact="0.3"/>
                                </dgm:constrLst>
                                <dgm:ruleLst>
                                  <dgm:rule type="primFontSz" val="5" fact="NaN" max="NaN"/>
                                </dgm:ruleLst>
                              </dgm:layoutNode>
                              <dgm:layoutNode name="left_40_3" styleLbl="node1">
                                <dgm:varLst>
                                  <dgm:bulletEnabled val="1"/>
                                </dgm:varLst>
                                <dgm:alg type="tx"/>
                                <dgm:shape xmlns:r="http://schemas.openxmlformats.org/officeDocument/2006/relationships" rot="-4" type="roundRect" r:blip="">
                                  <dgm:adjLst/>
                                </dgm:shape>
                                <dgm:presOf axis="ch ch desOrSelf" ptType="node node node" st="1 3 1" cnt="1 1 0"/>
                                <dgm:constrLst>
                                  <dgm:constr type="lMarg" refType="primFontSz" fact="0.3"/>
                                  <dgm:constr type="rMarg" refType="primFontSz" fact="0.3"/>
                                  <dgm:constr type="tMarg" refType="primFontSz" fact="0.3"/>
                                  <dgm:constr type="bMarg" refType="primFontSz" fact="0.3"/>
                                </dgm:constrLst>
                                <dgm:ruleLst>
                                  <dgm:rule type="primFontSz" val="5" fact="NaN" max="NaN"/>
                                </dgm:ruleLst>
                              </dgm:layoutNode>
                              <dgm:layoutNode name="left_40_4" styleLbl="node1">
                                <dgm:varLst>
                                  <dgm:bulletEnabled val="1"/>
                                </dgm:varLst>
                                <dgm:alg type="tx"/>
                                <dgm:shape xmlns:r="http://schemas.openxmlformats.org/officeDocument/2006/relationships" rot="-4" type="roundRect" r:blip="">
                                  <dgm:adjLst/>
                                </dgm:shape>
                                <dgm:presOf axis="ch ch desOrSelf" ptType="node node node" st="1 4 1" cnt="1 1 0"/>
                                <dgm:constrLst>
                                  <dgm:constr type="lMarg" refType="primFontSz" fact="0.3"/>
                                  <dgm:constr type="rMarg" refType="primFontSz" fact="0.3"/>
                                  <dgm:constr type="tMarg" refType="primFontSz" fact="0.3"/>
                                  <dgm:constr type="bMarg" refType="primFontSz" fact="0.3"/>
                                </dgm:constrLst>
                                <dgm:ruleLst>
                                  <dgm:rule type="primFontSz" val="5" fact="NaN" max="NaN"/>
                                </dgm:ruleLst>
                              </dgm:layoutNode>
                            </dgm:if>
                            <dgm:else name="Name76">
                              <dgm:choose name="Name77">
                                <dgm:if name="Name78" axis="ch ch" ptType="node node" st="2 1" cnt="1 0" func="cnt" op="equ" val="1">
                                  <dgm:layoutNode name="balance_41" styleLbl="alignAccFollowNode1">
                                    <dgm:varLst>
                                      <dgm:bulletEnabled val="1"/>
                                    </dgm:varLst>
                                    <dgm:alg type="sp"/>
                                    <dgm:shape xmlns:r="http://schemas.openxmlformats.org/officeDocument/2006/relationships" rot="-4" type="rect" r:blip="">
                                      <dgm:adjLst/>
                                    </dgm:shape>
                                    <dgm:presOf/>
                                    <dgm:constrLst/>
                                    <dgm:ruleLst/>
                                  </dgm:layoutNode>
                                  <dgm:layoutNode name="left_41_1" styleLbl="node1">
                                    <dgm:varLst>
                                      <dgm:bulletEnabled val="1"/>
                                    </dgm:varLst>
                                    <dgm:alg type="tx"/>
                                    <dgm:shape xmlns:r="http://schemas.openxmlformats.org/officeDocument/2006/relationships" rot="-4" type="roundRect" r:blip="">
                                      <dgm:adjLst/>
                                    </dgm:shape>
                                    <dgm:presOf axis="ch ch desOrSelf" ptType="node node node" st="1 1 1" cnt="1 1 0"/>
                                    <dgm:constrLst>
                                      <dgm:constr type="lMarg" refType="primFontSz" fact="0.3"/>
                                      <dgm:constr type="rMarg" refType="primFontSz" fact="0.3"/>
                                      <dgm:constr type="tMarg" refType="primFontSz" fact="0.3"/>
                                      <dgm:constr type="bMarg" refType="primFontSz" fact="0.3"/>
                                    </dgm:constrLst>
                                    <dgm:ruleLst>
                                      <dgm:rule type="primFontSz" val="5" fact="NaN" max="NaN"/>
                                    </dgm:ruleLst>
                                  </dgm:layoutNode>
                                  <dgm:layoutNode name="left_41_2" styleLbl="node1">
                                    <dgm:varLst>
                                      <dgm:bulletEnabled val="1"/>
                                    </dgm:varLst>
                                    <dgm:alg type="tx"/>
                                    <dgm:shape xmlns:r="http://schemas.openxmlformats.org/officeDocument/2006/relationships" rot="-4" type="roundRect" r:blip="">
                                      <dgm:adjLst/>
                                    </dgm:shape>
                                    <dgm:presOf axis="ch ch desOrSelf" ptType="node node node" st="1 2 1" cnt="1 1 0"/>
                                    <dgm:constrLst>
                                      <dgm:constr type="lMarg" refType="primFontSz" fact="0.3"/>
                                      <dgm:constr type="rMarg" refType="primFontSz" fact="0.3"/>
                                      <dgm:constr type="tMarg" refType="primFontSz" fact="0.3"/>
                                      <dgm:constr type="bMarg" refType="primFontSz" fact="0.3"/>
                                    </dgm:constrLst>
                                    <dgm:ruleLst>
                                      <dgm:rule type="primFontSz" val="5" fact="NaN" max="NaN"/>
                                    </dgm:ruleLst>
                                  </dgm:layoutNode>
                                  <dgm:layoutNode name="left_41_3" styleLbl="node1">
                                    <dgm:varLst>
                                      <dgm:bulletEnabled val="1"/>
                                    </dgm:varLst>
                                    <dgm:alg type="tx"/>
                                    <dgm:shape xmlns:r="http://schemas.openxmlformats.org/officeDocument/2006/relationships" rot="-4" type="roundRect" r:blip="">
                                      <dgm:adjLst/>
                                    </dgm:shape>
                                    <dgm:presOf axis="ch ch desOrSelf" ptType="node node node" st="1 3 1" cnt="1 1 0"/>
                                    <dgm:constrLst>
                                      <dgm:constr type="lMarg" refType="primFontSz" fact="0.3"/>
                                      <dgm:constr type="rMarg" refType="primFontSz" fact="0.3"/>
                                      <dgm:constr type="tMarg" refType="primFontSz" fact="0.3"/>
                                      <dgm:constr type="bMarg" refType="primFontSz" fact="0.3"/>
                                    </dgm:constrLst>
                                    <dgm:ruleLst>
                                      <dgm:rule type="primFontSz" val="5" fact="NaN" max="NaN"/>
                                    </dgm:ruleLst>
                                  </dgm:layoutNode>
                                  <dgm:layoutNode name="left_41_4" styleLbl="node1">
                                    <dgm:varLst>
                                      <dgm:bulletEnabled val="1"/>
                                    </dgm:varLst>
                                    <dgm:alg type="tx"/>
                                    <dgm:shape xmlns:r="http://schemas.openxmlformats.org/officeDocument/2006/relationships" rot="-4" type="roundRect" r:blip="">
                                      <dgm:adjLst/>
                                    </dgm:shape>
                                    <dgm:presOf axis="ch ch desOrSelf" ptType="node node node" st="1 4 1" cnt="1 1 0"/>
                                    <dgm:constrLst>
                                      <dgm:constr type="lMarg" refType="primFontSz" fact="0.3"/>
                                      <dgm:constr type="rMarg" refType="primFontSz" fact="0.3"/>
                                      <dgm:constr type="tMarg" refType="primFontSz" fact="0.3"/>
                                      <dgm:constr type="bMarg" refType="primFontSz" fact="0.3"/>
                                    </dgm:constrLst>
                                    <dgm:ruleLst>
                                      <dgm:rule type="primFontSz" val="5" fact="NaN" max="NaN"/>
                                    </dgm:ruleLst>
                                  </dgm:layoutNode>
                                  <dgm:layoutNode name="right_41_1" styleLbl="node1">
                                    <dgm:varLst>
                                      <dgm:bulletEnabled val="1"/>
                                    </dgm:varLst>
                                    <dgm:alg type="tx"/>
                                    <dgm:shape xmlns:r="http://schemas.openxmlformats.org/officeDocument/2006/relationships" rot="-4" type="roundRect" r:blip="">
                                      <dgm:adjLst/>
                                    </dgm:shape>
                                    <dgm:presOf axis="ch ch desOrSelf" ptType="node node node" st="2 1 1" cnt="1 1 0"/>
                                    <dgm:constrLst>
                                      <dgm:constr type="lMarg" refType="primFontSz" fact="0.3"/>
                                      <dgm:constr type="rMarg" refType="primFontSz" fact="0.3"/>
                                      <dgm:constr type="tMarg" refType="primFontSz" fact="0.3"/>
                                      <dgm:constr type="bMarg" refType="primFontSz" fact="0.3"/>
                                    </dgm:constrLst>
                                    <dgm:ruleLst>
                                      <dgm:rule type="primFontSz" val="5" fact="NaN" max="NaN"/>
                                    </dgm:ruleLst>
                                  </dgm:layoutNode>
                                </dgm:if>
                                <dgm:else name="Name79">
                                  <dgm:choose name="Name80">
                                    <dgm:if name="Name81" axis="ch ch" ptType="node node" st="2 1" cnt="1 0" func="cnt" op="equ" val="2">
                                      <dgm:layoutNode name="balance_42" styleLbl="alignAccFollowNode1">
                                        <dgm:varLst>
                                          <dgm:bulletEnabled val="1"/>
                                        </dgm:varLst>
                                        <dgm:alg type="sp"/>
                                        <dgm:shape xmlns:r="http://schemas.openxmlformats.org/officeDocument/2006/relationships" rot="-4" type="rect" r:blip="">
                                          <dgm:adjLst/>
                                        </dgm:shape>
                                        <dgm:presOf/>
                                        <dgm:constrLst/>
                                        <dgm:ruleLst/>
                                      </dgm:layoutNode>
                                      <dgm:layoutNode name="left_42_1" styleLbl="node1">
                                        <dgm:varLst>
                                          <dgm:bulletEnabled val="1"/>
                                        </dgm:varLst>
                                        <dgm:alg type="tx"/>
                                        <dgm:shape xmlns:r="http://schemas.openxmlformats.org/officeDocument/2006/relationships" rot="-4" type="roundRect" r:blip="">
                                          <dgm:adjLst/>
                                        </dgm:shape>
                                        <dgm:presOf axis="ch ch desOrSelf" ptType="node node node" st="1 1 1" cnt="1 1 0"/>
                                        <dgm:constrLst>
                                          <dgm:constr type="lMarg" refType="primFontSz" fact="0.3"/>
                                          <dgm:constr type="rMarg" refType="primFontSz" fact="0.3"/>
                                          <dgm:constr type="tMarg" refType="primFontSz" fact="0.3"/>
                                          <dgm:constr type="bMarg" refType="primFontSz" fact="0.3"/>
                                        </dgm:constrLst>
                                        <dgm:ruleLst>
                                          <dgm:rule type="primFontSz" val="5" fact="NaN" max="NaN"/>
                                        </dgm:ruleLst>
                                      </dgm:layoutNode>
                                      <dgm:layoutNode name="left_42_2" styleLbl="node1">
                                        <dgm:varLst>
                                          <dgm:bulletEnabled val="1"/>
                                        </dgm:varLst>
                                        <dgm:alg type="tx"/>
                                        <dgm:shape xmlns:r="http://schemas.openxmlformats.org/officeDocument/2006/relationships" rot="-4" type="roundRect" r:blip="">
                                          <dgm:adjLst/>
                                        </dgm:shape>
                                        <dgm:presOf axis="ch ch desOrSelf" ptType="node node node" st="1 2 1" cnt="1 1 0"/>
                                        <dgm:constrLst>
                                          <dgm:constr type="lMarg" refType="primFontSz" fact="0.3"/>
                                          <dgm:constr type="rMarg" refType="primFontSz" fact="0.3"/>
                                          <dgm:constr type="tMarg" refType="primFontSz" fact="0.3"/>
                                          <dgm:constr type="bMarg" refType="primFontSz" fact="0.3"/>
                                        </dgm:constrLst>
                                        <dgm:ruleLst>
                                          <dgm:rule type="primFontSz" val="5" fact="NaN" max="NaN"/>
                                        </dgm:ruleLst>
                                      </dgm:layoutNode>
                                      <dgm:layoutNode name="left_42_3" styleLbl="node1">
                                        <dgm:varLst>
                                          <dgm:bulletEnabled val="1"/>
                                        </dgm:varLst>
                                        <dgm:alg type="tx"/>
                                        <dgm:shape xmlns:r="http://schemas.openxmlformats.org/officeDocument/2006/relationships" rot="-4" type="roundRect" r:blip="">
                                          <dgm:adjLst/>
                                        </dgm:shape>
                                        <dgm:presOf axis="ch ch desOrSelf" ptType="node node node" st="1 3 1" cnt="1 1 0"/>
                                        <dgm:constrLst>
                                          <dgm:constr type="lMarg" refType="primFontSz" fact="0.3"/>
                                          <dgm:constr type="rMarg" refType="primFontSz" fact="0.3"/>
                                          <dgm:constr type="tMarg" refType="primFontSz" fact="0.3"/>
                                          <dgm:constr type="bMarg" refType="primFontSz" fact="0.3"/>
                                        </dgm:constrLst>
                                        <dgm:ruleLst>
                                          <dgm:rule type="primFontSz" val="5" fact="NaN" max="NaN"/>
                                        </dgm:ruleLst>
                                      </dgm:layoutNode>
                                      <dgm:layoutNode name="left_42_4" styleLbl="node1">
                                        <dgm:varLst>
                                          <dgm:bulletEnabled val="1"/>
                                        </dgm:varLst>
                                        <dgm:alg type="tx"/>
                                        <dgm:shape xmlns:r="http://schemas.openxmlformats.org/officeDocument/2006/relationships" rot="-4" type="roundRect" r:blip="">
                                          <dgm:adjLst/>
                                        </dgm:shape>
                                        <dgm:presOf axis="ch ch desOrSelf" ptType="node node node" st="1 4 1" cnt="1 1 0"/>
                                        <dgm:constrLst>
                                          <dgm:constr type="lMarg" refType="primFontSz" fact="0.3"/>
                                          <dgm:constr type="rMarg" refType="primFontSz" fact="0.3"/>
                                          <dgm:constr type="tMarg" refType="primFontSz" fact="0.3"/>
                                          <dgm:constr type="bMarg" refType="primFontSz" fact="0.3"/>
                                        </dgm:constrLst>
                                        <dgm:ruleLst>
                                          <dgm:rule type="primFontSz" val="5" fact="NaN" max="NaN"/>
                                        </dgm:ruleLst>
                                      </dgm:layoutNode>
                                      <dgm:layoutNode name="right_42_1" styleLbl="node1">
                                        <dgm:varLst>
                                          <dgm:bulletEnabled val="1"/>
                                        </dgm:varLst>
                                        <dgm:alg type="tx"/>
                                        <dgm:shape xmlns:r="http://schemas.openxmlformats.org/officeDocument/2006/relationships" rot="-4" type="roundRect" r:blip="">
                                          <dgm:adjLst/>
                                        </dgm:shape>
                                        <dgm:presOf axis="ch ch desOrSelf" ptType="node node node" st="2 1 1" cnt="1 1 0"/>
                                        <dgm:constrLst>
                                          <dgm:constr type="lMarg" refType="primFontSz" fact="0.3"/>
                                          <dgm:constr type="rMarg" refType="primFontSz" fact="0.3"/>
                                          <dgm:constr type="tMarg" refType="primFontSz" fact="0.3"/>
                                          <dgm:constr type="bMarg" refType="primFontSz" fact="0.3"/>
                                        </dgm:constrLst>
                                        <dgm:ruleLst>
                                          <dgm:rule type="primFontSz" val="5" fact="NaN" max="NaN"/>
                                        </dgm:ruleLst>
                                      </dgm:layoutNode>
                                      <dgm:layoutNode name="right_42_2" styleLbl="node1">
                                        <dgm:varLst>
                                          <dgm:bulletEnabled val="1"/>
                                        </dgm:varLst>
                                        <dgm:alg type="tx"/>
                                        <dgm:shape xmlns:r="http://schemas.openxmlformats.org/officeDocument/2006/relationships" rot="-4" type="roundRect" r:blip="">
                                          <dgm:adjLst/>
                                        </dgm:shape>
                                        <dgm:presOf axis="ch ch desOrSelf" ptType="node node node" st="2 2 1" cnt="1 1 0"/>
                                        <dgm:constrLst>
                                          <dgm:constr type="lMarg" refType="primFontSz" fact="0.3"/>
                                          <dgm:constr type="rMarg" refType="primFontSz" fact="0.3"/>
                                          <dgm:constr type="tMarg" refType="primFontSz" fact="0.3"/>
                                          <dgm:constr type="bMarg" refType="primFontSz" fact="0.3"/>
                                        </dgm:constrLst>
                                        <dgm:ruleLst>
                                          <dgm:rule type="primFontSz" val="5" fact="NaN" max="NaN"/>
                                        </dgm:ruleLst>
                                      </dgm:layoutNode>
                                    </dgm:if>
                                    <dgm:else name="Name82">
                                      <dgm:choose name="Name83">
                                        <dgm:if name="Name84" axis="ch ch" ptType="node node" st="2 1" cnt="1 0" func="cnt" op="equ" val="3">
                                          <dgm:layoutNode name="balance_43" styleLbl="alignAccFollowNode1">
                                            <dgm:varLst>
                                              <dgm:bulletEnabled val="1"/>
                                            </dgm:varLst>
                                            <dgm:alg type="sp"/>
                                            <dgm:shape xmlns:r="http://schemas.openxmlformats.org/officeDocument/2006/relationships" rot="-4" type="rect" r:blip="">
                                              <dgm:adjLst/>
                                            </dgm:shape>
                                            <dgm:presOf/>
                                            <dgm:constrLst/>
                                            <dgm:ruleLst/>
                                          </dgm:layoutNode>
                                          <dgm:layoutNode name="left_43_1" styleLbl="node1">
                                            <dgm:varLst>
                                              <dgm:bulletEnabled val="1"/>
                                            </dgm:varLst>
                                            <dgm:alg type="tx"/>
                                            <dgm:shape xmlns:r="http://schemas.openxmlformats.org/officeDocument/2006/relationships" rot="-4" type="roundRect" r:blip="">
                                              <dgm:adjLst/>
                                            </dgm:shape>
                                            <dgm:presOf axis="ch ch desOrSelf" ptType="node node node" st="1 1 1" cnt="1 1 0"/>
                                            <dgm:constrLst>
                                              <dgm:constr type="lMarg" refType="primFontSz" fact="0.3"/>
                                              <dgm:constr type="rMarg" refType="primFontSz" fact="0.3"/>
                                              <dgm:constr type="tMarg" refType="primFontSz" fact="0.3"/>
                                              <dgm:constr type="bMarg" refType="primFontSz" fact="0.3"/>
                                            </dgm:constrLst>
                                            <dgm:ruleLst>
                                              <dgm:rule type="primFontSz" val="5" fact="NaN" max="NaN"/>
                                            </dgm:ruleLst>
                                          </dgm:layoutNode>
                                          <dgm:layoutNode name="left_43_2" styleLbl="node1">
                                            <dgm:varLst>
                                              <dgm:bulletEnabled val="1"/>
                                            </dgm:varLst>
                                            <dgm:alg type="tx"/>
                                            <dgm:shape xmlns:r="http://schemas.openxmlformats.org/officeDocument/2006/relationships" rot="-4" type="roundRect" r:blip="">
                                              <dgm:adjLst/>
                                            </dgm:shape>
                                            <dgm:presOf axis="ch ch desOrSelf" ptType="node node node" st="1 2 1" cnt="1 1 0"/>
                                            <dgm:constrLst>
                                              <dgm:constr type="lMarg" refType="primFontSz" fact="0.3"/>
                                              <dgm:constr type="rMarg" refType="primFontSz" fact="0.3"/>
                                              <dgm:constr type="tMarg" refType="primFontSz" fact="0.3"/>
                                              <dgm:constr type="bMarg" refType="primFontSz" fact="0.3"/>
                                            </dgm:constrLst>
                                            <dgm:ruleLst>
                                              <dgm:rule type="primFontSz" val="5" fact="NaN" max="NaN"/>
                                            </dgm:ruleLst>
                                          </dgm:layoutNode>
                                          <dgm:layoutNode name="left_43_3" styleLbl="node1">
                                            <dgm:varLst>
                                              <dgm:bulletEnabled val="1"/>
                                            </dgm:varLst>
                                            <dgm:alg type="tx"/>
                                            <dgm:shape xmlns:r="http://schemas.openxmlformats.org/officeDocument/2006/relationships" rot="-4" type="roundRect" r:blip="">
                                              <dgm:adjLst/>
                                            </dgm:shape>
                                            <dgm:presOf axis="ch ch desOrSelf" ptType="node node node" st="1 3 1" cnt="1 1 0"/>
                                            <dgm:constrLst>
                                              <dgm:constr type="lMarg" refType="primFontSz" fact="0.3"/>
                                              <dgm:constr type="rMarg" refType="primFontSz" fact="0.3"/>
                                              <dgm:constr type="tMarg" refType="primFontSz" fact="0.3"/>
                                              <dgm:constr type="bMarg" refType="primFontSz" fact="0.3"/>
                                            </dgm:constrLst>
                                            <dgm:ruleLst>
                                              <dgm:rule type="primFontSz" val="5" fact="NaN" max="NaN"/>
                                            </dgm:ruleLst>
                                          </dgm:layoutNode>
                                          <dgm:layoutNode name="left_43_4" styleLbl="node1">
                                            <dgm:varLst>
                                              <dgm:bulletEnabled val="1"/>
                                            </dgm:varLst>
                                            <dgm:alg type="tx"/>
                                            <dgm:shape xmlns:r="http://schemas.openxmlformats.org/officeDocument/2006/relationships" rot="-4" type="roundRect" r:blip="">
                                              <dgm:adjLst/>
                                            </dgm:shape>
                                            <dgm:presOf axis="ch ch desOrSelf" ptType="node node node" st="1 4 1" cnt="1 1 0"/>
                                            <dgm:constrLst>
                                              <dgm:constr type="lMarg" refType="primFontSz" fact="0.3"/>
                                              <dgm:constr type="rMarg" refType="primFontSz" fact="0.3"/>
                                              <dgm:constr type="tMarg" refType="primFontSz" fact="0.3"/>
                                              <dgm:constr type="bMarg" refType="primFontSz" fact="0.3"/>
                                            </dgm:constrLst>
                                            <dgm:ruleLst>
                                              <dgm:rule type="primFontSz" val="5" fact="NaN" max="NaN"/>
                                            </dgm:ruleLst>
                                          </dgm:layoutNode>
                                          <dgm:layoutNode name="right_43_1" styleLbl="node1">
                                            <dgm:varLst>
                                              <dgm:bulletEnabled val="1"/>
                                            </dgm:varLst>
                                            <dgm:alg type="tx"/>
                                            <dgm:shape xmlns:r="http://schemas.openxmlformats.org/officeDocument/2006/relationships" rot="-4" type="roundRect" r:blip="">
                                              <dgm:adjLst/>
                                            </dgm:shape>
                                            <dgm:presOf axis="ch ch desOrSelf" ptType="node node node" st="2 1 1" cnt="1 1 0"/>
                                            <dgm:constrLst>
                                              <dgm:constr type="lMarg" refType="primFontSz" fact="0.3"/>
                                              <dgm:constr type="rMarg" refType="primFontSz" fact="0.3"/>
                                              <dgm:constr type="tMarg" refType="primFontSz" fact="0.3"/>
                                              <dgm:constr type="bMarg" refType="primFontSz" fact="0.3"/>
                                            </dgm:constrLst>
                                            <dgm:ruleLst>
                                              <dgm:rule type="primFontSz" val="5" fact="NaN" max="NaN"/>
                                            </dgm:ruleLst>
                                          </dgm:layoutNode>
                                          <dgm:layoutNode name="right_43_2" styleLbl="node1">
                                            <dgm:varLst>
                                              <dgm:bulletEnabled val="1"/>
                                            </dgm:varLst>
                                            <dgm:alg type="tx"/>
                                            <dgm:shape xmlns:r="http://schemas.openxmlformats.org/officeDocument/2006/relationships" rot="-4" type="roundRect" r:blip="">
                                              <dgm:adjLst/>
                                            </dgm:shape>
                                            <dgm:presOf axis="ch ch desOrSelf" ptType="node node node" st="2 2 1" cnt="1 1 0"/>
                                            <dgm:constrLst>
                                              <dgm:constr type="lMarg" refType="primFontSz" fact="0.3"/>
                                              <dgm:constr type="rMarg" refType="primFontSz" fact="0.3"/>
                                              <dgm:constr type="tMarg" refType="primFontSz" fact="0.3"/>
                                              <dgm:constr type="bMarg" refType="primFontSz" fact="0.3"/>
                                            </dgm:constrLst>
                                            <dgm:ruleLst>
                                              <dgm:rule type="primFontSz" val="5" fact="NaN" max="NaN"/>
                                            </dgm:ruleLst>
                                          </dgm:layoutNode>
                                          <dgm:layoutNode name="right_43_3" styleLbl="node1">
                                            <dgm:varLst>
                                              <dgm:bulletEnabled val="1"/>
                                            </dgm:varLst>
                                            <dgm:alg type="tx"/>
                                            <dgm:shape xmlns:r="http://schemas.openxmlformats.org/officeDocument/2006/relationships" rot="-4" type="roundRect" r:blip="">
                                              <dgm:adjLst/>
                                            </dgm:shape>
                                            <dgm:presOf axis="ch ch desOrSelf" ptType="node node node" st="2 3 1" cnt="1 1 0"/>
                                            <dgm:constrLst>
                                              <dgm:constr type="lMarg" refType="primFontSz" fact="0.3"/>
                                              <dgm:constr type="rMarg" refType="primFontSz" fact="0.3"/>
                                              <dgm:constr type="tMarg" refType="primFontSz" fact="0.3"/>
                                              <dgm:constr type="bMarg" refType="primFontSz" fact="0.3"/>
                                            </dgm:constrLst>
                                            <dgm:ruleLst>
                                              <dgm:rule type="primFontSz" val="5" fact="NaN" max="NaN"/>
                                            </dgm:ruleLst>
                                          </dgm:layoutNode>
                                        </dgm:if>
                                        <dgm:else name="Name85">
                                          <dgm:choose name="Name86">
                                            <dgm:if name="Name87" axis="ch ch" ptType="node node" st="2 1" cnt="1 0" func="cnt" op="gte" val="4">
                                              <dgm:layoutNode name="balance_44" styleLbl="alignAccFollowNode1">
                                                <dgm:varLst>
                                                  <dgm:bulletEnabled val="1"/>
                                                </dgm:varLst>
                                                <dgm:alg type="sp"/>
                                                <dgm:shape xmlns:r="http://schemas.openxmlformats.org/officeDocument/2006/relationships" type="rect" r:blip="">
                                                  <dgm:adjLst/>
                                                </dgm:shape>
                                                <dgm:presOf/>
                                                <dgm:constrLst/>
                                                <dgm:ruleLst/>
                                              </dgm:layoutNode>
                                              <dgm:layoutNode name="right_44_1" styleLbl="node1">
                                                <dgm:varLst>
                                                  <dgm:bulletEnabled val="1"/>
                                                </dgm:varLst>
                                                <dgm:alg type="tx"/>
                                                <dgm:shape xmlns:r="http://schemas.openxmlformats.org/officeDocument/2006/relationships" type="roundRect" r:blip="">
                                                  <dgm:adjLst/>
                                                </dgm:shape>
                                                <dgm:presOf axis="ch ch desOrSelf" ptType="node node node" st="2 1 1" cnt="1 1 0"/>
                                                <dgm:constrLst>
                                                  <dgm:constr type="lMarg" refType="primFontSz" fact="0.3"/>
                                                  <dgm:constr type="rMarg" refType="primFontSz" fact="0.3"/>
                                                  <dgm:constr type="tMarg" refType="primFontSz" fact="0.3"/>
                                                  <dgm:constr type="bMarg" refType="primFontSz" fact="0.3"/>
                                                </dgm:constrLst>
                                                <dgm:ruleLst>
                                                  <dgm:rule type="primFontSz" val="5" fact="NaN" max="NaN"/>
                                                </dgm:ruleLst>
                                              </dgm:layoutNode>
                                              <dgm:layoutNode name="right_44_2" styleLbl="node1">
                                                <dgm:varLst>
                                                  <dgm:bulletEnabled val="1"/>
                                                </dgm:varLst>
                                                <dgm:alg type="tx"/>
                                                <dgm:shape xmlns:r="http://schemas.openxmlformats.org/officeDocument/2006/relationships" type="roundRect" r:blip="">
                                                  <dgm:adjLst/>
                                                </dgm:shape>
                                                <dgm:presOf axis="ch ch desOrSelf" ptType="node node node" st="2 2 1" cnt="1 1 0"/>
                                                <dgm:constrLst>
                                                  <dgm:constr type="lMarg" refType="primFontSz" fact="0.3"/>
                                                  <dgm:constr type="rMarg" refType="primFontSz" fact="0.3"/>
                                                  <dgm:constr type="tMarg" refType="primFontSz" fact="0.3"/>
                                                  <dgm:constr type="bMarg" refType="primFontSz" fact="0.3"/>
                                                </dgm:constrLst>
                                                <dgm:ruleLst>
                                                  <dgm:rule type="primFontSz" val="5" fact="NaN" max="NaN"/>
                                                </dgm:ruleLst>
                                              </dgm:layoutNode>
                                              <dgm:layoutNode name="right_44_3" styleLbl="node1">
                                                <dgm:varLst>
                                                  <dgm:bulletEnabled val="1"/>
                                                </dgm:varLst>
                                                <dgm:alg type="tx"/>
                                                <dgm:shape xmlns:r="http://schemas.openxmlformats.org/officeDocument/2006/relationships" type="roundRect" r:blip="">
                                                  <dgm:adjLst/>
                                                </dgm:shape>
                                                <dgm:presOf axis="ch ch desOrSelf" ptType="node node node" st="2 3 1" cnt="1 1 0"/>
                                                <dgm:constrLst>
                                                  <dgm:constr type="lMarg" refType="primFontSz" fact="0.3"/>
                                                  <dgm:constr type="rMarg" refType="primFontSz" fact="0.3"/>
                                                  <dgm:constr type="tMarg" refType="primFontSz" fact="0.3"/>
                                                  <dgm:constr type="bMarg" refType="primFontSz" fact="0.3"/>
                                                </dgm:constrLst>
                                                <dgm:ruleLst>
                                                  <dgm:rule type="primFontSz" val="5" fact="NaN" max="NaN"/>
                                                </dgm:ruleLst>
                                              </dgm:layoutNode>
                                              <dgm:layoutNode name="right_44_4" styleLbl="node1">
                                                <dgm:varLst>
                                                  <dgm:bulletEnabled val="1"/>
                                                </dgm:varLst>
                                                <dgm:alg type="tx"/>
                                                <dgm:shape xmlns:r="http://schemas.openxmlformats.org/officeDocument/2006/relationships" type="roundRect" r:blip="">
                                                  <dgm:adjLst/>
                                                </dgm:shape>
                                                <dgm:presOf axis="ch ch desOrSelf" ptType="node node node" st="2 4 1" cnt="1 1 0"/>
                                                <dgm:constrLst>
                                                  <dgm:constr type="lMarg" refType="primFontSz" fact="0.3"/>
                                                  <dgm:constr type="rMarg" refType="primFontSz" fact="0.3"/>
                                                  <dgm:constr type="tMarg" refType="primFontSz" fact="0.3"/>
                                                  <dgm:constr type="bMarg" refType="primFontSz" fact="0.3"/>
                                                </dgm:constrLst>
                                                <dgm:ruleLst>
                                                  <dgm:rule type="primFontSz" val="5" fact="NaN" max="NaN"/>
                                                </dgm:ruleLst>
                                              </dgm:layoutNode>
                                              <dgm:layoutNode name="left_44_1" styleLbl="node1">
                                                <dgm:varLst>
                                                  <dgm:bulletEnabled val="1"/>
                                                </dgm:varLst>
                                                <dgm:alg type="tx"/>
                                                <dgm:shape xmlns:r="http://schemas.openxmlformats.org/officeDocument/2006/relationships" type="roundRect" r:blip="">
                                                  <dgm:adjLst/>
                                                </dgm:shape>
                                                <dgm:presOf axis="ch ch desOrSelf" ptType="node node node" st="1 1 1" cnt="1 1 0"/>
                                                <dgm:constrLst>
                                                  <dgm:constr type="lMarg" refType="primFontSz" fact="0.3"/>
                                                  <dgm:constr type="rMarg" refType="primFontSz" fact="0.3"/>
                                                  <dgm:constr type="tMarg" refType="primFontSz" fact="0.3"/>
                                                  <dgm:constr type="bMarg" refType="primFontSz" fact="0.3"/>
                                                </dgm:constrLst>
                                                <dgm:ruleLst>
                                                  <dgm:rule type="primFontSz" val="5" fact="NaN" max="NaN"/>
                                                </dgm:ruleLst>
                                              </dgm:layoutNode>
                                              <dgm:layoutNode name="left_44_2" styleLbl="node1">
                                                <dgm:varLst>
                                                  <dgm:bulletEnabled val="1"/>
                                                </dgm:varLst>
                                                <dgm:alg type="tx"/>
                                                <dgm:shape xmlns:r="http://schemas.openxmlformats.org/officeDocument/2006/relationships" type="roundRect" r:blip="">
                                                  <dgm:adjLst/>
                                                </dgm:shape>
                                                <dgm:presOf axis="ch ch desOrSelf" ptType="node node node" st="1 2 1" cnt="1 1 0"/>
                                                <dgm:constrLst>
                                                  <dgm:constr type="lMarg" refType="primFontSz" fact="0.3"/>
                                                  <dgm:constr type="rMarg" refType="primFontSz" fact="0.3"/>
                                                  <dgm:constr type="tMarg" refType="primFontSz" fact="0.3"/>
                                                  <dgm:constr type="bMarg" refType="primFontSz" fact="0.3"/>
                                                </dgm:constrLst>
                                                <dgm:ruleLst>
                                                  <dgm:rule type="primFontSz" val="5" fact="NaN" max="NaN"/>
                                                </dgm:ruleLst>
                                              </dgm:layoutNode>
                                              <dgm:layoutNode name="left_44_3" styleLbl="node1">
                                                <dgm:varLst>
                                                  <dgm:bulletEnabled val="1"/>
                                                </dgm:varLst>
                                                <dgm:alg type="tx"/>
                                                <dgm:shape xmlns:r="http://schemas.openxmlformats.org/officeDocument/2006/relationships" type="roundRect" r:blip="">
                                                  <dgm:adjLst/>
                                                </dgm:shape>
                                                <dgm:presOf axis="ch ch desOrSelf" ptType="node node node" st="1 3 1" cnt="1 1 0"/>
                                                <dgm:constrLst>
                                                  <dgm:constr type="lMarg" refType="primFontSz" fact="0.3"/>
                                                  <dgm:constr type="rMarg" refType="primFontSz" fact="0.3"/>
                                                  <dgm:constr type="tMarg" refType="primFontSz" fact="0.3"/>
                                                  <dgm:constr type="bMarg" refType="primFontSz" fact="0.3"/>
                                                </dgm:constrLst>
                                                <dgm:ruleLst>
                                                  <dgm:rule type="primFontSz" val="5" fact="NaN" max="NaN"/>
                                                </dgm:ruleLst>
                                              </dgm:layoutNode>
                                              <dgm:layoutNode name="left_44_4" styleLbl="node1">
                                                <dgm:varLst>
                                                  <dgm:bulletEnabled val="1"/>
                                                </dgm:varLst>
                                                <dgm:alg type="tx"/>
                                                <dgm:shape xmlns:r="http://schemas.openxmlformats.org/officeDocument/2006/relationships" type="roundRect" r:blip="">
                                                  <dgm:adjLst/>
                                                </dgm:shape>
                                                <dgm:presOf axis="ch ch desOrSelf" ptType="node node node" st="1 4 1" cnt="1 1 0"/>
                                                <dgm:constrLst>
                                                  <dgm:constr type="lMarg" refType="primFontSz" fact="0.3"/>
                                                  <dgm:constr type="rMarg" refType="primFontSz" fact="0.3"/>
                                                  <dgm:constr type="tMarg" refType="primFontSz" fact="0.3"/>
                                                  <dgm:constr type="bMarg" refType="primFontSz" fact="0.3"/>
                                                </dgm:constrLst>
                                                <dgm:ruleLst>
                                                  <dgm:rule type="primFontSz" val="5" fact="NaN" max="NaN"/>
                                                </dgm:ruleLst>
                                              </dgm:layoutNode>
                                            </dgm:if>
                                            <dgm:else name="Name88"/>
                                          </dgm:choose>
                                        </dgm:else>
                                      </dgm:choose>
                                    </dgm:else>
                                  </dgm:choose>
                                </dgm:else>
                              </dgm:choose>
                            </dgm:else>
                          </dgm:choose>
                        </dgm:if>
                        <dgm:else name="Name89"/>
                      </dgm:choose>
                    </dgm:else>
                  </dgm:choose>
                </dgm:else>
              </dgm:choose>
            </dgm:else>
          </dgm:choose>
        </dgm:else>
      </dgm:choose>
    </dgm:layoutNode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D4F56A7-3CDE-194F-B9AF-D598FBBF1989}" type="datetimeFigureOut">
              <a:rPr lang="en-US" smtClean="0"/>
              <a:pPr/>
              <a:t>10/17/2025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E1097CB-F954-3545-B5D0-357D0C1748E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6640663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E52AD58-60CE-E948-9CBA-0BD7030FC28E}" type="datetimeFigureOut">
              <a:rPr lang="en-US" smtClean="0"/>
              <a:pPr/>
              <a:t>10/17/2025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624DF53-3DD3-9F45-9E7E-472B96F1AB81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81763880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624DF53-3DD3-9F45-9E7E-472B96F1AB81}" type="slidenum">
              <a:rPr lang="en-US" smtClean="0"/>
              <a:pPr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2879751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624DF53-3DD3-9F45-9E7E-472B96F1AB81}" type="slidenum">
              <a:rPr lang="en-US" smtClean="0"/>
              <a:pPr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830619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https://mp.weixin.qq.com/s/LQgPT8opkjjZzbn0nUevUw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624DF53-3DD3-9F45-9E7E-472B96F1AB81}" type="slidenum">
              <a:rPr lang="en-US" smtClean="0"/>
              <a:pPr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679562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8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位有符号整数的范围是 </a:t>
            </a:r>
            <a:r>
              <a:rPr lang="en-US" altLang="zh-CN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-128 </a:t>
            </a:r>
            <a:r>
              <a:rPr lang="zh-CN" alt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到 </a:t>
            </a:r>
            <a:r>
              <a:rPr lang="en-US" altLang="zh-CN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127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624DF53-3DD3-9F45-9E7E-472B96F1AB81}" type="slidenum">
              <a:rPr lang="en-US" smtClean="0"/>
              <a:pPr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3068198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624DF53-3DD3-9F45-9E7E-472B96F1AB81}" type="slidenum">
              <a:rPr lang="en-US" smtClean="0"/>
              <a:pPr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430541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53E172-3650-4C7B-5F97-C2985931EC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FC9BEE9-8813-91E7-C25E-ECAFC22B823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D30FC57-0B47-CFB9-C2E6-7A994D94045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0EA6760-4D05-8CBB-BFE2-B1758E532DD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624DF53-3DD3-9F45-9E7E-472B96F1AB81}" type="slidenum">
              <a:rPr lang="en-US" smtClean="0"/>
              <a:pPr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6047199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C82036-57E8-E006-F2B6-1D42B0FDC6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DA04ACF-D534-FB9F-4019-35120748A46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EA241FA-60F4-CA54-5FE1-090B067BED4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6F9D12C-113C-590C-F762-9AE2C0DCDC8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624DF53-3DD3-9F45-9E7E-472B96F1AB81}" type="slidenum">
              <a:rPr lang="en-US" smtClean="0"/>
              <a:pPr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5424630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32-9=23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624DF53-3DD3-9F45-9E7E-472B96F1AB81}" type="slidenum">
              <a:rPr lang="en-US" smtClean="0"/>
              <a:pPr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7642319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452D85-D859-2CF8-7D62-5A49E921D3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8DF6E65-26C7-0006-F5A4-55C9D53786A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D6A1A13-74FB-B694-8E30-7E1DD074270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0FC9427-E730-9A2A-12E7-328DE01C1AA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624DF53-3DD3-9F45-9E7E-472B96F1AB81}" type="slidenum">
              <a:rPr lang="en-US" smtClean="0"/>
              <a:pPr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5707839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b="1" dirty="0">
                <a:solidFill>
                  <a:srgbClr val="C00000"/>
                </a:solidFill>
              </a:rPr>
              <a:t>Numbers farthest from zero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624DF53-3DD3-9F45-9E7E-472B96F1AB81}" type="slidenum">
              <a:rPr lang="en-US" smtClean="0"/>
              <a:pPr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27935292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https://www.edge-ai-vision.com/2025/08/introduction-to-data-types-for-ai-trade-offs-and-trends-a-presentation-from-synopsys/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624DF53-3DD3-9F45-9E7E-472B96F1AB81}" type="slidenum">
              <a:rPr lang="en-US" smtClean="0"/>
              <a:pPr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0630761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ctrTitle"/>
          </p:nvPr>
        </p:nvSpPr>
        <p:spPr>
          <a:xfrm>
            <a:off x="1625600" y="3886200"/>
            <a:ext cx="9144000" cy="990600"/>
          </a:xfrm>
        </p:spPr>
        <p:txBody>
          <a:bodyPr anchor="t" anchorCtr="0"/>
          <a:lstStyle>
            <a:lvl1pPr algn="r">
              <a:defRPr sz="3200">
                <a:solidFill>
                  <a:schemeClr val="tx1"/>
                </a:solidFill>
              </a:defRPr>
            </a:lvl1pPr>
          </a:lstStyle>
          <a:p>
            <a:r>
              <a:rPr kumimoji="0" lang="en-US"/>
              <a:t>Click to edit Master title style</a:t>
            </a:r>
          </a:p>
        </p:txBody>
      </p:sp>
      <p:sp>
        <p:nvSpPr>
          <p:cNvPr id="9" name="Subtitle 8"/>
          <p:cNvSpPr>
            <a:spLocks noGrp="1"/>
          </p:cNvSpPr>
          <p:nvPr>
            <p:ph type="subTitle" idx="1"/>
          </p:nvPr>
        </p:nvSpPr>
        <p:spPr>
          <a:xfrm>
            <a:off x="1625600" y="5124450"/>
            <a:ext cx="9144000" cy="533400"/>
          </a:xfrm>
        </p:spPr>
        <p:txBody>
          <a:bodyPr/>
          <a:lstStyle>
            <a:lvl1pPr marL="0" indent="0" algn="r">
              <a:buNone/>
              <a:defRPr sz="20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marL="457200" indent="0" algn="ctr">
              <a:buNone/>
            </a:lvl2pPr>
            <a:lvl3pPr marL="914400" indent="0" algn="ctr">
              <a:buNone/>
            </a:lvl3pPr>
            <a:lvl4pPr marL="1371600" indent="0" algn="ctr">
              <a:buNone/>
            </a:lvl4pPr>
            <a:lvl5pPr marL="1828800" indent="0" algn="ctr">
              <a:buNone/>
            </a:lvl5pPr>
            <a:lvl6pPr marL="2286000" indent="0" algn="ctr">
              <a:buNone/>
            </a:lvl6pPr>
            <a:lvl7pPr marL="2743200" indent="0" algn="ctr">
              <a:buNone/>
            </a:lvl7pPr>
            <a:lvl8pPr marL="3200400" indent="0" algn="ctr">
              <a:buNone/>
            </a:lvl8pPr>
            <a:lvl9pPr marL="3657600" indent="0" algn="ctr">
              <a:buNone/>
            </a:lvl9pPr>
          </a:lstStyle>
          <a:p>
            <a:r>
              <a:rPr kumimoji="0" lang="en-US"/>
              <a:t>Click to edit Master subtitle style</a:t>
            </a:r>
          </a:p>
        </p:txBody>
      </p:sp>
      <p:sp>
        <p:nvSpPr>
          <p:cNvPr id="28" name="Date Placeholder 27"/>
          <p:cNvSpPr>
            <a:spLocks noGrp="1"/>
          </p:cNvSpPr>
          <p:nvPr>
            <p:ph type="dt" sz="half" idx="10"/>
          </p:nvPr>
        </p:nvSpPr>
        <p:spPr>
          <a:xfrm>
            <a:off x="8534400" y="6355080"/>
            <a:ext cx="3048000" cy="365760"/>
          </a:xfrm>
        </p:spPr>
        <p:txBody>
          <a:bodyPr/>
          <a:lstStyle>
            <a:lvl1pPr>
              <a:defRPr sz="1400"/>
            </a:lvl1pPr>
          </a:lstStyle>
          <a:p>
            <a:pPr eaLnBrk="1" latinLnBrk="0" hangingPunct="1"/>
            <a:fld id="{8E8B2B42-CBC2-7D4E-BA50-0E7F29B4DAAB}" type="datetime1">
              <a:rPr lang="en-US" smtClean="0"/>
              <a:t>10/17/2025</a:t>
            </a:fld>
            <a:endParaRPr lang="en-US" sz="1600" dirty="0"/>
          </a:p>
        </p:txBody>
      </p:sp>
      <p:sp>
        <p:nvSpPr>
          <p:cNvPr id="17" name="Footer Placeholder 16"/>
          <p:cNvSpPr>
            <a:spLocks noGrp="1"/>
          </p:cNvSpPr>
          <p:nvPr>
            <p:ph type="ftr" sz="quarter" idx="11"/>
          </p:nvPr>
        </p:nvSpPr>
        <p:spPr>
          <a:xfrm>
            <a:off x="3864864" y="6355080"/>
            <a:ext cx="4632960" cy="365760"/>
          </a:xfrm>
        </p:spPr>
        <p:txBody>
          <a:bodyPr/>
          <a:lstStyle/>
          <a:p>
            <a:endParaRPr kumimoji="0" lang="en-US" dirty="0"/>
          </a:p>
        </p:txBody>
      </p:sp>
      <p:sp>
        <p:nvSpPr>
          <p:cNvPr id="29" name="Slide Number Placeholder 28"/>
          <p:cNvSpPr>
            <a:spLocks noGrp="1"/>
          </p:cNvSpPr>
          <p:nvPr>
            <p:ph type="sldNum" sz="quarter" idx="12"/>
          </p:nvPr>
        </p:nvSpPr>
        <p:spPr>
          <a:xfrm>
            <a:off x="1621536" y="6355080"/>
            <a:ext cx="1625600" cy="365760"/>
          </a:xfrm>
        </p:spPr>
        <p:txBody>
          <a:bodyPr/>
          <a:lstStyle/>
          <a:p>
            <a:fld id="{EA7C8D44-3667-46F6-9772-CC52308E2A7F}" type="slidenum">
              <a:rPr kumimoji="0" lang="en-US" smtClean="0"/>
              <a:pPr/>
              <a:t>‹#›</a:t>
            </a:fld>
            <a:endParaRPr kumimoji="0" lang="en-US" dirty="0"/>
          </a:p>
        </p:txBody>
      </p:sp>
      <p:sp>
        <p:nvSpPr>
          <p:cNvPr id="21" name="Rectangle 20"/>
          <p:cNvSpPr/>
          <p:nvPr/>
        </p:nvSpPr>
        <p:spPr>
          <a:xfrm>
            <a:off x="1206500" y="3648075"/>
            <a:ext cx="9753600" cy="1280160"/>
          </a:xfrm>
          <a:prstGeom prst="rect">
            <a:avLst/>
          </a:prstGeom>
          <a:noFill/>
          <a:ln w="6350" cap="rnd" cmpd="sng" algn="ctr">
            <a:solidFill>
              <a:schemeClr val="accent1"/>
            </a:solidFill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 sz="1800"/>
          </a:p>
        </p:txBody>
      </p:sp>
      <p:sp>
        <p:nvSpPr>
          <p:cNvPr id="33" name="Rectangle 32"/>
          <p:cNvSpPr/>
          <p:nvPr/>
        </p:nvSpPr>
        <p:spPr>
          <a:xfrm>
            <a:off x="1219200" y="5048250"/>
            <a:ext cx="9753600" cy="685800"/>
          </a:xfrm>
          <a:prstGeom prst="rect">
            <a:avLst/>
          </a:prstGeom>
          <a:noFill/>
          <a:ln w="6350" cap="rnd" cmpd="sng" algn="ctr">
            <a:solidFill>
              <a:schemeClr val="accent2"/>
            </a:solidFill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 sz="1800"/>
          </a:p>
        </p:txBody>
      </p:sp>
      <p:sp>
        <p:nvSpPr>
          <p:cNvPr id="22" name="Rectangle 21"/>
          <p:cNvSpPr/>
          <p:nvPr/>
        </p:nvSpPr>
        <p:spPr>
          <a:xfrm>
            <a:off x="1206500" y="3648075"/>
            <a:ext cx="304800" cy="1280160"/>
          </a:xfrm>
          <a:prstGeom prst="rect">
            <a:avLst/>
          </a:prstGeom>
          <a:solidFill>
            <a:schemeClr val="accent1"/>
          </a:solidFill>
          <a:ln w="635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 sz="1800"/>
          </a:p>
        </p:txBody>
      </p:sp>
      <p:sp>
        <p:nvSpPr>
          <p:cNvPr id="32" name="Rectangle 31"/>
          <p:cNvSpPr/>
          <p:nvPr/>
        </p:nvSpPr>
        <p:spPr>
          <a:xfrm>
            <a:off x="1219200" y="5048250"/>
            <a:ext cx="304800" cy="685800"/>
          </a:xfrm>
          <a:prstGeom prst="rect">
            <a:avLst/>
          </a:prstGeom>
          <a:solidFill>
            <a:schemeClr val="accent2"/>
          </a:solidFill>
          <a:ln w="635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 sz="180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0" lang="en-US"/>
              <a:t>Click to edit Master 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eaLnBrk="1" latinLnBrk="0" hangingPunct="1"/>
            <a:fld id="{A9E6F060-20EB-3246-9088-08BF5F1271DE}" type="datetime1">
              <a:rPr lang="en-US" smtClean="0"/>
              <a:t>10/17/2025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0"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‹#›</a:t>
            </a:fld>
            <a:endParaRPr kumimoji="0" lang="en-US" dirty="0"/>
          </a:p>
        </p:txBody>
      </p:sp>
      <p:sp>
        <p:nvSpPr>
          <p:cNvPr id="8" name="Content Placeholder 7"/>
          <p:cNvSpPr>
            <a:spLocks noGrp="1"/>
          </p:cNvSpPr>
          <p:nvPr>
            <p:ph sz="quarter" idx="1"/>
          </p:nvPr>
        </p:nvSpPr>
        <p:spPr>
          <a:xfrm>
            <a:off x="609600" y="1219200"/>
            <a:ext cx="10972800" cy="4937760"/>
          </a:xfrm>
        </p:spPr>
        <p:txBody>
          <a:bodyPr/>
          <a:lstStyle/>
          <a:p>
            <a:pPr lvl="0" eaLnBrk="1" latinLnBrk="0" hangingPunct="1"/>
            <a:r>
              <a:rPr lang="en-US"/>
              <a:t>Click to edit Master text styles</a:t>
            </a:r>
          </a:p>
          <a:p>
            <a:pPr lvl="1" eaLnBrk="1" latinLnBrk="0" hangingPunct="1"/>
            <a:r>
              <a:rPr lang="en-US"/>
              <a:t>Second level</a:t>
            </a:r>
          </a:p>
          <a:p>
            <a:pPr lvl="2" eaLnBrk="1" latinLnBrk="0" hangingPunct="1"/>
            <a:r>
              <a:rPr lang="en-US"/>
              <a:t>Third level</a:t>
            </a:r>
          </a:p>
          <a:p>
            <a:pPr lvl="3" eaLnBrk="1" latinLnBrk="0" hangingPunct="1"/>
            <a:r>
              <a:rPr lang="en-US"/>
              <a:t>Fourth level</a:t>
            </a:r>
          </a:p>
          <a:p>
            <a:pPr lvl="4" eaLnBrk="1" latinLnBrk="0" hangingPunct="1"/>
            <a:r>
              <a:rPr lang="en-US"/>
              <a:t>Fifth level</a:t>
            </a:r>
            <a:endParaRPr kumimoji="0"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25600" y="2971800"/>
            <a:ext cx="9144000" cy="1066800"/>
          </a:xfrm>
        </p:spPr>
        <p:txBody>
          <a:bodyPr anchor="t" anchorCtr="0"/>
          <a:lstStyle>
            <a:lvl1pPr algn="r">
              <a:buNone/>
              <a:defRPr sz="3200" b="0" cap="none" baseline="0"/>
            </a:lvl1pPr>
          </a:lstStyle>
          <a:p>
            <a:r>
              <a:rPr kumimoji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727200" y="4267200"/>
            <a:ext cx="9042400" cy="1143000"/>
          </a:xfrm>
        </p:spPr>
        <p:txBody>
          <a:bodyPr anchor="t" anchorCtr="0"/>
          <a:lstStyle>
            <a:lvl1pPr marL="0" indent="0" algn="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</a:lstStyle>
          <a:p>
            <a:pPr lvl="0" eaLnBrk="1" latinLnBrk="0" hangingPunct="1"/>
            <a:r>
              <a:rPr kumimoji="0"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534400" y="6355080"/>
            <a:ext cx="3048000" cy="365760"/>
          </a:xfrm>
        </p:spPr>
        <p:txBody>
          <a:bodyPr/>
          <a:lstStyle/>
          <a:p>
            <a:pPr eaLnBrk="1" latinLnBrk="0" hangingPunct="1"/>
            <a:fld id="{34C82E41-DA7E-CA4C-823B-C759BEA16CE8}" type="datetime1">
              <a:rPr lang="en-US" smtClean="0"/>
              <a:t>10/17/2025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864864" y="6355080"/>
            <a:ext cx="4632960" cy="365760"/>
          </a:xfrm>
        </p:spPr>
        <p:txBody>
          <a:bodyPr/>
          <a:lstStyle/>
          <a:p>
            <a:endParaRPr kumimoji="0"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426464" y="6355080"/>
            <a:ext cx="2027936" cy="365760"/>
          </a:xfrm>
        </p:spPr>
        <p:txBody>
          <a:bodyPr/>
          <a:lstStyle/>
          <a:p>
            <a:fld id="{EA7C8D44-3667-46F6-9772-CC52308E2A7F}" type="slidenum">
              <a:rPr kumimoji="0" lang="en-US" smtClean="0"/>
              <a:pPr/>
              <a:t>‹#›</a:t>
            </a:fld>
            <a:endParaRPr kumimoji="0" lang="en-US" dirty="0"/>
          </a:p>
        </p:txBody>
      </p:sp>
      <p:sp>
        <p:nvSpPr>
          <p:cNvPr id="7" name="Rectangle 6"/>
          <p:cNvSpPr/>
          <p:nvPr/>
        </p:nvSpPr>
        <p:spPr>
          <a:xfrm>
            <a:off x="1219200" y="2819400"/>
            <a:ext cx="9753600" cy="1280160"/>
          </a:xfrm>
          <a:prstGeom prst="rect">
            <a:avLst/>
          </a:prstGeom>
          <a:noFill/>
          <a:ln w="6350" cap="rnd" cmpd="sng" algn="ctr">
            <a:solidFill>
              <a:schemeClr val="accent1"/>
            </a:solidFill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 sz="1800"/>
          </a:p>
        </p:txBody>
      </p:sp>
      <p:sp>
        <p:nvSpPr>
          <p:cNvPr id="8" name="Rectangle 7"/>
          <p:cNvSpPr/>
          <p:nvPr/>
        </p:nvSpPr>
        <p:spPr>
          <a:xfrm>
            <a:off x="1219200" y="2819400"/>
            <a:ext cx="304800" cy="1280160"/>
          </a:xfrm>
          <a:prstGeom prst="rect">
            <a:avLst/>
          </a:prstGeom>
          <a:solidFill>
            <a:schemeClr val="accent1"/>
          </a:solidFill>
          <a:ln w="635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 sz="1800"/>
          </a:p>
        </p:txBody>
      </p:sp>
    </p:spTree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0" y="228600"/>
            <a:ext cx="10972800" cy="914400"/>
          </a:xfrm>
        </p:spPr>
        <p:txBody>
          <a:bodyPr/>
          <a:lstStyle/>
          <a:p>
            <a:r>
              <a:rPr kumimoji="0" lang="en-US"/>
              <a:t>Click to edit Master title style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eaLnBrk="1" latinLnBrk="0" hangingPunct="1"/>
            <a:fld id="{2500C8B0-EB1A-0A41-B839-C4B99CD2225A}" type="datetime1">
              <a:rPr lang="en-US" smtClean="0"/>
              <a:t>10/17/2025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0"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‹#›</a:t>
            </a:fld>
            <a:endParaRPr kumimoji="0" lang="en-US"/>
          </a:p>
        </p:txBody>
      </p:sp>
      <p:sp>
        <p:nvSpPr>
          <p:cNvPr id="9" name="Content Placeholder 8"/>
          <p:cNvSpPr>
            <a:spLocks noGrp="1"/>
          </p:cNvSpPr>
          <p:nvPr>
            <p:ph sz="quarter" idx="1"/>
          </p:nvPr>
        </p:nvSpPr>
        <p:spPr>
          <a:xfrm>
            <a:off x="609600" y="1219200"/>
            <a:ext cx="5388864" cy="4937760"/>
          </a:xfrm>
        </p:spPr>
        <p:txBody>
          <a:bodyPr/>
          <a:lstStyle/>
          <a:p>
            <a:pPr lvl="0" eaLnBrk="1" latinLnBrk="0" hangingPunct="1"/>
            <a:r>
              <a:rPr lang="en-US"/>
              <a:t>Click to edit Master text styles</a:t>
            </a:r>
          </a:p>
          <a:p>
            <a:pPr lvl="1" eaLnBrk="1" latinLnBrk="0" hangingPunct="1"/>
            <a:r>
              <a:rPr lang="en-US"/>
              <a:t>Second level</a:t>
            </a:r>
          </a:p>
          <a:p>
            <a:pPr lvl="2" eaLnBrk="1" latinLnBrk="0" hangingPunct="1"/>
            <a:r>
              <a:rPr lang="en-US"/>
              <a:t>Third level</a:t>
            </a:r>
          </a:p>
          <a:p>
            <a:pPr lvl="3" eaLnBrk="1" latinLnBrk="0" hangingPunct="1"/>
            <a:r>
              <a:rPr lang="en-US"/>
              <a:t>Fourth level</a:t>
            </a:r>
          </a:p>
          <a:p>
            <a:pPr lvl="4" eaLnBrk="1" latinLnBrk="0" hangingPunct="1"/>
            <a:r>
              <a:rPr lang="en-US"/>
              <a:t>Fifth level</a:t>
            </a:r>
            <a:endParaRPr kumimoji="0" lang="en-US"/>
          </a:p>
        </p:txBody>
      </p:sp>
      <p:sp>
        <p:nvSpPr>
          <p:cNvPr id="11" name="Content Placeholder 10"/>
          <p:cNvSpPr>
            <a:spLocks noGrp="1"/>
          </p:cNvSpPr>
          <p:nvPr>
            <p:ph sz="quarter" idx="2"/>
          </p:nvPr>
        </p:nvSpPr>
        <p:spPr>
          <a:xfrm>
            <a:off x="6176264" y="1216152"/>
            <a:ext cx="5388864" cy="4937760"/>
          </a:xfrm>
        </p:spPr>
        <p:txBody>
          <a:bodyPr/>
          <a:lstStyle/>
          <a:p>
            <a:pPr lvl="0" eaLnBrk="1" latinLnBrk="0" hangingPunct="1"/>
            <a:r>
              <a:rPr lang="en-US"/>
              <a:t>Click to edit Master text styles</a:t>
            </a:r>
          </a:p>
          <a:p>
            <a:pPr lvl="1" eaLnBrk="1" latinLnBrk="0" hangingPunct="1"/>
            <a:r>
              <a:rPr lang="en-US"/>
              <a:t>Second level</a:t>
            </a:r>
          </a:p>
          <a:p>
            <a:pPr lvl="2" eaLnBrk="1" latinLnBrk="0" hangingPunct="1"/>
            <a:r>
              <a:rPr lang="en-US"/>
              <a:t>Third level</a:t>
            </a:r>
          </a:p>
          <a:p>
            <a:pPr lvl="3" eaLnBrk="1" latinLnBrk="0" hangingPunct="1"/>
            <a:r>
              <a:rPr lang="en-US"/>
              <a:t>Fourth level</a:t>
            </a:r>
          </a:p>
          <a:p>
            <a:pPr lvl="4" eaLnBrk="1" latinLnBrk="0" hangingPunct="1"/>
            <a:r>
              <a:rPr lang="en-US"/>
              <a:t>Fifth level</a:t>
            </a:r>
            <a:endParaRPr kumimoji="0"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0" y="228600"/>
            <a:ext cx="10972800" cy="914400"/>
          </a:xfrm>
        </p:spPr>
        <p:txBody>
          <a:bodyPr anchor="ctr"/>
          <a:lstStyle>
            <a:lvl1pPr>
              <a:defRPr/>
            </a:lvl1pPr>
          </a:lstStyle>
          <a:p>
            <a:r>
              <a:rPr kumimoji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285875"/>
            <a:ext cx="5386917" cy="685800"/>
          </a:xfrm>
          <a:noFill/>
          <a:ln>
            <a:noFill/>
          </a:ln>
        </p:spPr>
        <p:txBody>
          <a:bodyPr lIns="91440" anchor="b" anchorCtr="0">
            <a:noAutofit/>
          </a:bodyPr>
          <a:lstStyle>
            <a:lvl1pPr marL="0" indent="0">
              <a:buNone/>
              <a:defRPr sz="2400" b="1">
                <a:solidFill>
                  <a:schemeClr val="accent2"/>
                </a:solidFill>
              </a:defRPr>
            </a:lvl1pPr>
            <a:lvl2pPr>
              <a:buNone/>
              <a:defRPr sz="2000" b="1"/>
            </a:lvl2pPr>
            <a:lvl3pPr>
              <a:buNone/>
              <a:defRPr sz="1800" b="1"/>
            </a:lvl3pPr>
            <a:lvl4pPr>
              <a:buNone/>
              <a:defRPr sz="1600" b="1"/>
            </a:lvl4pPr>
            <a:lvl5pPr>
              <a:buNone/>
              <a:defRPr sz="1600" b="1"/>
            </a:lvl5pPr>
          </a:lstStyle>
          <a:p>
            <a:pPr lvl="0" eaLnBrk="1" latinLnBrk="0" hangingPunct="1"/>
            <a:r>
              <a:rPr kumimoji="0" lang="en-US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3"/>
          </p:nvPr>
        </p:nvSpPr>
        <p:spPr>
          <a:xfrm>
            <a:off x="6197601" y="1295400"/>
            <a:ext cx="5389033" cy="685800"/>
          </a:xfrm>
          <a:noFill/>
          <a:ln>
            <a:noFill/>
          </a:ln>
        </p:spPr>
        <p:txBody>
          <a:bodyPr lIns="91440" anchor="b" anchorCtr="0"/>
          <a:lstStyle>
            <a:lvl1pPr marL="0" indent="0">
              <a:buNone/>
              <a:defRPr sz="2400" b="1">
                <a:solidFill>
                  <a:schemeClr val="accent2"/>
                </a:solidFill>
              </a:defRPr>
            </a:lvl1pPr>
            <a:lvl2pPr>
              <a:buNone/>
              <a:defRPr sz="2000" b="1"/>
            </a:lvl2pPr>
            <a:lvl3pPr>
              <a:buNone/>
              <a:defRPr sz="1800" b="1"/>
            </a:lvl3pPr>
            <a:lvl4pPr>
              <a:buNone/>
              <a:defRPr sz="1600" b="1"/>
            </a:lvl4pPr>
            <a:lvl5pPr>
              <a:buNone/>
              <a:defRPr sz="1600" b="1"/>
            </a:lvl5pPr>
          </a:lstStyle>
          <a:p>
            <a:pPr lvl="0" eaLnBrk="1" latinLnBrk="0" hangingPunct="1"/>
            <a:r>
              <a:rPr kumimoji="0" lang="en-US"/>
              <a:t>Click to edit Master text styles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eaLnBrk="1" latinLnBrk="0" hangingPunct="1"/>
            <a:fld id="{4F16605B-D952-1149-A111-28A5633BAE48}" type="datetime1">
              <a:rPr lang="en-US" smtClean="0"/>
              <a:t>10/17/2025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0"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‹#›</a:t>
            </a:fld>
            <a:endParaRPr kumimoji="0" lang="en-US"/>
          </a:p>
        </p:txBody>
      </p:sp>
      <p:sp>
        <p:nvSpPr>
          <p:cNvPr id="11" name="Content Placeholder 10"/>
          <p:cNvSpPr>
            <a:spLocks noGrp="1"/>
          </p:cNvSpPr>
          <p:nvPr>
            <p:ph sz="quarter" idx="2"/>
          </p:nvPr>
        </p:nvSpPr>
        <p:spPr>
          <a:xfrm>
            <a:off x="609600" y="2133600"/>
            <a:ext cx="5384800" cy="4038600"/>
          </a:xfrm>
        </p:spPr>
        <p:txBody>
          <a:bodyPr/>
          <a:lstStyle/>
          <a:p>
            <a:pPr lvl="0" eaLnBrk="1" latinLnBrk="0" hangingPunct="1"/>
            <a:r>
              <a:rPr lang="en-US"/>
              <a:t>Click to edit Master text styles</a:t>
            </a:r>
          </a:p>
          <a:p>
            <a:pPr lvl="1" eaLnBrk="1" latinLnBrk="0" hangingPunct="1"/>
            <a:r>
              <a:rPr lang="en-US"/>
              <a:t>Second level</a:t>
            </a:r>
          </a:p>
          <a:p>
            <a:pPr lvl="2" eaLnBrk="1" latinLnBrk="0" hangingPunct="1"/>
            <a:r>
              <a:rPr lang="en-US"/>
              <a:t>Third level</a:t>
            </a:r>
          </a:p>
          <a:p>
            <a:pPr lvl="3" eaLnBrk="1" latinLnBrk="0" hangingPunct="1"/>
            <a:r>
              <a:rPr lang="en-US"/>
              <a:t>Fourth level</a:t>
            </a:r>
          </a:p>
          <a:p>
            <a:pPr lvl="4" eaLnBrk="1" latinLnBrk="0" hangingPunct="1"/>
            <a:r>
              <a:rPr lang="en-US"/>
              <a:t>Fifth level</a:t>
            </a:r>
            <a:endParaRPr kumimoji="0" lang="en-US"/>
          </a:p>
        </p:txBody>
      </p:sp>
      <p:sp>
        <p:nvSpPr>
          <p:cNvPr id="13" name="Content Placeholder 12"/>
          <p:cNvSpPr>
            <a:spLocks noGrp="1"/>
          </p:cNvSpPr>
          <p:nvPr>
            <p:ph sz="quarter" idx="4"/>
          </p:nvPr>
        </p:nvSpPr>
        <p:spPr>
          <a:xfrm>
            <a:off x="6197600" y="2133600"/>
            <a:ext cx="5384800" cy="4038600"/>
          </a:xfrm>
        </p:spPr>
        <p:txBody>
          <a:bodyPr/>
          <a:lstStyle/>
          <a:p>
            <a:pPr lvl="0" eaLnBrk="1" latinLnBrk="0" hangingPunct="1"/>
            <a:r>
              <a:rPr lang="en-US"/>
              <a:t>Click to edit Master text styles</a:t>
            </a:r>
          </a:p>
          <a:p>
            <a:pPr lvl="1" eaLnBrk="1" latinLnBrk="0" hangingPunct="1"/>
            <a:r>
              <a:rPr lang="en-US"/>
              <a:t>Second level</a:t>
            </a:r>
          </a:p>
          <a:p>
            <a:pPr lvl="2" eaLnBrk="1" latinLnBrk="0" hangingPunct="1"/>
            <a:r>
              <a:rPr lang="en-US"/>
              <a:t>Third level</a:t>
            </a:r>
          </a:p>
          <a:p>
            <a:pPr lvl="3" eaLnBrk="1" latinLnBrk="0" hangingPunct="1"/>
            <a:r>
              <a:rPr lang="en-US"/>
              <a:t>Fourth level</a:t>
            </a:r>
          </a:p>
          <a:p>
            <a:pPr lvl="4" eaLnBrk="1" latinLnBrk="0" hangingPunct="1"/>
            <a:r>
              <a:rPr lang="en-US"/>
              <a:t>Fifth level</a:t>
            </a:r>
            <a:endParaRPr kumimoji="0"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0" y="228600"/>
            <a:ext cx="10972800" cy="914400"/>
          </a:xfrm>
        </p:spPr>
        <p:txBody>
          <a:bodyPr/>
          <a:lstStyle/>
          <a:p>
            <a:r>
              <a:rPr kumimoji="0"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eaLnBrk="1" latinLnBrk="0" hangingPunct="1"/>
            <a:fld id="{91109A1C-29B2-B04E-8365-C9D22C4AE842}" type="datetime1">
              <a:rPr lang="en-US" smtClean="0"/>
              <a:t>10/17/2025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0"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‹#›</a:t>
            </a:fld>
            <a:endParaRPr kumimoji="0" lang="en-US"/>
          </a:p>
        </p:txBody>
      </p:sp>
      <p:sp>
        <p:nvSpPr>
          <p:cNvPr id="6" name="Isosceles Triangle 5"/>
          <p:cNvSpPr>
            <a:spLocks noChangeAspect="1"/>
          </p:cNvSpPr>
          <p:nvPr/>
        </p:nvSpPr>
        <p:spPr>
          <a:xfrm rot="5400000">
            <a:off x="590609" y="6447423"/>
            <a:ext cx="190849" cy="160419"/>
          </a:xfrm>
          <a:prstGeom prst="triangle">
            <a:avLst>
              <a:gd name="adj" fmla="val 50000"/>
            </a:avLst>
          </a:prstGeom>
          <a:solidFill>
            <a:schemeClr val="accent2"/>
          </a:solidFill>
          <a:ln w="254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 sz="180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eaLnBrk="1" latinLnBrk="0" hangingPunct="1"/>
            <a:fld id="{2CE417B6-A42B-064A-8677-46C55C4F613A}" type="datetime1">
              <a:rPr lang="en-US" smtClean="0"/>
              <a:t>10/17/2025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0"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‹#›</a:t>
            </a:fld>
            <a:endParaRPr kumimoji="0" lang="en-US"/>
          </a:p>
        </p:txBody>
      </p:sp>
      <p:sp>
        <p:nvSpPr>
          <p:cNvPr id="5" name="Straight Connector 4"/>
          <p:cNvSpPr>
            <a:spLocks noChangeShapeType="1"/>
          </p:cNvSpPr>
          <p:nvPr/>
        </p:nvSpPr>
        <p:spPr bwMode="auto">
          <a:xfrm>
            <a:off x="609600" y="6353175"/>
            <a:ext cx="10972800" cy="0"/>
          </a:xfrm>
          <a:prstGeom prst="line">
            <a:avLst/>
          </a:prstGeom>
          <a:noFill/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 sz="1800"/>
          </a:p>
        </p:txBody>
      </p:sp>
      <p:sp>
        <p:nvSpPr>
          <p:cNvPr id="6" name="Isosceles Triangle 5"/>
          <p:cNvSpPr>
            <a:spLocks noChangeAspect="1"/>
          </p:cNvSpPr>
          <p:nvPr/>
        </p:nvSpPr>
        <p:spPr>
          <a:xfrm rot="5400000">
            <a:off x="590609" y="6447423"/>
            <a:ext cx="190849" cy="160419"/>
          </a:xfrm>
          <a:prstGeom prst="triangle">
            <a:avLst>
              <a:gd name="adj" fmla="val 50000"/>
            </a:avLst>
          </a:prstGeom>
          <a:solidFill>
            <a:schemeClr val="accent2"/>
          </a:solidFill>
          <a:ln w="254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 sz="180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432800" y="304800"/>
            <a:ext cx="3352800" cy="838200"/>
          </a:xfrm>
        </p:spPr>
        <p:txBody>
          <a:bodyPr anchor="b" anchorCtr="0">
            <a:noAutofit/>
          </a:bodyPr>
          <a:lstStyle>
            <a:lvl1pPr algn="l">
              <a:buNone/>
              <a:defRPr sz="2000" b="1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r>
              <a:rPr kumimoji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2"/>
          </p:nvPr>
        </p:nvSpPr>
        <p:spPr>
          <a:xfrm>
            <a:off x="8432800" y="1219201"/>
            <a:ext cx="3352800" cy="4843463"/>
          </a:xfrm>
        </p:spPr>
        <p:txBody>
          <a:bodyPr/>
          <a:lstStyle>
            <a:lvl1pPr marL="0" indent="0">
              <a:lnSpc>
                <a:spcPts val="2200"/>
              </a:lnSpc>
              <a:spcAft>
                <a:spcPts val="1000"/>
              </a:spcAft>
              <a:buNone/>
              <a:defRPr sz="1600">
                <a:solidFill>
                  <a:schemeClr val="tx2"/>
                </a:solidFill>
              </a:defRPr>
            </a:lvl1pPr>
            <a:lvl2pPr>
              <a:buNone/>
              <a:defRPr sz="1200"/>
            </a:lvl2pPr>
            <a:lvl3pPr>
              <a:buNone/>
              <a:defRPr sz="1000"/>
            </a:lvl3pPr>
            <a:lvl4pPr>
              <a:buNone/>
              <a:defRPr sz="900"/>
            </a:lvl4pPr>
            <a:lvl5pPr>
              <a:buNone/>
              <a:defRPr sz="900"/>
            </a:lvl5pPr>
          </a:lstStyle>
          <a:p>
            <a:pPr lvl="0" eaLnBrk="1" latinLnBrk="0" hangingPunct="1"/>
            <a:r>
              <a:rPr kumimoji="0"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eaLnBrk="1" latinLnBrk="0" hangingPunct="1"/>
            <a:fld id="{DE76F5AD-3F1F-7141-BC8A-012C5728BE2D}" type="datetime1">
              <a:rPr lang="en-US" smtClean="0"/>
              <a:t>10/17/2025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0"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‹#›</a:t>
            </a:fld>
            <a:endParaRPr kumimoji="0" lang="en-US"/>
          </a:p>
        </p:txBody>
      </p:sp>
      <p:sp>
        <p:nvSpPr>
          <p:cNvPr id="8" name="Straight Connector 7"/>
          <p:cNvSpPr>
            <a:spLocks noChangeShapeType="1"/>
          </p:cNvSpPr>
          <p:nvPr/>
        </p:nvSpPr>
        <p:spPr bwMode="auto">
          <a:xfrm>
            <a:off x="609600" y="6353175"/>
            <a:ext cx="10972800" cy="0"/>
          </a:xfrm>
          <a:prstGeom prst="line">
            <a:avLst/>
          </a:prstGeom>
          <a:noFill/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 sz="1800"/>
          </a:p>
        </p:txBody>
      </p:sp>
      <p:sp>
        <p:nvSpPr>
          <p:cNvPr id="10" name="Straight Connector 9"/>
          <p:cNvSpPr>
            <a:spLocks noChangeShapeType="1"/>
          </p:cNvSpPr>
          <p:nvPr/>
        </p:nvSpPr>
        <p:spPr bwMode="auto">
          <a:xfrm rot="5400000">
            <a:off x="5220033" y="3324225"/>
            <a:ext cx="6035040" cy="0"/>
          </a:xfrm>
          <a:prstGeom prst="line">
            <a:avLst/>
          </a:prstGeom>
          <a:noFill/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 sz="1800" dirty="0"/>
          </a:p>
        </p:txBody>
      </p:sp>
      <p:sp>
        <p:nvSpPr>
          <p:cNvPr id="9" name="Isosceles Triangle 8"/>
          <p:cNvSpPr>
            <a:spLocks noChangeAspect="1"/>
          </p:cNvSpPr>
          <p:nvPr/>
        </p:nvSpPr>
        <p:spPr>
          <a:xfrm rot="5400000">
            <a:off x="590609" y="6447423"/>
            <a:ext cx="190849" cy="160419"/>
          </a:xfrm>
          <a:prstGeom prst="triangle">
            <a:avLst>
              <a:gd name="adj" fmla="val 50000"/>
            </a:avLst>
          </a:prstGeom>
          <a:solidFill>
            <a:schemeClr val="accent2"/>
          </a:solidFill>
          <a:ln w="254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 sz="1800"/>
          </a:p>
        </p:txBody>
      </p:sp>
      <p:sp>
        <p:nvSpPr>
          <p:cNvPr id="12" name="Content Placeholder 11"/>
          <p:cNvSpPr>
            <a:spLocks noGrp="1"/>
          </p:cNvSpPr>
          <p:nvPr>
            <p:ph sz="quarter" idx="1"/>
          </p:nvPr>
        </p:nvSpPr>
        <p:spPr>
          <a:xfrm>
            <a:off x="406400" y="304800"/>
            <a:ext cx="7620000" cy="5715000"/>
          </a:xfrm>
        </p:spPr>
        <p:txBody>
          <a:bodyPr/>
          <a:lstStyle/>
          <a:p>
            <a:pPr lvl="0" eaLnBrk="1" latinLnBrk="0" hangingPunct="1"/>
            <a:r>
              <a:rPr lang="en-US"/>
              <a:t>Click to edit Master text styles</a:t>
            </a:r>
          </a:p>
          <a:p>
            <a:pPr lvl="1" eaLnBrk="1" latinLnBrk="0" hangingPunct="1"/>
            <a:r>
              <a:rPr lang="en-US"/>
              <a:t>Second level</a:t>
            </a:r>
          </a:p>
          <a:p>
            <a:pPr lvl="2" eaLnBrk="1" latinLnBrk="0" hangingPunct="1"/>
            <a:r>
              <a:rPr lang="en-US"/>
              <a:t>Third level</a:t>
            </a:r>
          </a:p>
          <a:p>
            <a:pPr lvl="3" eaLnBrk="1" latinLnBrk="0" hangingPunct="1"/>
            <a:r>
              <a:rPr lang="en-US"/>
              <a:t>Fourth level</a:t>
            </a:r>
          </a:p>
          <a:p>
            <a:pPr lvl="4" eaLnBrk="1" latinLnBrk="0" hangingPunct="1"/>
            <a:r>
              <a:rPr lang="en-US"/>
              <a:t>Fifth level</a:t>
            </a:r>
            <a:endParaRPr kumimoji="0"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0" y="500856"/>
            <a:ext cx="10972800" cy="674688"/>
          </a:xfrm>
          <a:ln>
            <a:solidFill>
              <a:schemeClr val="accent1"/>
            </a:solidFill>
          </a:ln>
        </p:spPr>
        <p:txBody>
          <a:bodyPr lIns="274320" anchor="ctr"/>
          <a:lstStyle>
            <a:lvl1pPr algn="r">
              <a:buNone/>
              <a:defRPr sz="2000" b="0">
                <a:solidFill>
                  <a:schemeClr val="tx1"/>
                </a:solidFill>
              </a:defRPr>
            </a:lvl1pPr>
          </a:lstStyle>
          <a:p>
            <a:r>
              <a:rPr kumimoji="0"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609600" y="1905000"/>
            <a:ext cx="10972800" cy="4270248"/>
          </a:xfrm>
          <a:solidFill>
            <a:schemeClr val="tx1">
              <a:shade val="50000"/>
            </a:schemeClr>
          </a:solidFill>
          <a:ln>
            <a:noFill/>
          </a:ln>
          <a:effectLst/>
        </p:spPr>
        <p:txBody>
          <a:bodyPr/>
          <a:lstStyle>
            <a:lvl1pPr marL="0" indent="0">
              <a:spcBef>
                <a:spcPts val="600"/>
              </a:spcBef>
              <a:buNone/>
              <a:defRPr sz="3200"/>
            </a:lvl1pPr>
          </a:lstStyle>
          <a:p>
            <a:r>
              <a:rPr kumimoji="0" lang="en-US"/>
              <a:t>Click icon to add picture</a:t>
            </a:r>
            <a:endParaRPr kumimoji="0"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0" y="1219200"/>
            <a:ext cx="10972800" cy="533400"/>
          </a:xfrm>
        </p:spPr>
        <p:txBody>
          <a:bodyPr anchor="ctr" anchorCtr="0"/>
          <a:lstStyle>
            <a:lvl1pPr marL="0" indent="0" algn="l">
              <a:buFontTx/>
              <a:buNone/>
              <a:defRPr sz="1400"/>
            </a:lvl1pPr>
            <a:lvl2pPr>
              <a:defRPr sz="1200"/>
            </a:lvl2pPr>
            <a:lvl3pPr>
              <a:defRPr sz="1000"/>
            </a:lvl3pPr>
            <a:lvl4pPr>
              <a:defRPr sz="900"/>
            </a:lvl4pPr>
            <a:lvl5pPr>
              <a:defRPr sz="900"/>
            </a:lvl5pPr>
          </a:lstStyle>
          <a:p>
            <a:pPr lvl="0" eaLnBrk="1" latinLnBrk="0" hangingPunct="1"/>
            <a:r>
              <a:rPr kumimoji="0"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eaLnBrk="1" latinLnBrk="0" hangingPunct="1"/>
            <a:fld id="{09FA12B8-739E-4D47-A14C-180C3BC10865}" type="datetime1">
              <a:rPr lang="en-US" smtClean="0"/>
              <a:t>10/17/2025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0"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‹#›</a:t>
            </a:fld>
            <a:endParaRPr kumimoji="0" lang="en-US"/>
          </a:p>
        </p:txBody>
      </p:sp>
      <p:sp>
        <p:nvSpPr>
          <p:cNvPr id="8" name="Straight Connector 7"/>
          <p:cNvSpPr>
            <a:spLocks noChangeShapeType="1"/>
          </p:cNvSpPr>
          <p:nvPr/>
        </p:nvSpPr>
        <p:spPr bwMode="auto">
          <a:xfrm>
            <a:off x="609600" y="6353175"/>
            <a:ext cx="10972800" cy="0"/>
          </a:xfrm>
          <a:prstGeom prst="line">
            <a:avLst/>
          </a:prstGeom>
          <a:noFill/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 sz="1800"/>
          </a:p>
        </p:txBody>
      </p:sp>
      <p:sp>
        <p:nvSpPr>
          <p:cNvPr id="9" name="Isosceles Triangle 8"/>
          <p:cNvSpPr>
            <a:spLocks noChangeAspect="1"/>
          </p:cNvSpPr>
          <p:nvPr/>
        </p:nvSpPr>
        <p:spPr>
          <a:xfrm rot="5400000">
            <a:off x="590609" y="6447423"/>
            <a:ext cx="190849" cy="160419"/>
          </a:xfrm>
          <a:prstGeom prst="triangle">
            <a:avLst>
              <a:gd name="adj" fmla="val 50000"/>
            </a:avLst>
          </a:prstGeom>
          <a:solidFill>
            <a:schemeClr val="accent2"/>
          </a:solidFill>
          <a:ln w="254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 sz="1800"/>
          </a:p>
        </p:txBody>
      </p:sp>
      <p:sp>
        <p:nvSpPr>
          <p:cNvPr id="10" name="Rectangle 9"/>
          <p:cNvSpPr/>
          <p:nvPr/>
        </p:nvSpPr>
        <p:spPr>
          <a:xfrm>
            <a:off x="609600" y="500856"/>
            <a:ext cx="243840" cy="685800"/>
          </a:xfrm>
          <a:prstGeom prst="rect">
            <a:avLst/>
          </a:prstGeom>
          <a:solidFill>
            <a:schemeClr val="accent1"/>
          </a:solidFill>
          <a:ln w="635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 sz="1800"/>
          </a:p>
        </p:txBody>
      </p:sp>
    </p:spTree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0"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 eaLnBrk="1" latinLnBrk="0" hangingPunct="1"/>
            <a:r>
              <a:rPr lang="en-US"/>
              <a:t>Click to edit Master text styles</a:t>
            </a:r>
          </a:p>
          <a:p>
            <a:pPr lvl="1" eaLnBrk="1" latinLnBrk="0" hangingPunct="1"/>
            <a:r>
              <a:rPr lang="en-US"/>
              <a:t>Second level</a:t>
            </a:r>
          </a:p>
          <a:p>
            <a:pPr lvl="2" eaLnBrk="1" latinLnBrk="0" hangingPunct="1"/>
            <a:r>
              <a:rPr lang="en-US"/>
              <a:t>Third level</a:t>
            </a:r>
          </a:p>
          <a:p>
            <a:pPr lvl="3" eaLnBrk="1" latinLnBrk="0" hangingPunct="1"/>
            <a:r>
              <a:rPr lang="en-US"/>
              <a:t>Fourth level</a:t>
            </a:r>
          </a:p>
          <a:p>
            <a:pPr lvl="4" eaLnBrk="1" latinLnBrk="0" hangingPunct="1"/>
            <a:r>
              <a:rPr lang="en-US"/>
              <a:t>Fifth level</a:t>
            </a:r>
            <a:endParaRPr kumimoji="0"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eaLnBrk="1" latinLnBrk="0" hangingPunct="1"/>
            <a:fld id="{597D1259-3A46-254C-ADDB-B5DA4F1DF3DA}" type="datetime1">
              <a:rPr lang="en-US" smtClean="0"/>
              <a:t>10/17/2025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0"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‹#›</a:t>
            </a:fld>
            <a:endParaRPr kumimoji="0"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39"/>
            <a:ext cx="2743200" cy="5851525"/>
          </a:xfrm>
        </p:spPr>
        <p:txBody>
          <a:bodyPr vert="eaVert"/>
          <a:lstStyle/>
          <a:p>
            <a:r>
              <a:rPr kumimoji="0"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39"/>
            <a:ext cx="8026400" cy="5851525"/>
          </a:xfrm>
        </p:spPr>
        <p:txBody>
          <a:bodyPr vert="eaVert"/>
          <a:lstStyle/>
          <a:p>
            <a:pPr lvl="0" eaLnBrk="1" latinLnBrk="0" hangingPunct="1"/>
            <a:r>
              <a:rPr lang="en-US"/>
              <a:t>Click to edit Master text styles</a:t>
            </a:r>
          </a:p>
          <a:p>
            <a:pPr lvl="1" eaLnBrk="1" latinLnBrk="0" hangingPunct="1"/>
            <a:r>
              <a:rPr lang="en-US"/>
              <a:t>Second level</a:t>
            </a:r>
          </a:p>
          <a:p>
            <a:pPr lvl="2" eaLnBrk="1" latinLnBrk="0" hangingPunct="1"/>
            <a:r>
              <a:rPr lang="en-US"/>
              <a:t>Third level</a:t>
            </a:r>
          </a:p>
          <a:p>
            <a:pPr lvl="3" eaLnBrk="1" latinLnBrk="0" hangingPunct="1"/>
            <a:r>
              <a:rPr lang="en-US"/>
              <a:t>Fourth level</a:t>
            </a:r>
          </a:p>
          <a:p>
            <a:pPr lvl="4" eaLnBrk="1" latinLnBrk="0" hangingPunct="1"/>
            <a:r>
              <a:rPr lang="en-US"/>
              <a:t>Fifth level</a:t>
            </a:r>
            <a:endParaRPr kumimoji="0"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eaLnBrk="1" latinLnBrk="0" hangingPunct="1"/>
            <a:fld id="{CCA104EC-54AA-E04F-BDC0-22B4E8892699}" type="datetime1">
              <a:rPr lang="en-US" smtClean="0"/>
              <a:t>10/17/2025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0"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‹#›</a:t>
            </a:fld>
            <a:endParaRPr kumimoji="0" lang="en-US"/>
          </a:p>
        </p:txBody>
      </p:sp>
      <p:sp>
        <p:nvSpPr>
          <p:cNvPr id="7" name="Straight Connector 6"/>
          <p:cNvSpPr>
            <a:spLocks noChangeShapeType="1"/>
          </p:cNvSpPr>
          <p:nvPr/>
        </p:nvSpPr>
        <p:spPr bwMode="auto">
          <a:xfrm>
            <a:off x="609600" y="6353175"/>
            <a:ext cx="10972800" cy="0"/>
          </a:xfrm>
          <a:prstGeom prst="line">
            <a:avLst/>
          </a:prstGeom>
          <a:noFill/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 sz="1800"/>
          </a:p>
        </p:txBody>
      </p:sp>
      <p:sp>
        <p:nvSpPr>
          <p:cNvPr id="8" name="Isosceles Triangle 7"/>
          <p:cNvSpPr>
            <a:spLocks noChangeAspect="1"/>
          </p:cNvSpPr>
          <p:nvPr/>
        </p:nvSpPr>
        <p:spPr>
          <a:xfrm rot="5400000">
            <a:off x="590609" y="6447423"/>
            <a:ext cx="190849" cy="160419"/>
          </a:xfrm>
          <a:prstGeom prst="triangle">
            <a:avLst>
              <a:gd name="adj" fmla="val 50000"/>
            </a:avLst>
          </a:prstGeom>
          <a:solidFill>
            <a:schemeClr val="accent2"/>
          </a:solidFill>
          <a:ln w="254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 sz="1800"/>
          </a:p>
        </p:txBody>
      </p:sp>
      <p:sp>
        <p:nvSpPr>
          <p:cNvPr id="9" name="Straight Connector 8"/>
          <p:cNvSpPr>
            <a:spLocks noChangeShapeType="1"/>
          </p:cNvSpPr>
          <p:nvPr/>
        </p:nvSpPr>
        <p:spPr bwMode="auto">
          <a:xfrm rot="5400000">
            <a:off x="5814836" y="3201952"/>
            <a:ext cx="5852160" cy="0"/>
          </a:xfrm>
          <a:prstGeom prst="line">
            <a:avLst/>
          </a:prstGeom>
          <a:noFill/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 sz="180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Title Placeholder 21"/>
          <p:cNvSpPr>
            <a:spLocks noGrp="1"/>
          </p:cNvSpPr>
          <p:nvPr>
            <p:ph type="title"/>
          </p:nvPr>
        </p:nvSpPr>
        <p:spPr>
          <a:xfrm>
            <a:off x="609600" y="152400"/>
            <a:ext cx="10972800" cy="990600"/>
          </a:xfrm>
          <a:prstGeom prst="rect">
            <a:avLst/>
          </a:prstGeom>
        </p:spPr>
        <p:txBody>
          <a:bodyPr vert="horz" anchor="b" anchorCtr="0">
            <a:normAutofit/>
          </a:bodyPr>
          <a:lstStyle/>
          <a:p>
            <a:r>
              <a:rPr kumimoji="0" lang="en-US"/>
              <a:t>Click to edit Master title style</a:t>
            </a:r>
          </a:p>
        </p:txBody>
      </p:sp>
      <p:sp>
        <p:nvSpPr>
          <p:cNvPr id="13" name="Text Placeholder 12"/>
          <p:cNvSpPr>
            <a:spLocks noGrp="1"/>
          </p:cNvSpPr>
          <p:nvPr>
            <p:ph type="body" idx="1"/>
          </p:nvPr>
        </p:nvSpPr>
        <p:spPr>
          <a:xfrm>
            <a:off x="609600" y="1219200"/>
            <a:ext cx="10972800" cy="4910328"/>
          </a:xfrm>
          <a:prstGeom prst="rect">
            <a:avLst/>
          </a:prstGeom>
        </p:spPr>
        <p:txBody>
          <a:bodyPr vert="horz">
            <a:normAutofit/>
          </a:bodyPr>
          <a:lstStyle/>
          <a:p>
            <a:pPr lvl="0" eaLnBrk="1" latinLnBrk="0" hangingPunct="1"/>
            <a:r>
              <a:rPr kumimoji="0" lang="en-US"/>
              <a:t>Click to edit Master text styles</a:t>
            </a:r>
          </a:p>
          <a:p>
            <a:pPr lvl="1" eaLnBrk="1" latinLnBrk="0" hangingPunct="1"/>
            <a:r>
              <a:rPr kumimoji="0" lang="en-US"/>
              <a:t>Second level</a:t>
            </a:r>
          </a:p>
          <a:p>
            <a:pPr lvl="2" eaLnBrk="1" latinLnBrk="0" hangingPunct="1"/>
            <a:r>
              <a:rPr kumimoji="0" lang="en-US"/>
              <a:t>Third level</a:t>
            </a:r>
          </a:p>
          <a:p>
            <a:pPr lvl="3" eaLnBrk="1" latinLnBrk="0" hangingPunct="1"/>
            <a:r>
              <a:rPr kumimoji="0" lang="en-US"/>
              <a:t>Fourth level</a:t>
            </a:r>
          </a:p>
          <a:p>
            <a:pPr lvl="4" eaLnBrk="1" latinLnBrk="0" hangingPunct="1"/>
            <a:r>
              <a:rPr kumimoji="0" lang="en-US"/>
              <a:t>Fifth level</a:t>
            </a:r>
          </a:p>
        </p:txBody>
      </p:sp>
      <p:sp>
        <p:nvSpPr>
          <p:cNvPr id="14" name="Date Placeholder 13"/>
          <p:cNvSpPr>
            <a:spLocks noGrp="1"/>
          </p:cNvSpPr>
          <p:nvPr>
            <p:ph type="dt" sz="half" idx="2"/>
          </p:nvPr>
        </p:nvSpPr>
        <p:spPr>
          <a:xfrm>
            <a:off x="8534400" y="6356350"/>
            <a:ext cx="3052064" cy="365760"/>
          </a:xfrm>
          <a:prstGeom prst="rect">
            <a:avLst/>
          </a:prstGeom>
        </p:spPr>
        <p:txBody>
          <a:bodyPr vert="horz"/>
          <a:lstStyle>
            <a:lvl1pPr algn="l" eaLnBrk="1" latinLnBrk="0" hangingPunct="1">
              <a:defRPr kumimoji="0" sz="1400">
                <a:solidFill>
                  <a:schemeClr val="tx2"/>
                </a:solidFill>
              </a:defRPr>
            </a:lvl1pPr>
          </a:lstStyle>
          <a:p>
            <a:pPr eaLnBrk="1" latinLnBrk="0" hangingPunct="1"/>
            <a:fld id="{CDD18CD8-E404-844E-A4BD-DF69B8E5881E}" type="datetime1">
              <a:rPr lang="en-US" smtClean="0"/>
              <a:t>10/17/2025</a:t>
            </a:fld>
            <a:endParaRPr lang="en-US" sz="1400" dirty="0">
              <a:solidFill>
                <a:schemeClr val="tx2"/>
              </a:solidFill>
            </a:endParaRPr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3"/>
          </p:nvPr>
        </p:nvSpPr>
        <p:spPr>
          <a:xfrm>
            <a:off x="3864864" y="6356350"/>
            <a:ext cx="4673600" cy="365760"/>
          </a:xfrm>
          <a:prstGeom prst="rect">
            <a:avLst/>
          </a:prstGeom>
        </p:spPr>
        <p:txBody>
          <a:bodyPr vert="horz"/>
          <a:lstStyle>
            <a:lvl1pPr algn="r" eaLnBrk="1" latinLnBrk="0" hangingPunct="1">
              <a:defRPr kumimoji="0" sz="1400">
                <a:solidFill>
                  <a:schemeClr val="tx2"/>
                </a:solidFill>
              </a:defRPr>
            </a:lvl1pPr>
          </a:lstStyle>
          <a:p>
            <a:pPr algn="r" eaLnBrk="1" latinLnBrk="0" hangingPunct="1"/>
            <a:endParaRPr kumimoji="0" lang="en-US" sz="1400" dirty="0">
              <a:solidFill>
                <a:schemeClr val="tx2"/>
              </a:solidFill>
            </a:endParaRPr>
          </a:p>
        </p:txBody>
      </p:sp>
      <p:sp>
        <p:nvSpPr>
          <p:cNvPr id="23" name="Slide Number Placeholder 22"/>
          <p:cNvSpPr>
            <a:spLocks noGrp="1"/>
          </p:cNvSpPr>
          <p:nvPr>
            <p:ph type="sldNum" sz="quarter" idx="4"/>
          </p:nvPr>
        </p:nvSpPr>
        <p:spPr>
          <a:xfrm>
            <a:off x="816864" y="6356350"/>
            <a:ext cx="2641600" cy="365760"/>
          </a:xfrm>
          <a:prstGeom prst="rect">
            <a:avLst/>
          </a:prstGeom>
        </p:spPr>
        <p:txBody>
          <a:bodyPr vert="horz"/>
          <a:lstStyle>
            <a:lvl1pPr algn="l" eaLnBrk="1" latinLnBrk="0" hangingPunct="1">
              <a:defRPr kumimoji="0" sz="1400">
                <a:solidFill>
                  <a:schemeClr val="tx2"/>
                </a:solidFill>
              </a:defRPr>
            </a:lvl1pPr>
          </a:lstStyle>
          <a:p>
            <a:pPr algn="l" eaLnBrk="1" latinLnBrk="0" hangingPunct="1"/>
            <a:fld id="{EA7C8D44-3667-46F6-9772-CC52308E2A7F}" type="slidenum">
              <a:rPr kumimoji="0" lang="en-US" smtClean="0"/>
              <a:pPr algn="l" eaLnBrk="1" latinLnBrk="0" hangingPunct="1"/>
              <a:t>‹#›</a:t>
            </a:fld>
            <a:endParaRPr kumimoji="0" lang="en-US" sz="1600" dirty="0">
              <a:solidFill>
                <a:schemeClr val="tx2"/>
              </a:solidFill>
            </a:endParaRPr>
          </a:p>
        </p:txBody>
      </p:sp>
      <p:sp>
        <p:nvSpPr>
          <p:cNvPr id="28" name="Straight Connector 27"/>
          <p:cNvSpPr>
            <a:spLocks noChangeShapeType="1"/>
          </p:cNvSpPr>
          <p:nvPr/>
        </p:nvSpPr>
        <p:spPr bwMode="auto">
          <a:xfrm>
            <a:off x="609600" y="6353175"/>
            <a:ext cx="10972800" cy="0"/>
          </a:xfrm>
          <a:prstGeom prst="line">
            <a:avLst/>
          </a:prstGeom>
          <a:noFill/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 sz="1800"/>
          </a:p>
        </p:txBody>
      </p:sp>
      <p:sp>
        <p:nvSpPr>
          <p:cNvPr id="29" name="Straight Connector 28"/>
          <p:cNvSpPr>
            <a:spLocks noChangeShapeType="1"/>
          </p:cNvSpPr>
          <p:nvPr/>
        </p:nvSpPr>
        <p:spPr bwMode="auto">
          <a:xfrm>
            <a:off x="609600" y="1143000"/>
            <a:ext cx="10972800" cy="0"/>
          </a:xfrm>
          <a:prstGeom prst="line">
            <a:avLst/>
          </a:prstGeom>
          <a:noFill/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 sz="1800"/>
          </a:p>
        </p:txBody>
      </p:sp>
      <p:sp>
        <p:nvSpPr>
          <p:cNvPr id="10" name="Isosceles Triangle 9"/>
          <p:cNvSpPr>
            <a:spLocks noChangeAspect="1"/>
          </p:cNvSpPr>
          <p:nvPr/>
        </p:nvSpPr>
        <p:spPr>
          <a:xfrm rot="5400000">
            <a:off x="590609" y="6447423"/>
            <a:ext cx="190849" cy="160419"/>
          </a:xfrm>
          <a:prstGeom prst="triangle">
            <a:avLst>
              <a:gd name="adj" fmla="val 50000"/>
            </a:avLst>
          </a:prstGeom>
          <a:solidFill>
            <a:schemeClr val="accent2"/>
          </a:solidFill>
          <a:ln w="254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 sz="180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hf hdr="0" ftr="0" dt="0"/>
  <p:txStyles>
    <p:titleStyle>
      <a:lvl1pPr algn="l" rtl="0" eaLnBrk="1" latinLnBrk="0" hangingPunct="1">
        <a:spcBef>
          <a:spcPct val="0"/>
        </a:spcBef>
        <a:buNone/>
        <a:defRPr kumimoji="0" sz="3200" kern="1200">
          <a:solidFill>
            <a:schemeClr val="tx2"/>
          </a:solidFill>
          <a:latin typeface="+mj-lt"/>
          <a:ea typeface="+mj-ea"/>
          <a:cs typeface="+mj-cs"/>
        </a:defRPr>
      </a:lvl1pPr>
    </p:titleStyle>
    <p:bodyStyle>
      <a:lvl1pPr marL="274320" indent="-274320" algn="l" rtl="0" eaLnBrk="1" latinLnBrk="0" hangingPunct="1">
        <a:spcBef>
          <a:spcPts val="600"/>
        </a:spcBef>
        <a:buClr>
          <a:schemeClr val="accent1"/>
        </a:buClr>
        <a:buSzPct val="76000"/>
        <a:buFont typeface="Wingdings 3"/>
        <a:buChar char=""/>
        <a:defRPr kumimoji="0" sz="2600" kern="1200">
          <a:solidFill>
            <a:schemeClr val="tx1"/>
          </a:solidFill>
          <a:latin typeface="+mn-lt"/>
          <a:ea typeface="+mn-ea"/>
          <a:cs typeface="+mn-cs"/>
        </a:defRPr>
      </a:lvl1pPr>
      <a:lvl2pPr marL="548640" indent="-274320" algn="l" rtl="0" eaLnBrk="1" latinLnBrk="0" hangingPunct="1">
        <a:spcBef>
          <a:spcPts val="500"/>
        </a:spcBef>
        <a:buClr>
          <a:schemeClr val="accent2"/>
        </a:buClr>
        <a:buSzPct val="76000"/>
        <a:buFont typeface="Wingdings 3"/>
        <a:buChar char=""/>
        <a:defRPr kumimoji="0" sz="2300" kern="1200">
          <a:solidFill>
            <a:schemeClr val="tx2"/>
          </a:solidFill>
          <a:latin typeface="+mn-lt"/>
          <a:ea typeface="+mn-ea"/>
          <a:cs typeface="+mn-cs"/>
        </a:defRPr>
      </a:lvl2pPr>
      <a:lvl3pPr marL="822960" indent="-228600" algn="l" rtl="0" eaLnBrk="1" latinLnBrk="0" hangingPunct="1">
        <a:spcBef>
          <a:spcPts val="500"/>
        </a:spcBef>
        <a:buClr>
          <a:schemeClr val="bg1">
            <a:shade val="50000"/>
          </a:schemeClr>
        </a:buClr>
        <a:buSzPct val="76000"/>
        <a:buFont typeface="Wingdings 3"/>
        <a:buChar char=""/>
        <a:defRPr kumimoji="0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097280" indent="-228600" algn="l" rtl="0" eaLnBrk="1" latinLnBrk="0" hangingPunct="1">
        <a:spcBef>
          <a:spcPts val="400"/>
        </a:spcBef>
        <a:buClr>
          <a:schemeClr val="accent2">
            <a:shade val="75000"/>
          </a:schemeClr>
        </a:buClr>
        <a:buSzPct val="70000"/>
        <a:buFont typeface="Wingdings"/>
        <a:buChar char=""/>
        <a:defRPr kumimoji="0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indent="-228600" algn="l" rtl="0" eaLnBrk="1" latinLnBrk="0" hangingPunct="1">
        <a:spcBef>
          <a:spcPts val="300"/>
        </a:spcBef>
        <a:buClr>
          <a:schemeClr val="accent2"/>
        </a:buClr>
        <a:buSzPct val="70000"/>
        <a:buFont typeface="Wingdings"/>
        <a:buChar char=""/>
        <a:defRPr kumimoji="0"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1645920" indent="-182880" algn="l" rtl="0" eaLnBrk="1" latinLnBrk="0" hangingPunct="1">
        <a:spcBef>
          <a:spcPts val="300"/>
        </a:spcBef>
        <a:buClr>
          <a:srgbClr val="9FB8CD">
            <a:shade val="75000"/>
          </a:srgbClr>
        </a:buClr>
        <a:buSzPct val="75000"/>
        <a:buFont typeface="Wingdings 3"/>
        <a:buChar char=""/>
        <a:defRPr kumimoji="0" lang="en-US" sz="1600" kern="1200" smtClean="0">
          <a:solidFill>
            <a:schemeClr val="tx1"/>
          </a:solidFill>
          <a:latin typeface="+mn-lt"/>
          <a:ea typeface="+mn-ea"/>
          <a:cs typeface="+mn-cs"/>
        </a:defRPr>
      </a:lvl6pPr>
      <a:lvl7pPr marL="1828800" indent="-182880" algn="l" rtl="0" eaLnBrk="1" latinLnBrk="0" hangingPunct="1">
        <a:spcBef>
          <a:spcPts val="300"/>
        </a:spcBef>
        <a:buClr>
          <a:srgbClr val="727CA3">
            <a:shade val="75000"/>
          </a:srgbClr>
        </a:buClr>
        <a:buSzPct val="75000"/>
        <a:buFont typeface="Wingdings 3"/>
        <a:buChar char=""/>
        <a:defRPr kumimoji="0" lang="en-US" sz="1400" kern="1200" smtClean="0">
          <a:solidFill>
            <a:schemeClr val="tx1"/>
          </a:solidFill>
          <a:latin typeface="+mn-lt"/>
          <a:ea typeface="+mn-ea"/>
          <a:cs typeface="+mn-cs"/>
        </a:defRPr>
      </a:lvl7pPr>
      <a:lvl8pPr marL="2011680" indent="-182880" algn="l" rtl="0" eaLnBrk="1" latinLnBrk="0" hangingPunct="1">
        <a:spcBef>
          <a:spcPts val="300"/>
        </a:spcBef>
        <a:buClr>
          <a:prstClr val="white">
            <a:shade val="50000"/>
          </a:prstClr>
        </a:buClr>
        <a:buSzPct val="75000"/>
        <a:buFont typeface="Wingdings 3"/>
        <a:buChar char=""/>
        <a:defRPr kumimoji="0" lang="en-US" sz="1400" kern="1200" smtClean="0">
          <a:solidFill>
            <a:schemeClr val="tx1"/>
          </a:solidFill>
          <a:latin typeface="+mn-lt"/>
          <a:ea typeface="+mn-ea"/>
          <a:cs typeface="+mn-cs"/>
        </a:defRPr>
      </a:lvl8pPr>
      <a:lvl9pPr marL="2194560" indent="-182880" algn="l" rtl="0" eaLnBrk="1" latinLnBrk="0" hangingPunct="1">
        <a:spcBef>
          <a:spcPts val="300"/>
        </a:spcBef>
        <a:buClr>
          <a:srgbClr val="9FB8CD"/>
        </a:buClr>
        <a:buSzPct val="75000"/>
        <a:buFont typeface="Wingdings 3"/>
        <a:buChar char=""/>
        <a:defRPr kumimoji="0" lang="en-US" sz="1200" kern="1200" smtClean="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lvl1pPr marL="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hyperlink" Target="https://web.eece.maine.edu/~zhu/book/" TargetMode="Externa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3.emf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2.png"/><Relationship Id="rId5" Type="http://schemas.openxmlformats.org/officeDocument/2006/relationships/image" Target="../media/image31.png"/><Relationship Id="rId4" Type="http://schemas.openxmlformats.org/officeDocument/2006/relationships/image" Target="../media/image30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3" Type="http://schemas.openxmlformats.org/officeDocument/2006/relationships/image" Target="../media/image6.png"/><Relationship Id="rId7" Type="http://schemas.openxmlformats.org/officeDocument/2006/relationships/image" Target="../media/image9.png"/><Relationship Id="rId2" Type="http://schemas.openxmlformats.org/officeDocument/2006/relationships/image" Target="../media/image4.emf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png"/><Relationship Id="rId11" Type="http://schemas.openxmlformats.org/officeDocument/2006/relationships/image" Target="../media/image13.png"/><Relationship Id="rId5" Type="http://schemas.openxmlformats.org/officeDocument/2006/relationships/image" Target="../media/image3.emf"/><Relationship Id="rId10" Type="http://schemas.openxmlformats.org/officeDocument/2006/relationships/image" Target="../media/image12.png"/><Relationship Id="rId4" Type="http://schemas.openxmlformats.org/officeDocument/2006/relationships/image" Target="../media/image7.png"/><Relationship Id="rId9" Type="http://schemas.openxmlformats.org/officeDocument/2006/relationships/image" Target="../media/image11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0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0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0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0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hyperlink" Target="https://web.eece.maine.edu/~zhu/book/" TargetMode="Externa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9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60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youtube.com/watch?v=W_Knvo9NuJY" TargetMode="Externa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1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youtube.com/watch?v=W_Knvo9NuJY" TargetMode="Externa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0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1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www.youtube.com/watch?v=2gIxbTn7GSc" TargetMode="Externa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0.png"/><Relationship Id="rId2" Type="http://schemas.openxmlformats.org/officeDocument/2006/relationships/image" Target="../media/image22.emf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0.png"/><Relationship Id="rId2" Type="http://schemas.openxmlformats.org/officeDocument/2006/relationships/image" Target="../media/image160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17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90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0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5.png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youtube.com/watch?v=4DfXdJdaNYs" TargetMode="External"/><Relationship Id="rId2" Type="http://schemas.openxmlformats.org/officeDocument/2006/relationships/hyperlink" Target="https://www.youtube.com/watch?v=W_Knvo9NuJY" TargetMode="Externa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www.youtube.com/watch?v=2gIxbTn7GSc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>
            <a:noAutofit/>
          </a:bodyPr>
          <a:lstStyle/>
          <a:p>
            <a:r>
              <a:rPr lang="en-US" sz="2000" dirty="0"/>
              <a:t>Z. Gu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Fall 2025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495800" y="304101"/>
            <a:ext cx="64770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b="1" dirty="0">
                <a:latin typeface="Bookman Old Style (Headings)"/>
              </a:rPr>
              <a:t>Embedded Systems with ARM Cortex-M Microcontrollers in Assembly Language and 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81530" y="1795354"/>
            <a:ext cx="3254866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2400" b="1" dirty="0">
                <a:solidFill>
                  <a:srgbClr val="C00000"/>
                </a:solidFill>
              </a:rPr>
              <a:t>Chapter 13</a:t>
            </a:r>
          </a:p>
          <a:p>
            <a:pPr algn="r"/>
            <a:r>
              <a:rPr lang="en-US" sz="2400" b="1" dirty="0">
                <a:solidFill>
                  <a:srgbClr val="C00000"/>
                </a:solidFill>
              </a:rPr>
              <a:t>F</a:t>
            </a:r>
            <a:r>
              <a:rPr lang="en-US" altLang="zh-CN" sz="2400" b="1" dirty="0">
                <a:solidFill>
                  <a:srgbClr val="C00000"/>
                </a:solidFill>
              </a:rPr>
              <a:t>ixed</a:t>
            </a:r>
            <a:r>
              <a:rPr lang="en-US" sz="2400" b="1" dirty="0">
                <a:solidFill>
                  <a:srgbClr val="C00000"/>
                </a:solidFill>
              </a:rPr>
              <a:t>-point Numbers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1</a:t>
            </a:fld>
            <a:endParaRPr kumimoji="0"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EAFF092-3585-B13B-58A3-B49646BFFF15}"/>
              </a:ext>
            </a:extLst>
          </p:cNvPr>
          <p:cNvSpPr txBox="1"/>
          <p:nvPr/>
        </p:nvSpPr>
        <p:spPr>
          <a:xfrm>
            <a:off x="3349753" y="6082784"/>
            <a:ext cx="5794293" cy="369332"/>
          </a:xfrm>
          <a:prstGeom prst="rect">
            <a:avLst/>
          </a:prstGeom>
          <a:ln w="9525"/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defTabSz="685800"/>
            <a:r>
              <a:rPr lang="en-US" altLang="zh-CN" sz="900" dirty="0">
                <a:solidFill>
                  <a:prstClr val="black"/>
                </a:solidFill>
                <a:latin typeface="Gill Sans Light"/>
                <a:ea typeface="华文新魏" panose="02010800040101010101" pitchFamily="2" charset="-122"/>
              </a:rPr>
              <a:t>Acknowledgement: Lecture slides based on Embedded Systems with ARM Cortex-M Microcontrollers in Assembly Language and C, University of Maine </a:t>
            </a:r>
            <a:r>
              <a:rPr lang="en-US" altLang="zh-CN" sz="900" dirty="0">
                <a:solidFill>
                  <a:prstClr val="black"/>
                </a:solidFill>
                <a:latin typeface="Gill Sans Light"/>
                <a:ea typeface="华文新魏" panose="02010800040101010101" pitchFamily="2" charset="-122"/>
                <a:hlinkClick r:id="rId2"/>
              </a:rPr>
              <a:t>https://web.eece.maine.edu/~zhu/book/</a:t>
            </a:r>
            <a:r>
              <a:rPr lang="en-US" altLang="zh-CN" sz="900" dirty="0">
                <a:solidFill>
                  <a:prstClr val="black"/>
                </a:solidFill>
                <a:latin typeface="Gill Sans Light"/>
                <a:ea typeface="华文新魏" panose="02010800040101010101" pitchFamily="2" charset="-122"/>
              </a:rPr>
              <a:t> </a:t>
            </a:r>
            <a:endParaRPr lang="en-SE" sz="900" dirty="0">
              <a:solidFill>
                <a:prstClr val="black"/>
              </a:solidFill>
              <a:latin typeface="Gill Sans Light"/>
            </a:endParaRPr>
          </a:p>
        </p:txBody>
      </p:sp>
    </p:spTree>
    <p:extLst>
      <p:ext uri="{BB962C8B-B14F-4D97-AF65-F5344CB8AC3E}">
        <p14:creationId xmlns:p14="http://schemas.microsoft.com/office/powerpoint/2010/main" val="400123700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84" y="133597"/>
            <a:ext cx="8534400" cy="990600"/>
          </a:xfrm>
        </p:spPr>
        <p:txBody>
          <a:bodyPr>
            <a:normAutofit/>
          </a:bodyPr>
          <a:lstStyle/>
          <a:p>
            <a:r>
              <a:rPr lang="en-US" dirty="0"/>
              <a:t>Fixed-point Format: Q Notation</a:t>
            </a:r>
            <a:endParaRPr lang="en-US" dirty="0">
              <a:solidFill>
                <a:srgbClr val="C00000"/>
              </a:solidFill>
            </a:endParaRP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2</a:t>
            </a:fld>
            <a:endParaRPr kumimoji="0" lang="en-US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BF65C89-F52C-994A-AF02-27E9DEE7ACC7}"/>
              </a:ext>
            </a:extLst>
          </p:cNvPr>
          <p:cNvSpPr/>
          <p:nvPr/>
        </p:nvSpPr>
        <p:spPr>
          <a:xfrm>
            <a:off x="3505200" y="2133600"/>
            <a:ext cx="2590800" cy="3810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Integer Part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5E58D1FD-D3AE-E64B-86C2-C7A181B47511}"/>
              </a:ext>
            </a:extLst>
          </p:cNvPr>
          <p:cNvSpPr/>
          <p:nvPr/>
        </p:nvSpPr>
        <p:spPr>
          <a:xfrm>
            <a:off x="6288024" y="2133600"/>
            <a:ext cx="2362200" cy="381000"/>
          </a:xfrm>
          <a:prstGeom prst="rect">
            <a:avLst/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Fractional Part</a:t>
            </a:r>
          </a:p>
        </p:txBody>
      </p:sp>
      <p:sp>
        <p:nvSpPr>
          <p:cNvPr id="12" name="Right Brace 11">
            <a:extLst>
              <a:ext uri="{FF2B5EF4-FFF2-40B4-BE49-F238E27FC236}">
                <a16:creationId xmlns:a16="http://schemas.microsoft.com/office/drawing/2014/main" id="{FDDF5F3D-E5B9-314A-9072-B1E7D2334494}"/>
              </a:ext>
            </a:extLst>
          </p:cNvPr>
          <p:cNvSpPr/>
          <p:nvPr/>
        </p:nvSpPr>
        <p:spPr>
          <a:xfrm rot="5400000">
            <a:off x="7350517" y="1546290"/>
            <a:ext cx="228600" cy="2353586"/>
          </a:xfrm>
          <a:prstGeom prst="rightBrace">
            <a:avLst>
              <a:gd name="adj1" fmla="val 32681"/>
              <a:gd name="adj2" fmla="val 50000"/>
            </a:avLst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ight Brace 16">
            <a:extLst>
              <a:ext uri="{FF2B5EF4-FFF2-40B4-BE49-F238E27FC236}">
                <a16:creationId xmlns:a16="http://schemas.microsoft.com/office/drawing/2014/main" id="{8ED4DB57-0542-5F46-AAE1-8C41E6325359}"/>
              </a:ext>
            </a:extLst>
          </p:cNvPr>
          <p:cNvSpPr/>
          <p:nvPr/>
        </p:nvSpPr>
        <p:spPr>
          <a:xfrm rot="5400000">
            <a:off x="4686300" y="1438833"/>
            <a:ext cx="228600" cy="2590800"/>
          </a:xfrm>
          <a:prstGeom prst="rightBrace">
            <a:avLst>
              <a:gd name="adj1" fmla="val 32681"/>
              <a:gd name="adj2" fmla="val 50000"/>
            </a:avLst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8574D68-224A-1149-810A-A387FCDA60A3}"/>
              </a:ext>
            </a:extLst>
          </p:cNvPr>
          <p:cNvSpPr txBox="1"/>
          <p:nvPr/>
        </p:nvSpPr>
        <p:spPr>
          <a:xfrm>
            <a:off x="4421330" y="2848533"/>
            <a:ext cx="7585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m bits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D27272C4-4B35-5940-ABC9-5ED7704347F2}"/>
              </a:ext>
            </a:extLst>
          </p:cNvPr>
          <p:cNvSpPr txBox="1"/>
          <p:nvPr/>
        </p:nvSpPr>
        <p:spPr>
          <a:xfrm>
            <a:off x="7121112" y="2857986"/>
            <a:ext cx="69602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n bits</a:t>
            </a:r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46A4605F-C33B-6843-B18A-E06D9A133C72}"/>
              </a:ext>
            </a:extLst>
          </p:cNvPr>
          <p:cNvSpPr/>
          <p:nvPr/>
        </p:nvSpPr>
        <p:spPr>
          <a:xfrm>
            <a:off x="6153912" y="2477976"/>
            <a:ext cx="76200" cy="76199"/>
          </a:xfrm>
          <a:prstGeom prst="ellipse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166428A0-DFA0-D443-BD4A-0BC75EA280F1}"/>
              </a:ext>
            </a:extLst>
          </p:cNvPr>
          <p:cNvSpPr txBox="1"/>
          <p:nvPr/>
        </p:nvSpPr>
        <p:spPr>
          <a:xfrm>
            <a:off x="615714" y="1454970"/>
            <a:ext cx="416492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 err="1">
                <a:latin typeface="+mj-lt"/>
                <a:cs typeface="Consolas" panose="020B0609020204030204" pitchFamily="49" charset="0"/>
              </a:rPr>
              <a:t>UQm.n</a:t>
            </a:r>
            <a:r>
              <a:rPr lang="en-US" sz="2000" dirty="0">
                <a:latin typeface="+mj-lt"/>
                <a:cs typeface="Consolas" panose="020B0609020204030204" pitchFamily="49" charset="0"/>
              </a:rPr>
              <a:t> for unsigned fixed-point</a:t>
            </a:r>
          </a:p>
        </p:txBody>
      </p:sp>
      <p:grpSp>
        <p:nvGrpSpPr>
          <p:cNvPr id="31" name="Group 30">
            <a:extLst>
              <a:ext uri="{FF2B5EF4-FFF2-40B4-BE49-F238E27FC236}">
                <a16:creationId xmlns:a16="http://schemas.microsoft.com/office/drawing/2014/main" id="{B2D7E4E6-0593-E046-814C-3F67CCBD1825}"/>
              </a:ext>
            </a:extLst>
          </p:cNvPr>
          <p:cNvGrpSpPr/>
          <p:nvPr/>
        </p:nvGrpSpPr>
        <p:grpSpPr>
          <a:xfrm>
            <a:off x="628684" y="3762733"/>
            <a:ext cx="8041594" cy="2464314"/>
            <a:chOff x="-895317" y="3762733"/>
            <a:chExt cx="8041594" cy="2464314"/>
          </a:xfrm>
        </p:grpSpPr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709B2AD9-3899-C048-B6CD-31308B725940}"/>
                </a:ext>
              </a:extLst>
            </p:cNvPr>
            <p:cNvSpPr/>
            <p:nvPr/>
          </p:nvSpPr>
          <p:spPr>
            <a:xfrm>
              <a:off x="2180380" y="4497740"/>
              <a:ext cx="2391620" cy="381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Integer Part</a:t>
              </a:r>
            </a:p>
          </p:txBody>
        </p:sp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F8298B1C-732F-ED43-9FA2-7FDDF0222880}"/>
                </a:ext>
              </a:extLst>
            </p:cNvPr>
            <p:cNvSpPr/>
            <p:nvPr/>
          </p:nvSpPr>
          <p:spPr>
            <a:xfrm>
              <a:off x="4764024" y="4501865"/>
              <a:ext cx="2362200" cy="381000"/>
            </a:xfrm>
            <a:prstGeom prst="rect">
              <a:avLst/>
            </a:prstGeom>
            <a:solidFill>
              <a:schemeClr val="accent6">
                <a:lumMod val="7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Fractional Part</a:t>
              </a:r>
            </a:p>
          </p:txBody>
        </p:sp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661075A8-E9AC-3143-8E73-24E7C37827B1}"/>
                </a:ext>
              </a:extLst>
            </p:cNvPr>
            <p:cNvSpPr/>
            <p:nvPr/>
          </p:nvSpPr>
          <p:spPr>
            <a:xfrm>
              <a:off x="1972586" y="4497740"/>
              <a:ext cx="228600" cy="381000"/>
            </a:xfrm>
            <a:prstGeom prst="rect">
              <a:avLst/>
            </a:prstGeom>
            <a:solidFill>
              <a:schemeClr val="accent3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" name="Oval 20">
              <a:extLst>
                <a:ext uri="{FF2B5EF4-FFF2-40B4-BE49-F238E27FC236}">
                  <a16:creationId xmlns:a16="http://schemas.microsoft.com/office/drawing/2014/main" id="{D7503E1B-97C5-3E49-B880-46683FFDE3C9}"/>
                </a:ext>
              </a:extLst>
            </p:cNvPr>
            <p:cNvSpPr/>
            <p:nvPr/>
          </p:nvSpPr>
          <p:spPr>
            <a:xfrm>
              <a:off x="4629912" y="4840640"/>
              <a:ext cx="76200" cy="76199"/>
            </a:xfrm>
            <a:prstGeom prst="ellipse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" name="Right Brace 21">
              <a:extLst>
                <a:ext uri="{FF2B5EF4-FFF2-40B4-BE49-F238E27FC236}">
                  <a16:creationId xmlns:a16="http://schemas.microsoft.com/office/drawing/2014/main" id="{DC18E5A2-91AB-C34B-AD04-2B40A8AB2FFD}"/>
                </a:ext>
              </a:extLst>
            </p:cNvPr>
            <p:cNvSpPr/>
            <p:nvPr/>
          </p:nvSpPr>
          <p:spPr>
            <a:xfrm rot="5400000">
              <a:off x="5855184" y="3953141"/>
              <a:ext cx="228600" cy="2353586"/>
            </a:xfrm>
            <a:prstGeom prst="rightBrace">
              <a:avLst>
                <a:gd name="adj1" fmla="val 32681"/>
                <a:gd name="adj2" fmla="val 50000"/>
              </a:avLst>
            </a:prstGeom>
            <a:ln w="1905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" name="Right Brace 22">
              <a:extLst>
                <a:ext uri="{FF2B5EF4-FFF2-40B4-BE49-F238E27FC236}">
                  <a16:creationId xmlns:a16="http://schemas.microsoft.com/office/drawing/2014/main" id="{E9D1ED51-DA99-7243-86FC-B792B4998765}"/>
                </a:ext>
              </a:extLst>
            </p:cNvPr>
            <p:cNvSpPr/>
            <p:nvPr/>
          </p:nvSpPr>
          <p:spPr>
            <a:xfrm rot="5400000">
              <a:off x="3257583" y="3934307"/>
              <a:ext cx="228600" cy="2383006"/>
            </a:xfrm>
            <a:prstGeom prst="rightBrace">
              <a:avLst>
                <a:gd name="adj1" fmla="val 32681"/>
                <a:gd name="adj2" fmla="val 50000"/>
              </a:avLst>
            </a:prstGeom>
            <a:ln w="1905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366FE765-B908-F946-B0C0-D9245A2B742C}"/>
                </a:ext>
              </a:extLst>
            </p:cNvPr>
            <p:cNvSpPr txBox="1"/>
            <p:nvPr/>
          </p:nvSpPr>
          <p:spPr>
            <a:xfrm>
              <a:off x="2828104" y="5229177"/>
              <a:ext cx="75854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m bits</a:t>
              </a:r>
            </a:p>
          </p:txBody>
        </p: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3719CF6A-7FDC-9342-A006-757DBAE18CF1}"/>
                </a:ext>
              </a:extLst>
            </p:cNvPr>
            <p:cNvSpPr txBox="1"/>
            <p:nvPr/>
          </p:nvSpPr>
          <p:spPr>
            <a:xfrm>
              <a:off x="5621472" y="5244235"/>
              <a:ext cx="69602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n bits</a:t>
              </a:r>
            </a:p>
          </p:txBody>
        </p:sp>
        <p:cxnSp>
          <p:nvCxnSpPr>
            <p:cNvPr id="26" name="Straight Arrow Connector 25">
              <a:extLst>
                <a:ext uri="{FF2B5EF4-FFF2-40B4-BE49-F238E27FC236}">
                  <a16:creationId xmlns:a16="http://schemas.microsoft.com/office/drawing/2014/main" id="{77669D87-4CAB-CA43-A171-3FF4309D9B67}"/>
                </a:ext>
              </a:extLst>
            </p:cNvPr>
            <p:cNvCxnSpPr/>
            <p:nvPr/>
          </p:nvCxnSpPr>
          <p:spPr>
            <a:xfrm flipH="1">
              <a:off x="1795007" y="4825576"/>
              <a:ext cx="177579" cy="281764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74A5C9FE-098E-7041-8873-48CB18A7EDD8}"/>
                </a:ext>
              </a:extLst>
            </p:cNvPr>
            <p:cNvSpPr txBox="1"/>
            <p:nvPr/>
          </p:nvSpPr>
          <p:spPr>
            <a:xfrm>
              <a:off x="1188455" y="5112454"/>
              <a:ext cx="86273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sign bit</a:t>
              </a:r>
            </a:p>
          </p:txBody>
        </p: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99AADF69-4B13-7A40-9AC7-E644F0E981DA}"/>
                </a:ext>
              </a:extLst>
            </p:cNvPr>
            <p:cNvSpPr txBox="1"/>
            <p:nvPr/>
          </p:nvSpPr>
          <p:spPr>
            <a:xfrm>
              <a:off x="-895317" y="3762733"/>
              <a:ext cx="3619902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000" dirty="0" err="1">
                  <a:latin typeface="+mj-lt"/>
                  <a:cs typeface="Consolas" panose="020B0609020204030204" pitchFamily="49" charset="0"/>
                </a:rPr>
                <a:t>Qm.n</a:t>
              </a:r>
              <a:r>
                <a:rPr lang="en-US" sz="2000" dirty="0">
                  <a:latin typeface="+mj-lt"/>
                  <a:cs typeface="Consolas" panose="020B0609020204030204" pitchFamily="49" charset="0"/>
                </a:rPr>
                <a:t> for signed fixed-point</a:t>
              </a:r>
            </a:p>
          </p:txBody>
        </p: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7F3A148B-7F3C-4943-B253-9077A2B144B7}"/>
                </a:ext>
              </a:extLst>
            </p:cNvPr>
            <p:cNvSpPr txBox="1"/>
            <p:nvPr/>
          </p:nvSpPr>
          <p:spPr>
            <a:xfrm>
              <a:off x="3622570" y="5857715"/>
              <a:ext cx="183896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dirty="0">
                  <a:latin typeface="Consolas" panose="020B0609020204030204" pitchFamily="49" charset="0"/>
                  <a:cs typeface="Consolas" panose="020B0609020204030204" pitchFamily="49" charset="0"/>
                </a:rPr>
                <a:t>m + n + 1 </a:t>
              </a:r>
              <a:r>
                <a:rPr lang="en-US" b="1" dirty="0"/>
                <a:t>bits</a:t>
              </a:r>
            </a:p>
          </p:txBody>
        </p:sp>
      </p:grp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3EB12F7A-1228-CF45-8B9E-0B02E55C55DF}"/>
              </a:ext>
            </a:extLst>
          </p:cNvPr>
          <p:cNvCxnSpPr/>
          <p:nvPr/>
        </p:nvCxnSpPr>
        <p:spPr>
          <a:xfrm>
            <a:off x="6193909" y="2618018"/>
            <a:ext cx="0" cy="424634"/>
          </a:xfrm>
          <a:prstGeom prst="straightConnector1">
            <a:avLst/>
          </a:prstGeom>
          <a:ln w="19050"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BCF2B3ED-A492-FA4C-B788-1942E60CE47C}"/>
              </a:ext>
            </a:extLst>
          </p:cNvPr>
          <p:cNvSpPr txBox="1"/>
          <p:nvPr/>
        </p:nvSpPr>
        <p:spPr>
          <a:xfrm>
            <a:off x="5510607" y="3045397"/>
            <a:ext cx="136281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Radix Point</a:t>
            </a:r>
          </a:p>
        </p:txBody>
      </p: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A1E5B112-7229-6848-B76D-F95A05EAE75B}"/>
              </a:ext>
            </a:extLst>
          </p:cNvPr>
          <p:cNvCxnSpPr/>
          <p:nvPr/>
        </p:nvCxnSpPr>
        <p:spPr>
          <a:xfrm>
            <a:off x="6204529" y="5000560"/>
            <a:ext cx="0" cy="424634"/>
          </a:xfrm>
          <a:prstGeom prst="straightConnector1">
            <a:avLst/>
          </a:prstGeom>
          <a:ln w="19050"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TextBox 34">
            <a:extLst>
              <a:ext uri="{FF2B5EF4-FFF2-40B4-BE49-F238E27FC236}">
                <a16:creationId xmlns:a16="http://schemas.microsoft.com/office/drawing/2014/main" id="{F7EE6A05-5FF9-884E-B4C8-6061A5BD6924}"/>
              </a:ext>
            </a:extLst>
          </p:cNvPr>
          <p:cNvSpPr txBox="1"/>
          <p:nvPr/>
        </p:nvSpPr>
        <p:spPr>
          <a:xfrm>
            <a:off x="5553797" y="5406212"/>
            <a:ext cx="130146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Radix Point</a:t>
            </a:r>
          </a:p>
        </p:txBody>
      </p:sp>
    </p:spTree>
    <p:extLst>
      <p:ext uri="{BB962C8B-B14F-4D97-AF65-F5344CB8AC3E}">
        <p14:creationId xmlns:p14="http://schemas.microsoft.com/office/powerpoint/2010/main" val="40716428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12588" y="122623"/>
            <a:ext cx="8534400" cy="990600"/>
          </a:xfrm>
        </p:spPr>
        <p:txBody>
          <a:bodyPr>
            <a:normAutofit/>
          </a:bodyPr>
          <a:lstStyle/>
          <a:p>
            <a:r>
              <a:rPr lang="en-US" dirty="0"/>
              <a:t>Q Notation: </a:t>
            </a:r>
            <a:r>
              <a:rPr lang="en-US" b="1" dirty="0" err="1">
                <a:solidFill>
                  <a:srgbClr val="C00000"/>
                </a:solidFill>
              </a:rPr>
              <a:t>UQm.n</a:t>
            </a:r>
            <a:endParaRPr lang="en-US" b="1" dirty="0">
              <a:solidFill>
                <a:srgbClr val="C00000"/>
              </a:solidFill>
            </a:endParaRP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3</a:t>
            </a:fld>
            <a:endParaRPr kumimoji="0"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Rectangle 4"/>
              <p:cNvSpPr/>
              <p:nvPr/>
            </p:nvSpPr>
            <p:spPr>
              <a:xfrm>
                <a:off x="6553201" y="1734573"/>
                <a:ext cx="2593787" cy="461665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1" i="1">
                          <a:latin typeface="Cambria Math"/>
                        </a:rPr>
                        <m:t>𝒇</m:t>
                      </m:r>
                      <m:r>
                        <a:rPr lang="en-US" sz="2400" b="1" i="1">
                          <a:latin typeface="Cambria Math"/>
                        </a:rPr>
                        <m:t>=</m:t>
                      </m:r>
                      <m:sSub>
                        <m:sSubPr>
                          <m:ctrlPr>
                            <a:rPr lang="en-US" sz="2400" b="1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1" i="1">
                              <a:latin typeface="Cambria Math"/>
                            </a:rPr>
                            <m:t>𝑨</m:t>
                          </m:r>
                        </m:e>
                        <m:sub>
                          <m:r>
                            <a:rPr lang="en-US" sz="2400" b="1" i="1">
                              <a:latin typeface="Cambria Math"/>
                            </a:rPr>
                            <m:t>𝒉</m:t>
                          </m:r>
                        </m:sub>
                      </m:sSub>
                      <m:r>
                        <a:rPr lang="en-US" sz="2400" b="1" i="1">
                          <a:latin typeface="Cambria Math"/>
                        </a:rPr>
                        <m:t>+</m:t>
                      </m:r>
                      <m:sSub>
                        <m:sSubPr>
                          <m:ctrlPr>
                            <a:rPr lang="en-US" sz="2400" b="1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1" i="1">
                              <a:latin typeface="Cambria Math"/>
                            </a:rPr>
                            <m:t>𝑨</m:t>
                          </m:r>
                        </m:e>
                        <m:sub>
                          <m:r>
                            <a:rPr lang="en-US" sz="2400" b="1" i="1">
                              <a:latin typeface="Cambria Math"/>
                            </a:rPr>
                            <m:t>𝒍</m:t>
                          </m:r>
                        </m:sub>
                      </m:sSub>
                      <m:r>
                        <a:rPr lang="en-US" sz="2400" b="1" i="1">
                          <a:latin typeface="Cambria Math"/>
                        </a:rPr>
                        <m:t>×</m:t>
                      </m:r>
                      <m:sSup>
                        <m:sSupPr>
                          <m:ctrlPr>
                            <a:rPr lang="en-US" sz="2400" b="1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1" i="1">
                              <a:latin typeface="Cambria Math"/>
                            </a:rPr>
                            <m:t>𝟐</m:t>
                          </m:r>
                        </m:e>
                        <m:sup>
                          <m:r>
                            <a:rPr lang="en-US" sz="2400" b="1" i="1">
                              <a:latin typeface="Cambria Math"/>
                            </a:rPr>
                            <m:t>−</m:t>
                          </m:r>
                          <m:r>
                            <a:rPr lang="en-US" sz="2400" b="1" i="1">
                              <a:latin typeface="Cambria Math"/>
                            </a:rPr>
                            <m:t>𝒏</m:t>
                          </m:r>
                        </m:sup>
                      </m:sSup>
                    </m:oMath>
                  </m:oMathPara>
                </a14:m>
                <a:endParaRPr lang="en-US" sz="2400" b="1" dirty="0"/>
              </a:p>
            </p:txBody>
          </p:sp>
        </mc:Choice>
        <mc:Fallback xmlns="">
          <p:sp>
            <p:nvSpPr>
              <p:cNvPr id="5" name="Rectangle 4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53201" y="1734573"/>
                <a:ext cx="2593787" cy="461665"/>
              </a:xfrm>
              <a:prstGeom prst="rect">
                <a:avLst/>
              </a:prstGeom>
              <a:blipFill>
                <a:blip r:embed="rId2"/>
                <a:stretch>
                  <a:fillRect b="-1891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028" name="Picture 4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33601" y="3865526"/>
            <a:ext cx="3495675" cy="156534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6" name="Rectangle 5"/>
              <p:cNvSpPr/>
              <p:nvPr/>
            </p:nvSpPr>
            <p:spPr>
              <a:xfrm>
                <a:off x="5934076" y="4191001"/>
                <a:ext cx="4276725" cy="461665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smtClean="0">
                          <a:latin typeface="Cambria Math"/>
                        </a:rPr>
                        <m:t>101</m:t>
                      </m:r>
                      <m:r>
                        <a:rPr lang="en-US" sz="2400">
                          <a:latin typeface="Cambria Math"/>
                        </a:rPr>
                        <m:t>01</m:t>
                      </m:r>
                      <m:r>
                        <a:rPr lang="en-US" sz="2400">
                          <a:latin typeface="Cambria Math"/>
                        </a:rPr>
                        <m:t>.</m:t>
                      </m:r>
                      <m:r>
                        <a:rPr lang="en-US" sz="2400">
                          <a:latin typeface="Cambria Math"/>
                        </a:rPr>
                        <m:t>10</m:t>
                      </m:r>
                      <m:sSub>
                        <m:sSub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>
                              <a:latin typeface="Cambria Math"/>
                            </a:rPr>
                            <m:t>1</m:t>
                          </m:r>
                        </m:e>
                        <m:sub>
                          <m:r>
                            <a:rPr lang="en-US" sz="2400">
                              <a:latin typeface="Cambria Math"/>
                            </a:rPr>
                            <m:t>2</m:t>
                          </m:r>
                          <m:r>
                            <a:rPr lang="en-US" sz="2400">
                              <a:latin typeface="Cambria Math"/>
                            </a:rPr>
                            <m:t> </m:t>
                          </m:r>
                        </m:sub>
                      </m:sSub>
                      <m:r>
                        <a:rPr lang="en-US" sz="2400">
                          <a:latin typeface="Cambria Math"/>
                        </a:rPr>
                        <m:t>= </m:t>
                      </m:r>
                      <m:sSub>
                        <m:sSub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>
                              <a:latin typeface="Cambria Math"/>
                            </a:rPr>
                            <m:t>𝐴</m:t>
                          </m:r>
                        </m:e>
                        <m:sub>
                          <m:r>
                            <a:rPr lang="en-US" sz="2400" i="1">
                              <a:latin typeface="Cambria Math"/>
                            </a:rPr>
                            <m:t>h</m:t>
                          </m:r>
                        </m:sub>
                      </m:sSub>
                      <m:r>
                        <a:rPr lang="en-US" sz="2400" i="1">
                          <a:latin typeface="Cambria Math"/>
                        </a:rPr>
                        <m:t>+</m:t>
                      </m:r>
                      <m:sSub>
                        <m:sSub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>
                              <a:latin typeface="Cambria Math"/>
                            </a:rPr>
                            <m:t>𝐴</m:t>
                          </m:r>
                        </m:e>
                        <m:sub>
                          <m:r>
                            <a:rPr lang="en-US" sz="2400" i="1">
                              <a:latin typeface="Cambria Math"/>
                            </a:rPr>
                            <m:t>𝑙</m:t>
                          </m:r>
                        </m:sub>
                      </m:sSub>
                      <m:r>
                        <a:rPr lang="en-US" sz="2400" i="1">
                          <a:latin typeface="Cambria Math"/>
                        </a:rPr>
                        <m:t>×</m:t>
                      </m:r>
                      <m:sSup>
                        <m:sSup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i="1">
                              <a:latin typeface="Cambria Math"/>
                            </a:rPr>
                            <m:t>2</m:t>
                          </m:r>
                        </m:e>
                        <m:sup>
                          <m:r>
                            <a:rPr lang="en-US" sz="2400" i="1">
                              <a:latin typeface="Cambria Math"/>
                            </a:rPr>
                            <m:t>−</m:t>
                          </m:r>
                          <m:r>
                            <a:rPr lang="en-US" sz="2400" i="1">
                              <a:latin typeface="Cambria Math"/>
                            </a:rPr>
                            <m:t>3</m:t>
                          </m:r>
                        </m:sup>
                      </m:sSup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6" name="Rectangle 5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34076" y="4191001"/>
                <a:ext cx="4276725" cy="461665"/>
              </a:xfrm>
              <a:prstGeom prst="rect">
                <a:avLst/>
              </a:prstGeom>
              <a:blipFill>
                <a:blip r:embed="rId4"/>
                <a:stretch>
                  <a:fillRect b="-2162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Rectangle 3"/>
              <p:cNvSpPr/>
              <p:nvPr/>
            </p:nvSpPr>
            <p:spPr>
              <a:xfrm>
                <a:off x="7689586" y="4719936"/>
                <a:ext cx="2155783" cy="461665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>
                          <a:latin typeface="Cambria Math"/>
                        </a:rPr>
                        <m:t>=</m:t>
                      </m:r>
                      <m:r>
                        <a:rPr lang="en-US" sz="2400">
                          <a:latin typeface="Cambria Math"/>
                        </a:rPr>
                        <m:t>21</m:t>
                      </m:r>
                      <m:r>
                        <a:rPr lang="en-US" sz="2400">
                          <a:latin typeface="Cambria Math"/>
                        </a:rPr>
                        <m:t>+</m:t>
                      </m:r>
                      <m:r>
                        <a:rPr lang="en-US" sz="2400">
                          <a:latin typeface="Cambria Math"/>
                        </a:rPr>
                        <m:t>5</m:t>
                      </m:r>
                      <m:r>
                        <a:rPr lang="en-US" sz="2400" i="1">
                          <a:latin typeface="Cambria Math"/>
                        </a:rPr>
                        <m:t>×</m:t>
                      </m:r>
                      <m:sSup>
                        <m:sSup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i="1">
                              <a:latin typeface="Cambria Math"/>
                            </a:rPr>
                            <m:t>2</m:t>
                          </m:r>
                        </m:e>
                        <m:sup>
                          <m:r>
                            <a:rPr lang="en-US" sz="2400" i="1">
                              <a:latin typeface="Cambria Math"/>
                            </a:rPr>
                            <m:t>−</m:t>
                          </m:r>
                          <m:r>
                            <a:rPr lang="en-US" sz="2400" i="1">
                              <a:latin typeface="Cambria Math"/>
                            </a:rPr>
                            <m:t>3</m:t>
                          </m:r>
                        </m:sup>
                      </m:sSup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4" name="Rectangle 3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89586" y="4719936"/>
                <a:ext cx="2155783" cy="461665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Rectangle 6"/>
              <p:cNvSpPr/>
              <p:nvPr/>
            </p:nvSpPr>
            <p:spPr>
              <a:xfrm>
                <a:off x="7723766" y="5253336"/>
                <a:ext cx="1496435" cy="461665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>
                          <a:latin typeface="Cambria Math"/>
                        </a:rPr>
                        <m:t>=</m:t>
                      </m:r>
                      <m:r>
                        <a:rPr lang="en-US" sz="2400">
                          <a:latin typeface="Cambria Math"/>
                        </a:rPr>
                        <m:t>21</m:t>
                      </m:r>
                      <m:r>
                        <a:rPr lang="en-US" sz="2400">
                          <a:latin typeface="Cambria Math"/>
                        </a:rPr>
                        <m:t>.</m:t>
                      </m:r>
                      <m:r>
                        <a:rPr lang="en-US" sz="2400">
                          <a:latin typeface="Cambria Math"/>
                        </a:rPr>
                        <m:t>625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7" name="Rectangle 6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23766" y="5253336"/>
                <a:ext cx="1496435" cy="461665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8" name="Picture 7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999876" y="1295401"/>
            <a:ext cx="4235944" cy="20155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0568110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95B84E-23D7-EF42-AD9A-2FD16AB4D5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Converting Fixed-point </a:t>
            </a:r>
            <a:r>
              <a:rPr lang="en-US" dirty="0">
                <a:solidFill>
                  <a:srgbClr val="C00000"/>
                </a:solidFill>
              </a:rPr>
              <a:t>UQ5.3</a:t>
            </a:r>
            <a:r>
              <a:rPr lang="en-US" dirty="0"/>
              <a:t> to Float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CF2B4A73-41F6-7242-AA10-FB202C6CE1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4</a:t>
            </a:fld>
            <a:endParaRPr kumimoji="0" lang="en-US" dirty="0"/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70FFBCBF-1E84-844F-A05E-70732418C1D8}"/>
              </a:ext>
            </a:extLst>
          </p:cNvPr>
          <p:cNvGraphicFramePr>
            <a:graphicFrameLocks noGrp="1"/>
          </p:cNvGraphicFramePr>
          <p:nvPr/>
        </p:nvGraphicFramePr>
        <p:xfrm>
          <a:off x="2819400" y="1676400"/>
          <a:ext cx="6096000" cy="82804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762000">
                  <a:extLst>
                    <a:ext uri="{9D8B030D-6E8A-4147-A177-3AD203B41FA5}">
                      <a16:colId xmlns:a16="http://schemas.microsoft.com/office/drawing/2014/main" val="1960872218"/>
                    </a:ext>
                  </a:extLst>
                </a:gridCol>
                <a:gridCol w="762000">
                  <a:extLst>
                    <a:ext uri="{9D8B030D-6E8A-4147-A177-3AD203B41FA5}">
                      <a16:colId xmlns:a16="http://schemas.microsoft.com/office/drawing/2014/main" val="3791203673"/>
                    </a:ext>
                  </a:extLst>
                </a:gridCol>
                <a:gridCol w="762000">
                  <a:extLst>
                    <a:ext uri="{9D8B030D-6E8A-4147-A177-3AD203B41FA5}">
                      <a16:colId xmlns:a16="http://schemas.microsoft.com/office/drawing/2014/main" val="1213616357"/>
                    </a:ext>
                  </a:extLst>
                </a:gridCol>
                <a:gridCol w="762000">
                  <a:extLst>
                    <a:ext uri="{9D8B030D-6E8A-4147-A177-3AD203B41FA5}">
                      <a16:colId xmlns:a16="http://schemas.microsoft.com/office/drawing/2014/main" val="2450239028"/>
                    </a:ext>
                  </a:extLst>
                </a:gridCol>
                <a:gridCol w="762000">
                  <a:extLst>
                    <a:ext uri="{9D8B030D-6E8A-4147-A177-3AD203B41FA5}">
                      <a16:colId xmlns:a16="http://schemas.microsoft.com/office/drawing/2014/main" val="2863618078"/>
                    </a:ext>
                  </a:extLst>
                </a:gridCol>
                <a:gridCol w="762000">
                  <a:extLst>
                    <a:ext uri="{9D8B030D-6E8A-4147-A177-3AD203B41FA5}">
                      <a16:colId xmlns:a16="http://schemas.microsoft.com/office/drawing/2014/main" val="261840296"/>
                    </a:ext>
                  </a:extLst>
                </a:gridCol>
                <a:gridCol w="762000">
                  <a:extLst>
                    <a:ext uri="{9D8B030D-6E8A-4147-A177-3AD203B41FA5}">
                      <a16:colId xmlns:a16="http://schemas.microsoft.com/office/drawing/2014/main" val="3880409052"/>
                    </a:ext>
                  </a:extLst>
                </a:gridCol>
                <a:gridCol w="762000">
                  <a:extLst>
                    <a:ext uri="{9D8B030D-6E8A-4147-A177-3AD203B41FA5}">
                      <a16:colId xmlns:a16="http://schemas.microsoft.com/office/drawing/2014/main" val="16676462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2</a:t>
                      </a:r>
                      <a:r>
                        <a:rPr lang="en-US" baseline="30000" dirty="0"/>
                        <a:t>4</a:t>
                      </a:r>
                      <a:endParaRPr lang="en-US" baseline="3000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2</a:t>
                      </a:r>
                      <a:r>
                        <a:rPr lang="en-US" baseline="300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3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2</a:t>
                      </a:r>
                      <a:r>
                        <a:rPr lang="en-US" baseline="300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2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2</a:t>
                      </a:r>
                      <a:r>
                        <a:rPr lang="en-US" baseline="300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2</a:t>
                      </a:r>
                      <a:r>
                        <a:rPr lang="en-US" baseline="300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2</a:t>
                      </a:r>
                      <a:r>
                        <a:rPr lang="en-US" baseline="300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-1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2</a:t>
                      </a:r>
                      <a:r>
                        <a:rPr lang="en-US" baseline="300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-2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2</a:t>
                      </a:r>
                      <a:r>
                        <a:rPr lang="en-US" baseline="300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-3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415217256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2400" b="1" dirty="0">
                          <a:solidFill>
                            <a:schemeClr val="bg1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</a:t>
                      </a:r>
                      <a:endParaRPr lang="en-US" sz="2400" b="1" dirty="0">
                        <a:solidFill>
                          <a:schemeClr val="bg1"/>
                        </a:solidFill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2400" b="1" dirty="0">
                          <a:solidFill>
                            <a:schemeClr val="bg1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  <a:endParaRPr lang="en-US" sz="2400" b="1" dirty="0">
                        <a:solidFill>
                          <a:schemeClr val="bg1"/>
                        </a:solidFill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b="1" dirty="0">
                          <a:solidFill>
                            <a:schemeClr val="bg1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b="1" dirty="0">
                          <a:solidFill>
                            <a:schemeClr val="bg1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b="1" dirty="0">
                          <a:solidFill>
                            <a:schemeClr val="bg1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b="1" dirty="0">
                          <a:solidFill>
                            <a:schemeClr val="bg1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b="1" dirty="0">
                          <a:solidFill>
                            <a:schemeClr val="bg1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b="1" dirty="0">
                          <a:solidFill>
                            <a:schemeClr val="bg1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64455968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DCD33914-E4FD-5A40-A0B8-5F8EF15AFA79}"/>
                  </a:ext>
                </a:extLst>
              </p:cNvPr>
              <p:cNvSpPr/>
              <p:nvPr/>
            </p:nvSpPr>
            <p:spPr>
              <a:xfrm>
                <a:off x="1905001" y="3664416"/>
                <a:ext cx="8922689" cy="1508105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zh-CN" sz="2000" b="1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𝟏𝟎</m:t>
                      </m:r>
                      <m:r>
                        <a:rPr lang="en-US" sz="2000" b="1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𝟏𝟎𝟏</m:t>
                      </m:r>
                      <m:r>
                        <a:rPr lang="en-US" sz="2000" b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en-US" sz="2000" b="1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𝟏𝟎</m:t>
                      </m:r>
                      <m:sSub>
                        <m:sSubPr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𝟏</m:t>
                          </m:r>
                        </m:e>
                        <m:sub>
                          <m:r>
                            <a:rPr lang="en-US" sz="200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2000">
                              <a:latin typeface="Cambria Math" panose="02040503050406030204" pitchFamily="18" charset="0"/>
                            </a:rPr>
                            <m:t> </m:t>
                          </m:r>
                        </m:sub>
                      </m:sSub>
                    </m:oMath>
                  </m:oMathPara>
                </a14:m>
                <a:endParaRPr lang="en-US" sz="2000" i="1" dirty="0">
                  <a:latin typeface="Cambria Math" panose="02040503050406030204" pitchFamily="18" charset="0"/>
                </a:endParaRPr>
              </a:p>
              <a:p>
                <a:endParaRPr lang="en-US" sz="1600" dirty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sz="200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000" b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𝟏</m:t>
                      </m:r>
                      <m:r>
                        <a:rPr lang="en-US" sz="2000">
                          <a:latin typeface="Cambria Math" panose="02040503050406030204" pitchFamily="18" charset="0"/>
                        </a:rPr>
                        <m:t>×</m:t>
                      </m:r>
                      <m:sSup>
                        <m:sSupPr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000">
                              <a:latin typeface="Cambria Math" panose="02040503050406030204" pitchFamily="18" charset="0"/>
                            </a:rPr>
                            <m:t>2</m:t>
                          </m:r>
                        </m:e>
                        <m:sup>
                          <m:r>
                            <a:rPr lang="en-US" altLang="zh-CN" sz="2000">
                              <a:latin typeface="Cambria Math" panose="02040503050406030204" pitchFamily="18" charset="0"/>
                            </a:rPr>
                            <m:t>4</m:t>
                          </m:r>
                        </m:sup>
                      </m:sSup>
                      <m:r>
                        <a:rPr lang="en-US" sz="200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sz="2000" b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𝟎</m:t>
                      </m:r>
                      <m:r>
                        <a:rPr lang="en-US" sz="2000">
                          <a:latin typeface="Cambria Math" panose="02040503050406030204" pitchFamily="18" charset="0"/>
                        </a:rPr>
                        <m:t>×</m:t>
                      </m:r>
                      <m:sSup>
                        <m:sSupPr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000">
                              <a:latin typeface="Cambria Math" panose="02040503050406030204" pitchFamily="18" charset="0"/>
                            </a:rPr>
                            <m:t>2</m:t>
                          </m:r>
                        </m:e>
                        <m:sup>
                          <m:r>
                            <a:rPr lang="en-US" sz="2000">
                              <a:latin typeface="Cambria Math" panose="02040503050406030204" pitchFamily="18" charset="0"/>
                            </a:rPr>
                            <m:t>3</m:t>
                          </m:r>
                        </m:sup>
                      </m:sSup>
                      <m:r>
                        <a:rPr lang="en-US" sz="200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sz="2000" b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𝟏</m:t>
                      </m:r>
                      <m:r>
                        <a:rPr lang="en-US" sz="2000">
                          <a:latin typeface="Cambria Math" panose="02040503050406030204" pitchFamily="18" charset="0"/>
                        </a:rPr>
                        <m:t>×</m:t>
                      </m:r>
                      <m:sSup>
                        <m:sSupPr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000">
                              <a:latin typeface="Cambria Math" panose="02040503050406030204" pitchFamily="18" charset="0"/>
                            </a:rPr>
                            <m:t>2</m:t>
                          </m:r>
                        </m:e>
                        <m:sup>
                          <m:r>
                            <a:rPr lang="en-US" sz="200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200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sz="2000" b="1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𝟎</m:t>
                      </m:r>
                      <m:r>
                        <a:rPr lang="en-US" sz="2000">
                          <a:latin typeface="Cambria Math" panose="02040503050406030204" pitchFamily="18" charset="0"/>
                        </a:rPr>
                        <m:t>×</m:t>
                      </m:r>
                      <m:sSup>
                        <m:sSupPr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000">
                              <a:latin typeface="Cambria Math" panose="02040503050406030204" pitchFamily="18" charset="0"/>
                            </a:rPr>
                            <m:t>2</m:t>
                          </m:r>
                        </m:e>
                        <m:sup>
                          <m:r>
                            <a:rPr lang="en-US" sz="2000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p>
                      <m:r>
                        <a:rPr lang="en-US" sz="200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sz="2000" b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𝟏</m:t>
                      </m:r>
                      <m:r>
                        <a:rPr lang="en-US" sz="2000">
                          <a:latin typeface="Cambria Math" panose="02040503050406030204" pitchFamily="18" charset="0"/>
                        </a:rPr>
                        <m:t>×</m:t>
                      </m:r>
                      <m:sSup>
                        <m:sSupPr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000">
                              <a:latin typeface="Cambria Math" panose="02040503050406030204" pitchFamily="18" charset="0"/>
                            </a:rPr>
                            <m:t>2</m:t>
                          </m:r>
                        </m:e>
                        <m:sup>
                          <m:r>
                            <a:rPr lang="en-US" sz="2000">
                              <a:latin typeface="Cambria Math" panose="02040503050406030204" pitchFamily="18" charset="0"/>
                            </a:rPr>
                            <m:t>0</m:t>
                          </m:r>
                        </m:sup>
                      </m:sSup>
                      <m:r>
                        <a:rPr lang="en-US" sz="200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sz="2000" b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𝟏</m:t>
                      </m:r>
                      <m:r>
                        <a:rPr lang="en-US" sz="2000">
                          <a:latin typeface="Cambria Math" panose="02040503050406030204" pitchFamily="18" charset="0"/>
                        </a:rPr>
                        <m:t>×</m:t>
                      </m:r>
                      <m:sSup>
                        <m:sSupPr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000">
                              <a:latin typeface="Cambria Math" panose="02040503050406030204" pitchFamily="18" charset="0"/>
                            </a:rPr>
                            <m:t>2</m:t>
                          </m:r>
                        </m:e>
                        <m:sup>
                          <m:r>
                            <a:rPr lang="en-US" sz="200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sz="2000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p>
                      <m:r>
                        <a:rPr lang="en-US" sz="200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sz="2000" b="1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𝟎</m:t>
                      </m:r>
                      <m:r>
                        <a:rPr lang="en-US" sz="2000">
                          <a:latin typeface="Cambria Math" panose="02040503050406030204" pitchFamily="18" charset="0"/>
                        </a:rPr>
                        <m:t>×</m:t>
                      </m:r>
                      <m:sSup>
                        <m:sSupPr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000">
                              <a:latin typeface="Cambria Math" panose="02040503050406030204" pitchFamily="18" charset="0"/>
                            </a:rPr>
                            <m:t>2</m:t>
                          </m:r>
                        </m:e>
                        <m:sup>
                          <m:r>
                            <a:rPr lang="en-US" sz="200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sz="200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200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sz="2000" b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𝟏</m:t>
                      </m:r>
                      <m:r>
                        <a:rPr lang="en-US" sz="2000">
                          <a:latin typeface="Cambria Math" panose="02040503050406030204" pitchFamily="18" charset="0"/>
                        </a:rPr>
                        <m:t>×</m:t>
                      </m:r>
                      <m:sSup>
                        <m:sSupPr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000">
                              <a:latin typeface="Cambria Math" panose="02040503050406030204" pitchFamily="18" charset="0"/>
                            </a:rPr>
                            <m:t>2</m:t>
                          </m:r>
                        </m:e>
                        <m:sup>
                          <m:r>
                            <a:rPr lang="en-US" sz="200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sz="2000">
                              <a:latin typeface="Cambria Math" panose="02040503050406030204" pitchFamily="18" charset="0"/>
                            </a:rPr>
                            <m:t>3</m:t>
                          </m:r>
                        </m:sup>
                      </m:sSup>
                      <m:r>
                        <a:rPr lang="en-US" sz="2000">
                          <a:latin typeface="Cambria Math" panose="02040503050406030204" pitchFamily="18" charset="0"/>
                        </a:rPr>
                        <m:t> </m:t>
                      </m:r>
                    </m:oMath>
                  </m:oMathPara>
                </a14:m>
                <a:endParaRPr lang="en-US" sz="2000" dirty="0">
                  <a:latin typeface="Cambria Math" panose="02040503050406030204" pitchFamily="18" charset="0"/>
                </a:endParaRPr>
              </a:p>
              <a:p>
                <a:endParaRPr lang="en-US" sz="1600" dirty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sz="200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zh-CN" sz="2000">
                          <a:latin typeface="Cambria Math" panose="02040503050406030204" pitchFamily="18" charset="0"/>
                        </a:rPr>
                        <m:t>21</m:t>
                      </m:r>
                      <m:r>
                        <a:rPr lang="en-US" sz="2000"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en-US" sz="2000">
                          <a:latin typeface="Cambria Math" panose="02040503050406030204" pitchFamily="18" charset="0"/>
                        </a:rPr>
                        <m:t>625</m:t>
                      </m:r>
                    </m:oMath>
                  </m:oMathPara>
                </a14:m>
                <a:endParaRPr lang="en-US" sz="2000" dirty="0">
                  <a:solidFill>
                    <a:srgbClr val="0000FF"/>
                  </a:solidFill>
                </a:endParaRPr>
              </a:p>
            </p:txBody>
          </p:sp>
        </mc:Choice>
        <mc:Fallback xmlns=""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DCD33914-E4FD-5A40-A0B8-5F8EF15AFA7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05001" y="3664416"/>
                <a:ext cx="8922689" cy="1508105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ight Brace 3">
            <a:extLst>
              <a:ext uri="{FF2B5EF4-FFF2-40B4-BE49-F238E27FC236}">
                <a16:creationId xmlns:a16="http://schemas.microsoft.com/office/drawing/2014/main" id="{41DCFD71-547D-294F-BA74-45C2EF4B531A}"/>
              </a:ext>
            </a:extLst>
          </p:cNvPr>
          <p:cNvSpPr/>
          <p:nvPr/>
        </p:nvSpPr>
        <p:spPr>
          <a:xfrm rot="5400000">
            <a:off x="4497324" y="960158"/>
            <a:ext cx="228600" cy="3578352"/>
          </a:xfrm>
          <a:prstGeom prst="rightBrace">
            <a:avLst>
              <a:gd name="adj1" fmla="val 37550"/>
              <a:gd name="adj2" fmla="val 50000"/>
            </a:avLst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7B9FD32-5D8D-D44B-B333-A9AC97BC1092}"/>
              </a:ext>
            </a:extLst>
          </p:cNvPr>
          <p:cNvSpPr txBox="1"/>
          <p:nvPr/>
        </p:nvSpPr>
        <p:spPr>
          <a:xfrm>
            <a:off x="3963145" y="2929074"/>
            <a:ext cx="12969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Integer Part</a:t>
            </a:r>
          </a:p>
        </p:txBody>
      </p:sp>
      <p:sp>
        <p:nvSpPr>
          <p:cNvPr id="9" name="Right Brace 8">
            <a:extLst>
              <a:ext uri="{FF2B5EF4-FFF2-40B4-BE49-F238E27FC236}">
                <a16:creationId xmlns:a16="http://schemas.microsoft.com/office/drawing/2014/main" id="{A6A33F13-8E9F-354C-827C-6EE65EBEEA57}"/>
              </a:ext>
            </a:extLst>
          </p:cNvPr>
          <p:cNvSpPr/>
          <p:nvPr/>
        </p:nvSpPr>
        <p:spPr>
          <a:xfrm rot="5400000">
            <a:off x="7799898" y="1758735"/>
            <a:ext cx="228600" cy="1981200"/>
          </a:xfrm>
          <a:prstGeom prst="rightBrace">
            <a:avLst>
              <a:gd name="adj1" fmla="val 37550"/>
              <a:gd name="adj2" fmla="val 50000"/>
            </a:avLst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FA91736-9BB8-BA43-926F-CA096C87BB08}"/>
              </a:ext>
            </a:extLst>
          </p:cNvPr>
          <p:cNvSpPr txBox="1"/>
          <p:nvPr/>
        </p:nvSpPr>
        <p:spPr>
          <a:xfrm>
            <a:off x="7136678" y="2921895"/>
            <a:ext cx="15550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Fractional Part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00D60508-FCE6-254C-AB22-B433E6168A6F}"/>
                  </a:ext>
                </a:extLst>
              </p:cNvPr>
              <p:cNvSpPr/>
              <p:nvPr/>
            </p:nvSpPr>
            <p:spPr>
              <a:xfrm>
                <a:off x="1828801" y="5385050"/>
                <a:ext cx="5923059" cy="670568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zh-CN" sz="2000" b="1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𝟏𝟎</m:t>
                      </m:r>
                      <m:r>
                        <a:rPr lang="en-US" sz="2000" b="1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𝟏𝟎𝟏</m:t>
                      </m:r>
                      <m:r>
                        <a:rPr lang="en-US" sz="2000" b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en-US" sz="2000" b="1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𝟏𝟎</m:t>
                      </m:r>
                      <m:sSub>
                        <m:sSubPr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𝟏</m:t>
                          </m:r>
                        </m:e>
                        <m:sub>
                          <m:r>
                            <a:rPr lang="en-US" sz="200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2000">
                              <a:latin typeface="Cambria Math" panose="02040503050406030204" pitchFamily="18" charset="0"/>
                            </a:rPr>
                            <m:t> </m:t>
                          </m:r>
                        </m:sub>
                      </m:sSub>
                      <m:r>
                        <a:rPr lang="en-US" sz="2000">
                          <a:latin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10101101</m:t>
                              </m:r>
                            </m:e>
                            <m:sub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num>
                        <m:den>
                          <m:sSup>
                            <m:sSupPr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  <m:sup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p>
                          </m:sSup>
                        </m:den>
                      </m:f>
                      <m:r>
                        <a:rPr lang="en-US" sz="2000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173</m:t>
                          </m:r>
                        </m:num>
                        <m:den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8</m:t>
                          </m:r>
                        </m:den>
                      </m:f>
                      <m:r>
                        <a:rPr lang="en-US" sz="20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000" i="1">
                          <a:latin typeface="Cambria Math" panose="02040503050406030204" pitchFamily="18" charset="0"/>
                        </a:rPr>
                        <m:t>21</m:t>
                      </m:r>
                      <m:r>
                        <a:rPr lang="en-US" sz="2000" i="1"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en-US" sz="2000" i="1">
                          <a:latin typeface="Cambria Math" panose="02040503050406030204" pitchFamily="18" charset="0"/>
                        </a:rPr>
                        <m:t>625</m:t>
                      </m:r>
                    </m:oMath>
                  </m:oMathPara>
                </a14:m>
                <a:endParaRPr lang="en-US" sz="1600" dirty="0"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00D60508-FCE6-254C-AB22-B433E6168A6F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28801" y="5385050"/>
                <a:ext cx="5923059" cy="670568"/>
              </a:xfrm>
              <a:prstGeom prst="rect">
                <a:avLst/>
              </a:prstGeom>
              <a:blipFill>
                <a:blip r:embed="rId4"/>
                <a:stretch>
                  <a:fillRect b="-740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5" name="Oval 14">
            <a:extLst>
              <a:ext uri="{FF2B5EF4-FFF2-40B4-BE49-F238E27FC236}">
                <a16:creationId xmlns:a16="http://schemas.microsoft.com/office/drawing/2014/main" id="{5C742A56-BC97-D34C-BEEC-4FBC71B7F89A}"/>
              </a:ext>
            </a:extLst>
          </p:cNvPr>
          <p:cNvSpPr/>
          <p:nvPr/>
        </p:nvSpPr>
        <p:spPr>
          <a:xfrm>
            <a:off x="6591300" y="2334248"/>
            <a:ext cx="76200" cy="76200"/>
          </a:xfrm>
          <a:prstGeom prst="ellipse">
            <a:avLst/>
          </a:prstGeom>
          <a:solidFill>
            <a:schemeClr val="bg1"/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800"/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D4D3C55D-5D39-C947-8F39-5654725F5B52}"/>
              </a:ext>
            </a:extLst>
          </p:cNvPr>
          <p:cNvCxnSpPr/>
          <p:nvPr/>
        </p:nvCxnSpPr>
        <p:spPr>
          <a:xfrm>
            <a:off x="6629400" y="2547166"/>
            <a:ext cx="0" cy="424634"/>
          </a:xfrm>
          <a:prstGeom prst="straightConnector1">
            <a:avLst/>
          </a:prstGeom>
          <a:ln w="19050"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AB0F79D3-4478-4D48-9D4D-6F44633C14AA}"/>
              </a:ext>
            </a:extLst>
          </p:cNvPr>
          <p:cNvSpPr txBox="1"/>
          <p:nvPr/>
        </p:nvSpPr>
        <p:spPr>
          <a:xfrm>
            <a:off x="6244520" y="2898752"/>
            <a:ext cx="76976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Radix </a:t>
            </a:r>
          </a:p>
          <a:p>
            <a:pPr algn="ctr"/>
            <a:r>
              <a:rPr lang="en-US" dirty="0"/>
              <a:t>Point</a:t>
            </a:r>
          </a:p>
        </p:txBody>
      </p:sp>
    </p:spTree>
    <p:extLst>
      <p:ext uri="{BB962C8B-B14F-4D97-AF65-F5344CB8AC3E}">
        <p14:creationId xmlns:p14="http://schemas.microsoft.com/office/powerpoint/2010/main" val="23036402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14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95B84E-23D7-EF42-AD9A-2FD16AB4D5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Converting Fixed-point </a:t>
            </a:r>
            <a:r>
              <a:rPr lang="en-US" dirty="0">
                <a:solidFill>
                  <a:srgbClr val="C00000"/>
                </a:solidFill>
              </a:rPr>
              <a:t>Q4.3</a:t>
            </a:r>
            <a:r>
              <a:rPr lang="en-US" dirty="0"/>
              <a:t> to Float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CF2B4A73-41F6-7242-AA10-FB202C6CE1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5</a:t>
            </a:fld>
            <a:endParaRPr kumimoji="0" lang="en-US" dirty="0"/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70FFBCBF-1E84-844F-A05E-70732418C1D8}"/>
              </a:ext>
            </a:extLst>
          </p:cNvPr>
          <p:cNvGraphicFramePr>
            <a:graphicFrameLocks noGrp="1"/>
          </p:cNvGraphicFramePr>
          <p:nvPr/>
        </p:nvGraphicFramePr>
        <p:xfrm>
          <a:off x="2819400" y="1676400"/>
          <a:ext cx="6096000" cy="85344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762000">
                  <a:extLst>
                    <a:ext uri="{9D8B030D-6E8A-4147-A177-3AD203B41FA5}">
                      <a16:colId xmlns:a16="http://schemas.microsoft.com/office/drawing/2014/main" val="1960872218"/>
                    </a:ext>
                  </a:extLst>
                </a:gridCol>
                <a:gridCol w="762000">
                  <a:extLst>
                    <a:ext uri="{9D8B030D-6E8A-4147-A177-3AD203B41FA5}">
                      <a16:colId xmlns:a16="http://schemas.microsoft.com/office/drawing/2014/main" val="3791203673"/>
                    </a:ext>
                  </a:extLst>
                </a:gridCol>
                <a:gridCol w="762000">
                  <a:extLst>
                    <a:ext uri="{9D8B030D-6E8A-4147-A177-3AD203B41FA5}">
                      <a16:colId xmlns:a16="http://schemas.microsoft.com/office/drawing/2014/main" val="1213616357"/>
                    </a:ext>
                  </a:extLst>
                </a:gridCol>
                <a:gridCol w="762000">
                  <a:extLst>
                    <a:ext uri="{9D8B030D-6E8A-4147-A177-3AD203B41FA5}">
                      <a16:colId xmlns:a16="http://schemas.microsoft.com/office/drawing/2014/main" val="2450239028"/>
                    </a:ext>
                  </a:extLst>
                </a:gridCol>
                <a:gridCol w="762000">
                  <a:extLst>
                    <a:ext uri="{9D8B030D-6E8A-4147-A177-3AD203B41FA5}">
                      <a16:colId xmlns:a16="http://schemas.microsoft.com/office/drawing/2014/main" val="2863618078"/>
                    </a:ext>
                  </a:extLst>
                </a:gridCol>
                <a:gridCol w="762000">
                  <a:extLst>
                    <a:ext uri="{9D8B030D-6E8A-4147-A177-3AD203B41FA5}">
                      <a16:colId xmlns:a16="http://schemas.microsoft.com/office/drawing/2014/main" val="261840296"/>
                    </a:ext>
                  </a:extLst>
                </a:gridCol>
                <a:gridCol w="762000">
                  <a:extLst>
                    <a:ext uri="{9D8B030D-6E8A-4147-A177-3AD203B41FA5}">
                      <a16:colId xmlns:a16="http://schemas.microsoft.com/office/drawing/2014/main" val="3880409052"/>
                    </a:ext>
                  </a:extLst>
                </a:gridCol>
                <a:gridCol w="762000">
                  <a:extLst>
                    <a:ext uri="{9D8B030D-6E8A-4147-A177-3AD203B41FA5}">
                      <a16:colId xmlns:a16="http://schemas.microsoft.com/office/drawing/2014/main" val="16676462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000" b="1" dirty="0">
                          <a:solidFill>
                            <a:srgbClr val="0000FF"/>
                          </a:solidFill>
                        </a:rPr>
                        <a:t>-2</a:t>
                      </a:r>
                      <a:r>
                        <a:rPr lang="en-US" sz="2000" b="1" baseline="30000" dirty="0">
                          <a:solidFill>
                            <a:srgbClr val="0000FF"/>
                          </a:solidFill>
                        </a:rPr>
                        <a:t>4</a:t>
                      </a:r>
                      <a:endParaRPr lang="en-US" sz="2000" b="1" baseline="30000" dirty="0">
                        <a:solidFill>
                          <a:srgbClr val="0000FF"/>
                        </a:solidFill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2</a:t>
                      </a:r>
                      <a:r>
                        <a:rPr lang="en-US" baseline="300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3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2</a:t>
                      </a:r>
                      <a:r>
                        <a:rPr lang="en-US" baseline="300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2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2</a:t>
                      </a:r>
                      <a:r>
                        <a:rPr lang="en-US" baseline="300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2</a:t>
                      </a:r>
                      <a:r>
                        <a:rPr lang="en-US" baseline="300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2</a:t>
                      </a:r>
                      <a:r>
                        <a:rPr lang="en-US" baseline="300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-1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2</a:t>
                      </a:r>
                      <a:r>
                        <a:rPr lang="en-US" baseline="300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-2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2</a:t>
                      </a:r>
                      <a:r>
                        <a:rPr lang="en-US" baseline="300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-3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415217256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2400" b="1" dirty="0">
                          <a:solidFill>
                            <a:schemeClr val="bg1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</a:t>
                      </a:r>
                      <a:endParaRPr lang="en-US" sz="2400" b="1" dirty="0">
                        <a:solidFill>
                          <a:schemeClr val="bg1"/>
                        </a:solidFill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2400" b="1" dirty="0">
                          <a:solidFill>
                            <a:schemeClr val="bg1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  <a:endParaRPr lang="en-US" sz="2400" b="1" dirty="0">
                        <a:solidFill>
                          <a:schemeClr val="bg1"/>
                        </a:solidFill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b="1" dirty="0">
                          <a:solidFill>
                            <a:schemeClr val="bg1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b="1" dirty="0">
                          <a:solidFill>
                            <a:schemeClr val="bg1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b="1" dirty="0">
                          <a:solidFill>
                            <a:schemeClr val="bg1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b="1" dirty="0">
                          <a:solidFill>
                            <a:schemeClr val="bg1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b="1" dirty="0">
                          <a:solidFill>
                            <a:schemeClr val="bg1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b="1" dirty="0">
                          <a:solidFill>
                            <a:schemeClr val="bg1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64455968"/>
                  </a:ext>
                </a:extLst>
              </a:tr>
            </a:tbl>
          </a:graphicData>
        </a:graphic>
      </p:graphicFrame>
      <p:sp>
        <p:nvSpPr>
          <p:cNvPr id="6" name="Oval 5">
            <a:extLst>
              <a:ext uri="{FF2B5EF4-FFF2-40B4-BE49-F238E27FC236}">
                <a16:creationId xmlns:a16="http://schemas.microsoft.com/office/drawing/2014/main" id="{572FC781-D6CA-B049-B604-EAA5CFCB5413}"/>
              </a:ext>
            </a:extLst>
          </p:cNvPr>
          <p:cNvSpPr/>
          <p:nvPr/>
        </p:nvSpPr>
        <p:spPr>
          <a:xfrm>
            <a:off x="6591300" y="2334248"/>
            <a:ext cx="76200" cy="76200"/>
          </a:xfrm>
          <a:prstGeom prst="ellipse">
            <a:avLst/>
          </a:prstGeom>
          <a:solidFill>
            <a:schemeClr val="bg1"/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80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DCD33914-E4FD-5A40-A0B8-5F8EF15AFA79}"/>
                  </a:ext>
                </a:extLst>
              </p:cNvPr>
              <p:cNvSpPr/>
              <p:nvPr/>
            </p:nvSpPr>
            <p:spPr>
              <a:xfrm>
                <a:off x="2385392" y="5465047"/>
                <a:ext cx="5923059" cy="670568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zh-CN" sz="2000" b="1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𝟏𝟎</m:t>
                      </m:r>
                      <m:r>
                        <a:rPr lang="en-US" sz="2000" b="1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𝟏𝟎𝟏</m:t>
                      </m:r>
                      <m:r>
                        <a:rPr lang="en-US" sz="2000" b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en-US" sz="2000" b="1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𝟏𝟎</m:t>
                      </m:r>
                      <m:sSub>
                        <m:sSubPr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𝟏</m:t>
                          </m:r>
                        </m:e>
                        <m:sub>
                          <m:r>
                            <a:rPr lang="en-US" sz="200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2000">
                              <a:latin typeface="Cambria Math" panose="02040503050406030204" pitchFamily="18" charset="0"/>
                            </a:rPr>
                            <m:t> </m:t>
                          </m:r>
                        </m:sub>
                      </m:sSub>
                      <m:r>
                        <a:rPr lang="en-US" sz="2000">
                          <a:latin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10101101</m:t>
                              </m:r>
                            </m:e>
                            <m:sub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num>
                        <m:den>
                          <m:sSup>
                            <m:sSupPr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  <m:sup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p>
                          </m:sSup>
                        </m:den>
                      </m:f>
                      <m:r>
                        <a:rPr lang="en-US" sz="2000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83</m:t>
                          </m:r>
                        </m:num>
                        <m:den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8</m:t>
                          </m:r>
                        </m:den>
                      </m:f>
                      <m:r>
                        <a:rPr lang="en-US" sz="2000" i="1">
                          <a:latin typeface="Cambria Math" panose="02040503050406030204" pitchFamily="18" charset="0"/>
                        </a:rPr>
                        <m:t>=−</m:t>
                      </m:r>
                      <m:r>
                        <a:rPr lang="en-US" sz="2000" i="1">
                          <a:latin typeface="Cambria Math" panose="02040503050406030204" pitchFamily="18" charset="0"/>
                        </a:rPr>
                        <m:t>10</m:t>
                      </m:r>
                      <m:r>
                        <a:rPr lang="en-US" sz="2000" i="1"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en-US" sz="2000" i="1">
                          <a:latin typeface="Cambria Math" panose="02040503050406030204" pitchFamily="18" charset="0"/>
                        </a:rPr>
                        <m:t>375</m:t>
                      </m:r>
                    </m:oMath>
                  </m:oMathPara>
                </a14:m>
                <a:endParaRPr lang="en-US" sz="1600" dirty="0"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DCD33914-E4FD-5A40-A0B8-5F8EF15AFA7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85392" y="5465047"/>
                <a:ext cx="5923059" cy="670568"/>
              </a:xfrm>
              <a:prstGeom prst="rect">
                <a:avLst/>
              </a:prstGeom>
              <a:blipFill>
                <a:blip r:embed="rId2"/>
                <a:stretch>
                  <a:fillRect b="-754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ight Brace 3">
            <a:extLst>
              <a:ext uri="{FF2B5EF4-FFF2-40B4-BE49-F238E27FC236}">
                <a16:creationId xmlns:a16="http://schemas.microsoft.com/office/drawing/2014/main" id="{41DCFD71-547D-294F-BA74-45C2EF4B531A}"/>
              </a:ext>
            </a:extLst>
          </p:cNvPr>
          <p:cNvSpPr/>
          <p:nvPr/>
        </p:nvSpPr>
        <p:spPr>
          <a:xfrm rot="5400000">
            <a:off x="4953000" y="1415834"/>
            <a:ext cx="228600" cy="2667000"/>
          </a:xfrm>
          <a:prstGeom prst="rightBrace">
            <a:avLst>
              <a:gd name="adj1" fmla="val 37550"/>
              <a:gd name="adj2" fmla="val 50000"/>
            </a:avLst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7B9FD32-5D8D-D44B-B333-A9AC97BC1092}"/>
              </a:ext>
            </a:extLst>
          </p:cNvPr>
          <p:cNvSpPr txBox="1"/>
          <p:nvPr/>
        </p:nvSpPr>
        <p:spPr>
          <a:xfrm>
            <a:off x="4405653" y="2908130"/>
            <a:ext cx="12969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Integer Part</a:t>
            </a:r>
          </a:p>
        </p:txBody>
      </p:sp>
      <p:sp>
        <p:nvSpPr>
          <p:cNvPr id="9" name="Right Brace 8">
            <a:extLst>
              <a:ext uri="{FF2B5EF4-FFF2-40B4-BE49-F238E27FC236}">
                <a16:creationId xmlns:a16="http://schemas.microsoft.com/office/drawing/2014/main" id="{A6A33F13-8E9F-354C-827C-6EE65EBEEA57}"/>
              </a:ext>
            </a:extLst>
          </p:cNvPr>
          <p:cNvSpPr/>
          <p:nvPr/>
        </p:nvSpPr>
        <p:spPr>
          <a:xfrm rot="5400000">
            <a:off x="7799898" y="1758735"/>
            <a:ext cx="228600" cy="1981200"/>
          </a:xfrm>
          <a:prstGeom prst="rightBrace">
            <a:avLst>
              <a:gd name="adj1" fmla="val 37550"/>
              <a:gd name="adj2" fmla="val 50000"/>
            </a:avLst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FA91736-9BB8-BA43-926F-CA096C87BB08}"/>
              </a:ext>
            </a:extLst>
          </p:cNvPr>
          <p:cNvSpPr txBox="1"/>
          <p:nvPr/>
        </p:nvSpPr>
        <p:spPr>
          <a:xfrm>
            <a:off x="7211218" y="2929074"/>
            <a:ext cx="15550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Fractional Part</a:t>
            </a: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6BB91D5A-1F0A-AC4F-84A6-703526DB75C1}"/>
              </a:ext>
            </a:extLst>
          </p:cNvPr>
          <p:cNvCxnSpPr/>
          <p:nvPr/>
        </p:nvCxnSpPr>
        <p:spPr>
          <a:xfrm>
            <a:off x="6629400" y="2547166"/>
            <a:ext cx="0" cy="424634"/>
          </a:xfrm>
          <a:prstGeom prst="straightConnector1">
            <a:avLst/>
          </a:prstGeom>
          <a:ln w="19050"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781B8BEC-94E1-1748-A70A-9D0C2996E3F2}"/>
              </a:ext>
            </a:extLst>
          </p:cNvPr>
          <p:cNvSpPr txBox="1"/>
          <p:nvPr/>
        </p:nvSpPr>
        <p:spPr>
          <a:xfrm>
            <a:off x="6244520" y="2898752"/>
            <a:ext cx="76976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Radix </a:t>
            </a:r>
          </a:p>
          <a:p>
            <a:pPr algn="ctr"/>
            <a:r>
              <a:rPr lang="en-US" dirty="0"/>
              <a:t>Point</a:t>
            </a: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B9ACDFB6-CB1C-F046-903B-0F6330D2B021}"/>
              </a:ext>
            </a:extLst>
          </p:cNvPr>
          <p:cNvCxnSpPr/>
          <p:nvPr/>
        </p:nvCxnSpPr>
        <p:spPr>
          <a:xfrm>
            <a:off x="3210692" y="2519967"/>
            <a:ext cx="0" cy="424634"/>
          </a:xfrm>
          <a:prstGeom prst="straightConnector1">
            <a:avLst/>
          </a:prstGeom>
          <a:ln w="19050"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5E32CB56-2FB8-054B-BFC2-1005E4FDFCEF}"/>
              </a:ext>
            </a:extLst>
          </p:cNvPr>
          <p:cNvSpPr txBox="1"/>
          <p:nvPr/>
        </p:nvSpPr>
        <p:spPr>
          <a:xfrm>
            <a:off x="2819401" y="2941060"/>
            <a:ext cx="78258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Signed</a:t>
            </a:r>
          </a:p>
          <a:p>
            <a:pPr algn="ctr"/>
            <a:r>
              <a:rPr lang="en-US" dirty="0"/>
              <a:t>Bit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7" name="Rectangle 16">
                <a:extLst>
                  <a:ext uri="{FF2B5EF4-FFF2-40B4-BE49-F238E27FC236}">
                    <a16:creationId xmlns:a16="http://schemas.microsoft.com/office/drawing/2014/main" id="{AFE825E6-FF9D-4C4C-BAD6-B7F97262EE21}"/>
                  </a:ext>
                </a:extLst>
              </p:cNvPr>
              <p:cNvSpPr/>
              <p:nvPr/>
            </p:nvSpPr>
            <p:spPr>
              <a:xfrm>
                <a:off x="2385392" y="3765766"/>
                <a:ext cx="8282609" cy="1547731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zh-CN" sz="2000" b="1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𝟏𝟎</m:t>
                      </m:r>
                      <m:r>
                        <a:rPr lang="en-US" sz="2000" b="1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𝟏𝟎𝟏</m:t>
                      </m:r>
                      <m:r>
                        <a:rPr lang="en-US" sz="2000" b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en-US" sz="2000" b="1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𝟏𝟎</m:t>
                      </m:r>
                      <m:sSub>
                        <m:sSubPr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𝟏</m:t>
                          </m:r>
                        </m:e>
                        <m:sub>
                          <m:r>
                            <a:rPr lang="en-US" sz="200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2000">
                              <a:latin typeface="Cambria Math" panose="02040503050406030204" pitchFamily="18" charset="0"/>
                            </a:rPr>
                            <m:t> </m:t>
                          </m:r>
                        </m:sub>
                      </m:sSub>
                    </m:oMath>
                  </m:oMathPara>
                </a14:m>
                <a:endParaRPr lang="en-US" sz="2000" i="1" dirty="0">
                  <a:latin typeface="Cambria Math" panose="02040503050406030204" pitchFamily="18" charset="0"/>
                </a:endParaRPr>
              </a:p>
              <a:p>
                <a:endParaRPr lang="en-US" sz="1600" dirty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sz="200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000" b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𝟏</m:t>
                      </m:r>
                      <m:r>
                        <a:rPr lang="en-US" sz="2000">
                          <a:latin typeface="Cambria Math" panose="02040503050406030204" pitchFamily="18" charset="0"/>
                        </a:rPr>
                        <m:t>×</m:t>
                      </m:r>
                      <m:d>
                        <m:dPr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b="1" i="1">
                              <a:solidFill>
                                <a:srgbClr val="0000FF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sSup>
                            <m:sSupPr>
                              <m:ctrlPr>
                                <a:rPr lang="en-US" sz="2000" b="1" i="1">
                                  <a:solidFill>
                                    <a:srgbClr val="0000FF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000" b="1" i="1">
                                  <a:solidFill>
                                    <a:srgbClr val="0000FF"/>
                                  </a:solidFill>
                                  <a:latin typeface="Cambria Math" panose="02040503050406030204" pitchFamily="18" charset="0"/>
                                </a:rPr>
                                <m:t>𝟐</m:t>
                              </m:r>
                            </m:e>
                            <m:sup>
                              <m:r>
                                <a:rPr lang="en-US" altLang="zh-CN" sz="2000" b="1" i="1">
                                  <a:solidFill>
                                    <a:srgbClr val="0000FF"/>
                                  </a:solidFill>
                                  <a:latin typeface="Cambria Math" panose="02040503050406030204" pitchFamily="18" charset="0"/>
                                </a:rPr>
                                <m:t>𝟒</m:t>
                              </m:r>
                            </m:sup>
                          </m:sSup>
                        </m:e>
                      </m:d>
                      <m:r>
                        <a:rPr lang="en-US" sz="200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sz="2000" b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𝟎</m:t>
                      </m:r>
                      <m:r>
                        <a:rPr lang="en-US" sz="2000">
                          <a:latin typeface="Cambria Math" panose="02040503050406030204" pitchFamily="18" charset="0"/>
                        </a:rPr>
                        <m:t>×</m:t>
                      </m:r>
                      <m:sSup>
                        <m:sSupPr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000">
                              <a:latin typeface="Cambria Math" panose="02040503050406030204" pitchFamily="18" charset="0"/>
                            </a:rPr>
                            <m:t>2</m:t>
                          </m:r>
                        </m:e>
                        <m:sup>
                          <m:r>
                            <a:rPr lang="en-US" sz="2000">
                              <a:latin typeface="Cambria Math" panose="02040503050406030204" pitchFamily="18" charset="0"/>
                            </a:rPr>
                            <m:t>3</m:t>
                          </m:r>
                        </m:sup>
                      </m:sSup>
                      <m:r>
                        <a:rPr lang="en-US" sz="200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sz="2000" b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𝟏</m:t>
                      </m:r>
                      <m:r>
                        <a:rPr lang="en-US" sz="2000">
                          <a:latin typeface="Cambria Math" panose="02040503050406030204" pitchFamily="18" charset="0"/>
                        </a:rPr>
                        <m:t>×</m:t>
                      </m:r>
                      <m:sSup>
                        <m:sSupPr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000">
                              <a:latin typeface="Cambria Math" panose="02040503050406030204" pitchFamily="18" charset="0"/>
                            </a:rPr>
                            <m:t>2</m:t>
                          </m:r>
                        </m:e>
                        <m:sup>
                          <m:r>
                            <a:rPr lang="en-US" sz="200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200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sz="2000" b="1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𝟎</m:t>
                      </m:r>
                      <m:r>
                        <a:rPr lang="en-US" sz="2000">
                          <a:latin typeface="Cambria Math" panose="02040503050406030204" pitchFamily="18" charset="0"/>
                        </a:rPr>
                        <m:t>×</m:t>
                      </m:r>
                      <m:sSup>
                        <m:sSupPr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000">
                              <a:latin typeface="Cambria Math" panose="02040503050406030204" pitchFamily="18" charset="0"/>
                            </a:rPr>
                            <m:t>2</m:t>
                          </m:r>
                        </m:e>
                        <m:sup>
                          <m:r>
                            <a:rPr lang="en-US" sz="2000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p>
                      <m:r>
                        <a:rPr lang="en-US" sz="200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sz="2000" b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𝟏</m:t>
                      </m:r>
                      <m:r>
                        <a:rPr lang="en-US" sz="2000">
                          <a:latin typeface="Cambria Math" panose="02040503050406030204" pitchFamily="18" charset="0"/>
                        </a:rPr>
                        <m:t>×</m:t>
                      </m:r>
                      <m:sSup>
                        <m:sSupPr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000">
                              <a:latin typeface="Cambria Math" panose="02040503050406030204" pitchFamily="18" charset="0"/>
                            </a:rPr>
                            <m:t>2</m:t>
                          </m:r>
                        </m:e>
                        <m:sup>
                          <m:r>
                            <a:rPr lang="en-US" sz="2000">
                              <a:latin typeface="Cambria Math" panose="02040503050406030204" pitchFamily="18" charset="0"/>
                            </a:rPr>
                            <m:t>0</m:t>
                          </m:r>
                        </m:sup>
                      </m:sSup>
                      <m:r>
                        <a:rPr lang="en-US" sz="200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sz="2000" b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𝟏</m:t>
                      </m:r>
                      <m:r>
                        <a:rPr lang="en-US" sz="2000">
                          <a:latin typeface="Cambria Math" panose="02040503050406030204" pitchFamily="18" charset="0"/>
                        </a:rPr>
                        <m:t>×</m:t>
                      </m:r>
                      <m:sSup>
                        <m:sSupPr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000">
                              <a:latin typeface="Cambria Math" panose="02040503050406030204" pitchFamily="18" charset="0"/>
                            </a:rPr>
                            <m:t>2</m:t>
                          </m:r>
                        </m:e>
                        <m:sup>
                          <m:r>
                            <a:rPr lang="en-US" sz="200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sz="2000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p>
                      <m:r>
                        <a:rPr lang="en-US" sz="200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sz="2000" b="1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𝟎</m:t>
                      </m:r>
                      <m:r>
                        <a:rPr lang="en-US" sz="2000">
                          <a:latin typeface="Cambria Math" panose="02040503050406030204" pitchFamily="18" charset="0"/>
                        </a:rPr>
                        <m:t>×</m:t>
                      </m:r>
                      <m:sSup>
                        <m:sSupPr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000">
                              <a:latin typeface="Cambria Math" panose="02040503050406030204" pitchFamily="18" charset="0"/>
                            </a:rPr>
                            <m:t>2</m:t>
                          </m:r>
                        </m:e>
                        <m:sup>
                          <m:r>
                            <a:rPr lang="en-US" sz="200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sz="200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200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sz="2000" b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𝟏</m:t>
                      </m:r>
                      <m:r>
                        <a:rPr lang="en-US" sz="2000">
                          <a:latin typeface="Cambria Math" panose="02040503050406030204" pitchFamily="18" charset="0"/>
                        </a:rPr>
                        <m:t>×</m:t>
                      </m:r>
                      <m:sSup>
                        <m:sSupPr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000">
                              <a:latin typeface="Cambria Math" panose="02040503050406030204" pitchFamily="18" charset="0"/>
                            </a:rPr>
                            <m:t>2</m:t>
                          </m:r>
                        </m:e>
                        <m:sup>
                          <m:r>
                            <a:rPr lang="en-US" sz="200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sz="2000">
                              <a:latin typeface="Cambria Math" panose="02040503050406030204" pitchFamily="18" charset="0"/>
                            </a:rPr>
                            <m:t>3</m:t>
                          </m:r>
                        </m:sup>
                      </m:sSup>
                      <m:r>
                        <a:rPr lang="en-US" sz="2000">
                          <a:latin typeface="Cambria Math" panose="02040503050406030204" pitchFamily="18" charset="0"/>
                        </a:rPr>
                        <m:t> </m:t>
                      </m:r>
                    </m:oMath>
                  </m:oMathPara>
                </a14:m>
                <a:endParaRPr lang="en-US" sz="2000" dirty="0">
                  <a:latin typeface="Cambria Math" panose="02040503050406030204" pitchFamily="18" charset="0"/>
                </a:endParaRPr>
              </a:p>
              <a:p>
                <a:endParaRPr lang="en-US" sz="1600" dirty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sz="200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zh-CN" sz="200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altLang="zh-CN" sz="2000">
                          <a:latin typeface="Cambria Math" panose="02040503050406030204" pitchFamily="18" charset="0"/>
                        </a:rPr>
                        <m:t>10</m:t>
                      </m:r>
                      <m:r>
                        <a:rPr lang="en-US" altLang="zh-CN" sz="2000"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en-US" altLang="zh-CN" sz="2000">
                          <a:latin typeface="Cambria Math" panose="02040503050406030204" pitchFamily="18" charset="0"/>
                        </a:rPr>
                        <m:t>375</m:t>
                      </m:r>
                    </m:oMath>
                  </m:oMathPara>
                </a14:m>
                <a:endParaRPr lang="en-US" sz="2000" dirty="0">
                  <a:solidFill>
                    <a:srgbClr val="0000FF"/>
                  </a:solidFill>
                </a:endParaRPr>
              </a:p>
            </p:txBody>
          </p:sp>
        </mc:Choice>
        <mc:Fallback xmlns="">
          <p:sp>
            <p:nvSpPr>
              <p:cNvPr id="17" name="Rectangle 16">
                <a:extLst>
                  <a:ext uri="{FF2B5EF4-FFF2-40B4-BE49-F238E27FC236}">
                    <a16:creationId xmlns:a16="http://schemas.microsoft.com/office/drawing/2014/main" id="{AFE825E6-FF9D-4C4C-BAD6-B7F97262EE2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85392" y="3765766"/>
                <a:ext cx="8282609" cy="1547731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6854130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17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94136" y="135890"/>
            <a:ext cx="8458200" cy="990600"/>
          </a:xfrm>
        </p:spPr>
        <p:txBody>
          <a:bodyPr>
            <a:normAutofit/>
          </a:bodyPr>
          <a:lstStyle/>
          <a:p>
            <a:r>
              <a:rPr lang="en-US" dirty="0">
                <a:solidFill>
                  <a:srgbClr val="C00000"/>
                </a:solidFill>
              </a:rPr>
              <a:t>U5.3</a:t>
            </a:r>
            <a:r>
              <a:rPr lang="en-US" dirty="0">
                <a:solidFill>
                  <a:srgbClr val="0000FF"/>
                </a:solidFill>
              </a:rPr>
              <a:t> </a:t>
            </a:r>
            <a:r>
              <a:rPr lang="en-US" dirty="0"/>
              <a:t>vs.</a:t>
            </a:r>
            <a:r>
              <a:rPr lang="en-US" dirty="0">
                <a:solidFill>
                  <a:srgbClr val="0000FF"/>
                </a:solidFill>
              </a:rPr>
              <a:t> </a:t>
            </a:r>
            <a:r>
              <a:rPr lang="en-US" dirty="0">
                <a:solidFill>
                  <a:srgbClr val="C00000"/>
                </a:solidFill>
              </a:rPr>
              <a:t>Q4.3</a:t>
            </a:r>
            <a:endParaRPr lang="en-US" b="1" dirty="0">
              <a:solidFill>
                <a:srgbClr val="C00000"/>
              </a:solidFill>
            </a:endParaRP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6</a:t>
            </a:fld>
            <a:endParaRPr kumimoji="0"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6393" y="4248849"/>
            <a:ext cx="5867400" cy="1054502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588CFBB5-1212-601B-2237-368E039FFF71}"/>
                  </a:ext>
                </a:extLst>
              </p:cNvPr>
              <p:cNvSpPr/>
              <p:nvPr/>
            </p:nvSpPr>
            <p:spPr>
              <a:xfrm>
                <a:off x="7043919" y="4248849"/>
                <a:ext cx="2593787" cy="461665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1" i="1">
                          <a:latin typeface="Cambria Math"/>
                        </a:rPr>
                        <m:t>𝒇</m:t>
                      </m:r>
                      <m:r>
                        <a:rPr lang="en-US" sz="2400" b="1" i="1">
                          <a:latin typeface="Cambria Math"/>
                        </a:rPr>
                        <m:t>=</m:t>
                      </m:r>
                      <m:sSub>
                        <m:sSubPr>
                          <m:ctrlPr>
                            <a:rPr lang="en-US" sz="2400" b="1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1" i="1">
                              <a:latin typeface="Cambria Math"/>
                            </a:rPr>
                            <m:t>𝑨</m:t>
                          </m:r>
                        </m:e>
                        <m:sub>
                          <m:r>
                            <a:rPr lang="en-US" sz="2400" b="1" i="1">
                              <a:latin typeface="Cambria Math"/>
                            </a:rPr>
                            <m:t>𝒉</m:t>
                          </m:r>
                        </m:sub>
                      </m:sSub>
                      <m:r>
                        <a:rPr lang="en-US" sz="2400" b="1" i="1">
                          <a:latin typeface="Cambria Math"/>
                        </a:rPr>
                        <m:t>+</m:t>
                      </m:r>
                      <m:sSub>
                        <m:sSubPr>
                          <m:ctrlPr>
                            <a:rPr lang="en-US" sz="2400" b="1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1" i="1">
                              <a:latin typeface="Cambria Math"/>
                            </a:rPr>
                            <m:t>𝑨</m:t>
                          </m:r>
                        </m:e>
                        <m:sub>
                          <m:r>
                            <a:rPr lang="en-US" sz="2400" b="1" i="1">
                              <a:latin typeface="Cambria Math"/>
                            </a:rPr>
                            <m:t>𝒍</m:t>
                          </m:r>
                        </m:sub>
                      </m:sSub>
                      <m:r>
                        <a:rPr lang="en-US" sz="2400" b="1" i="1">
                          <a:latin typeface="Cambria Math"/>
                        </a:rPr>
                        <m:t>×</m:t>
                      </m:r>
                      <m:sSup>
                        <m:sSupPr>
                          <m:ctrlPr>
                            <a:rPr lang="en-US" sz="2400" b="1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1" i="1">
                              <a:latin typeface="Cambria Math"/>
                            </a:rPr>
                            <m:t>𝟐</m:t>
                          </m:r>
                        </m:e>
                        <m:sup>
                          <m:r>
                            <a:rPr lang="en-US" sz="2400" b="1" i="1">
                              <a:latin typeface="Cambria Math"/>
                            </a:rPr>
                            <m:t>−</m:t>
                          </m:r>
                          <m:r>
                            <a:rPr lang="en-US" sz="2400" b="1" i="1">
                              <a:latin typeface="Cambria Math"/>
                            </a:rPr>
                            <m:t>𝒏</m:t>
                          </m:r>
                        </m:sup>
                      </m:sSup>
                    </m:oMath>
                  </m:oMathPara>
                </a14:m>
                <a:endParaRPr lang="en-US" sz="2400" b="1" dirty="0"/>
              </a:p>
            </p:txBody>
          </p:sp>
        </mc:Choice>
        <mc:Fallback xmlns=""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588CFBB5-1212-601B-2237-368E039FFF7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43919" y="4248849"/>
                <a:ext cx="2593787" cy="461665"/>
              </a:xfrm>
              <a:prstGeom prst="rect">
                <a:avLst/>
              </a:prstGeom>
              <a:blipFill>
                <a:blip r:embed="rId3"/>
                <a:stretch>
                  <a:fillRect l="-1878" b="-1842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8FAE8020-4EB0-3A3C-B817-2E0CDD071A13}"/>
                  </a:ext>
                </a:extLst>
              </p:cNvPr>
              <p:cNvSpPr/>
              <p:nvPr/>
            </p:nvSpPr>
            <p:spPr>
              <a:xfrm>
                <a:off x="6967720" y="1927826"/>
                <a:ext cx="2593787" cy="461665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1" i="1">
                          <a:latin typeface="Cambria Math"/>
                        </a:rPr>
                        <m:t>𝒇</m:t>
                      </m:r>
                      <m:r>
                        <a:rPr lang="en-US" sz="2400" b="1" i="1">
                          <a:latin typeface="Cambria Math"/>
                        </a:rPr>
                        <m:t>=</m:t>
                      </m:r>
                      <m:sSub>
                        <m:sSubPr>
                          <m:ctrlPr>
                            <a:rPr lang="en-US" sz="2400" b="1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1" i="1">
                              <a:latin typeface="Cambria Math"/>
                            </a:rPr>
                            <m:t>𝑨</m:t>
                          </m:r>
                        </m:e>
                        <m:sub>
                          <m:r>
                            <a:rPr lang="en-US" sz="2400" b="1" i="1">
                              <a:latin typeface="Cambria Math"/>
                            </a:rPr>
                            <m:t>𝒉</m:t>
                          </m:r>
                        </m:sub>
                      </m:sSub>
                      <m:r>
                        <a:rPr lang="en-US" sz="2400" b="1" i="1">
                          <a:latin typeface="Cambria Math"/>
                        </a:rPr>
                        <m:t>+</m:t>
                      </m:r>
                      <m:sSub>
                        <m:sSubPr>
                          <m:ctrlPr>
                            <a:rPr lang="en-US" sz="2400" b="1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1" i="1">
                              <a:latin typeface="Cambria Math"/>
                            </a:rPr>
                            <m:t>𝑨</m:t>
                          </m:r>
                        </m:e>
                        <m:sub>
                          <m:r>
                            <a:rPr lang="en-US" sz="2400" b="1" i="1">
                              <a:latin typeface="Cambria Math"/>
                            </a:rPr>
                            <m:t>𝒍</m:t>
                          </m:r>
                        </m:sub>
                      </m:sSub>
                      <m:r>
                        <a:rPr lang="en-US" sz="2400" b="1" i="1">
                          <a:latin typeface="Cambria Math"/>
                        </a:rPr>
                        <m:t>×</m:t>
                      </m:r>
                      <m:sSup>
                        <m:sSupPr>
                          <m:ctrlPr>
                            <a:rPr lang="en-US" sz="2400" b="1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1" i="1">
                              <a:latin typeface="Cambria Math"/>
                            </a:rPr>
                            <m:t>𝟐</m:t>
                          </m:r>
                        </m:e>
                        <m:sup>
                          <m:r>
                            <a:rPr lang="en-US" sz="2400" b="1" i="1">
                              <a:latin typeface="Cambria Math"/>
                            </a:rPr>
                            <m:t>−</m:t>
                          </m:r>
                          <m:r>
                            <a:rPr lang="en-US" sz="2400" b="1" i="1">
                              <a:latin typeface="Cambria Math"/>
                            </a:rPr>
                            <m:t>𝒏</m:t>
                          </m:r>
                        </m:sup>
                      </m:sSup>
                    </m:oMath>
                  </m:oMathPara>
                </a14:m>
                <a:endParaRPr lang="en-US" sz="2400" b="1" dirty="0"/>
              </a:p>
            </p:txBody>
          </p:sp>
        </mc:Choice>
        <mc:Fallback xmlns=""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8FAE8020-4EB0-3A3C-B817-2E0CDD071A1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67720" y="1927826"/>
                <a:ext cx="2593787" cy="461665"/>
              </a:xfrm>
              <a:prstGeom prst="rect">
                <a:avLst/>
              </a:prstGeom>
              <a:blipFill>
                <a:blip r:embed="rId4"/>
                <a:stretch>
                  <a:fillRect l="-2118" b="-1842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7" name="Picture 6">
            <a:extLst>
              <a:ext uri="{FF2B5EF4-FFF2-40B4-BE49-F238E27FC236}">
                <a16:creationId xmlns:a16="http://schemas.microsoft.com/office/drawing/2014/main" id="{F26A787C-D5E8-DF93-A947-D5D06F2FA2D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414395" y="1488654"/>
            <a:ext cx="4235944" cy="2015551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0786CA58-35DC-35A0-59CB-E995AC9A6AC0}"/>
                  </a:ext>
                </a:extLst>
              </p:cNvPr>
              <p:cNvSpPr/>
              <p:nvPr/>
            </p:nvSpPr>
            <p:spPr>
              <a:xfrm>
                <a:off x="6815319" y="2387698"/>
                <a:ext cx="4276725" cy="461665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smtClean="0">
                          <a:latin typeface="Cambria Math"/>
                        </a:rPr>
                        <m:t>101</m:t>
                      </m:r>
                      <m:r>
                        <a:rPr lang="en-US" sz="2400">
                          <a:latin typeface="Cambria Math"/>
                        </a:rPr>
                        <m:t>01</m:t>
                      </m:r>
                      <m:r>
                        <a:rPr lang="en-US" sz="2400">
                          <a:latin typeface="Cambria Math"/>
                        </a:rPr>
                        <m:t>.</m:t>
                      </m:r>
                      <m:r>
                        <a:rPr lang="en-US" sz="2400">
                          <a:latin typeface="Cambria Math"/>
                        </a:rPr>
                        <m:t>10</m:t>
                      </m:r>
                      <m:sSub>
                        <m:sSub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>
                              <a:latin typeface="Cambria Math"/>
                            </a:rPr>
                            <m:t>1</m:t>
                          </m:r>
                        </m:e>
                        <m:sub>
                          <m:r>
                            <a:rPr lang="en-US" sz="2400">
                              <a:latin typeface="Cambria Math"/>
                            </a:rPr>
                            <m:t>2</m:t>
                          </m:r>
                          <m:r>
                            <a:rPr lang="en-US" sz="2400">
                              <a:latin typeface="Cambria Math"/>
                            </a:rPr>
                            <m:t> </m:t>
                          </m:r>
                        </m:sub>
                      </m:sSub>
                      <m:r>
                        <a:rPr lang="en-US" sz="2400">
                          <a:latin typeface="Cambria Math"/>
                        </a:rPr>
                        <m:t>= </m:t>
                      </m:r>
                      <m:sSub>
                        <m:sSub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>
                              <a:latin typeface="Cambria Math"/>
                            </a:rPr>
                            <m:t>𝐴</m:t>
                          </m:r>
                        </m:e>
                        <m:sub>
                          <m:r>
                            <a:rPr lang="en-US" sz="2400" i="1">
                              <a:latin typeface="Cambria Math"/>
                            </a:rPr>
                            <m:t>h</m:t>
                          </m:r>
                        </m:sub>
                      </m:sSub>
                      <m:r>
                        <a:rPr lang="en-US" sz="2400" i="1">
                          <a:latin typeface="Cambria Math"/>
                        </a:rPr>
                        <m:t>+</m:t>
                      </m:r>
                      <m:sSub>
                        <m:sSub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>
                              <a:latin typeface="Cambria Math"/>
                            </a:rPr>
                            <m:t>𝐴</m:t>
                          </m:r>
                        </m:e>
                        <m:sub>
                          <m:r>
                            <a:rPr lang="en-US" sz="2400" i="1">
                              <a:latin typeface="Cambria Math"/>
                            </a:rPr>
                            <m:t>𝑙</m:t>
                          </m:r>
                        </m:sub>
                      </m:sSub>
                      <m:r>
                        <a:rPr lang="en-US" sz="2400" i="1">
                          <a:latin typeface="Cambria Math"/>
                        </a:rPr>
                        <m:t>×</m:t>
                      </m:r>
                      <m:sSup>
                        <m:sSup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i="1">
                              <a:latin typeface="Cambria Math"/>
                            </a:rPr>
                            <m:t>2</m:t>
                          </m:r>
                        </m:e>
                        <m:sup>
                          <m:r>
                            <a:rPr lang="en-US" sz="2400" i="1">
                              <a:latin typeface="Cambria Math"/>
                            </a:rPr>
                            <m:t>−</m:t>
                          </m:r>
                          <m:r>
                            <a:rPr lang="en-US" sz="2400" i="1">
                              <a:latin typeface="Cambria Math"/>
                            </a:rPr>
                            <m:t>3</m:t>
                          </m:r>
                        </m:sup>
                      </m:sSup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0786CA58-35DC-35A0-59CB-E995AC9A6AC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15319" y="2387698"/>
                <a:ext cx="4276725" cy="461665"/>
              </a:xfrm>
              <a:prstGeom prst="rect">
                <a:avLst/>
              </a:prstGeom>
              <a:blipFill>
                <a:blip r:embed="rId6"/>
                <a:stretch>
                  <a:fillRect b="-4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E1728BAD-20A6-C549-3961-871A98BB8BD5}"/>
                  </a:ext>
                </a:extLst>
              </p:cNvPr>
              <p:cNvSpPr/>
              <p:nvPr/>
            </p:nvSpPr>
            <p:spPr>
              <a:xfrm>
                <a:off x="8570829" y="2916633"/>
                <a:ext cx="2155783" cy="461665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>
                          <a:latin typeface="Cambria Math"/>
                        </a:rPr>
                        <m:t>=</m:t>
                      </m:r>
                      <m:r>
                        <a:rPr lang="en-US" sz="2400">
                          <a:latin typeface="Cambria Math"/>
                        </a:rPr>
                        <m:t>21</m:t>
                      </m:r>
                      <m:r>
                        <a:rPr lang="en-US" sz="2400">
                          <a:latin typeface="Cambria Math"/>
                        </a:rPr>
                        <m:t>+</m:t>
                      </m:r>
                      <m:r>
                        <a:rPr lang="en-US" sz="2400">
                          <a:latin typeface="Cambria Math"/>
                        </a:rPr>
                        <m:t>5</m:t>
                      </m:r>
                      <m:r>
                        <a:rPr lang="en-US" sz="2400" i="1">
                          <a:latin typeface="Cambria Math"/>
                        </a:rPr>
                        <m:t>×</m:t>
                      </m:r>
                      <m:sSup>
                        <m:sSup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i="1">
                              <a:latin typeface="Cambria Math"/>
                            </a:rPr>
                            <m:t>2</m:t>
                          </m:r>
                        </m:e>
                        <m:sup>
                          <m:r>
                            <a:rPr lang="en-US" sz="2400" i="1">
                              <a:latin typeface="Cambria Math"/>
                            </a:rPr>
                            <m:t>−</m:t>
                          </m:r>
                          <m:r>
                            <a:rPr lang="en-US" sz="2400" i="1">
                              <a:latin typeface="Cambria Math"/>
                            </a:rPr>
                            <m:t>3</m:t>
                          </m:r>
                        </m:sup>
                      </m:sSup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E1728BAD-20A6-C549-3961-871A98BB8BD5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70829" y="2916633"/>
                <a:ext cx="2155783" cy="461665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A48B9F24-9B86-C996-2235-D44777E997D0}"/>
                  </a:ext>
                </a:extLst>
              </p:cNvPr>
              <p:cNvSpPr/>
              <p:nvPr/>
            </p:nvSpPr>
            <p:spPr>
              <a:xfrm>
                <a:off x="8605009" y="3450033"/>
                <a:ext cx="1496435" cy="461665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>
                          <a:latin typeface="Cambria Math"/>
                        </a:rPr>
                        <m:t>=</m:t>
                      </m:r>
                      <m:r>
                        <a:rPr lang="en-US" sz="2400">
                          <a:latin typeface="Cambria Math"/>
                        </a:rPr>
                        <m:t>21</m:t>
                      </m:r>
                      <m:r>
                        <a:rPr lang="en-US" sz="2400">
                          <a:latin typeface="Cambria Math"/>
                        </a:rPr>
                        <m:t>.</m:t>
                      </m:r>
                      <m:r>
                        <a:rPr lang="en-US" sz="2400">
                          <a:latin typeface="Cambria Math"/>
                        </a:rPr>
                        <m:t>625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A48B9F24-9B86-C996-2235-D44777E997D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05009" y="3450033"/>
                <a:ext cx="1496435" cy="461665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0F545598-B5FA-FE94-4620-A1EE2EC37783}"/>
                  </a:ext>
                </a:extLst>
              </p:cNvPr>
              <p:cNvSpPr/>
              <p:nvPr/>
            </p:nvSpPr>
            <p:spPr>
              <a:xfrm>
                <a:off x="7043919" y="4768704"/>
                <a:ext cx="4276725" cy="461665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smtClean="0">
                          <a:latin typeface="Cambria Math"/>
                        </a:rPr>
                        <m:t>101</m:t>
                      </m:r>
                      <m:r>
                        <a:rPr lang="en-US" sz="2400">
                          <a:latin typeface="Cambria Math"/>
                        </a:rPr>
                        <m:t>01</m:t>
                      </m:r>
                      <m:r>
                        <a:rPr lang="en-US" sz="2400">
                          <a:latin typeface="Cambria Math"/>
                        </a:rPr>
                        <m:t>.</m:t>
                      </m:r>
                      <m:r>
                        <a:rPr lang="en-US" sz="2400">
                          <a:latin typeface="Cambria Math"/>
                        </a:rPr>
                        <m:t>10</m:t>
                      </m:r>
                      <m:sSub>
                        <m:sSub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>
                              <a:latin typeface="Cambria Math"/>
                            </a:rPr>
                            <m:t>1</m:t>
                          </m:r>
                        </m:e>
                        <m:sub>
                          <m:r>
                            <a:rPr lang="en-US" sz="2400">
                              <a:latin typeface="Cambria Math"/>
                            </a:rPr>
                            <m:t>2</m:t>
                          </m:r>
                          <m:r>
                            <a:rPr lang="en-US" sz="2400">
                              <a:latin typeface="Cambria Math"/>
                            </a:rPr>
                            <m:t> </m:t>
                          </m:r>
                        </m:sub>
                      </m:sSub>
                      <m:r>
                        <a:rPr lang="en-US" sz="2400">
                          <a:latin typeface="Cambria Math"/>
                        </a:rPr>
                        <m:t>= </m:t>
                      </m:r>
                      <m:sSub>
                        <m:sSub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>
                              <a:latin typeface="Cambria Math"/>
                            </a:rPr>
                            <m:t>𝐴</m:t>
                          </m:r>
                        </m:e>
                        <m:sub>
                          <m:r>
                            <a:rPr lang="en-US" sz="2400" i="1">
                              <a:latin typeface="Cambria Math"/>
                            </a:rPr>
                            <m:t>h</m:t>
                          </m:r>
                        </m:sub>
                      </m:sSub>
                      <m:r>
                        <a:rPr lang="en-US" sz="2400" i="1">
                          <a:latin typeface="Cambria Math"/>
                        </a:rPr>
                        <m:t>+</m:t>
                      </m:r>
                      <m:sSub>
                        <m:sSub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>
                              <a:latin typeface="Cambria Math"/>
                            </a:rPr>
                            <m:t>𝐴</m:t>
                          </m:r>
                        </m:e>
                        <m:sub>
                          <m:r>
                            <a:rPr lang="en-US" sz="2400" i="1">
                              <a:latin typeface="Cambria Math"/>
                            </a:rPr>
                            <m:t>𝑙</m:t>
                          </m:r>
                        </m:sub>
                      </m:sSub>
                      <m:r>
                        <a:rPr lang="en-US" sz="2400" i="1">
                          <a:latin typeface="Cambria Math"/>
                        </a:rPr>
                        <m:t>×</m:t>
                      </m:r>
                      <m:sSup>
                        <m:sSup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i="1">
                              <a:latin typeface="Cambria Math"/>
                            </a:rPr>
                            <m:t>2</m:t>
                          </m:r>
                        </m:e>
                        <m:sup>
                          <m:r>
                            <a:rPr lang="en-US" sz="2400" i="1">
                              <a:latin typeface="Cambria Math"/>
                            </a:rPr>
                            <m:t>−</m:t>
                          </m:r>
                          <m:r>
                            <a:rPr lang="en-US" sz="2400" i="1">
                              <a:latin typeface="Cambria Math"/>
                            </a:rPr>
                            <m:t>3</m:t>
                          </m:r>
                        </m:sup>
                      </m:sSup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0F545598-B5FA-FE94-4620-A1EE2EC3778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43919" y="4768704"/>
                <a:ext cx="4276725" cy="461665"/>
              </a:xfrm>
              <a:prstGeom prst="rect">
                <a:avLst/>
              </a:prstGeom>
              <a:blipFill>
                <a:blip r:embed="rId9"/>
                <a:stretch>
                  <a:fillRect b="-394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31A8DD24-1DA5-CB13-6660-A497481550D9}"/>
                  </a:ext>
                </a:extLst>
              </p:cNvPr>
              <p:cNvSpPr/>
              <p:nvPr/>
            </p:nvSpPr>
            <p:spPr>
              <a:xfrm>
                <a:off x="8799429" y="5297639"/>
                <a:ext cx="2521844" cy="461665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smtClean="0">
                          <a:latin typeface="Cambria Math"/>
                        </a:rPr>
                        <m:t>=</m:t>
                      </m:r>
                      <m:r>
                        <a:rPr lang="en-US" sz="2400" b="0" i="0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sz="2400" b="0" i="0" smtClean="0">
                          <a:latin typeface="Cambria Math" panose="02040503050406030204" pitchFamily="18" charset="0"/>
                        </a:rPr>
                        <m:t>11</m:t>
                      </m:r>
                      <m:r>
                        <a:rPr lang="en-US" sz="2400">
                          <a:latin typeface="Cambria Math"/>
                        </a:rPr>
                        <m:t>+</m:t>
                      </m:r>
                      <m:r>
                        <a:rPr lang="en-US" sz="2400">
                          <a:latin typeface="Cambria Math"/>
                        </a:rPr>
                        <m:t>5</m:t>
                      </m:r>
                      <m:r>
                        <a:rPr lang="en-US" sz="2400" i="1">
                          <a:latin typeface="Cambria Math"/>
                        </a:rPr>
                        <m:t>×</m:t>
                      </m:r>
                      <m:sSup>
                        <m:sSup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i="1">
                              <a:latin typeface="Cambria Math"/>
                            </a:rPr>
                            <m:t>2</m:t>
                          </m:r>
                        </m:e>
                        <m:sup>
                          <m:r>
                            <a:rPr lang="en-US" sz="2400" i="1">
                              <a:latin typeface="Cambria Math"/>
                            </a:rPr>
                            <m:t>−</m:t>
                          </m:r>
                          <m:r>
                            <a:rPr lang="en-US" sz="2400" i="1">
                              <a:latin typeface="Cambria Math"/>
                            </a:rPr>
                            <m:t>3</m:t>
                          </m:r>
                        </m:sup>
                      </m:sSup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31A8DD24-1DA5-CB13-6660-A497481550D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799429" y="5297639"/>
                <a:ext cx="2521844" cy="461665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CAE22E4F-AFA9-45D6-550A-06ADB794B1A9}"/>
                  </a:ext>
                </a:extLst>
              </p:cNvPr>
              <p:cNvSpPr/>
              <p:nvPr/>
            </p:nvSpPr>
            <p:spPr>
              <a:xfrm>
                <a:off x="8833609" y="5831039"/>
                <a:ext cx="1725664" cy="461665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smtClean="0">
                          <a:latin typeface="Cambria Math"/>
                        </a:rPr>
                        <m:t>=</m:t>
                      </m:r>
                      <m:r>
                        <a:rPr lang="en-US" sz="2400" b="0" i="0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sz="2400" b="0" i="0" smtClean="0">
                          <a:latin typeface="Cambria Math" panose="02040503050406030204" pitchFamily="18" charset="0"/>
                        </a:rPr>
                        <m:t>10</m:t>
                      </m:r>
                      <m:r>
                        <a:rPr lang="en-US" sz="2400" b="0" i="0" smtClean="0"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en-US" sz="2400" b="0" i="0" smtClean="0">
                          <a:latin typeface="Cambria Math" panose="02040503050406030204" pitchFamily="18" charset="0"/>
                        </a:rPr>
                        <m:t>375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CAE22E4F-AFA9-45D6-550A-06ADB794B1A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833609" y="5831039"/>
                <a:ext cx="1725664" cy="461665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5" name="TextBox 14">
            <a:extLst>
              <a:ext uri="{FF2B5EF4-FFF2-40B4-BE49-F238E27FC236}">
                <a16:creationId xmlns:a16="http://schemas.microsoft.com/office/drawing/2014/main" id="{D5F8D846-E86A-6AC9-7F97-F7A2747DA131}"/>
              </a:ext>
            </a:extLst>
          </p:cNvPr>
          <p:cNvSpPr txBox="1"/>
          <p:nvPr/>
        </p:nvSpPr>
        <p:spPr>
          <a:xfrm>
            <a:off x="560533" y="3879517"/>
            <a:ext cx="419189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Signed Fixed-point Representation </a:t>
            </a:r>
            <a:r>
              <a:rPr lang="en-US" b="1" dirty="0" err="1">
                <a:solidFill>
                  <a:srgbClr val="C00000"/>
                </a:solidFill>
              </a:rPr>
              <a:t>Qm.n</a:t>
            </a:r>
            <a:endParaRPr lang="en-US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367B1F1-0089-5E89-6DC4-7AA2C4B2AA6A}"/>
              </a:ext>
            </a:extLst>
          </p:cNvPr>
          <p:cNvSpPr txBox="1"/>
          <p:nvPr/>
        </p:nvSpPr>
        <p:spPr>
          <a:xfrm>
            <a:off x="534632" y="1254452"/>
            <a:ext cx="434216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Unsigned Fixed-point Representation </a:t>
            </a:r>
            <a:r>
              <a:rPr lang="en-US" b="1" dirty="0" err="1">
                <a:solidFill>
                  <a:srgbClr val="C00000"/>
                </a:solidFill>
              </a:rPr>
              <a:t>Um.n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9078652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66D74F-45C0-6BB9-583C-6A413F518C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Two Ways of Calculating Two’s Complement (integer) 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0655359D-93B9-F45E-EC22-0CF1557A8E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7</a:t>
            </a:fld>
            <a:endParaRPr kumimoji="0"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A8EC4C54-027C-6745-109D-55B118BE5E14}"/>
                  </a:ext>
                </a:extLst>
              </p:cNvPr>
              <p:cNvSpPr>
                <a:spLocks noGrp="1"/>
              </p:cNvSpPr>
              <p:nvPr>
                <p:ph sz="quarter" idx="1"/>
              </p:nvPr>
            </p:nvSpPr>
            <p:spPr/>
            <p:txBody>
              <a:bodyPr/>
              <a:lstStyle/>
              <a:p>
                <a:r>
                  <a:rPr lang="en-US" sz="2800" dirty="0"/>
                  <a:t>Convert </a:t>
                </a:r>
                <a14:m>
                  <m:oMath xmlns:m="http://schemas.openxmlformats.org/officeDocument/2006/math">
                    <m:r>
                      <a:rPr lang="en-US" sz="2800">
                        <a:latin typeface="Cambria Math"/>
                      </a:rPr>
                      <m:t>10101</m:t>
                    </m:r>
                  </m:oMath>
                </a14:m>
                <a:r>
                  <a:rPr lang="en-US" dirty="0"/>
                  <a:t> into decimal with Two’s Complement notation’</a:t>
                </a:r>
              </a:p>
              <a:p>
                <a:r>
                  <a:rPr lang="en-US" dirty="0"/>
                  <a:t>Method 1, invert bits and add 1:</a:t>
                </a:r>
              </a:p>
              <a:p>
                <a:pPr lvl="1"/>
                <a:r>
                  <a:rPr lang="en-US" dirty="0"/>
                  <a:t>01010 + 1 = 01011 = 11 in decimal, hence 10101 = -11 in decimal</a:t>
                </a:r>
              </a:p>
              <a:p>
                <a:r>
                  <a:rPr lang="en-US" dirty="0"/>
                  <a:t>Method 2, calculate directly: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𝟏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×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−</m:t>
                        </m:r>
                        <m:sSup>
                          <m:sSu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𝟐</m:t>
                            </m:r>
                          </m:e>
                          <m:sup>
                            <m:r>
                              <a:rPr lang="en-US" altLang="zh-CN" i="1">
                                <a:latin typeface="Cambria Math" panose="02040503050406030204" pitchFamily="18" charset="0"/>
                              </a:rPr>
                              <m:t>𝟒</m:t>
                            </m:r>
                          </m:sup>
                        </m:sSup>
                      </m:e>
                    </m:d>
                    <m:r>
                      <a:rPr lang="en-US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𝟎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×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3</m:t>
                        </m:r>
                      </m:sup>
                    </m:sSup>
                    <m:r>
                      <a:rPr lang="en-US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𝟏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×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𝟎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×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p>
                    <m:r>
                      <a:rPr lang="en-US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𝟏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×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0</m:t>
                        </m:r>
                      </m:sup>
                    </m:sSup>
                    <m:r>
                      <a:rPr lang="en-US" i="1">
                        <a:latin typeface="Cambria Math" panose="02040503050406030204" pitchFamily="18" charset="0"/>
                      </a:rPr>
                      <m:t>=−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16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4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1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=−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11</m:t>
                    </m:r>
                  </m:oMath>
                </a14:m>
                <a:r>
                  <a:rPr lang="en-US" dirty="0"/>
                  <a:t> in decimal</a:t>
                </a: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A8EC4C54-027C-6745-109D-55B118BE5E1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"/>
              </p:nvPr>
            </p:nvSpPr>
            <p:spPr>
              <a:blipFill>
                <a:blip r:embed="rId2"/>
                <a:stretch>
                  <a:fillRect l="-556" t="-123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16131098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0" y="135890"/>
            <a:ext cx="8458200" cy="990600"/>
          </a:xfrm>
        </p:spPr>
        <p:txBody>
          <a:bodyPr>
            <a:normAutofit/>
          </a:bodyPr>
          <a:lstStyle/>
          <a:p>
            <a:r>
              <a:rPr lang="en-US" dirty="0"/>
              <a:t>Convert Float to Fixed-point </a:t>
            </a:r>
            <a:r>
              <a:rPr lang="en-US" dirty="0">
                <a:solidFill>
                  <a:srgbClr val="C00000"/>
                </a:solidFill>
              </a:rPr>
              <a:t>UQ4.12</a:t>
            </a:r>
            <a:endParaRPr lang="en-US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8</a:t>
            </a:fld>
            <a:endParaRPr kumimoji="0"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3"/>
              <p:cNvSpPr>
                <a:spLocks noGrp="1"/>
              </p:cNvSpPr>
              <p:nvPr>
                <p:ph sz="quarter" idx="1"/>
              </p:nvPr>
            </p:nvSpPr>
            <p:spPr>
              <a:xfrm>
                <a:off x="685800" y="3352800"/>
                <a:ext cx="10439400" cy="2804160"/>
              </a:xfrm>
            </p:spPr>
            <p:txBody>
              <a:bodyPr>
                <a:normAutofit/>
              </a:bodyPr>
              <a:lstStyle/>
              <a:p>
                <a:pPr lvl="0"/>
                <a:r>
                  <a:rPr lang="en-US" sz="2200" dirty="0"/>
                  <a:t>Calculate </a:t>
                </a:r>
                <a14:m>
                  <m:oMath xmlns:m="http://schemas.openxmlformats.org/officeDocument/2006/math">
                    <m:r>
                      <a:rPr lang="en-US" sz="2200" i="1"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sz="2200" i="1">
                        <a:latin typeface="Cambria Math" panose="02040503050406030204" pitchFamily="18" charset="0"/>
                      </a:rPr>
                      <m:t>×</m:t>
                    </m:r>
                    <m:sSup>
                      <m:sSupPr>
                        <m:ctrlPr>
                          <a:rPr lang="en-US" sz="22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200" i="1">
                            <a:latin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en-US" sz="2200" i="1">
                            <a:latin typeface="Cambria Math" panose="02040503050406030204" pitchFamily="18" charset="0"/>
                          </a:rPr>
                          <m:t>12</m:t>
                        </m:r>
                      </m:sup>
                    </m:sSup>
                    <m:r>
                      <a:rPr lang="en-US" sz="22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200" i="1">
                        <a:solidFill>
                          <a:srgbClr val="0000FF"/>
                        </a:solidFill>
                        <a:latin typeface="Cambria Math" panose="02040503050406030204" pitchFamily="18" charset="0"/>
                      </a:rPr>
                      <m:t>12867</m:t>
                    </m:r>
                    <m:r>
                      <a:rPr lang="en-US" sz="2200" i="1">
                        <a:solidFill>
                          <a:srgbClr val="0000FF"/>
                        </a:solidFill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 sz="2200" i="1">
                        <a:solidFill>
                          <a:srgbClr val="0000FF"/>
                        </a:solidFill>
                        <a:latin typeface="Cambria Math" panose="02040503050406030204" pitchFamily="18" charset="0"/>
                      </a:rPr>
                      <m:t>964928</m:t>
                    </m:r>
                  </m:oMath>
                </a14:m>
                <a:r>
                  <a:rPr lang="en-US" sz="2200" dirty="0"/>
                  <a:t> </a:t>
                </a:r>
              </a:p>
              <a:p>
                <a:pPr lvl="0"/>
                <a:r>
                  <a:rPr lang="en-US" sz="2200" dirty="0"/>
                  <a:t>Round the result to nearest integer, </a:t>
                </a:r>
                <a14:m>
                  <m:oMath xmlns:m="http://schemas.openxmlformats.org/officeDocument/2006/math">
                    <m:r>
                      <a:rPr lang="en-US" sz="2200" i="1">
                        <a:latin typeface="Cambria Math" panose="02040503050406030204" pitchFamily="18" charset="0"/>
                      </a:rPr>
                      <m:t>𝑟𝑜𝑢𝑛𝑑</m:t>
                    </m:r>
                    <m:d>
                      <m:dPr>
                        <m:ctrlPr>
                          <a:rPr lang="en-US" sz="22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200" i="1">
                            <a:latin typeface="Cambria Math" panose="02040503050406030204" pitchFamily="18" charset="0"/>
                          </a:rPr>
                          <m:t>12867</m:t>
                        </m:r>
                        <m:r>
                          <a:rPr lang="en-US" sz="2200" i="1">
                            <a:latin typeface="Cambria Math" panose="02040503050406030204" pitchFamily="18" charset="0"/>
                          </a:rPr>
                          <m:t>.</m:t>
                        </m:r>
                        <m:r>
                          <a:rPr lang="en-US" sz="2200" i="1">
                            <a:latin typeface="Cambria Math" panose="02040503050406030204" pitchFamily="18" charset="0"/>
                          </a:rPr>
                          <m:t>964928</m:t>
                        </m:r>
                        <m:r>
                          <a:rPr lang="en-US" sz="2200">
                            <a:latin typeface="Cambria Math" panose="02040503050406030204" pitchFamily="18" charset="0"/>
                          </a:rPr>
                          <m:t> </m:t>
                        </m:r>
                      </m:e>
                    </m:d>
                    <m:r>
                      <a:rPr lang="en-US" sz="220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200">
                        <a:solidFill>
                          <a:srgbClr val="0000FF"/>
                        </a:solidFill>
                        <a:latin typeface="Cambria Math" panose="02040503050406030204" pitchFamily="18" charset="0"/>
                      </a:rPr>
                      <m:t>12868</m:t>
                    </m:r>
                  </m:oMath>
                </a14:m>
                <a:endParaRPr lang="en-US" sz="2200" dirty="0"/>
              </a:p>
              <a:p>
                <a:pPr lvl="0"/>
                <a:r>
                  <a:rPr lang="en-US" sz="2200" dirty="0"/>
                  <a:t>Convert the integer to binary: </a:t>
                </a:r>
                <a:r>
                  <a:rPr lang="en-US" sz="2200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12868</a:t>
                </a:r>
                <a:r>
                  <a:rPr lang="en-US" sz="2200" dirty="0"/>
                  <a:t> = </a:t>
                </a:r>
                <a:r>
                  <a:rPr lang="en-US" sz="2200" b="1" dirty="0">
                    <a:solidFill>
                      <a:srgbClr val="0000FF"/>
                    </a:solidFill>
                    <a:latin typeface="Consolas" panose="020B0609020204030204" pitchFamily="49" charset="0"/>
                    <a:cs typeface="Consolas" panose="020B0609020204030204" pitchFamily="49" charset="0"/>
                  </a:rPr>
                  <a:t>0011_0010_0100_0100</a:t>
                </a:r>
                <a:r>
                  <a:rPr lang="en-US" sz="2200" baseline="-25000" dirty="0"/>
                  <a:t>2</a:t>
                </a:r>
                <a:endParaRPr lang="en-US" sz="2200" dirty="0"/>
              </a:p>
              <a:p>
                <a:pPr lvl="0"/>
                <a:r>
                  <a:rPr lang="en-US" sz="2200" dirty="0"/>
                  <a:t>Organize into </a:t>
                </a:r>
                <a:r>
                  <a:rPr lang="en-US" sz="2200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UQ4.12</a:t>
                </a:r>
                <a:r>
                  <a:rPr lang="en-US" sz="2200" dirty="0"/>
                  <a:t>: </a:t>
                </a:r>
                <a:r>
                  <a:rPr lang="en-US" sz="2200" b="1" dirty="0">
                    <a:solidFill>
                      <a:srgbClr val="0000FF"/>
                    </a:solidFill>
                    <a:latin typeface="Consolas" panose="020B0609020204030204" pitchFamily="49" charset="0"/>
                    <a:cs typeface="Consolas" panose="020B0609020204030204" pitchFamily="49" charset="0"/>
                  </a:rPr>
                  <a:t>0011.0010_0100_0100</a:t>
                </a:r>
                <a:r>
                  <a:rPr lang="en-US" sz="2200" baseline="-25000" dirty="0"/>
                  <a:t>2</a:t>
                </a:r>
                <a:endParaRPr lang="en-US" sz="2200" dirty="0"/>
              </a:p>
              <a:p>
                <a:pPr lvl="0"/>
                <a:r>
                  <a:rPr lang="en-US" sz="2200" dirty="0"/>
                  <a:t>Final result in Hex: </a:t>
                </a:r>
                <a:r>
                  <a:rPr lang="en-US" sz="2200" b="1" dirty="0">
                    <a:solidFill>
                      <a:srgbClr val="C00000"/>
                    </a:solidFill>
                    <a:latin typeface="Consolas" panose="020B0609020204030204" pitchFamily="49" charset="0"/>
                    <a:cs typeface="Consolas" panose="020B0609020204030204" pitchFamily="49" charset="0"/>
                  </a:rPr>
                  <a:t>0x3244</a:t>
                </a:r>
              </a:p>
              <a:p>
                <a:r>
                  <a:rPr lang="en-US" sz="2200" dirty="0"/>
                  <a:t>Error: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sz="22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200" i="1">
                            <a:latin typeface="Cambria Math" panose="02040503050406030204" pitchFamily="18" charset="0"/>
                          </a:rPr>
                          <m:t>12868</m:t>
                        </m:r>
                      </m:num>
                      <m:den>
                        <m:sSup>
                          <m:sSupPr>
                            <m:ctrlPr>
                              <a:rPr lang="en-US" sz="22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22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  <m:sup>
                            <m:r>
                              <a:rPr lang="en-US" sz="2200" i="1">
                                <a:latin typeface="Cambria Math" panose="02040503050406030204" pitchFamily="18" charset="0"/>
                              </a:rPr>
                              <m:t>12</m:t>
                            </m:r>
                          </m:sup>
                        </m:sSup>
                      </m:den>
                    </m:f>
                    <m:r>
                      <a:rPr lang="en-US" sz="2200" i="1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sz="2200" i="1"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sz="22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200" i="1">
                        <a:latin typeface="Cambria Math" panose="02040503050406030204" pitchFamily="18" charset="0"/>
                      </a:rPr>
                      <m:t>8</m:t>
                    </m:r>
                    <m:r>
                      <a:rPr lang="en-US" sz="2200" i="1"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 sz="2200" i="1">
                        <a:latin typeface="Cambria Math" panose="02040503050406030204" pitchFamily="18" charset="0"/>
                      </a:rPr>
                      <m:t>5625</m:t>
                    </m:r>
                    <m:r>
                      <a:rPr lang="en-US" sz="2200" i="1">
                        <a:latin typeface="Cambria Math" panose="02040503050406030204" pitchFamily="18" charset="0"/>
                      </a:rPr>
                      <m:t>×</m:t>
                    </m:r>
                    <m:sSup>
                      <m:sSupPr>
                        <m:ctrlPr>
                          <a:rPr lang="en-US" sz="22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200" i="1">
                            <a:latin typeface="Cambria Math" panose="02040503050406030204" pitchFamily="18" charset="0"/>
                          </a:rPr>
                          <m:t>10</m:t>
                        </m:r>
                      </m:e>
                      <m:sup>
                        <m:r>
                          <a:rPr lang="en-US" sz="2200" i="1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sz="2200" i="1">
                            <a:latin typeface="Cambria Math" panose="02040503050406030204" pitchFamily="18" charset="0"/>
                          </a:rPr>
                          <m:t>6</m:t>
                        </m:r>
                      </m:sup>
                    </m:sSup>
                  </m:oMath>
                </a14:m>
                <a:r>
                  <a:rPr lang="en-US" sz="2200" dirty="0"/>
                  <a:t> </a:t>
                </a:r>
              </a:p>
            </p:txBody>
          </p:sp>
        </mc:Choice>
        <mc:Fallback xmlns="">
          <p:sp>
            <p:nvSpPr>
              <p:cNvPr id="4" name="Content Placeholder 3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"/>
              </p:nvPr>
            </p:nvSpPr>
            <p:spPr>
              <a:xfrm>
                <a:off x="685800" y="3352800"/>
                <a:ext cx="10439400" cy="2804160"/>
              </a:xfrm>
              <a:blipFill>
                <a:blip r:embed="rId2"/>
                <a:stretch>
                  <a:fillRect l="-292" t="-152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Rectangle 4"/>
              <p:cNvSpPr/>
              <p:nvPr/>
            </p:nvSpPr>
            <p:spPr>
              <a:xfrm>
                <a:off x="596630" y="2691745"/>
                <a:ext cx="8458200" cy="461665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r>
                  <a:rPr lang="en-US" sz="2400" dirty="0"/>
                  <a:t>Example:  Convert  </a:t>
                </a:r>
                <a14:m>
                  <m:oMath xmlns:m="http://schemas.openxmlformats.org/officeDocument/2006/math">
                    <m:r>
                      <a:rPr lang="en-US" sz="2400" i="1"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sz="2400">
                        <a:latin typeface="Cambria Math" panose="02040503050406030204" pitchFamily="18" charset="0"/>
                      </a:rPr>
                      <m:t> = </m:t>
                    </m:r>
                    <m:r>
                      <a:rPr lang="en-US" sz="2400">
                        <a:latin typeface="Cambria Math" panose="02040503050406030204" pitchFamily="18" charset="0"/>
                      </a:rPr>
                      <m:t>3</m:t>
                    </m:r>
                    <m:r>
                      <a:rPr lang="en-US" sz="2400">
                        <a:latin typeface="Cambria Math" panose="02040503050406030204" pitchFamily="18" charset="0"/>
                      </a:rPr>
                      <m:t>. </m:t>
                    </m:r>
                    <m:r>
                      <a:rPr lang="en-US" sz="2400">
                        <a:latin typeface="Cambria Math" panose="02040503050406030204" pitchFamily="18" charset="0"/>
                      </a:rPr>
                      <m:t>141593</m:t>
                    </m:r>
                    <m:r>
                      <a:rPr lang="en-US" sz="240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2400" dirty="0"/>
                  <a:t> to UQ4.12</a:t>
                </a:r>
              </a:p>
            </p:txBody>
          </p:sp>
        </mc:Choice>
        <mc:Fallback xmlns="">
          <p:sp>
            <p:nvSpPr>
              <p:cNvPr id="5" name="Rectangle 4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6630" y="2691745"/>
                <a:ext cx="8458200" cy="461665"/>
              </a:xfrm>
              <a:prstGeom prst="rect">
                <a:avLst/>
              </a:prstGeom>
              <a:blipFill>
                <a:blip r:embed="rId3"/>
                <a:stretch>
                  <a:fillRect l="-1201" t="-13514" b="-2973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8423E331-4F21-1E49-A526-C032F063B251}"/>
                  </a:ext>
                </a:extLst>
              </p:cNvPr>
              <p:cNvSpPr txBox="1"/>
              <p:nvPr/>
            </p:nvSpPr>
            <p:spPr>
              <a:xfrm>
                <a:off x="3276601" y="1732865"/>
                <a:ext cx="5156925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𝑅𝑒𝑝𝑟𝑒𝑠𝑒𝑛𝑡𝑎𝑡𝑖𝑜𝑛</m:t>
                      </m:r>
                      <m:r>
                        <a:rPr lang="en-US" sz="24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4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𝑟𝑜𝑢𝑛𝑑</m:t>
                      </m:r>
                      <m:r>
                        <a:rPr lang="en-US" sz="24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24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𝑓𝑙𝑜𝑎𝑡</m:t>
                      </m:r>
                      <m:r>
                        <a:rPr lang="en-US" sz="24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 × </m:t>
                      </m:r>
                      <m:sSup>
                        <m:sSupPr>
                          <m:ctrlPr>
                            <a:rPr lang="en-US" sz="2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e>
                        <m:sup>
                          <m:r>
                            <a:rPr lang="en-US" sz="2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𝑛</m:t>
                          </m:r>
                        </m:sup>
                      </m:sSup>
                      <m:r>
                        <a:rPr lang="en-US" sz="24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24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8423E331-4F21-1E49-A526-C032F063B25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76601" y="1732865"/>
                <a:ext cx="5156925" cy="369332"/>
              </a:xfrm>
              <a:prstGeom prst="rect">
                <a:avLst/>
              </a:prstGeom>
              <a:blipFill>
                <a:blip r:embed="rId4"/>
                <a:stretch>
                  <a:fillRect l="-1478" t="-6667" r="-1724" b="-40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TextBox 6">
            <a:extLst>
              <a:ext uri="{FF2B5EF4-FFF2-40B4-BE49-F238E27FC236}">
                <a16:creationId xmlns:a16="http://schemas.microsoft.com/office/drawing/2014/main" id="{D0C59383-1FD7-3B4F-8020-F493DDEAC031}"/>
              </a:ext>
            </a:extLst>
          </p:cNvPr>
          <p:cNvSpPr txBox="1"/>
          <p:nvPr/>
        </p:nvSpPr>
        <p:spPr>
          <a:xfrm>
            <a:off x="596630" y="1282393"/>
            <a:ext cx="416492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 err="1">
                <a:latin typeface="+mj-lt"/>
                <a:cs typeface="Consolas" panose="020B0609020204030204" pitchFamily="49" charset="0"/>
              </a:rPr>
              <a:t>UQm.n</a:t>
            </a:r>
            <a:r>
              <a:rPr lang="en-US" sz="2000" dirty="0">
                <a:latin typeface="+mj-lt"/>
                <a:cs typeface="Consolas" panose="020B0609020204030204" pitchFamily="49" charset="0"/>
              </a:rPr>
              <a:t> for unsigned fixed-point</a:t>
            </a:r>
          </a:p>
        </p:txBody>
      </p:sp>
    </p:spTree>
    <p:extLst>
      <p:ext uri="{BB962C8B-B14F-4D97-AF65-F5344CB8AC3E}">
        <p14:creationId xmlns:p14="http://schemas.microsoft.com/office/powerpoint/2010/main" val="19221140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0" y="155511"/>
            <a:ext cx="8534400" cy="990600"/>
          </a:xfrm>
        </p:spPr>
        <p:txBody>
          <a:bodyPr>
            <a:normAutofit/>
          </a:bodyPr>
          <a:lstStyle/>
          <a:p>
            <a:r>
              <a:rPr lang="en-US" dirty="0"/>
              <a:t>Convert Float to Fixed-point </a:t>
            </a:r>
            <a:r>
              <a:rPr lang="en-US" dirty="0">
                <a:solidFill>
                  <a:srgbClr val="C00000"/>
                </a:solidFill>
              </a:rPr>
              <a:t>Q3.12</a:t>
            </a:r>
            <a:endParaRPr lang="en-US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9</a:t>
            </a:fld>
            <a:endParaRPr kumimoji="0"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3"/>
              <p:cNvSpPr>
                <a:spLocks noGrp="1"/>
              </p:cNvSpPr>
              <p:nvPr>
                <p:ph sz="quarter" idx="1"/>
              </p:nvPr>
            </p:nvSpPr>
            <p:spPr>
              <a:xfrm>
                <a:off x="685800" y="3350596"/>
                <a:ext cx="11049000" cy="2806364"/>
              </a:xfrm>
            </p:spPr>
            <p:txBody>
              <a:bodyPr>
                <a:noAutofit/>
              </a:bodyPr>
              <a:lstStyle/>
              <a:p>
                <a:pPr lvl="0"/>
                <a:r>
                  <a:rPr lang="en-US" sz="2000" dirty="0"/>
                  <a:t>Calculate </a:t>
                </a:r>
                <a14:m>
                  <m:oMath xmlns:m="http://schemas.openxmlformats.org/officeDocument/2006/math">
                    <m:r>
                      <a:rPr lang="en-US" sz="2000" i="1"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×</m:t>
                    </m:r>
                    <m:sSup>
                      <m:sSup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12</m:t>
                        </m:r>
                      </m:sup>
                    </m:sSup>
                    <m:r>
                      <a:rPr lang="en-US" sz="20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000" i="1">
                        <a:solidFill>
                          <a:srgbClr val="0000FF"/>
                        </a:solidFill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sz="2000" i="1">
                        <a:solidFill>
                          <a:srgbClr val="0000FF"/>
                        </a:solidFill>
                        <a:latin typeface="Cambria Math" panose="02040503050406030204" pitchFamily="18" charset="0"/>
                      </a:rPr>
                      <m:t>12867</m:t>
                    </m:r>
                    <m:r>
                      <a:rPr lang="en-US" sz="2000" i="1">
                        <a:solidFill>
                          <a:srgbClr val="0000FF"/>
                        </a:solidFill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 sz="2000" i="1">
                        <a:solidFill>
                          <a:srgbClr val="0000FF"/>
                        </a:solidFill>
                        <a:latin typeface="Cambria Math" panose="02040503050406030204" pitchFamily="18" charset="0"/>
                      </a:rPr>
                      <m:t>964928</m:t>
                    </m:r>
                  </m:oMath>
                </a14:m>
                <a:r>
                  <a:rPr lang="en-US" sz="2000" dirty="0">
                    <a:solidFill>
                      <a:srgbClr val="0000FF"/>
                    </a:solidFill>
                  </a:rPr>
                  <a:t> </a:t>
                </a:r>
                <a:endParaRPr lang="en-US" sz="2000" dirty="0"/>
              </a:p>
              <a:p>
                <a:pPr lvl="0"/>
                <a:r>
                  <a:rPr lang="en-US" sz="2000" dirty="0"/>
                  <a:t>Round the result to an integer, </a:t>
                </a:r>
                <a14:m>
                  <m:oMath xmlns:m="http://schemas.openxmlformats.org/officeDocument/2006/math">
                    <m:r>
                      <a:rPr lang="en-US" sz="2000" i="1">
                        <a:latin typeface="Cambria Math" panose="02040503050406030204" pitchFamily="18" charset="0"/>
                      </a:rPr>
                      <m:t>𝑟𝑜𝑢𝑛𝑑</m:t>
                    </m:r>
                    <m:d>
                      <m:d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12867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.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964928</m:t>
                        </m:r>
                        <m:r>
                          <a:rPr lang="en-US" sz="2000">
                            <a:latin typeface="Cambria Math" panose="02040503050406030204" pitchFamily="18" charset="0"/>
                          </a:rPr>
                          <m:t> </m:t>
                        </m:r>
                      </m:e>
                    </m:d>
                    <m:r>
                      <a:rPr lang="en-US" sz="200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000" i="1">
                        <a:solidFill>
                          <a:srgbClr val="0000FF"/>
                        </a:solidFill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sz="2000">
                        <a:solidFill>
                          <a:srgbClr val="0000FF"/>
                        </a:solidFill>
                        <a:latin typeface="Cambria Math" panose="02040503050406030204" pitchFamily="18" charset="0"/>
                      </a:rPr>
                      <m:t>12868</m:t>
                    </m:r>
                  </m:oMath>
                </a14:m>
                <a:endParaRPr lang="en-US" sz="2000" dirty="0"/>
              </a:p>
              <a:p>
                <a:pPr lvl="0"/>
                <a:r>
                  <a:rPr lang="en-US" sz="2000" dirty="0"/>
                  <a:t>Find the 16-bit two’s complement: </a:t>
                </a:r>
                <a:r>
                  <a:rPr lang="en-US" sz="2000" b="1" dirty="0">
                    <a:solidFill>
                      <a:srgbClr val="0000FF"/>
                    </a:solidFill>
                    <a:latin typeface="Consolas" panose="020B0609020204030204" pitchFamily="49" charset="0"/>
                    <a:cs typeface="Consolas" panose="020B0609020204030204" pitchFamily="49" charset="0"/>
                  </a:rPr>
                  <a:t>1100_1101_1011_1100</a:t>
                </a:r>
                <a:r>
                  <a:rPr lang="en-US" sz="2000" baseline="-25000" dirty="0"/>
                  <a:t>2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12868</m:t>
                    </m:r>
                    <m:r>
                      <a:rPr lang="ar-AE" sz="2000">
                        <a:latin typeface="Cambria Math" panose="02040503050406030204" pitchFamily="18" charset="0"/>
                      </a:rPr>
                      <m:t>=</m:t>
                    </m:r>
                    <m:r>
                      <a:rPr lang="ar-AE" sz="2000">
                        <a:latin typeface="Cambria Math" panose="02040503050406030204" pitchFamily="18" charset="0"/>
                      </a:rPr>
                      <m:t>0</m:t>
                    </m:r>
                    <m:r>
                      <a:rPr lang="ar-AE" sz="2000" i="1">
                        <a:latin typeface="Cambria Math" panose="02040503050406030204" pitchFamily="18" charset="0"/>
                      </a:rPr>
                      <m:t>𝑥</m:t>
                    </m:r>
                    <m:r>
                      <a:rPr lang="ar-AE" sz="2000">
                        <a:latin typeface="Cambria Math" panose="02040503050406030204" pitchFamily="18" charset="0"/>
                      </a:rPr>
                      <m:t>3244</m:t>
                    </m:r>
                    <m:r>
                      <a:rPr lang="ar-AE" sz="2000">
                        <a:latin typeface="Cambria Math" panose="02040503050406030204" pitchFamily="18" charset="0"/>
                      </a:rPr>
                      <m:t>=</m:t>
                    </m:r>
                    <m:r>
                      <a:rPr lang="ar-AE" sz="2000">
                        <a:latin typeface="Cambria Math" panose="02040503050406030204" pitchFamily="18" charset="0"/>
                      </a:rPr>
                      <m:t>0011</m:t>
                    </m:r>
                    <m:r>
                      <m:rPr>
                        <m:nor/>
                      </m:rPr>
                      <a:rPr lang="ar-AE" sz="2000" i="1"/>
                      <m:t>  </m:t>
                    </m:r>
                    <m:r>
                      <a:rPr lang="ar-AE" sz="2000">
                        <a:latin typeface="Cambria Math" panose="02040503050406030204" pitchFamily="18" charset="0"/>
                      </a:rPr>
                      <m:t>0010</m:t>
                    </m:r>
                    <m:r>
                      <m:rPr>
                        <m:nor/>
                      </m:rPr>
                      <a:rPr lang="ar-AE" sz="2000" i="1"/>
                      <m:t>  </m:t>
                    </m:r>
                    <m:r>
                      <a:rPr lang="ar-AE" sz="2000">
                        <a:latin typeface="Cambria Math" panose="02040503050406030204" pitchFamily="18" charset="0"/>
                      </a:rPr>
                      <m:t>0100</m:t>
                    </m:r>
                    <m:r>
                      <m:rPr>
                        <m:nor/>
                      </m:rPr>
                      <a:rPr lang="ar-AE" sz="2000" i="1"/>
                      <m:t>  </m:t>
                    </m:r>
                    <m:sSub>
                      <m:sSubPr>
                        <m:ctrlPr>
                          <a:rPr lang="ar-AE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sz="2000">
                            <a:latin typeface="Cambria Math" panose="02040503050406030204" pitchFamily="18" charset="0"/>
                          </a:rPr>
                          <m:t>0100</m:t>
                        </m:r>
                      </m:e>
                      <m:sub>
                        <m:r>
                          <a:rPr lang="ar-AE" sz="200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endParaRPr lang="ar-AE" sz="2000" dirty="0"/>
              </a:p>
              <a:p>
                <a:pPr lvl="1"/>
                <a:r>
                  <a:rPr lang="en-US" sz="2000" dirty="0"/>
                  <a:t>Invert bits and add 1 → </a:t>
                </a:r>
                <a14:m>
                  <m:oMath xmlns:m="http://schemas.openxmlformats.org/officeDocument/2006/math">
                    <m:r>
                      <a:rPr lang="en-US" sz="2000" b="0" i="0" smtClean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sz="2000" b="0" i="0" smtClean="0">
                        <a:latin typeface="Cambria Math" panose="02040503050406030204" pitchFamily="18" charset="0"/>
                      </a:rPr>
                      <m:t>12868</m:t>
                    </m:r>
                    <m:r>
                      <a:rPr lang="en-US" sz="2000" b="0" i="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000">
                        <a:latin typeface="Cambria Math" panose="02040503050406030204" pitchFamily="18" charset="0"/>
                      </a:rPr>
                      <m:t>1100</m:t>
                    </m:r>
                    <m:r>
                      <a:rPr lang="en-US" sz="200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2000">
                        <a:latin typeface="Cambria Math" panose="02040503050406030204" pitchFamily="18" charset="0"/>
                      </a:rPr>
                      <m:t>1101</m:t>
                    </m:r>
                    <m:r>
                      <a:rPr lang="en-US" sz="200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2000">
                        <a:latin typeface="Cambria Math" panose="02040503050406030204" pitchFamily="18" charset="0"/>
                      </a:rPr>
                      <m:t>1011</m:t>
                    </m:r>
                    <m:r>
                      <a:rPr lang="en-US" sz="2000">
                        <a:latin typeface="Cambria Math" panose="02040503050406030204" pitchFamily="18" charset="0"/>
                      </a:rPr>
                      <m:t> </m:t>
                    </m:r>
                    <m:sSub>
                      <m:sSub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>
                            <a:latin typeface="Cambria Math" panose="02040503050406030204" pitchFamily="18" charset="0"/>
                          </a:rPr>
                          <m:t>110</m:t>
                        </m:r>
                        <m:r>
                          <a:rPr lang="en-US" sz="2000" smtClean="0">
                            <a:latin typeface="Cambria Math" panose="02040503050406030204" pitchFamily="18" charset="0"/>
                          </a:rPr>
                          <m:t>0</m:t>
                        </m:r>
                      </m:e>
                      <m:sub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endParaRPr lang="en-US" sz="2000" dirty="0"/>
              </a:p>
              <a:p>
                <a:r>
                  <a:rPr lang="en-US" sz="2000" dirty="0"/>
                  <a:t>Organize into </a:t>
                </a:r>
                <a:r>
                  <a:rPr lang="en-US" sz="2000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Q3.12</a:t>
                </a:r>
                <a:r>
                  <a:rPr lang="en-US" sz="2000" dirty="0"/>
                  <a:t>: </a:t>
                </a:r>
                <a:r>
                  <a:rPr lang="en-US" sz="2000" b="1" dirty="0">
                    <a:solidFill>
                      <a:srgbClr val="0000FF"/>
                    </a:solidFill>
                    <a:latin typeface="Consolas" panose="020B0609020204030204" pitchFamily="49" charset="0"/>
                    <a:cs typeface="Consolas" panose="020B0609020204030204" pitchFamily="49" charset="0"/>
                  </a:rPr>
                  <a:t>1100.1101_1011_1100</a:t>
                </a:r>
                <a:r>
                  <a:rPr lang="en-US" sz="2000" baseline="-25000" dirty="0"/>
                  <a:t>2</a:t>
                </a:r>
                <a:endParaRPr lang="en-US" sz="2000" dirty="0"/>
              </a:p>
              <a:p>
                <a:pPr lvl="0"/>
                <a:r>
                  <a:rPr lang="en-US" sz="2000" dirty="0"/>
                  <a:t>Final result in Hex: </a:t>
                </a:r>
                <a:r>
                  <a:rPr lang="en-US" sz="2000" b="1" dirty="0">
                    <a:solidFill>
                      <a:srgbClr val="C00000"/>
                    </a:solidFill>
                    <a:latin typeface="Consolas" panose="020B0609020204030204" pitchFamily="49" charset="0"/>
                    <a:cs typeface="Consolas" panose="020B0609020204030204" pitchFamily="49" charset="0"/>
                  </a:rPr>
                  <a:t>0xCDBC</a:t>
                </a:r>
              </a:p>
              <a:p>
                <a:r>
                  <a:rPr lang="en-US" sz="2000" dirty="0"/>
                  <a:t>Error: </a:t>
                </a:r>
                <a14:m>
                  <m:oMath xmlns:m="http://schemas.openxmlformats.org/officeDocument/2006/math">
                    <m:r>
                      <a:rPr lang="en-US" sz="2000" i="1">
                        <a:latin typeface="Cambria Math" panose="02040503050406030204" pitchFamily="18" charset="0"/>
                      </a:rPr>
                      <m:t>−</m:t>
                    </m:r>
                    <m:f>
                      <m:f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12868</m:t>
                        </m:r>
                      </m:num>
                      <m:den>
                        <m:sSup>
                          <m:sSupPr>
                            <m:ctrlPr>
                              <a:rPr lang="en-US" sz="20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  <m:sup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12</m:t>
                            </m:r>
                          </m:sup>
                        </m:sSup>
                      </m:den>
                    </m:f>
                    <m:r>
                      <a:rPr lang="en-US" sz="2000" i="1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8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5625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×</m:t>
                    </m:r>
                    <m:sSup>
                      <m:sSup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10</m:t>
                        </m:r>
                      </m:e>
                      <m:sup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6</m:t>
                        </m:r>
                      </m:sup>
                    </m:sSup>
                  </m:oMath>
                </a14:m>
                <a:endParaRPr lang="en-US" sz="2000" dirty="0"/>
              </a:p>
            </p:txBody>
          </p:sp>
        </mc:Choice>
        <mc:Fallback xmlns="">
          <p:sp>
            <p:nvSpPr>
              <p:cNvPr id="4" name="Content Placeholder 3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"/>
              </p:nvPr>
            </p:nvSpPr>
            <p:spPr>
              <a:xfrm>
                <a:off x="685800" y="3350596"/>
                <a:ext cx="11049000" cy="2806364"/>
              </a:xfrm>
              <a:blipFill>
                <a:blip r:embed="rId2"/>
                <a:stretch>
                  <a:fillRect l="-221" t="-1304" b="-143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Rectangle 4"/>
              <p:cNvSpPr/>
              <p:nvPr/>
            </p:nvSpPr>
            <p:spPr>
              <a:xfrm>
                <a:off x="609600" y="2888931"/>
                <a:ext cx="8229600" cy="461665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r>
                  <a:rPr lang="en-US" sz="2400" dirty="0"/>
                  <a:t>Example: Convert  </a:t>
                </a:r>
                <a14:m>
                  <m:oMath xmlns:m="http://schemas.openxmlformats.org/officeDocument/2006/math">
                    <m:r>
                      <a:rPr lang="en-US" sz="2400" i="1"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sz="2400">
                        <a:latin typeface="Cambria Math" panose="02040503050406030204" pitchFamily="18" charset="0"/>
                      </a:rPr>
                      <m:t> = 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sz="2400">
                        <a:latin typeface="Cambria Math" panose="02040503050406030204" pitchFamily="18" charset="0"/>
                      </a:rPr>
                      <m:t>3</m:t>
                    </m:r>
                    <m:r>
                      <a:rPr lang="en-US" sz="2400">
                        <a:latin typeface="Cambria Math" panose="02040503050406030204" pitchFamily="18" charset="0"/>
                      </a:rPr>
                      <m:t>. </m:t>
                    </m:r>
                    <m:r>
                      <a:rPr lang="en-US" sz="2400">
                        <a:latin typeface="Cambria Math" panose="02040503050406030204" pitchFamily="18" charset="0"/>
                      </a:rPr>
                      <m:t>141593</m:t>
                    </m:r>
                    <m:r>
                      <a:rPr lang="en-US" sz="240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2400" dirty="0"/>
                  <a:t> to Q3.12</a:t>
                </a:r>
              </a:p>
            </p:txBody>
          </p:sp>
        </mc:Choice>
        <mc:Fallback xmlns="">
          <p:sp>
            <p:nvSpPr>
              <p:cNvPr id="5" name="Rectangle 4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9600" y="2888931"/>
                <a:ext cx="8229600" cy="461665"/>
              </a:xfrm>
              <a:prstGeom prst="rect">
                <a:avLst/>
              </a:prstGeom>
              <a:blipFill>
                <a:blip r:embed="rId3"/>
                <a:stretch>
                  <a:fillRect l="-1235" t="-10811" b="-3243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extBox 5">
            <a:extLst>
              <a:ext uri="{FF2B5EF4-FFF2-40B4-BE49-F238E27FC236}">
                <a16:creationId xmlns:a16="http://schemas.microsoft.com/office/drawing/2014/main" id="{21E4CD0E-2AE0-9540-81CF-2615F1F06A81}"/>
              </a:ext>
            </a:extLst>
          </p:cNvPr>
          <p:cNvSpPr txBox="1"/>
          <p:nvPr/>
        </p:nvSpPr>
        <p:spPr>
          <a:xfrm>
            <a:off x="609600" y="1325546"/>
            <a:ext cx="361990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 err="1">
                <a:latin typeface="+mj-lt"/>
                <a:cs typeface="Consolas" panose="020B0609020204030204" pitchFamily="49" charset="0"/>
              </a:rPr>
              <a:t>Qm.n</a:t>
            </a:r>
            <a:r>
              <a:rPr lang="en-US" sz="2000" dirty="0">
                <a:latin typeface="+mj-lt"/>
                <a:cs typeface="Consolas" panose="020B0609020204030204" pitchFamily="49" charset="0"/>
              </a:rPr>
              <a:t> for signed fixed-point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90B04E03-EB00-4C48-A3F8-606D8769E25B}"/>
                  </a:ext>
                </a:extLst>
              </p:cNvPr>
              <p:cNvSpPr txBox="1"/>
              <p:nvPr/>
            </p:nvSpPr>
            <p:spPr>
              <a:xfrm>
                <a:off x="3470405" y="1925046"/>
                <a:ext cx="5156925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𝑅𝑒𝑝𝑟𝑒𝑠𝑒𝑛𝑡𝑎𝑡𝑖𝑜𝑛</m:t>
                      </m:r>
                      <m:r>
                        <a:rPr lang="en-US" sz="24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4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𝑟𝑜𝑢𝑛𝑑</m:t>
                      </m:r>
                      <m:r>
                        <a:rPr lang="en-US" sz="24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24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𝑓𝑙𝑜𝑎𝑡</m:t>
                      </m:r>
                      <m:r>
                        <a:rPr lang="en-US" sz="24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 × </m:t>
                      </m:r>
                      <m:sSup>
                        <m:sSupPr>
                          <m:ctrlPr>
                            <a:rPr lang="en-US" sz="2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e>
                        <m:sup>
                          <m:r>
                            <a:rPr lang="en-US" sz="2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𝑛</m:t>
                          </m:r>
                        </m:sup>
                      </m:sSup>
                      <m:r>
                        <a:rPr lang="en-US" sz="24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24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90B04E03-EB00-4C48-A3F8-606D8769E25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70405" y="1925046"/>
                <a:ext cx="5156925" cy="369332"/>
              </a:xfrm>
              <a:prstGeom prst="rect">
                <a:avLst/>
              </a:prstGeom>
              <a:blipFill>
                <a:blip r:embed="rId4"/>
                <a:stretch>
                  <a:fillRect l="-1474" t="-6667" r="-1474" b="-3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00251670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829791-DBA6-FA4A-B7B8-1F8257813A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Why use fixed-point?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00331925-567A-3241-9B40-0D0F5ED632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10</a:t>
            </a:fld>
            <a:endParaRPr kumimoji="0" lang="en-US" dirty="0"/>
          </a:p>
        </p:txBody>
      </p:sp>
      <p:graphicFrame>
        <p:nvGraphicFramePr>
          <p:cNvPr id="5" name="Diagram 4">
            <a:extLst>
              <a:ext uri="{FF2B5EF4-FFF2-40B4-BE49-F238E27FC236}">
                <a16:creationId xmlns:a16="http://schemas.microsoft.com/office/drawing/2014/main" id="{6357DD2A-14BC-8945-A065-C4CC4A5C3954}"/>
              </a:ext>
            </a:extLst>
          </p:cNvPr>
          <p:cNvGraphicFramePr/>
          <p:nvPr/>
        </p:nvGraphicFramePr>
        <p:xfrm>
          <a:off x="3095966" y="1717675"/>
          <a:ext cx="6096000" cy="406400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60716950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>
            <a:noAutofit/>
          </a:bodyPr>
          <a:lstStyle/>
          <a:p>
            <a:r>
              <a:rPr lang="en-US" sz="2000" dirty="0"/>
              <a:t>Z. Gu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Fall 2025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0" y="312169"/>
            <a:ext cx="64770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b="1" dirty="0">
                <a:latin typeface="Bookman Old Style (Headings)"/>
              </a:rPr>
              <a:t>Embedded Systems with ARM Cortex-M Microcontrollers in Assembly Language and 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7046" y="1803422"/>
            <a:ext cx="3645550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2400" b="1" dirty="0">
                <a:solidFill>
                  <a:srgbClr val="C00000"/>
                </a:solidFill>
              </a:rPr>
              <a:t>Chapter 13</a:t>
            </a:r>
          </a:p>
          <a:p>
            <a:pPr algn="r"/>
            <a:r>
              <a:rPr lang="en-US" sz="2400" b="1" dirty="0">
                <a:solidFill>
                  <a:srgbClr val="C00000"/>
                </a:solidFill>
              </a:rPr>
              <a:t>Floating-point Numbers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EAFF092-3585-B13B-58A3-B49646BFFF15}"/>
              </a:ext>
            </a:extLst>
          </p:cNvPr>
          <p:cNvSpPr txBox="1"/>
          <p:nvPr/>
        </p:nvSpPr>
        <p:spPr>
          <a:xfrm>
            <a:off x="3349753" y="6082784"/>
            <a:ext cx="5794293" cy="369332"/>
          </a:xfrm>
          <a:prstGeom prst="rect">
            <a:avLst/>
          </a:prstGeom>
          <a:ln w="9525"/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defTabSz="685800"/>
            <a:r>
              <a:rPr lang="en-US" altLang="zh-CN" sz="900" dirty="0">
                <a:solidFill>
                  <a:prstClr val="black"/>
                </a:solidFill>
                <a:latin typeface="Gill Sans Light"/>
                <a:ea typeface="华文新魏" panose="02010800040101010101" pitchFamily="2" charset="-122"/>
              </a:rPr>
              <a:t>Acknowledgement: Lecture slides based on Embedded Systems with ARM Cortex-M Microcontrollers in Assembly Language and C, University of Maine </a:t>
            </a:r>
            <a:r>
              <a:rPr lang="en-US" altLang="zh-CN" sz="900" dirty="0">
                <a:solidFill>
                  <a:prstClr val="black"/>
                </a:solidFill>
                <a:latin typeface="Gill Sans Light"/>
                <a:ea typeface="华文新魏" panose="02010800040101010101" pitchFamily="2" charset="-122"/>
                <a:hlinkClick r:id="rId2"/>
              </a:rPr>
              <a:t>https://web.eece.maine.edu/~zhu/book/</a:t>
            </a:r>
            <a:r>
              <a:rPr lang="en-US" altLang="zh-CN" sz="900" dirty="0">
                <a:solidFill>
                  <a:prstClr val="black"/>
                </a:solidFill>
                <a:latin typeface="Gill Sans Light"/>
                <a:ea typeface="华文新魏" panose="02010800040101010101" pitchFamily="2" charset="-122"/>
              </a:rPr>
              <a:t> </a:t>
            </a:r>
            <a:endParaRPr lang="en-SE" sz="900" dirty="0">
              <a:solidFill>
                <a:prstClr val="black"/>
              </a:solidFill>
              <a:latin typeface="Gill Sans Light"/>
            </a:endParaRPr>
          </a:p>
        </p:txBody>
      </p:sp>
      <p:sp>
        <p:nvSpPr>
          <p:cNvPr id="8" name="Slide Number Placeholder 2">
            <a:extLst>
              <a:ext uri="{FF2B5EF4-FFF2-40B4-BE49-F238E27FC236}">
                <a16:creationId xmlns:a16="http://schemas.microsoft.com/office/drawing/2014/main" id="{53E96F5C-FC35-378C-26EB-F03DC07466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16864" y="6356350"/>
            <a:ext cx="2641600" cy="365760"/>
          </a:xfrm>
        </p:spPr>
        <p:txBody>
          <a:bodyPr/>
          <a:lstStyle/>
          <a:p>
            <a:fld id="{EA7C8D44-3667-46F6-9772-CC52308E2A7F}" type="slidenum">
              <a:rPr kumimoji="0" lang="en-US" smtClean="0"/>
              <a:pPr/>
              <a:t>11</a:t>
            </a:fld>
            <a:endParaRPr kumimoji="0" lang="en-US" dirty="0"/>
          </a:p>
        </p:txBody>
      </p:sp>
    </p:spTree>
    <p:extLst>
      <p:ext uri="{BB962C8B-B14F-4D97-AF65-F5344CB8AC3E}">
        <p14:creationId xmlns:p14="http://schemas.microsoft.com/office/powerpoint/2010/main" val="419975965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Normalization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12</a:t>
            </a:fld>
            <a:endParaRPr kumimoji="0" lang="en-US" dirty="0"/>
          </a:p>
        </p:txBody>
      </p:sp>
      <p:sp>
        <p:nvSpPr>
          <p:cNvPr id="5" name="Rectangle 4"/>
          <p:cNvSpPr>
            <a:spLocks noChangeArrowheads="1"/>
          </p:cNvSpPr>
          <p:nvPr/>
        </p:nvSpPr>
        <p:spPr bwMode="auto">
          <a:xfrm>
            <a:off x="1676400" y="4793158"/>
            <a:ext cx="6788590" cy="70788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fontAlgn="base">
              <a:spcBef>
                <a:spcPct val="0"/>
              </a:spcBef>
              <a:spcAft>
                <a:spcPct val="0"/>
              </a:spcAft>
            </a:pPr>
            <a:r>
              <a:rPr lang="en-US" altLang="zh-CN" sz="2000" dirty="0">
                <a:latin typeface="Palatino Linotype" pitchFamily="18" charset="0"/>
                <a:ea typeface="宋体" pitchFamily="2" charset="-122"/>
                <a:cs typeface="Times New Roman" pitchFamily="18" charset="0"/>
              </a:rPr>
              <a:t>We can convert 10.746</a:t>
            </a:r>
            <a:r>
              <a:rPr lang="en-US" altLang="zh-CN" sz="2000" dirty="0">
                <a:latin typeface="Palatino Linotype" pitchFamily="18" charset="0"/>
                <a:ea typeface="宋体" pitchFamily="2" charset="-122"/>
                <a:cs typeface="Times New Roman" pitchFamily="18" charset="0"/>
                <a:sym typeface="Symbol" pitchFamily="18" charset="2"/>
              </a:rPr>
              <a:t></a:t>
            </a:r>
            <a:r>
              <a:rPr lang="en-US" altLang="zh-CN" sz="2000" dirty="0">
                <a:latin typeface="Palatino Linotype" pitchFamily="18" charset="0"/>
                <a:ea typeface="宋体" pitchFamily="2" charset="-122"/>
                <a:cs typeface="Times New Roman" pitchFamily="18" charset="0"/>
              </a:rPr>
              <a:t>2</a:t>
            </a:r>
            <a:r>
              <a:rPr lang="en-US" altLang="zh-CN" sz="2000" baseline="30000" dirty="0">
                <a:latin typeface="Palatino Linotype" pitchFamily="18" charset="0"/>
                <a:ea typeface="宋体" pitchFamily="2" charset="-122"/>
                <a:cs typeface="Times New Roman" pitchFamily="18" charset="0"/>
                <a:sym typeface="Symbol" pitchFamily="18" charset="2"/>
              </a:rPr>
              <a:t>6</a:t>
            </a:r>
            <a:r>
              <a:rPr lang="en-US" altLang="zh-CN" sz="2000" dirty="0">
                <a:latin typeface="Palatino Linotype" pitchFamily="18" charset="0"/>
                <a:ea typeface="宋体" pitchFamily="2" charset="-122"/>
                <a:cs typeface="Times New Roman" pitchFamily="18" charset="0"/>
                <a:sym typeface="Symbol" pitchFamily="18" charset="2"/>
              </a:rPr>
              <a:t> to normalized format as follows:</a:t>
            </a:r>
            <a:endParaRPr lang="en-US" altLang="zh-CN" sz="1050" dirty="0">
              <a:latin typeface="Arial" pitchFamily="34" charset="0"/>
              <a:cs typeface="Arial" pitchFamily="34" charset="0"/>
              <a:sym typeface="Symbol" pitchFamily="18" charset="2"/>
            </a:endParaRP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endParaRPr lang="en-US" altLang="zh-CN" sz="2000" dirty="0">
              <a:latin typeface="Palatino Linotype" pitchFamily="18" charset="0"/>
              <a:ea typeface="宋体" pitchFamily="2" charset="-122"/>
              <a:cs typeface="Times New Roman" pitchFamily="18" charset="0"/>
              <a:sym typeface="Symbol" pitchFamily="18" charset="2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Object 5"/>
              <p:cNvSpPr txBox="1"/>
              <p:nvPr/>
            </p:nvSpPr>
            <p:spPr bwMode="auto">
              <a:xfrm>
                <a:off x="3489325" y="5334000"/>
                <a:ext cx="4905375" cy="711200"/>
              </a:xfrm>
              <a:prstGeom prst="rect">
                <a:avLst/>
              </a:prstGeom>
              <a:noFill/>
            </p:spPr>
            <p:txBody>
              <a:bodyPr>
                <a:norm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10</m:t>
                      </m:r>
                      <m:r>
                        <a:rPr lang="en-US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en-US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746</m:t>
                      </m:r>
                      <m:r>
                        <a:rPr lang="en-US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×</m:t>
                      </m:r>
                      <m:sSup>
                        <m:sSupPr>
                          <m:ctrlP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e>
                        <m:sup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6</m:t>
                          </m:r>
                        </m:sup>
                      </m:sSup>
                      <m:r>
                        <a:rPr lang="en-US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10</m:t>
                          </m:r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.</m:t>
                          </m:r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746</m:t>
                          </m:r>
                        </m:num>
                        <m:den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8</m:t>
                          </m:r>
                        </m:den>
                      </m:f>
                      <m:r>
                        <a:rPr lang="en-US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×</m:t>
                      </m:r>
                      <m:r>
                        <a:rPr lang="en-US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8</m:t>
                      </m:r>
                      <m:r>
                        <a:rPr lang="en-US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×</m:t>
                      </m:r>
                      <m:sSup>
                        <m:sSupPr>
                          <m:ctrlP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e>
                        <m:sup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6</m:t>
                          </m:r>
                        </m:sup>
                      </m:sSup>
                      <m:r>
                        <a:rPr lang="en-US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i="1" smtClean="0">
                          <a:solidFill>
                            <a:srgbClr val="FF00FF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  <m:r>
                        <a:rPr lang="en-US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en-US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34325</m:t>
                      </m:r>
                      <m:r>
                        <a:rPr lang="en-US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×</m:t>
                      </m:r>
                      <m:sSup>
                        <m:sSupPr>
                          <m:ctrlP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e>
                        <m:sup>
                          <m:r>
                            <a:rPr lang="en-US" i="1" smtClean="0">
                              <a:solidFill>
                                <a:srgbClr val="0000FF"/>
                              </a:solidFill>
                              <a:latin typeface="Cambria Math" panose="02040503050406030204" pitchFamily="18" charset="0"/>
                            </a:rPr>
                            <m:t>9</m:t>
                          </m:r>
                        </m:sup>
                      </m:sSup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6" name="Object 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3489325" y="5334000"/>
                <a:ext cx="4905375" cy="711200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117" name="Picture 21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89361" y="1219201"/>
            <a:ext cx="5396929" cy="334374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418779774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0" y="135890"/>
            <a:ext cx="8487310" cy="990600"/>
          </a:xfrm>
        </p:spPr>
        <p:txBody>
          <a:bodyPr>
            <a:normAutofit fontScale="90000"/>
          </a:bodyPr>
          <a:lstStyle/>
          <a:p>
            <a:r>
              <a:rPr lang="en-US" dirty="0"/>
              <a:t>IEEE Standard </a:t>
            </a:r>
            <a:r>
              <a:rPr lang="en-US"/>
              <a:t>754 (Signed </a:t>
            </a:r>
            <a:r>
              <a:rPr lang="en-US" dirty="0"/>
              <a:t>Floating Point)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13</a:t>
            </a:fld>
            <a:endParaRPr kumimoji="0" 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" name="Rectangle 4"/>
              <p:cNvSpPr/>
              <p:nvPr/>
            </p:nvSpPr>
            <p:spPr>
              <a:xfrm>
                <a:off x="2057400" y="4267200"/>
                <a:ext cx="8382000" cy="2135585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r>
                  <a:rPr lang="en-US" dirty="0"/>
                  <a:t>IEEE 754 value:</a:t>
                </a:r>
              </a:p>
              <a:p>
                <a:endParaRPr lang="en-US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i="1">
                              <a:latin typeface="Cambria Math"/>
                            </a:rPr>
                            <m:t>(−</m:t>
                          </m:r>
                          <m:r>
                            <a:rPr lang="en-US" sz="2400" i="1">
                              <a:latin typeface="Cambria Math"/>
                            </a:rPr>
                            <m:t>1</m:t>
                          </m:r>
                          <m:r>
                            <a:rPr lang="en-US" sz="2400" i="1">
                              <a:latin typeface="Cambria Math"/>
                            </a:rPr>
                            <m:t>)</m:t>
                          </m:r>
                        </m:e>
                        <m:sup>
                          <m:r>
                            <a:rPr lang="en-US" sz="2400" i="1">
                              <a:solidFill>
                                <a:srgbClr val="00B050"/>
                              </a:solidFill>
                              <a:latin typeface="Cambria Math"/>
                            </a:rPr>
                            <m:t>𝑆</m:t>
                          </m:r>
                        </m:sup>
                      </m:sSup>
                      <m:r>
                        <a:rPr lang="en-US" sz="2400" i="1">
                          <a:latin typeface="Cambria Math"/>
                        </a:rPr>
                        <m:t>×(</m:t>
                      </m:r>
                      <m:r>
                        <a:rPr lang="en-US" sz="2400" i="1">
                          <a:latin typeface="Cambria Math"/>
                        </a:rPr>
                        <m:t>1</m:t>
                      </m:r>
                      <m:r>
                        <a:rPr lang="en-US" sz="2400" i="1">
                          <a:latin typeface="Cambria Math"/>
                        </a:rPr>
                        <m:t>+</m:t>
                      </m:r>
                      <m:r>
                        <a:rPr lang="en-US" sz="2400" i="1">
                          <a:solidFill>
                            <a:srgbClr val="C00000"/>
                          </a:solidFill>
                          <a:latin typeface="Cambria Math"/>
                        </a:rPr>
                        <m:t>𝐹𝑟𝑎𝑐𝑡𝑖𝑜𝑛</m:t>
                      </m:r>
                      <m:r>
                        <a:rPr lang="en-US" sz="2400" i="1">
                          <a:latin typeface="Cambria Math"/>
                        </a:rPr>
                        <m:t>)×</m:t>
                      </m:r>
                      <m:sSup>
                        <m:sSup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i="1">
                              <a:latin typeface="Cambria Math"/>
                            </a:rPr>
                            <m:t>2</m:t>
                          </m:r>
                        </m:e>
                        <m:sup>
                          <m:r>
                            <a:rPr lang="en-US" sz="2400" i="1">
                              <a:solidFill>
                                <a:srgbClr val="0000FF"/>
                              </a:solidFill>
                              <a:latin typeface="Cambria Math"/>
                            </a:rPr>
                            <m:t>𝐸𝑥𝑝𝑜𝑛𝑒𝑛𝑡</m:t>
                          </m:r>
                          <m:r>
                            <a:rPr lang="en-US" sz="2400" i="1">
                              <a:latin typeface="Cambria Math"/>
                            </a:rPr>
                            <m:t>−</m:t>
                          </m:r>
                          <m:r>
                            <a:rPr lang="en-US" sz="2400" i="1">
                              <a:latin typeface="Cambria Math"/>
                            </a:rPr>
                            <m:t>𝐵𝑖𝑎𝑠</m:t>
                          </m:r>
                        </m:sup>
                      </m:sSup>
                    </m:oMath>
                  </m:oMathPara>
                </a14:m>
                <a:endParaRPr lang="en-US" dirty="0"/>
              </a:p>
              <a:p>
                <a:endParaRPr lang="en-US" dirty="0"/>
              </a:p>
              <a:p>
                <a:r>
                  <a:rPr lang="en-US" dirty="0"/>
                  <a:t>where Bias = 2</a:t>
                </a:r>
                <a:r>
                  <a:rPr lang="en-US" baseline="30000" dirty="0"/>
                  <a:t>7</a:t>
                </a:r>
                <a:r>
                  <a:rPr lang="en-US" dirty="0"/>
                  <a:t> - 1 = </a:t>
                </a:r>
                <a:r>
                  <a:rPr lang="en-US" b="1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127</a:t>
                </a:r>
                <a:r>
                  <a:rPr lang="en-US" dirty="0"/>
                  <a:t> for single precision FP32 </a:t>
                </a:r>
              </a:p>
              <a:p>
                <a:r>
                  <a:rPr lang="en-US" dirty="0"/>
                  <a:t>          Bias = 2</a:t>
                </a:r>
                <a:r>
                  <a:rPr lang="en-US" baseline="30000" dirty="0"/>
                  <a:t>10</a:t>
                </a:r>
                <a:r>
                  <a:rPr lang="en-US" dirty="0"/>
                  <a:t> - 1 = </a:t>
                </a:r>
                <a:r>
                  <a:rPr lang="en-US" b="1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1023</a:t>
                </a:r>
                <a:r>
                  <a:rPr lang="en-US" dirty="0"/>
                  <a:t> for double precision FP64</a:t>
                </a:r>
              </a:p>
              <a:p>
                <a:r>
                  <a:rPr lang="en-US" dirty="0"/>
                  <a:t>Fraction is also called significand or </a:t>
                </a:r>
                <a:r>
                  <a:rPr lang="en-US" dirty="0">
                    <a:solidFill>
                      <a:srgbClr val="FF0000"/>
                    </a:solidFill>
                  </a:rPr>
                  <a:t>mantissa</a:t>
                </a:r>
              </a:p>
            </p:txBody>
          </p:sp>
        </mc:Choice>
        <mc:Fallback>
          <p:sp>
            <p:nvSpPr>
              <p:cNvPr id="5" name="Rectangle 4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57400" y="4267200"/>
                <a:ext cx="8382000" cy="2135585"/>
              </a:xfrm>
              <a:prstGeom prst="rect">
                <a:avLst/>
              </a:prstGeom>
              <a:blipFill>
                <a:blip r:embed="rId3"/>
                <a:stretch>
                  <a:fillRect l="-655" t="-1429" b="-371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146" name="Picture 2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67934" y="1600200"/>
            <a:ext cx="8771467" cy="2286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266943497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369424-0102-7D10-CA3C-02B3C0033D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Why Bias?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04B665B1-93EA-6963-3A8D-A79CC4FCAC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14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6E9C26C-00C6-ED10-C2C9-02E0EBAC4C6B}"/>
              </a:ext>
            </a:extLst>
          </p:cNvPr>
          <p:cNvSpPr>
            <a:spLocks noGrp="1"/>
          </p:cNvSpPr>
          <p:nvPr>
            <p:ph sz="quarter"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FP32’s exponent field has 8 bits. So it can represent integers from 0 to 255. But real exponents in normalized floating-point numbers range roughly from –126 to +127.  To store both negative and positive exponents in that 0–255 range, IEEE-754 adds a bias, shifting all values upward so they become non-negative.</a:t>
            </a:r>
          </a:p>
          <a:p>
            <a:r>
              <a:rPr lang="en-US" dirty="0"/>
              <a:t>For an exponent field of n bits, the bias is 2</a:t>
            </a:r>
            <a:r>
              <a:rPr lang="en-US" baseline="30000" dirty="0"/>
              <a:t>(n−1)</a:t>
            </a:r>
            <a:r>
              <a:rPr lang="en-US" dirty="0"/>
              <a:t>- 1.</a:t>
            </a:r>
          </a:p>
          <a:p>
            <a:r>
              <a:rPr lang="en-US" dirty="0"/>
              <a:t>For FP32, the bias is chosen as 2</a:t>
            </a:r>
            <a:r>
              <a:rPr lang="en-US" baseline="30000" dirty="0"/>
              <a:t>(8−1)</a:t>
            </a:r>
            <a:r>
              <a:rPr lang="en-US" dirty="0"/>
              <a:t>- 1 = 127, so half the range is allocated for negative exponents, and half for positive. </a:t>
            </a:r>
          </a:p>
          <a:p>
            <a:pPr lvl="1"/>
            <a:r>
              <a:rPr lang="en-US" dirty="0"/>
              <a:t>Actual Exponent=Stored Exponent -127</a:t>
            </a:r>
          </a:p>
          <a:p>
            <a:pPr lvl="1"/>
            <a:r>
              <a:rPr lang="en-US" dirty="0"/>
              <a:t>Stored exponent 0 → actual exponent = -127 (used for special/subnormal cases)</a:t>
            </a:r>
          </a:p>
          <a:p>
            <a:pPr lvl="1"/>
            <a:r>
              <a:rPr lang="en-US" dirty="0"/>
              <a:t>Stored exponent 127 → actual exponent = 0</a:t>
            </a:r>
          </a:p>
          <a:p>
            <a:pPr lvl="1"/>
            <a:r>
              <a:rPr lang="en-US" dirty="0"/>
              <a:t>Stored exponent 255 → reserved for special values (like infinity and </a:t>
            </a:r>
            <a:r>
              <a:rPr lang="en-US" dirty="0" err="1"/>
              <a:t>NaN</a:t>
            </a:r>
            <a:r>
              <a:rPr lang="en-US" dirty="0"/>
              <a:t>)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9236544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b="1" dirty="0"/>
              <a:t>Decoding </a:t>
            </a:r>
            <a:r>
              <a:rPr lang="en-US" sz="3600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0xC1FF0000</a:t>
            </a:r>
            <a:r>
              <a:rPr lang="en-US" sz="3600" b="1" dirty="0"/>
              <a:t> </a:t>
            </a:r>
            <a:br>
              <a:rPr lang="en-US" b="1" dirty="0"/>
            </a:br>
            <a:r>
              <a:rPr lang="en-US" b="1" dirty="0"/>
              <a:t>into a floating-point number</a:t>
            </a:r>
            <a:endParaRPr lang="en-US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15</a:t>
            </a:fld>
            <a:endParaRPr kumimoji="0"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3"/>
              <p:cNvSpPr>
                <a:spLocks noGrp="1"/>
              </p:cNvSpPr>
              <p:nvPr>
                <p:ph sz="quarter" idx="1"/>
              </p:nvPr>
            </p:nvSpPr>
            <p:spPr>
              <a:xfrm>
                <a:off x="609600" y="1263579"/>
                <a:ext cx="10972800" cy="4893382"/>
              </a:xfrm>
            </p:spPr>
            <p:txBody>
              <a:bodyPr>
                <a:noAutofit/>
              </a:bodyPr>
              <a:lstStyle/>
              <a:p>
                <a:r>
                  <a:rPr lang="en-US" sz="2800" dirty="0"/>
                  <a:t>Binary </a:t>
                </a:r>
                <a:r>
                  <a:rPr lang="en-US" sz="2800" dirty="0">
                    <a:solidFill>
                      <a:srgbClr val="C00000"/>
                    </a:solidFill>
                    <a:latin typeface="Consolas" panose="020B0609020204030204" pitchFamily="49" charset="0"/>
                  </a:rPr>
                  <a:t>1</a:t>
                </a:r>
                <a:r>
                  <a:rPr lang="en-US" sz="2800" dirty="0">
                    <a:solidFill>
                      <a:srgbClr val="0000FF"/>
                    </a:solidFill>
                    <a:latin typeface="Consolas" panose="020B0609020204030204" pitchFamily="49" charset="0"/>
                  </a:rPr>
                  <a:t>10000011</a:t>
                </a:r>
                <a:r>
                  <a:rPr lang="en-US" sz="2800" dirty="0">
                    <a:solidFill>
                      <a:srgbClr val="C00000"/>
                    </a:solidFill>
                    <a:latin typeface="Consolas" panose="020B0609020204030204" pitchFamily="49" charset="0"/>
                  </a:rPr>
                  <a:t>11111110000000000000000</a:t>
                </a:r>
              </a:p>
              <a:p>
                <a:r>
                  <a:rPr lang="en-US" sz="2800" dirty="0"/>
                  <a:t>Sign = </a:t>
                </a:r>
                <a:r>
                  <a:rPr lang="en-US" sz="2800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1</a:t>
                </a:r>
              </a:p>
              <a:p>
                <a:r>
                  <a:rPr lang="en-US" sz="2800" dirty="0"/>
                  <a:t>Exponent =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8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800" i="1">
                            <a:latin typeface="Cambria Math"/>
                          </a:rPr>
                          <m:t>10000011</m:t>
                        </m:r>
                      </m:e>
                      <m:sub>
                        <m:r>
                          <a:rPr lang="en-US" sz="2800" i="1">
                            <a:latin typeface="Cambria Math"/>
                          </a:rPr>
                          <m:t>2</m:t>
                        </m:r>
                      </m:sub>
                    </m:sSub>
                    <m:r>
                      <a:rPr lang="en-US" sz="2800" i="1">
                        <a:latin typeface="Cambria Math"/>
                      </a:rPr>
                      <m:t>=</m:t>
                    </m:r>
                    <m:r>
                      <a:rPr lang="en-US" sz="2800" i="1">
                        <a:latin typeface="Cambria Math"/>
                      </a:rPr>
                      <m:t>131</m:t>
                    </m:r>
                  </m:oMath>
                </a14:m>
                <a:endParaRPr lang="en-US" sz="2800" dirty="0"/>
              </a:p>
              <a:p>
                <a:r>
                  <a:rPr lang="en-US" sz="2800" dirty="0"/>
                  <a:t>Fraction =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8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800" i="1">
                            <a:latin typeface="Cambria Math"/>
                          </a:rPr>
                          <m:t>0</m:t>
                        </m:r>
                        <m:r>
                          <a:rPr lang="en-US" sz="2800" i="1">
                            <a:latin typeface="Cambria Math"/>
                          </a:rPr>
                          <m:t>.</m:t>
                        </m:r>
                        <m:r>
                          <a:rPr lang="en-US" sz="2800" i="1">
                            <a:latin typeface="Cambria Math"/>
                          </a:rPr>
                          <m:t>1111111</m:t>
                        </m:r>
                      </m:e>
                      <m:sub>
                        <m:r>
                          <a:rPr lang="en-US" sz="2800" i="1">
                            <a:latin typeface="Cambria Math"/>
                          </a:rPr>
                          <m:t>2</m:t>
                        </m:r>
                      </m:sub>
                    </m:sSub>
                    <m:r>
                      <m:rPr>
                        <m:aln/>
                      </m:rPr>
                      <a:rPr lang="en-US" sz="2800" i="1">
                        <a:latin typeface="Cambria Math"/>
                      </a:rPr>
                      <m:t>=</m:t>
                    </m:r>
                    <m:r>
                      <a:rPr lang="en-US" sz="2800" i="1">
                        <a:latin typeface="Cambria Math"/>
                      </a:rPr>
                      <m:t>1</m:t>
                    </m:r>
                    <m:r>
                      <a:rPr lang="en-US" sz="2800" i="1">
                        <a:latin typeface="Cambria Math"/>
                      </a:rPr>
                      <m:t>×</m:t>
                    </m:r>
                    <m:sSup>
                      <m:sSupPr>
                        <m:ctrlPr>
                          <a:rPr lang="en-US" sz="28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800" i="1">
                            <a:latin typeface="Cambria Math"/>
                          </a:rPr>
                          <m:t>2</m:t>
                        </m:r>
                      </m:e>
                      <m:sup>
                        <m:r>
                          <a:rPr lang="en-US" sz="2800" i="1">
                            <a:latin typeface="Cambria Math"/>
                          </a:rPr>
                          <m:t>−</m:t>
                        </m:r>
                        <m:r>
                          <a:rPr lang="en-US" sz="2800" i="1">
                            <a:latin typeface="Cambria Math"/>
                          </a:rPr>
                          <m:t>1</m:t>
                        </m:r>
                      </m:sup>
                    </m:sSup>
                    <m:r>
                      <a:rPr lang="en-US" sz="2800" i="1">
                        <a:latin typeface="Cambria Math"/>
                      </a:rPr>
                      <m:t>+</m:t>
                    </m:r>
                    <m:r>
                      <a:rPr lang="en-US" sz="2800" i="1">
                        <a:latin typeface="Cambria Math"/>
                      </a:rPr>
                      <m:t>1</m:t>
                    </m:r>
                    <m:r>
                      <a:rPr lang="en-US" sz="2800" i="1">
                        <a:latin typeface="Cambria Math"/>
                      </a:rPr>
                      <m:t>×</m:t>
                    </m:r>
                    <m:sSup>
                      <m:sSupPr>
                        <m:ctrlPr>
                          <a:rPr lang="en-US" sz="28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800" i="1">
                            <a:latin typeface="Cambria Math"/>
                          </a:rPr>
                          <m:t>2</m:t>
                        </m:r>
                      </m:e>
                      <m:sup>
                        <m:r>
                          <a:rPr lang="en-US" sz="2800" i="1">
                            <a:latin typeface="Cambria Math"/>
                          </a:rPr>
                          <m:t>−</m:t>
                        </m:r>
                        <m:r>
                          <a:rPr lang="en-US" sz="2800" i="1">
                            <a:latin typeface="Cambria Math"/>
                          </a:rPr>
                          <m:t>2</m:t>
                        </m:r>
                      </m:sup>
                    </m:sSup>
                    <m:r>
                      <a:rPr lang="en-US" sz="2800" i="1">
                        <a:latin typeface="Cambria Math"/>
                      </a:rPr>
                      <m:t>+</m:t>
                    </m:r>
                    <m:r>
                      <a:rPr lang="en-US" sz="2800" i="1">
                        <a:latin typeface="Cambria Math"/>
                      </a:rPr>
                      <m:t>1</m:t>
                    </m:r>
                    <m:r>
                      <a:rPr lang="en-US" sz="2800" i="1">
                        <a:latin typeface="Cambria Math"/>
                      </a:rPr>
                      <m:t>×</m:t>
                    </m:r>
                    <m:sSup>
                      <m:sSupPr>
                        <m:ctrlPr>
                          <a:rPr lang="en-US" sz="28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800" i="1">
                            <a:latin typeface="Cambria Math"/>
                          </a:rPr>
                          <m:t>2</m:t>
                        </m:r>
                      </m:e>
                      <m:sup>
                        <m:r>
                          <a:rPr lang="en-US" sz="2800" i="1">
                            <a:latin typeface="Cambria Math"/>
                          </a:rPr>
                          <m:t>−</m:t>
                        </m:r>
                        <m:r>
                          <a:rPr lang="en-US" sz="2800" i="1">
                            <a:latin typeface="Cambria Math"/>
                          </a:rPr>
                          <m:t>3</m:t>
                        </m:r>
                      </m:sup>
                    </m:sSup>
                    <m:r>
                      <a:rPr lang="en-US" sz="2800" i="1">
                        <a:latin typeface="Cambria Math"/>
                      </a:rPr>
                      <m:t>+</m:t>
                    </m:r>
                    <m:r>
                      <a:rPr lang="en-US" sz="2800" i="1">
                        <a:latin typeface="Cambria Math"/>
                      </a:rPr>
                      <m:t>1</m:t>
                    </m:r>
                    <m:r>
                      <a:rPr lang="en-US" sz="2800" i="1">
                        <a:latin typeface="Cambria Math"/>
                      </a:rPr>
                      <m:t>×</m:t>
                    </m:r>
                    <m:sSup>
                      <m:sSupPr>
                        <m:ctrlPr>
                          <a:rPr lang="en-US" sz="28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800" i="1">
                            <a:latin typeface="Cambria Math"/>
                          </a:rPr>
                          <m:t>2</m:t>
                        </m:r>
                      </m:e>
                      <m:sup>
                        <m:r>
                          <a:rPr lang="en-US" sz="2800" i="1">
                            <a:latin typeface="Cambria Math"/>
                          </a:rPr>
                          <m:t>−</m:t>
                        </m:r>
                        <m:r>
                          <a:rPr lang="en-US" sz="2800" i="1">
                            <a:latin typeface="Cambria Math"/>
                          </a:rPr>
                          <m:t>4</m:t>
                        </m:r>
                      </m:sup>
                    </m:sSup>
                    <m:r>
                      <a:rPr lang="en-US" sz="2800" i="1">
                        <a:latin typeface="Cambria Math"/>
                      </a:rPr>
                      <m:t>+</m:t>
                    </m:r>
                    <m:r>
                      <a:rPr lang="en-US" sz="2800" i="1">
                        <a:latin typeface="Cambria Math"/>
                      </a:rPr>
                      <m:t>1</m:t>
                    </m:r>
                    <m:r>
                      <a:rPr lang="en-US" sz="2800" i="1">
                        <a:latin typeface="Cambria Math"/>
                      </a:rPr>
                      <m:t>×</m:t>
                    </m:r>
                    <m:sSup>
                      <m:sSupPr>
                        <m:ctrlPr>
                          <a:rPr lang="en-US" sz="28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800" i="1">
                            <a:latin typeface="Cambria Math"/>
                          </a:rPr>
                          <m:t>2</m:t>
                        </m:r>
                      </m:e>
                      <m:sup>
                        <m:r>
                          <a:rPr lang="en-US" sz="2800" i="1">
                            <a:latin typeface="Cambria Math"/>
                          </a:rPr>
                          <m:t>−</m:t>
                        </m:r>
                        <m:r>
                          <a:rPr lang="en-US" sz="2800" i="1">
                            <a:latin typeface="Cambria Math"/>
                          </a:rPr>
                          <m:t>5</m:t>
                        </m:r>
                      </m:sup>
                    </m:sSup>
                    <m:r>
                      <a:rPr lang="en-US" sz="2800" i="1">
                        <a:latin typeface="Cambria Math"/>
                      </a:rPr>
                      <m:t>+</m:t>
                    </m:r>
                    <m:r>
                      <a:rPr lang="en-US" sz="2800" i="1">
                        <a:latin typeface="Cambria Math"/>
                      </a:rPr>
                      <m:t>1</m:t>
                    </m:r>
                    <m:r>
                      <a:rPr lang="en-US" sz="2800" i="1">
                        <a:latin typeface="Cambria Math"/>
                      </a:rPr>
                      <m:t>×</m:t>
                    </m:r>
                    <m:sSup>
                      <m:sSupPr>
                        <m:ctrlPr>
                          <a:rPr lang="en-US" sz="28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800" i="1">
                            <a:latin typeface="Cambria Math"/>
                          </a:rPr>
                          <m:t>2</m:t>
                        </m:r>
                      </m:e>
                      <m:sup>
                        <m:r>
                          <a:rPr lang="en-US" sz="2800" i="1">
                            <a:latin typeface="Cambria Math"/>
                          </a:rPr>
                          <m:t>−</m:t>
                        </m:r>
                        <m:r>
                          <a:rPr lang="en-US" sz="2800" i="1">
                            <a:latin typeface="Cambria Math"/>
                          </a:rPr>
                          <m:t>6</m:t>
                        </m:r>
                      </m:sup>
                    </m:sSup>
                    <m:r>
                      <a:rPr lang="en-US" sz="2800" i="1">
                        <a:latin typeface="Cambria Math"/>
                      </a:rPr>
                      <m:t>+</m:t>
                    </m:r>
                    <m:r>
                      <a:rPr lang="en-US" sz="2800" i="1">
                        <a:latin typeface="Cambria Math"/>
                      </a:rPr>
                      <m:t>1</m:t>
                    </m:r>
                    <m:r>
                      <a:rPr lang="en-US" sz="2800" i="1">
                        <a:latin typeface="Cambria Math"/>
                      </a:rPr>
                      <m:t>×</m:t>
                    </m:r>
                    <m:sSup>
                      <m:sSupPr>
                        <m:ctrlPr>
                          <a:rPr lang="en-US" sz="28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800" i="1">
                            <a:latin typeface="Cambria Math"/>
                          </a:rPr>
                          <m:t>2</m:t>
                        </m:r>
                      </m:e>
                      <m:sup>
                        <m:r>
                          <a:rPr lang="en-US" sz="2800" i="1">
                            <a:latin typeface="Cambria Math"/>
                          </a:rPr>
                          <m:t>−</m:t>
                        </m:r>
                        <m:r>
                          <a:rPr lang="en-US" sz="2800" i="1">
                            <a:latin typeface="Cambria Math"/>
                          </a:rPr>
                          <m:t>7</m:t>
                        </m:r>
                      </m:sup>
                    </m:sSup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800" i="1">
                        <a:latin typeface="Cambria Math"/>
                      </a:rPr>
                      <m:t>0</m:t>
                    </m:r>
                    <m:r>
                      <a:rPr lang="en-US" sz="2800" i="1">
                        <a:latin typeface="Cambria Math"/>
                      </a:rPr>
                      <m:t>.</m:t>
                    </m:r>
                    <m:r>
                      <a:rPr lang="en-US" sz="2800" i="1">
                        <a:latin typeface="Cambria Math"/>
                      </a:rPr>
                      <m:t>9921875</m:t>
                    </m:r>
                  </m:oMath>
                </a14:m>
                <a:endParaRPr lang="en-US" sz="2800" dirty="0"/>
              </a:p>
              <a:p>
                <a14:m>
                  <m:oMath xmlns:m="http://schemas.openxmlformats.org/officeDocument/2006/math">
                    <m:r>
                      <a:rPr lang="en-US" sz="2800" i="1">
                        <a:latin typeface="Cambria Math"/>
                      </a:rPr>
                      <m:t>𝑓</m:t>
                    </m:r>
                    <m:r>
                      <m:rPr>
                        <m:aln/>
                      </m:rPr>
                      <a:rPr lang="en-US" sz="2800" i="1">
                        <a:latin typeface="Cambria Math"/>
                      </a:rPr>
                      <m:t>=</m:t>
                    </m:r>
                    <m:sSup>
                      <m:sSupPr>
                        <m:ctrlPr>
                          <a:rPr lang="en-US" sz="28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ctrlPr>
                              <a:rPr lang="en-US" sz="28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800" i="1">
                                <a:latin typeface="Cambria Math"/>
                              </a:rPr>
                              <m:t>−</m:t>
                            </m:r>
                            <m:r>
                              <a:rPr lang="en-US" sz="2800" i="1">
                                <a:latin typeface="Cambria Math"/>
                              </a:rPr>
                              <m:t>1</m:t>
                            </m:r>
                          </m:e>
                        </m:d>
                      </m:e>
                      <m:sup>
                        <m:r>
                          <a:rPr lang="en-US" sz="2800" i="1">
                            <a:latin typeface="Cambria Math"/>
                          </a:rPr>
                          <m:t>𝑆</m:t>
                        </m:r>
                      </m:sup>
                    </m:sSup>
                    <m:r>
                      <a:rPr lang="en-US" sz="2800" i="1">
                        <a:latin typeface="Cambria Math"/>
                      </a:rPr>
                      <m:t>×</m:t>
                    </m:r>
                    <m:d>
                      <m:dPr>
                        <m:ctrlPr>
                          <a:rPr lang="en-US" sz="28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800" i="1">
                            <a:latin typeface="Cambria Math"/>
                          </a:rPr>
                          <m:t>1</m:t>
                        </m:r>
                        <m:r>
                          <a:rPr lang="en-US" sz="2800" i="1">
                            <a:latin typeface="Cambria Math"/>
                          </a:rPr>
                          <m:t>+</m:t>
                        </m:r>
                        <m:r>
                          <a:rPr lang="en-US" sz="2800" i="1">
                            <a:latin typeface="Cambria Math"/>
                          </a:rPr>
                          <m:t>𝐹𝑟𝑎𝑐𝑡𝑖𝑜𝑛</m:t>
                        </m:r>
                      </m:e>
                    </m:d>
                    <m:r>
                      <a:rPr lang="en-US" sz="2800" i="1">
                        <a:latin typeface="Cambria Math"/>
                      </a:rPr>
                      <m:t>×</m:t>
                    </m:r>
                    <m:sSup>
                      <m:sSupPr>
                        <m:ctrlPr>
                          <a:rPr lang="en-US" sz="28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800" i="1">
                            <a:latin typeface="Cambria Math"/>
                          </a:rPr>
                          <m:t>2</m:t>
                        </m:r>
                      </m:e>
                      <m:sup>
                        <m:r>
                          <a:rPr lang="en-US" sz="2800" i="1">
                            <a:latin typeface="Cambria Math"/>
                          </a:rPr>
                          <m:t>𝐸𝑥𝑝𝑜𝑛𝑒𝑛𝑡</m:t>
                        </m:r>
                        <m:r>
                          <a:rPr lang="en-US" sz="2800" i="1">
                            <a:latin typeface="Cambria Math"/>
                          </a:rPr>
                          <m:t>−</m:t>
                        </m:r>
                        <m:r>
                          <a:rPr lang="en-US" sz="2800" i="1">
                            <a:latin typeface="Cambria Math"/>
                          </a:rPr>
                          <m:t>127</m:t>
                        </m:r>
                      </m:sup>
                    </m:sSup>
                  </m:oMath>
                </a14:m>
                <a:endParaRPr lang="en-US" sz="280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aln/>
                        </m:rPr>
                        <a:rPr lang="en-US" sz="2800" i="1">
                          <a:latin typeface="Cambria Math"/>
                        </a:rPr>
                        <m:t>=</m:t>
                      </m:r>
                      <m:sSup>
                        <m:sSupPr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sz="28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800" i="1">
                                  <a:latin typeface="Cambria Math"/>
                                </a:rPr>
                                <m:t>−</m:t>
                              </m:r>
                              <m:r>
                                <a:rPr lang="en-US" sz="2800" i="1">
                                  <a:latin typeface="Cambria Math"/>
                                </a:rPr>
                                <m:t>1</m:t>
                              </m:r>
                            </m:e>
                          </m:d>
                        </m:e>
                        <m:sup>
                          <m:r>
                            <a:rPr lang="en-US" sz="2800" i="1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p>
                      <m:r>
                        <a:rPr lang="en-US" sz="2800" i="1">
                          <a:latin typeface="Cambria Math"/>
                        </a:rPr>
                        <m:t>×</m:t>
                      </m:r>
                      <m:d>
                        <m:dPr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800" i="1">
                              <a:latin typeface="Cambria Math"/>
                            </a:rPr>
                            <m:t>1</m:t>
                          </m:r>
                          <m:r>
                            <a:rPr lang="en-US" sz="2800" i="1">
                              <a:latin typeface="Cambria Math"/>
                            </a:rPr>
                            <m:t>+</m:t>
                          </m:r>
                          <m:r>
                            <a:rPr lang="en-US" sz="2800" i="1">
                              <a:latin typeface="Cambria Math"/>
                            </a:rPr>
                            <m:t>0</m:t>
                          </m:r>
                          <m:r>
                            <a:rPr lang="en-US" sz="2800" i="1">
                              <a:latin typeface="Cambria Math"/>
                            </a:rPr>
                            <m:t>.</m:t>
                          </m:r>
                          <m:r>
                            <a:rPr lang="en-US" sz="2800" i="1">
                              <a:latin typeface="Cambria Math"/>
                            </a:rPr>
                            <m:t>9921875</m:t>
                          </m:r>
                        </m:e>
                      </m:d>
                      <m:r>
                        <a:rPr lang="en-US" sz="2800" i="1">
                          <a:latin typeface="Cambria Math"/>
                        </a:rPr>
                        <m:t>×</m:t>
                      </m:r>
                      <m:sSup>
                        <m:sSupPr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800" i="1">
                              <a:latin typeface="Cambria Math"/>
                            </a:rPr>
                            <m:t>2</m:t>
                          </m:r>
                        </m:e>
                        <m:sup>
                          <m:r>
                            <a:rPr lang="en-US" sz="2800" i="1">
                              <a:latin typeface="Cambria Math"/>
                            </a:rPr>
                            <m:t>131</m:t>
                          </m:r>
                          <m:r>
                            <a:rPr lang="en-US" sz="2800" i="1">
                              <a:latin typeface="Cambria Math"/>
                            </a:rPr>
                            <m:t>−</m:t>
                          </m:r>
                          <m:r>
                            <a:rPr lang="en-US" sz="2800" i="1">
                              <a:latin typeface="Cambria Math"/>
                            </a:rPr>
                            <m:t>127</m:t>
                          </m:r>
                        </m:sup>
                      </m:sSup>
                    </m:oMath>
                    <m:oMath xmlns:m="http://schemas.openxmlformats.org/officeDocument/2006/math">
                      <m:r>
                        <m:rPr>
                          <m:aln/>
                        </m:rPr>
                        <a:rPr lang="en-US" sz="2800" i="1">
                          <a:latin typeface="Cambria Math"/>
                        </a:rPr>
                        <m:t>=</m:t>
                      </m:r>
                      <m:r>
                        <a:rPr lang="en-US" sz="2800" i="1">
                          <a:latin typeface="Cambria Math"/>
                        </a:rPr>
                        <m:t>−</m:t>
                      </m:r>
                      <m:r>
                        <a:rPr lang="en-US" sz="2800" i="1">
                          <a:latin typeface="Cambria Math"/>
                        </a:rPr>
                        <m:t>1</m:t>
                      </m:r>
                      <m:r>
                        <a:rPr lang="en-US" sz="2800" i="1">
                          <a:latin typeface="Cambria Math"/>
                        </a:rPr>
                        <m:t>×</m:t>
                      </m:r>
                      <m:r>
                        <a:rPr lang="en-US" sz="2800" i="1">
                          <a:latin typeface="Cambria Math"/>
                        </a:rPr>
                        <m:t>1</m:t>
                      </m:r>
                      <m:r>
                        <a:rPr lang="en-US" sz="2800" i="1">
                          <a:latin typeface="Cambria Math"/>
                        </a:rPr>
                        <m:t>.</m:t>
                      </m:r>
                      <m:r>
                        <a:rPr lang="en-US" sz="2800" i="1">
                          <a:latin typeface="Cambria Math"/>
                        </a:rPr>
                        <m:t>9921875</m:t>
                      </m:r>
                      <m:r>
                        <a:rPr lang="en-US" sz="2800" i="1">
                          <a:latin typeface="Cambria Math"/>
                        </a:rPr>
                        <m:t>×</m:t>
                      </m:r>
                      <m:sSup>
                        <m:sSupPr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800" i="1">
                              <a:latin typeface="Cambria Math"/>
                            </a:rPr>
                            <m:t>2</m:t>
                          </m:r>
                        </m:e>
                        <m:sup>
                          <m:r>
                            <a:rPr lang="en-US" sz="2800" i="1">
                              <a:latin typeface="Cambria Math"/>
                            </a:rPr>
                            <m:t>4</m:t>
                          </m:r>
                        </m:sup>
                      </m:sSup>
                    </m:oMath>
                    <m:oMath xmlns:m="http://schemas.openxmlformats.org/officeDocument/2006/math">
                      <m:r>
                        <m:rPr>
                          <m:aln/>
                        </m:rPr>
                        <a:rPr lang="en-US" sz="2800" i="1">
                          <a:latin typeface="Cambria Math"/>
                        </a:rPr>
                        <m:t>=</m:t>
                      </m:r>
                      <m:r>
                        <a:rPr lang="en-US" sz="2800" i="1">
                          <a:latin typeface="Cambria Math"/>
                        </a:rPr>
                        <m:t>−</m:t>
                      </m:r>
                      <m:r>
                        <a:rPr lang="en-US" sz="2800" i="1">
                          <a:latin typeface="Cambria Math"/>
                        </a:rPr>
                        <m:t>31</m:t>
                      </m:r>
                      <m:r>
                        <a:rPr lang="en-US" sz="2800" i="1">
                          <a:latin typeface="Cambria Math"/>
                        </a:rPr>
                        <m:t>.</m:t>
                      </m:r>
                      <m:r>
                        <a:rPr lang="en-US" sz="2800" i="1">
                          <a:latin typeface="Cambria Math"/>
                        </a:rPr>
                        <m:t>875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4" name="Content Placeholder 3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"/>
              </p:nvPr>
            </p:nvSpPr>
            <p:spPr>
              <a:xfrm>
                <a:off x="609600" y="1263579"/>
                <a:ext cx="10972800" cy="4893382"/>
              </a:xfrm>
              <a:blipFill>
                <a:blip r:embed="rId2"/>
                <a:stretch>
                  <a:fillRect l="-556" t="-137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7" name="Picture 2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934199" y="31821"/>
            <a:ext cx="5220629" cy="136965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289662820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5475F4-E526-1473-6263-AB10E88821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b="1" dirty="0"/>
              <a:t>Decoding </a:t>
            </a:r>
            <a:r>
              <a:rPr lang="en-US" sz="3600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0x40920000</a:t>
            </a:r>
            <a:br>
              <a:rPr lang="en-US" b="1" dirty="0"/>
            </a:br>
            <a:r>
              <a:rPr lang="en-US" b="1" dirty="0"/>
              <a:t>into a floating-point number</a:t>
            </a:r>
            <a:endParaRPr lang="en-US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9F48B895-1373-021B-15E1-6EDC308DEB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16</a:t>
            </a:fld>
            <a:endParaRPr kumimoji="0"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234DA398-7598-5E3A-A505-43A059F4F4D1}"/>
                  </a:ext>
                </a:extLst>
              </p:cNvPr>
              <p:cNvSpPr>
                <a:spLocks noGrp="1"/>
              </p:cNvSpPr>
              <p:nvPr>
                <p:ph sz="quarter" idx="1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en-US" dirty="0"/>
                  <a:t>Binary </a:t>
                </a:r>
                <a:r>
                  <a:rPr lang="en-US" dirty="0">
                    <a:solidFill>
                      <a:srgbClr val="C00000"/>
                    </a:solidFill>
                    <a:latin typeface="Consolas" panose="020B0609020204030204" pitchFamily="49" charset="0"/>
                    <a:cs typeface="Consolas" panose="020B0609020204030204" pitchFamily="49" charset="0"/>
                  </a:rPr>
                  <a:t>0</a:t>
                </a:r>
                <a:r>
                  <a:rPr lang="en-US" dirty="0">
                    <a:solidFill>
                      <a:srgbClr val="0000FF"/>
                    </a:solidFill>
                    <a:latin typeface="Consolas" panose="020B0609020204030204" pitchFamily="49" charset="0"/>
                    <a:cs typeface="Consolas" panose="020B0609020204030204" pitchFamily="49" charset="0"/>
                  </a:rPr>
                  <a:t>10000001</a:t>
                </a:r>
                <a:r>
                  <a:rPr lang="en-US" dirty="0">
                    <a:solidFill>
                      <a:srgbClr val="00B050"/>
                    </a:solidFill>
                    <a:latin typeface="Consolas" panose="020B0609020204030204" pitchFamily="49" charset="0"/>
                    <a:cs typeface="Consolas" panose="020B0609020204030204" pitchFamily="49" charset="0"/>
                  </a:rPr>
                  <a:t>00100000000000000000000</a:t>
                </a:r>
              </a:p>
              <a:p>
                <a:r>
                  <a:rPr lang="en-US" sz="2800" dirty="0"/>
                  <a:t>Sign = </a:t>
                </a:r>
                <a:r>
                  <a:rPr lang="en-US" sz="2800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0</a:t>
                </a:r>
              </a:p>
              <a:p>
                <a:r>
                  <a:rPr lang="en-US" sz="2800" dirty="0"/>
                  <a:t>Exponent =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8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800" i="1">
                            <a:latin typeface="Cambria Math"/>
                          </a:rPr>
                          <m:t>100000</m:t>
                        </m:r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0</m:t>
                        </m:r>
                        <m:r>
                          <a:rPr lang="en-US" sz="2800" i="1">
                            <a:latin typeface="Cambria Math"/>
                          </a:rPr>
                          <m:t>1</m:t>
                        </m:r>
                      </m:e>
                      <m:sub>
                        <m:r>
                          <a:rPr lang="en-US" sz="2800" i="1">
                            <a:latin typeface="Cambria Math"/>
                          </a:rPr>
                          <m:t>2</m:t>
                        </m:r>
                      </m:sub>
                    </m:sSub>
                    <m:r>
                      <a:rPr lang="en-US" sz="2800" i="1">
                        <a:latin typeface="Cambria Math"/>
                      </a:rPr>
                      <m:t>=129</m:t>
                    </m:r>
                  </m:oMath>
                </a14:m>
                <a:endParaRPr lang="en-US" sz="2800" dirty="0"/>
              </a:p>
              <a:p>
                <a:r>
                  <a:rPr lang="en-US" sz="2800" dirty="0"/>
                  <a:t>Fraction =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8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800" i="1">
                            <a:latin typeface="Cambria Math"/>
                          </a:rPr>
                          <m:t>0.</m:t>
                        </m:r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001</m:t>
                        </m:r>
                      </m:e>
                      <m:sub>
                        <m:r>
                          <a:rPr lang="en-US" sz="2800" i="1">
                            <a:latin typeface="Cambria Math"/>
                          </a:rPr>
                          <m:t>2</m:t>
                        </m:r>
                      </m:sub>
                    </m:sSub>
                    <m:r>
                      <m:rPr>
                        <m:aln/>
                      </m:rPr>
                      <a:rPr lang="en-US" sz="2800" i="1">
                        <a:latin typeface="Cambria Math"/>
                      </a:rPr>
                      <m:t>=</m:t>
                    </m:r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0</m:t>
                    </m:r>
                    <m:r>
                      <a:rPr lang="en-US" sz="2800" i="1">
                        <a:latin typeface="Cambria Math"/>
                      </a:rPr>
                      <m:t>×</m:t>
                    </m:r>
                    <m:sSup>
                      <m:sSupPr>
                        <m:ctrlPr>
                          <a:rPr lang="en-US" sz="28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800" i="1">
                            <a:latin typeface="Cambria Math"/>
                          </a:rPr>
                          <m:t>2</m:t>
                        </m:r>
                      </m:e>
                      <m:sup>
                        <m:r>
                          <a:rPr lang="en-US" sz="2800" i="1">
                            <a:latin typeface="Cambria Math"/>
                          </a:rPr>
                          <m:t>−1</m:t>
                        </m:r>
                      </m:sup>
                    </m:sSup>
                    <m:r>
                      <a:rPr lang="en-US" sz="2800" i="1">
                        <a:latin typeface="Cambria Math"/>
                      </a:rPr>
                      <m:t>+</m:t>
                    </m:r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0</m:t>
                    </m:r>
                    <m:r>
                      <a:rPr lang="en-US" sz="2800" i="1">
                        <a:latin typeface="Cambria Math"/>
                      </a:rPr>
                      <m:t>×</m:t>
                    </m:r>
                    <m:sSup>
                      <m:sSupPr>
                        <m:ctrlPr>
                          <a:rPr lang="en-US" sz="28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800" i="1">
                            <a:latin typeface="Cambria Math"/>
                          </a:rPr>
                          <m:t>2</m:t>
                        </m:r>
                      </m:e>
                      <m:sup>
                        <m:r>
                          <a:rPr lang="en-US" sz="2800" i="1">
                            <a:latin typeface="Cambria Math"/>
                          </a:rPr>
                          <m:t>−2</m:t>
                        </m:r>
                      </m:sup>
                    </m:sSup>
                    <m:r>
                      <a:rPr lang="en-US" sz="2800" i="1">
                        <a:latin typeface="Cambria Math"/>
                      </a:rPr>
                      <m:t>+1×</m:t>
                    </m:r>
                    <m:sSup>
                      <m:sSupPr>
                        <m:ctrlPr>
                          <a:rPr lang="en-US" sz="28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800" i="1">
                            <a:latin typeface="Cambria Math"/>
                          </a:rPr>
                          <m:t>2</m:t>
                        </m:r>
                      </m:e>
                      <m:sup>
                        <m:r>
                          <a:rPr lang="en-US" sz="2800" i="1">
                            <a:latin typeface="Cambria Math"/>
                          </a:rPr>
                          <m:t>−3</m:t>
                        </m:r>
                      </m:sup>
                    </m:sSup>
                    <m:r>
                      <a:rPr lang="en-US" sz="28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800" i="1">
                        <a:latin typeface="Cambria Math"/>
                      </a:rPr>
                      <m:t>0.</m:t>
                    </m:r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125</m:t>
                    </m:r>
                  </m:oMath>
                </a14:m>
                <a:endParaRPr lang="en-US" sz="2800" dirty="0"/>
              </a:p>
              <a:p>
                <a14:m>
                  <m:oMath xmlns:m="http://schemas.openxmlformats.org/officeDocument/2006/math">
                    <m:r>
                      <a:rPr lang="en-US" sz="2800" i="1">
                        <a:latin typeface="Cambria Math"/>
                      </a:rPr>
                      <m:t>𝑓</m:t>
                    </m:r>
                    <m:r>
                      <m:rPr>
                        <m:aln/>
                      </m:rPr>
                      <a:rPr lang="en-US" sz="2800" i="1">
                        <a:latin typeface="Cambria Math"/>
                      </a:rPr>
                      <m:t>=</m:t>
                    </m:r>
                    <m:sSup>
                      <m:sSupPr>
                        <m:ctrlPr>
                          <a:rPr lang="en-US" sz="28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ctrlPr>
                              <a:rPr lang="en-US" sz="28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800" i="1">
                                <a:latin typeface="Cambria Math"/>
                              </a:rPr>
                              <m:t>−1</m:t>
                            </m:r>
                          </m:e>
                        </m:d>
                      </m:e>
                      <m:sup>
                        <m:r>
                          <a:rPr lang="en-US" sz="2800" i="1">
                            <a:latin typeface="Cambria Math"/>
                          </a:rPr>
                          <m:t>𝑆</m:t>
                        </m:r>
                      </m:sup>
                    </m:sSup>
                    <m:r>
                      <a:rPr lang="en-US" sz="2800" i="1">
                        <a:latin typeface="Cambria Math"/>
                      </a:rPr>
                      <m:t>×</m:t>
                    </m:r>
                    <m:d>
                      <m:dPr>
                        <m:ctrlPr>
                          <a:rPr lang="en-US" sz="28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800" i="1">
                            <a:latin typeface="Cambria Math"/>
                          </a:rPr>
                          <m:t>1+</m:t>
                        </m:r>
                        <m:r>
                          <a:rPr lang="en-US" sz="2800" i="1">
                            <a:latin typeface="Cambria Math"/>
                          </a:rPr>
                          <m:t>𝐹𝑟𝑎𝑐𝑡𝑖𝑜𝑛</m:t>
                        </m:r>
                      </m:e>
                    </m:d>
                    <m:r>
                      <a:rPr lang="en-US" sz="2800" i="1">
                        <a:latin typeface="Cambria Math"/>
                      </a:rPr>
                      <m:t>×</m:t>
                    </m:r>
                    <m:sSup>
                      <m:sSupPr>
                        <m:ctrlPr>
                          <a:rPr lang="en-US" sz="28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800" i="1">
                            <a:latin typeface="Cambria Math"/>
                          </a:rPr>
                          <m:t>2</m:t>
                        </m:r>
                      </m:e>
                      <m:sup>
                        <m:r>
                          <a:rPr lang="en-US" sz="2800" i="1">
                            <a:latin typeface="Cambria Math"/>
                          </a:rPr>
                          <m:t>𝐸𝑥𝑝𝑜𝑛𝑒𝑛𝑡</m:t>
                        </m:r>
                        <m:r>
                          <a:rPr lang="en-US" sz="2800" i="1">
                            <a:latin typeface="Cambria Math"/>
                          </a:rPr>
                          <m:t>−127</m:t>
                        </m:r>
                      </m:sup>
                    </m:sSup>
                  </m:oMath>
                </a14:m>
                <a:endParaRPr lang="en-US" sz="280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aln/>
                        </m:rPr>
                        <a:rPr lang="en-US" sz="2800" i="1" smtClean="0">
                          <a:latin typeface="Cambria Math"/>
                        </a:rPr>
                        <m:t>=</m:t>
                      </m:r>
                      <m:sSup>
                        <m:sSupPr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sz="28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800" i="1">
                                  <a:latin typeface="Cambria Math"/>
                                </a:rPr>
                                <m:t>−1</m:t>
                              </m:r>
                            </m:e>
                          </m:d>
                        </m:e>
                        <m:sup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p>
                      </m:sSup>
                      <m:r>
                        <a:rPr lang="en-US" sz="2800" i="1">
                          <a:latin typeface="Cambria Math"/>
                        </a:rPr>
                        <m:t>×</m:t>
                      </m:r>
                      <m:d>
                        <m:dPr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800" i="1">
                              <a:latin typeface="Cambria Math"/>
                            </a:rPr>
                            <m:t>1+0.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125</m:t>
                          </m:r>
                        </m:e>
                      </m:d>
                      <m:r>
                        <a:rPr lang="en-US" sz="2800" i="1">
                          <a:latin typeface="Cambria Math"/>
                        </a:rPr>
                        <m:t>×</m:t>
                      </m:r>
                      <m:sSup>
                        <m:sSupPr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800" i="1">
                              <a:latin typeface="Cambria Math"/>
                            </a:rPr>
                            <m:t>2</m:t>
                          </m:r>
                        </m:e>
                        <m:sup>
                          <m:r>
                            <a:rPr lang="en-US" sz="2800" i="1">
                              <a:latin typeface="Cambria Math"/>
                            </a:rPr>
                            <m:t>1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29</m:t>
                          </m:r>
                          <m:r>
                            <a:rPr lang="en-US" sz="2800" i="1">
                              <a:latin typeface="Cambria Math"/>
                            </a:rPr>
                            <m:t>−127</m:t>
                          </m:r>
                        </m:sup>
                      </m:sSup>
                    </m:oMath>
                    <m:oMath xmlns:m="http://schemas.openxmlformats.org/officeDocument/2006/math">
                      <m:r>
                        <m:rPr>
                          <m:aln/>
                        </m:rPr>
                        <a:rPr lang="en-US" sz="2800" i="1">
                          <a:latin typeface="Cambria Math"/>
                        </a:rPr>
                        <m:t>=</m:t>
                      </m:r>
                      <m:r>
                        <a:rPr lang="en-US" sz="2800" i="1">
                          <a:latin typeface="Cambria Math"/>
                        </a:rPr>
                        <m:t>−1×1.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125</m:t>
                      </m:r>
                      <m:r>
                        <a:rPr lang="en-US" sz="2800" i="1">
                          <a:latin typeface="Cambria Math"/>
                        </a:rPr>
                        <m:t>×</m:t>
                      </m:r>
                      <m:sSup>
                        <m:sSupPr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800" i="1">
                              <a:latin typeface="Cambria Math"/>
                            </a:rPr>
                            <m:t>2</m:t>
                          </m:r>
                        </m:e>
                        <m:sup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</m:oMath>
                    <m:oMath xmlns:m="http://schemas.openxmlformats.org/officeDocument/2006/math">
                      <m:r>
                        <m:rPr>
                          <m:aln/>
                        </m:rPr>
                        <a:rPr lang="en-US" sz="2800" i="1">
                          <a:latin typeface="Cambria Math"/>
                        </a:rPr>
                        <m:t>=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4.5</m:t>
                      </m:r>
                    </m:oMath>
                  </m:oMathPara>
                </a14:m>
                <a:endParaRPr lang="en-US" dirty="0">
                  <a:solidFill>
                    <a:srgbClr val="00B050"/>
                  </a:solidFill>
                  <a:latin typeface="Consolas" panose="020B0609020204030204" pitchFamily="49" charset="0"/>
                </a:endParaRPr>
              </a:p>
              <a:p>
                <a:r>
                  <a:rPr lang="en-US" dirty="0"/>
                  <a:t>How Floating Point Numbers Work (in 7 minutes!)</a:t>
                </a:r>
              </a:p>
              <a:p>
                <a:pPr lvl="1"/>
                <a:r>
                  <a:rPr lang="en-US" dirty="0">
                    <a:hlinkClick r:id="rId3"/>
                  </a:rPr>
                  <a:t>https://www.youtube.com/watch?v=W_Knvo9NuJY</a:t>
                </a:r>
                <a:endParaRPr lang="en-US" dirty="0"/>
              </a:p>
            </p:txBody>
          </p:sp>
        </mc:Choice>
        <mc:Fallback xmlns="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234DA398-7598-5E3A-A505-43A059F4F4D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"/>
              </p:nvPr>
            </p:nvSpPr>
            <p:spPr>
              <a:blipFill>
                <a:blip r:embed="rId4"/>
                <a:stretch>
                  <a:fillRect l="-556" t="-123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76189703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1DE315-13A9-17C0-2BCF-2EDA2B04E1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000EC5-11FF-B40D-E96F-A868D39114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b="1" dirty="0"/>
              <a:t>Decoding </a:t>
            </a:r>
            <a:r>
              <a:rPr lang="en-US" sz="3600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0x3F800000</a:t>
            </a:r>
            <a:br>
              <a:rPr lang="en-US" b="1" dirty="0"/>
            </a:br>
            <a:r>
              <a:rPr lang="en-US" b="1" dirty="0"/>
              <a:t>into a floating-point number</a:t>
            </a:r>
            <a:endParaRPr lang="en-US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939654E5-F0B9-0DDE-01C7-CF66496BA4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17</a:t>
            </a:fld>
            <a:endParaRPr kumimoji="0"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8EDF4C76-0367-6082-911A-D9E67CF2968B}"/>
                  </a:ext>
                </a:extLst>
              </p:cNvPr>
              <p:cNvSpPr>
                <a:spLocks noGrp="1"/>
              </p:cNvSpPr>
              <p:nvPr>
                <p:ph sz="quarter" idx="1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en-US" dirty="0"/>
                  <a:t>Binary </a:t>
                </a:r>
                <a:r>
                  <a:rPr lang="en-US" dirty="0">
                    <a:solidFill>
                      <a:srgbClr val="C00000"/>
                    </a:solidFill>
                    <a:latin typeface="Consolas" panose="020B0609020204030204" pitchFamily="49" charset="0"/>
                    <a:cs typeface="Consolas" panose="020B0609020204030204" pitchFamily="49" charset="0"/>
                  </a:rPr>
                  <a:t>0</a:t>
                </a:r>
                <a:r>
                  <a:rPr lang="en-US" dirty="0">
                    <a:solidFill>
                      <a:srgbClr val="0000FF"/>
                    </a:solidFill>
                    <a:latin typeface="Consolas" panose="020B0609020204030204" pitchFamily="49" charset="0"/>
                    <a:cs typeface="Consolas" panose="020B0609020204030204" pitchFamily="49" charset="0"/>
                  </a:rPr>
                  <a:t>01111111</a:t>
                </a:r>
                <a:r>
                  <a:rPr lang="en-US" dirty="0">
                    <a:solidFill>
                      <a:srgbClr val="00B050"/>
                    </a:solidFill>
                    <a:latin typeface="Consolas" panose="020B0609020204030204" pitchFamily="49" charset="0"/>
                    <a:cs typeface="Consolas" panose="020B0609020204030204" pitchFamily="49" charset="0"/>
                  </a:rPr>
                  <a:t>00000000000000000000000  </a:t>
                </a:r>
              </a:p>
              <a:p>
                <a:r>
                  <a:rPr lang="en-US" sz="2800" dirty="0"/>
                  <a:t>Sign = </a:t>
                </a:r>
                <a:r>
                  <a:rPr lang="en-US" sz="2800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0</a:t>
                </a:r>
              </a:p>
              <a:p>
                <a:r>
                  <a:rPr lang="en-US" sz="2800" dirty="0"/>
                  <a:t>Exponent =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8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800" i="1">
                            <a:latin typeface="Cambria Math" panose="02040503050406030204" pitchFamily="18" charset="0"/>
                          </a:rPr>
                          <m:t>01111111</m:t>
                        </m:r>
                      </m:e>
                      <m:sub>
                        <m:r>
                          <a:rPr lang="en-US" sz="2800" i="1">
                            <a:latin typeface="Cambria Math"/>
                          </a:rPr>
                          <m:t>2</m:t>
                        </m:r>
                      </m:sub>
                    </m:sSub>
                    <m:r>
                      <a:rPr lang="en-US" sz="2800" i="1">
                        <a:latin typeface="Cambria Math"/>
                      </a:rPr>
                      <m:t>=</m:t>
                    </m:r>
                    <m:r>
                      <a:rPr lang="en-US" sz="2800" i="1">
                        <a:latin typeface="Cambria Math"/>
                      </a:rPr>
                      <m:t>127</m:t>
                    </m:r>
                  </m:oMath>
                </a14:m>
                <a:endParaRPr lang="en-US" sz="2800" dirty="0"/>
              </a:p>
              <a:p>
                <a:r>
                  <a:rPr lang="en-US" sz="2800" dirty="0"/>
                  <a:t>Fraction = </a:t>
                </a:r>
                <a14:m>
                  <m:oMath xmlns:m="http://schemas.openxmlformats.org/officeDocument/2006/math">
                    <m:r>
                      <a:rPr lang="en-US" sz="2800" i="1" smtClean="0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endParaRPr lang="en-US" sz="2800" dirty="0"/>
              </a:p>
              <a:p>
                <a14:m>
                  <m:oMath xmlns:m="http://schemas.openxmlformats.org/officeDocument/2006/math">
                    <m:r>
                      <a:rPr lang="en-US" sz="2800" i="1">
                        <a:latin typeface="Cambria Math"/>
                      </a:rPr>
                      <m:t>𝑓</m:t>
                    </m:r>
                    <m:r>
                      <m:rPr>
                        <m:aln/>
                      </m:rPr>
                      <a:rPr lang="en-US" sz="2800" i="1">
                        <a:latin typeface="Cambria Math"/>
                      </a:rPr>
                      <m:t>=</m:t>
                    </m:r>
                    <m:sSup>
                      <m:sSupPr>
                        <m:ctrlPr>
                          <a:rPr lang="en-US" sz="28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ctrlPr>
                              <a:rPr lang="en-US" sz="28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800" i="1">
                                <a:latin typeface="Cambria Math"/>
                              </a:rPr>
                              <m:t>−</m:t>
                            </m:r>
                            <m:r>
                              <a:rPr lang="en-US" sz="2800" i="1">
                                <a:latin typeface="Cambria Math"/>
                              </a:rPr>
                              <m:t>1</m:t>
                            </m:r>
                          </m:e>
                        </m:d>
                      </m:e>
                      <m:sup>
                        <m:r>
                          <a:rPr lang="en-US" sz="2800" i="1">
                            <a:latin typeface="Cambria Math"/>
                          </a:rPr>
                          <m:t>𝑆</m:t>
                        </m:r>
                      </m:sup>
                    </m:sSup>
                    <m:r>
                      <a:rPr lang="en-US" sz="2800" i="1">
                        <a:latin typeface="Cambria Math"/>
                      </a:rPr>
                      <m:t>×</m:t>
                    </m:r>
                    <m:d>
                      <m:dPr>
                        <m:ctrlPr>
                          <a:rPr lang="en-US" sz="28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800" i="1">
                            <a:latin typeface="Cambria Math"/>
                          </a:rPr>
                          <m:t>1</m:t>
                        </m:r>
                        <m:r>
                          <a:rPr lang="en-US" sz="2800" i="1">
                            <a:latin typeface="Cambria Math"/>
                          </a:rPr>
                          <m:t>+</m:t>
                        </m:r>
                        <m:r>
                          <a:rPr lang="en-US" sz="2800" i="1">
                            <a:latin typeface="Cambria Math"/>
                          </a:rPr>
                          <m:t>𝐹𝑟𝑎𝑐𝑡𝑖𝑜𝑛</m:t>
                        </m:r>
                      </m:e>
                    </m:d>
                    <m:r>
                      <a:rPr lang="en-US" sz="2800" i="1">
                        <a:latin typeface="Cambria Math"/>
                      </a:rPr>
                      <m:t>×</m:t>
                    </m:r>
                    <m:sSup>
                      <m:sSupPr>
                        <m:ctrlPr>
                          <a:rPr lang="en-US" sz="28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800" i="1">
                            <a:latin typeface="Cambria Math"/>
                          </a:rPr>
                          <m:t>2</m:t>
                        </m:r>
                      </m:e>
                      <m:sup>
                        <m:r>
                          <a:rPr lang="en-US" sz="2800" i="1">
                            <a:latin typeface="Cambria Math"/>
                          </a:rPr>
                          <m:t>𝐸𝑥𝑝𝑜𝑛𝑒𝑛𝑡</m:t>
                        </m:r>
                        <m:r>
                          <a:rPr lang="en-US" sz="2800" i="1">
                            <a:latin typeface="Cambria Math"/>
                          </a:rPr>
                          <m:t>−</m:t>
                        </m:r>
                        <m:r>
                          <a:rPr lang="en-US" sz="2800" i="1">
                            <a:latin typeface="Cambria Math"/>
                          </a:rPr>
                          <m:t>127</m:t>
                        </m:r>
                      </m:sup>
                    </m:sSup>
                  </m:oMath>
                </a14:m>
                <a:endParaRPr lang="en-US" sz="280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aln/>
                        </m:rPr>
                        <a:rPr lang="en-US" sz="2800" i="1" smtClean="0">
                          <a:latin typeface="Cambria Math"/>
                        </a:rPr>
                        <m:t>=</m:t>
                      </m:r>
                      <m:sSup>
                        <m:sSupPr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sz="28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800" i="1">
                                  <a:latin typeface="Cambria Math"/>
                                </a:rPr>
                                <m:t>−</m:t>
                              </m:r>
                              <m:r>
                                <a:rPr lang="en-US" sz="2800" i="1">
                                  <a:latin typeface="Cambria Math"/>
                                </a:rPr>
                                <m:t>1</m:t>
                              </m:r>
                            </m:e>
                          </m:d>
                        </m:e>
                        <m:sup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p>
                      </m:sSup>
                      <m:r>
                        <a:rPr lang="en-US" sz="2800" i="1">
                          <a:latin typeface="Cambria Math"/>
                        </a:rPr>
                        <m:t>×</m:t>
                      </m:r>
                      <m:d>
                        <m:dPr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800" i="1">
                              <a:latin typeface="Cambria Math"/>
                            </a:rPr>
                            <m:t>1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  <m:r>
                        <a:rPr lang="en-US" sz="2800" i="1">
                          <a:latin typeface="Cambria Math"/>
                        </a:rPr>
                        <m:t>×</m:t>
                      </m:r>
                      <m:sSup>
                        <m:sSupPr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800" i="1">
                              <a:latin typeface="Cambria Math"/>
                            </a:rPr>
                            <m:t>2</m:t>
                          </m:r>
                        </m:e>
                        <m:sup>
                          <m:r>
                            <a:rPr lang="en-US" sz="2800" i="1">
                              <a:latin typeface="Cambria Math"/>
                            </a:rPr>
                            <m:t>1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27</m:t>
                          </m:r>
                          <m:r>
                            <a:rPr lang="en-US" sz="2800" i="1">
                              <a:latin typeface="Cambria Math"/>
                            </a:rPr>
                            <m:t>−</m:t>
                          </m:r>
                          <m:r>
                            <a:rPr lang="en-US" sz="2800" i="1">
                              <a:latin typeface="Cambria Math"/>
                            </a:rPr>
                            <m:t>127</m:t>
                          </m:r>
                        </m:sup>
                      </m:sSup>
                    </m:oMath>
                    <m:oMath xmlns:m="http://schemas.openxmlformats.org/officeDocument/2006/math">
                      <m:r>
                        <m:rPr>
                          <m:aln/>
                        </m:rPr>
                        <a:rPr lang="en-US" sz="2800" i="1">
                          <a:latin typeface="Cambria Math"/>
                        </a:rPr>
                        <m:t>=</m:t>
                      </m:r>
                      <m:r>
                        <a:rPr lang="en-US" sz="2800" i="1">
                          <a:latin typeface="Cambria Math"/>
                        </a:rPr>
                        <m:t>−</m:t>
                      </m:r>
                      <m:r>
                        <a:rPr lang="en-US" sz="2800" i="1">
                          <a:latin typeface="Cambria Math"/>
                        </a:rPr>
                        <m:t>1</m:t>
                      </m:r>
                      <m:r>
                        <a:rPr lang="en-US" sz="2800" i="1">
                          <a:latin typeface="Cambria Math"/>
                        </a:rPr>
                        <m:t>×</m:t>
                      </m:r>
                      <m:r>
                        <a:rPr lang="en-US" sz="2800" i="1">
                          <a:latin typeface="Cambria Math"/>
                        </a:rPr>
                        <m:t>1</m:t>
                      </m:r>
                      <m:r>
                        <a:rPr lang="en-US" sz="2800" i="1">
                          <a:latin typeface="Cambria Math"/>
                        </a:rPr>
                        <m:t>×</m:t>
                      </m:r>
                      <m:sSup>
                        <m:sSupPr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800" i="1">
                              <a:latin typeface="Cambria Math"/>
                            </a:rPr>
                            <m:t>2</m:t>
                          </m:r>
                        </m:e>
                        <m:sup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p>
                      </m:sSup>
                    </m:oMath>
                    <m:oMath xmlns:m="http://schemas.openxmlformats.org/officeDocument/2006/math">
                      <m:r>
                        <m:rPr>
                          <m:aln/>
                        </m:rPr>
                        <a:rPr lang="en-US" sz="2800" i="1">
                          <a:latin typeface="Cambria Math"/>
                        </a:rPr>
                        <m:t>=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1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US" dirty="0">
                  <a:solidFill>
                    <a:srgbClr val="00B050"/>
                  </a:solidFill>
                  <a:latin typeface="Consolas" panose="020B0609020204030204" pitchFamily="49" charset="0"/>
                </a:endParaRPr>
              </a:p>
              <a:p>
                <a:r>
                  <a:rPr lang="en-US" dirty="0"/>
                  <a:t>How Floating Point Numbers Work (in 7 minutes!)</a:t>
                </a:r>
              </a:p>
              <a:p>
                <a:pPr lvl="1"/>
                <a:r>
                  <a:rPr lang="en-US" dirty="0">
                    <a:hlinkClick r:id="rId3"/>
                  </a:rPr>
                  <a:t>https://www.youtube.com/watch?v=W_Knvo9NuJY</a:t>
                </a:r>
                <a:endParaRPr lang="en-US" dirty="0"/>
              </a:p>
              <a:p>
                <a:pPr marL="0" indent="0">
                  <a:buNone/>
                </a:pPr>
                <a:endParaRPr lang="en-US" dirty="0">
                  <a:solidFill>
                    <a:srgbClr val="00B050"/>
                  </a:solidFill>
                  <a:latin typeface="Consolas" panose="020B0609020204030204" pitchFamily="49" charset="0"/>
                </a:endParaRPr>
              </a:p>
            </p:txBody>
          </p:sp>
        </mc:Choice>
        <mc:Fallback xmlns="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8EDF4C76-0367-6082-911A-D9E67CF2968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"/>
              </p:nvPr>
            </p:nvSpPr>
            <p:spPr>
              <a:blipFill>
                <a:blip r:embed="rId4"/>
                <a:stretch>
                  <a:fillRect l="-556" t="-123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06560740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DEA529-C151-2761-A9E0-930B07EC7E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89A2AC-1EFE-50A9-F487-AFE87D1F70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b="1" dirty="0"/>
              <a:t>Decoding </a:t>
            </a:r>
            <a:r>
              <a:rPr lang="en-US" sz="3600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0x41680000</a:t>
            </a:r>
            <a:br>
              <a:rPr lang="en-US" b="1" dirty="0"/>
            </a:br>
            <a:r>
              <a:rPr lang="en-US" b="1" dirty="0"/>
              <a:t>into a floating-point number</a:t>
            </a:r>
            <a:endParaRPr lang="en-US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8E4A63CB-E768-A319-0DE1-E5A281C11F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18</a:t>
            </a:fld>
            <a:endParaRPr kumimoji="0"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952A5B12-C807-E0B1-83CA-2990276670F1}"/>
                  </a:ext>
                </a:extLst>
              </p:cNvPr>
              <p:cNvSpPr>
                <a:spLocks noGrp="1"/>
              </p:cNvSpPr>
              <p:nvPr>
                <p:ph sz="quarter" idx="1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en-US" dirty="0"/>
                  <a:t>Binary </a:t>
                </a:r>
                <a:r>
                  <a:rPr lang="en-US" dirty="0">
                    <a:solidFill>
                      <a:srgbClr val="C00000"/>
                    </a:solidFill>
                    <a:latin typeface="Consolas" panose="020B0609020204030204" pitchFamily="49" charset="0"/>
                    <a:cs typeface="Consolas" panose="020B0609020204030204" pitchFamily="49" charset="0"/>
                  </a:rPr>
                  <a:t>0</a:t>
                </a:r>
                <a:r>
                  <a:rPr lang="en-US" dirty="0">
                    <a:solidFill>
                      <a:srgbClr val="0000FF"/>
                    </a:solidFill>
                    <a:latin typeface="Consolas" panose="020B0609020204030204" pitchFamily="49" charset="0"/>
                    <a:cs typeface="Consolas" panose="020B0609020204030204" pitchFamily="49" charset="0"/>
                  </a:rPr>
                  <a:t>10000010</a:t>
                </a:r>
                <a:r>
                  <a:rPr lang="en-US" dirty="0">
                    <a:solidFill>
                      <a:srgbClr val="00B050"/>
                    </a:solidFill>
                    <a:latin typeface="Consolas" panose="020B0609020204030204" pitchFamily="49" charset="0"/>
                    <a:cs typeface="Consolas" panose="020B0609020204030204" pitchFamily="49" charset="0"/>
                  </a:rPr>
                  <a:t>11010000000000000000000 </a:t>
                </a:r>
              </a:p>
              <a:p>
                <a:r>
                  <a:rPr lang="en-US" sz="2800" dirty="0"/>
                  <a:t>Sign = </a:t>
                </a:r>
                <a:r>
                  <a:rPr lang="en-US" sz="2800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0</a:t>
                </a:r>
              </a:p>
              <a:p>
                <a:r>
                  <a:rPr lang="en-US" sz="2800" dirty="0"/>
                  <a:t>Exponent =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8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800" i="1">
                            <a:latin typeface="Cambria Math" panose="02040503050406030204" pitchFamily="18" charset="0"/>
                          </a:rPr>
                          <m:t>10000010</m:t>
                        </m:r>
                      </m:e>
                      <m:sub>
                        <m:r>
                          <a:rPr lang="en-US" sz="2800" i="1">
                            <a:latin typeface="Cambria Math"/>
                          </a:rPr>
                          <m:t>2</m:t>
                        </m:r>
                      </m:sub>
                    </m:sSub>
                    <m:r>
                      <a:rPr lang="en-US" sz="2800" i="1">
                        <a:latin typeface="Cambria Math"/>
                      </a:rPr>
                      <m:t>=</m:t>
                    </m:r>
                    <m:r>
                      <a:rPr lang="en-US" sz="2800" i="1">
                        <a:latin typeface="Cambria Math"/>
                      </a:rPr>
                      <m:t>130</m:t>
                    </m:r>
                  </m:oMath>
                </a14:m>
                <a:endParaRPr lang="en-US" sz="2800" dirty="0"/>
              </a:p>
              <a:p>
                <a:r>
                  <a:rPr lang="en-US" sz="2800" dirty="0"/>
                  <a:t>Fraction =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8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800" i="1">
                            <a:latin typeface="Cambria Math"/>
                          </a:rPr>
                          <m:t>0</m:t>
                        </m:r>
                        <m:r>
                          <a:rPr lang="en-US" sz="2800" i="1">
                            <a:latin typeface="Cambria Math"/>
                          </a:rPr>
                          <m:t>.</m:t>
                        </m:r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1101</m:t>
                        </m:r>
                      </m:e>
                      <m:sub>
                        <m:r>
                          <a:rPr lang="en-US" sz="2800" i="1">
                            <a:latin typeface="Cambria Math"/>
                          </a:rPr>
                          <m:t>2</m:t>
                        </m:r>
                      </m:sub>
                    </m:sSub>
                    <m:r>
                      <m:rPr>
                        <m:aln/>
                      </m:rPr>
                      <a:rPr lang="en-US" sz="2800" i="1">
                        <a:latin typeface="Cambria Math"/>
                      </a:rPr>
                      <m:t>=</m:t>
                    </m:r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1</m:t>
                    </m:r>
                    <m:r>
                      <a:rPr lang="en-US" sz="2800" i="1">
                        <a:latin typeface="Cambria Math"/>
                      </a:rPr>
                      <m:t>×</m:t>
                    </m:r>
                    <m:sSup>
                      <m:sSupPr>
                        <m:ctrlPr>
                          <a:rPr lang="en-US" sz="28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800" i="1">
                            <a:latin typeface="Cambria Math"/>
                          </a:rPr>
                          <m:t>2</m:t>
                        </m:r>
                      </m:e>
                      <m:sup>
                        <m:r>
                          <a:rPr lang="en-US" sz="2800" i="1">
                            <a:latin typeface="Cambria Math"/>
                          </a:rPr>
                          <m:t>−</m:t>
                        </m:r>
                        <m:r>
                          <a:rPr lang="en-US" sz="2800" i="1">
                            <a:latin typeface="Cambria Math"/>
                          </a:rPr>
                          <m:t>1</m:t>
                        </m:r>
                      </m:sup>
                    </m:sSup>
                    <m:r>
                      <a:rPr lang="en-US" sz="2800" i="1">
                        <a:latin typeface="Cambria Math"/>
                      </a:rPr>
                      <m:t>+</m:t>
                    </m:r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1</m:t>
                    </m:r>
                    <m:r>
                      <a:rPr lang="en-US" sz="2800" i="1">
                        <a:latin typeface="Cambria Math"/>
                      </a:rPr>
                      <m:t>×</m:t>
                    </m:r>
                    <m:sSup>
                      <m:sSupPr>
                        <m:ctrlPr>
                          <a:rPr lang="en-US" sz="28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800" i="1">
                            <a:latin typeface="Cambria Math"/>
                          </a:rPr>
                          <m:t>2</m:t>
                        </m:r>
                      </m:e>
                      <m:sup>
                        <m:r>
                          <a:rPr lang="en-US" sz="2800" i="1">
                            <a:latin typeface="Cambria Math"/>
                          </a:rPr>
                          <m:t>−</m:t>
                        </m:r>
                        <m:r>
                          <a:rPr lang="en-US" sz="2800" i="1">
                            <a:latin typeface="Cambria Math"/>
                          </a:rPr>
                          <m:t>2</m:t>
                        </m:r>
                      </m:sup>
                    </m:sSup>
                    <m:r>
                      <a:rPr lang="en-US" sz="2800" i="1">
                        <a:latin typeface="Cambria Math"/>
                      </a:rPr>
                      <m:t>+</m:t>
                    </m:r>
                    <m:r>
                      <a:rPr lang="en-US" sz="2800" i="1">
                        <a:latin typeface="Cambria Math"/>
                      </a:rPr>
                      <m:t>1</m:t>
                    </m:r>
                    <m:r>
                      <a:rPr lang="en-US" sz="2800" i="1">
                        <a:latin typeface="Cambria Math"/>
                      </a:rPr>
                      <m:t>×</m:t>
                    </m:r>
                    <m:sSup>
                      <m:sSupPr>
                        <m:ctrlPr>
                          <a:rPr lang="en-US" sz="28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800" i="1">
                            <a:latin typeface="Cambria Math"/>
                          </a:rPr>
                          <m:t>2</m:t>
                        </m:r>
                      </m:e>
                      <m:sup>
                        <m:r>
                          <a:rPr lang="en-US" sz="2800" i="1">
                            <a:latin typeface="Cambria Math"/>
                          </a:rPr>
                          <m:t>−</m:t>
                        </m:r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4</m:t>
                        </m:r>
                      </m:sup>
                    </m:sSup>
                    <m:r>
                      <a:rPr lang="en-US" sz="28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800" i="1">
                        <a:latin typeface="Cambria Math" panose="02040503050406030204" pitchFamily="18" charset="0"/>
                      </a:rPr>
                      <m:t>0</m:t>
                    </m:r>
                    <m:r>
                      <a:rPr lang="en-US" sz="2800" i="1"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 sz="2800" i="1">
                        <a:latin typeface="Cambria Math" panose="02040503050406030204" pitchFamily="18" charset="0"/>
                      </a:rPr>
                      <m:t>8125</m:t>
                    </m:r>
                  </m:oMath>
                </a14:m>
                <a:endParaRPr lang="en-US" sz="2800" dirty="0"/>
              </a:p>
              <a:p>
                <a14:m>
                  <m:oMath xmlns:m="http://schemas.openxmlformats.org/officeDocument/2006/math">
                    <m:r>
                      <a:rPr lang="en-US" sz="2800" i="1">
                        <a:latin typeface="Cambria Math"/>
                      </a:rPr>
                      <m:t>𝑓</m:t>
                    </m:r>
                    <m:r>
                      <m:rPr>
                        <m:aln/>
                      </m:rPr>
                      <a:rPr lang="en-US" sz="2800" i="1">
                        <a:latin typeface="Cambria Math"/>
                      </a:rPr>
                      <m:t>=</m:t>
                    </m:r>
                    <m:sSup>
                      <m:sSupPr>
                        <m:ctrlPr>
                          <a:rPr lang="en-US" sz="28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ctrlPr>
                              <a:rPr lang="en-US" sz="28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800" i="1">
                                <a:latin typeface="Cambria Math"/>
                              </a:rPr>
                              <m:t>−</m:t>
                            </m:r>
                            <m:r>
                              <a:rPr lang="en-US" sz="2800" i="1">
                                <a:latin typeface="Cambria Math"/>
                              </a:rPr>
                              <m:t>1</m:t>
                            </m:r>
                          </m:e>
                        </m:d>
                      </m:e>
                      <m:sup>
                        <m:r>
                          <a:rPr lang="en-US" sz="2800" i="1">
                            <a:latin typeface="Cambria Math"/>
                          </a:rPr>
                          <m:t>𝑆</m:t>
                        </m:r>
                      </m:sup>
                    </m:sSup>
                    <m:r>
                      <a:rPr lang="en-US" sz="2800" i="1">
                        <a:latin typeface="Cambria Math"/>
                      </a:rPr>
                      <m:t>×</m:t>
                    </m:r>
                    <m:d>
                      <m:dPr>
                        <m:ctrlPr>
                          <a:rPr lang="en-US" sz="28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800" i="1">
                            <a:latin typeface="Cambria Math"/>
                          </a:rPr>
                          <m:t>1</m:t>
                        </m:r>
                        <m:r>
                          <a:rPr lang="en-US" sz="2800" i="1">
                            <a:latin typeface="Cambria Math"/>
                          </a:rPr>
                          <m:t>+</m:t>
                        </m:r>
                        <m:r>
                          <a:rPr lang="en-US" sz="2800" i="1">
                            <a:latin typeface="Cambria Math"/>
                          </a:rPr>
                          <m:t>𝐹𝑟𝑎𝑐𝑡𝑖𝑜𝑛</m:t>
                        </m:r>
                      </m:e>
                    </m:d>
                    <m:r>
                      <a:rPr lang="en-US" sz="2800" i="1">
                        <a:latin typeface="Cambria Math"/>
                      </a:rPr>
                      <m:t>×</m:t>
                    </m:r>
                    <m:sSup>
                      <m:sSupPr>
                        <m:ctrlPr>
                          <a:rPr lang="en-US" sz="28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800" i="1">
                            <a:latin typeface="Cambria Math"/>
                          </a:rPr>
                          <m:t>2</m:t>
                        </m:r>
                      </m:e>
                      <m:sup>
                        <m:r>
                          <a:rPr lang="en-US" sz="2800" i="1">
                            <a:latin typeface="Cambria Math"/>
                          </a:rPr>
                          <m:t>𝐸𝑥𝑝𝑜𝑛𝑒𝑛𝑡</m:t>
                        </m:r>
                        <m:r>
                          <a:rPr lang="en-US" sz="2800" i="1">
                            <a:latin typeface="Cambria Math"/>
                          </a:rPr>
                          <m:t>−</m:t>
                        </m:r>
                        <m:r>
                          <a:rPr lang="en-US" sz="2800" i="1">
                            <a:latin typeface="Cambria Math"/>
                          </a:rPr>
                          <m:t>127</m:t>
                        </m:r>
                      </m:sup>
                    </m:sSup>
                  </m:oMath>
                </a14:m>
                <a:endParaRPr lang="en-US" sz="280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aln/>
                        </m:rPr>
                        <a:rPr lang="en-US" sz="2800" i="1" smtClean="0">
                          <a:latin typeface="Cambria Math"/>
                        </a:rPr>
                        <m:t>=</m:t>
                      </m:r>
                      <m:sSup>
                        <m:sSupPr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sz="28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800" i="1">
                                  <a:latin typeface="Cambria Math"/>
                                </a:rPr>
                                <m:t>−</m:t>
                              </m:r>
                              <m:r>
                                <a:rPr lang="en-US" sz="2800" i="1">
                                  <a:latin typeface="Cambria Math"/>
                                </a:rPr>
                                <m:t>1</m:t>
                              </m:r>
                            </m:e>
                          </m:d>
                        </m:e>
                        <m:sup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p>
                      </m:sSup>
                      <m:r>
                        <a:rPr lang="en-US" sz="2800" i="1">
                          <a:latin typeface="Cambria Math"/>
                        </a:rPr>
                        <m:t>×</m:t>
                      </m:r>
                      <m:d>
                        <m:dPr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800" i="1">
                              <a:latin typeface="Cambria Math"/>
                            </a:rPr>
                            <m:t>1</m:t>
                          </m:r>
                          <m:r>
                            <a:rPr lang="en-US" sz="2800" i="1">
                              <a:latin typeface="Cambria Math"/>
                            </a:rPr>
                            <m:t>+</m:t>
                          </m:r>
                          <m:r>
                            <a:rPr lang="en-US" sz="2800" i="1">
                              <a:latin typeface="Cambria Math" panose="02040503050406030204" pitchFamily="18" charset="0"/>
                            </a:rPr>
                            <m:t>0</m:t>
                          </m:r>
                          <m:r>
                            <a:rPr lang="en-US" sz="2800" i="1">
                              <a:latin typeface="Cambria Math" panose="02040503050406030204" pitchFamily="18" charset="0"/>
                            </a:rPr>
                            <m:t>.</m:t>
                          </m:r>
                          <m:r>
                            <a:rPr lang="en-US" sz="2800" i="1">
                              <a:latin typeface="Cambria Math" panose="02040503050406030204" pitchFamily="18" charset="0"/>
                            </a:rPr>
                            <m:t>8125</m:t>
                          </m:r>
                        </m:e>
                      </m:d>
                      <m:r>
                        <a:rPr lang="en-US" sz="2800" i="1">
                          <a:latin typeface="Cambria Math"/>
                        </a:rPr>
                        <m:t>×</m:t>
                      </m:r>
                      <m:sSup>
                        <m:sSupPr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800" i="1">
                              <a:latin typeface="Cambria Math"/>
                            </a:rPr>
                            <m:t>2</m:t>
                          </m:r>
                        </m:e>
                        <m:sup>
                          <m:r>
                            <a:rPr lang="en-US" sz="2800" i="1">
                              <a:latin typeface="Cambria Math"/>
                            </a:rPr>
                            <m:t>1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30</m:t>
                          </m:r>
                          <m:r>
                            <a:rPr lang="en-US" sz="2800" i="1">
                              <a:latin typeface="Cambria Math"/>
                            </a:rPr>
                            <m:t>−</m:t>
                          </m:r>
                          <m:r>
                            <a:rPr lang="en-US" sz="2800" i="1">
                              <a:latin typeface="Cambria Math"/>
                            </a:rPr>
                            <m:t>127</m:t>
                          </m:r>
                        </m:sup>
                      </m:sSup>
                    </m:oMath>
                    <m:oMath xmlns:m="http://schemas.openxmlformats.org/officeDocument/2006/math">
                      <m:r>
                        <m:rPr>
                          <m:aln/>
                        </m:rPr>
                        <a:rPr lang="en-US" sz="2800" i="1">
                          <a:latin typeface="Cambria Math"/>
                        </a:rPr>
                        <m:t>=</m:t>
                      </m:r>
                      <m:r>
                        <a:rPr lang="en-US" sz="2800" i="1">
                          <a:latin typeface="Cambria Math"/>
                        </a:rPr>
                        <m:t>1</m:t>
                      </m:r>
                      <m:r>
                        <a:rPr lang="en-US" sz="2800" i="1">
                          <a:latin typeface="Cambria Math"/>
                        </a:rPr>
                        <m:t>×</m:t>
                      </m:r>
                      <m:r>
                        <a:rPr lang="en-US" sz="2800" i="1">
                          <a:latin typeface="Cambria Math"/>
                        </a:rPr>
                        <m:t>1</m:t>
                      </m:r>
                      <m:r>
                        <a:rPr lang="en-US" sz="2800" i="1">
                          <a:latin typeface="Cambria Math"/>
                        </a:rPr>
                        <m:t>.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8125</m:t>
                      </m:r>
                      <m:r>
                        <a:rPr lang="en-US" sz="2800" i="1">
                          <a:latin typeface="Cambria Math"/>
                        </a:rPr>
                        <m:t>×</m:t>
                      </m:r>
                      <m:sSup>
                        <m:sSupPr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800" i="1">
                              <a:latin typeface="Cambria Math"/>
                            </a:rPr>
                            <m:t>2</m:t>
                          </m:r>
                        </m:e>
                        <m:sup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p>
                      </m:sSup>
                    </m:oMath>
                    <m:oMath xmlns:m="http://schemas.openxmlformats.org/officeDocument/2006/math">
                      <m:r>
                        <m:rPr>
                          <m:aln/>
                        </m:rPr>
                        <a:rPr lang="en-US" sz="2800" i="1">
                          <a:latin typeface="Cambria Math"/>
                        </a:rPr>
                        <m:t>=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14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5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952A5B12-C807-E0B1-83CA-2990276670F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"/>
              </p:nvPr>
            </p:nvSpPr>
            <p:spPr>
              <a:blipFill>
                <a:blip r:embed="rId3"/>
                <a:stretch>
                  <a:fillRect l="-556" t="-123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68360762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b="1" dirty="0"/>
              <a:t>Encoding </a:t>
            </a:r>
            <a:r>
              <a:rPr lang="en-US" b="1" dirty="0">
                <a:solidFill>
                  <a:srgbClr val="C00000"/>
                </a:solidFill>
              </a:rPr>
              <a:t>14.5</a:t>
            </a:r>
            <a:r>
              <a:rPr lang="en-US" b="1" dirty="0"/>
              <a:t> into IEEE </a:t>
            </a:r>
            <a:r>
              <a:rPr lang="en-US" b="1" dirty="0" err="1"/>
              <a:t>Std</a:t>
            </a:r>
            <a:r>
              <a:rPr lang="en-US" b="1" dirty="0"/>
              <a:t> 754 Single-Precision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19</a:t>
            </a:fld>
            <a:endParaRPr kumimoji="0"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3"/>
              <p:cNvSpPr>
                <a:spLocks noGrp="1"/>
              </p:cNvSpPr>
              <p:nvPr>
                <p:ph sz="quarter" idx="1"/>
              </p:nvPr>
            </p:nvSpPr>
            <p:spPr>
              <a:xfrm>
                <a:off x="990600" y="1143000"/>
                <a:ext cx="10363200" cy="5013960"/>
              </a:xfrm>
            </p:spPr>
            <p:txBody>
              <a:bodyPr>
                <a:normAutofit fontScale="85000" lnSpcReduction="10000"/>
              </a:bodyPr>
              <a:lstStyle/>
              <a:p>
                <a:r>
                  <a:rPr lang="en-US" dirty="0"/>
                  <a:t>Normalization:</a:t>
                </a:r>
                <a:endParaRPr lang="en-US" i="1" dirty="0">
                  <a:latin typeface="Cambria Math"/>
                </a:endParaRPr>
              </a:p>
              <a:p>
                <a14:m>
                  <m:oMath xmlns:m="http://schemas.openxmlformats.org/officeDocument/2006/math">
                    <m:sSup>
                      <m:sSup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&lt;</m:t>
                    </m:r>
                    <m:r>
                      <a:rPr lang="en-US" i="1" smtClean="0">
                        <a:latin typeface="Cambria Math"/>
                      </a:rPr>
                      <m:t>14</m:t>
                    </m:r>
                    <m:r>
                      <a:rPr lang="en-US" i="1" smtClean="0">
                        <a:latin typeface="Cambria Math"/>
                      </a:rPr>
                      <m:t>.</m:t>
                    </m:r>
                    <m:r>
                      <a:rPr lang="en-US" i="1" smtClean="0">
                        <a:latin typeface="Cambria Math"/>
                      </a:rPr>
                      <m:t>5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&lt;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4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i="1">
                            <a:latin typeface="Cambria Math"/>
                          </a:rPr>
                          <m:t>14</m:t>
                        </m:r>
                        <m:r>
                          <a:rPr lang="en-US" i="1">
                            <a:latin typeface="Cambria Math"/>
                          </a:rPr>
                          <m:t>.</m:t>
                        </m:r>
                        <m:r>
                          <a:rPr lang="en-US" i="1">
                            <a:latin typeface="Cambria Math"/>
                          </a:rPr>
                          <m:t>5</m:t>
                        </m:r>
                      </m:num>
                      <m:den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sup>
                        </m:sSup>
                      </m:den>
                    </m:f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1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8125</m:t>
                    </m:r>
                  </m:oMath>
                </a14:m>
                <a:endParaRPr lang="en-US" i="1" dirty="0">
                  <a:latin typeface="Cambria Math"/>
                </a:endParaRPr>
              </a:p>
              <a:p>
                <a:r>
                  <a:rPr lang="en-US" dirty="0"/>
                  <a:t>Hence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14</m:t>
                    </m:r>
                    <m:r>
                      <a:rPr lang="en-US" i="1">
                        <a:latin typeface="Cambria Math"/>
                      </a:rPr>
                      <m:t>.</m:t>
                    </m:r>
                    <m:r>
                      <a:rPr lang="en-US" i="1">
                        <a:latin typeface="Cambria Math"/>
                      </a:rPr>
                      <m:t>5</m:t>
                    </m:r>
                    <m:r>
                      <a:rPr lang="en-US" i="1">
                        <a:latin typeface="Cambria Math"/>
                      </a:rPr>
                      <m:t>=</m:t>
                    </m:r>
                    <m:r>
                      <a:rPr lang="en-US" i="1">
                        <a:latin typeface="Cambria Math"/>
                      </a:rPr>
                      <m:t>1</m:t>
                    </m:r>
                    <m:r>
                      <a:rPr lang="en-US" i="1">
                        <a:latin typeface="Cambria Math"/>
                      </a:rPr>
                      <m:t>.</m:t>
                    </m:r>
                    <m:r>
                      <a:rPr lang="en-US" i="1">
                        <a:latin typeface="Cambria Math"/>
                      </a:rPr>
                      <m:t>8125</m:t>
                    </m:r>
                    <m:r>
                      <a:rPr lang="en-US" i="1">
                        <a:latin typeface="Cambria Math"/>
                      </a:rPr>
                      <m:t>×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/>
                          </a:rPr>
                          <m:t>2</m:t>
                        </m:r>
                      </m:e>
                      <m:sup>
                        <m:r>
                          <a:rPr lang="en-US" i="1">
                            <a:latin typeface="Cambria Math"/>
                          </a:rPr>
                          <m:t>3</m:t>
                        </m:r>
                      </m:sup>
                    </m:sSup>
                    <m:r>
                      <m:rPr>
                        <m:aln/>
                      </m:rPr>
                      <a:rPr lang="en-US" i="1">
                        <a:latin typeface="Cambria Math"/>
                      </a:rPr>
                      <m:t>=</m:t>
                    </m:r>
                    <m:r>
                      <a:rPr lang="en-US" i="1">
                        <a:latin typeface="Cambria Math"/>
                      </a:rPr>
                      <m:t>(</m:t>
                    </m:r>
                    <m:r>
                      <a:rPr lang="en-US" i="1">
                        <a:latin typeface="Cambria Math"/>
                      </a:rPr>
                      <m:t>1</m:t>
                    </m:r>
                    <m:r>
                      <a:rPr lang="en-US" i="1">
                        <a:latin typeface="Cambria Math"/>
                      </a:rPr>
                      <m:t>+</m:t>
                    </m:r>
                    <m:r>
                      <a:rPr lang="en-US" i="1">
                        <a:latin typeface="Cambria Math"/>
                      </a:rPr>
                      <m:t>0</m:t>
                    </m:r>
                    <m:r>
                      <a:rPr lang="en-US" i="1">
                        <a:latin typeface="Cambria Math"/>
                      </a:rPr>
                      <m:t>.</m:t>
                    </m:r>
                    <m:r>
                      <a:rPr lang="en-US" i="1">
                        <a:latin typeface="Cambria Math"/>
                      </a:rPr>
                      <m:t>8125</m:t>
                    </m:r>
                    <m:r>
                      <a:rPr lang="en-US" i="1">
                        <a:latin typeface="Cambria Math"/>
                      </a:rPr>
                      <m:t>)×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/>
                          </a:rPr>
                          <m:t>2</m:t>
                        </m:r>
                      </m:e>
                      <m:sup>
                        <m:r>
                          <a:rPr lang="en-US" i="1">
                            <a:latin typeface="Cambria Math"/>
                          </a:rPr>
                          <m:t>3</m:t>
                        </m:r>
                      </m:sup>
                    </m:sSup>
                  </m:oMath>
                </a14:m>
                <a:endParaRPr lang="en-US" dirty="0"/>
              </a:p>
              <a:p>
                <a:r>
                  <a:rPr lang="en-US" dirty="0"/>
                  <a:t>Conversion:</a:t>
                </a:r>
              </a:p>
              <a:p>
                <a14:m>
                  <m:oMath xmlns:m="http://schemas.openxmlformats.org/officeDocument/2006/math">
                    <m:r>
                      <a:rPr lang="en-US" b="0" i="1" smtClean="0">
                        <a:latin typeface="Cambria Math"/>
                      </a:rPr>
                      <m:t>𝑆𝑖𝑔𝑛</m:t>
                    </m:r>
                    <m:r>
                      <a:rPr lang="en-US" b="0" i="1" smtClean="0">
                        <a:latin typeface="Cambria Math"/>
                      </a:rPr>
                      <m:t>=</m:t>
                    </m:r>
                    <m:r>
                      <a:rPr lang="en-US" b="0" i="1" smtClean="0">
                        <a:latin typeface="Cambria Math"/>
                      </a:rPr>
                      <m:t>0</m:t>
                    </m:r>
                  </m:oMath>
                </a14:m>
                <a:endParaRPr lang="en-US" b="0" i="1" dirty="0">
                  <a:solidFill>
                    <a:srgbClr val="C00000"/>
                  </a:solidFill>
                  <a:latin typeface="Cambria Math"/>
                </a:endParaRPr>
              </a:p>
              <a:p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𝐸𝑥𝑝𝑜𝑛𝑒𝑛𝑡</m:t>
                    </m:r>
                    <m:r>
                      <m:rPr>
                        <m:aln/>
                      </m:rPr>
                      <a:rPr lang="en-US" i="1">
                        <a:latin typeface="Cambria Math"/>
                      </a:rPr>
                      <m:t>=</m:t>
                    </m:r>
                    <m:r>
                      <a:rPr lang="en-US" i="1">
                        <a:latin typeface="Cambria Math"/>
                      </a:rPr>
                      <m:t>3</m:t>
                    </m:r>
                    <m:r>
                      <a:rPr lang="en-US" i="1">
                        <a:latin typeface="Cambria Math"/>
                      </a:rPr>
                      <m:t>+</m:t>
                    </m:r>
                    <m:r>
                      <a:rPr lang="en-US" i="1">
                        <a:latin typeface="Cambria Math"/>
                      </a:rPr>
                      <m:t>127</m:t>
                    </m:r>
                    <m:r>
                      <a:rPr lang="en-US" i="1">
                        <a:latin typeface="Cambria Math"/>
                      </a:rPr>
                      <m:t>=</m:t>
                    </m:r>
                    <m:r>
                      <a:rPr lang="en-US" i="1">
                        <a:latin typeface="Cambria Math"/>
                      </a:rPr>
                      <m:t>130</m:t>
                    </m:r>
                    <m:r>
                      <a:rPr lang="en-US" i="1">
                        <a:latin typeface="Cambria Math"/>
                      </a:rPr>
                      <m:t>=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smtClean="0">
                            <a:solidFill>
                              <a:srgbClr val="0000FF"/>
                            </a:solidFill>
                            <a:latin typeface="Cambria Math"/>
                          </a:rPr>
                          <m:t>1000010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2</m:t>
                        </m:r>
                      </m:sub>
                    </m:sSub>
                  </m:oMath>
                </a14:m>
                <a:endParaRPr lang="en-US" dirty="0"/>
              </a:p>
              <a:p>
                <a14:m>
                  <m:oMath xmlns:m="http://schemas.openxmlformats.org/officeDocument/2006/math">
                    <m:r>
                      <a:rPr lang="en-US" b="0" i="1" smtClean="0">
                        <a:latin typeface="Cambria Math"/>
                      </a:rPr>
                      <m:t>𝐹𝑟𝑎𝑐𝑡𝑖𝑜𝑛</m:t>
                    </m:r>
                    <m:r>
                      <a:rPr lang="en-US" i="1">
                        <a:latin typeface="Cambria Math"/>
                      </a:rPr>
                      <m:t>=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/>
                          </a:rPr>
                          <m:t>0</m:t>
                        </m:r>
                        <m:r>
                          <a:rPr lang="en-US" b="0" i="1" smtClean="0">
                            <a:latin typeface="Cambria Math"/>
                          </a:rPr>
                          <m:t>.</m:t>
                        </m:r>
                        <m:r>
                          <a:rPr lang="en-US" b="0" i="1" smtClean="0">
                            <a:solidFill>
                              <a:srgbClr val="00B050"/>
                            </a:solidFill>
                            <a:latin typeface="Cambria Math"/>
                          </a:rPr>
                          <m:t>1101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dirty="0"/>
                  <a:t> (multiply by 2 repeatedly)</a:t>
                </a:r>
              </a:p>
              <a:p>
                <a:r>
                  <a:rPr lang="en-US" dirty="0"/>
                  <a:t>Assume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𝐹𝑟𝑎𝑐𝑡𝑖𝑜𝑛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𝑏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1</m:t>
                    </m:r>
                    <m:r>
                      <a:rPr lang="en-US" sz="2400" i="1">
                        <a:latin typeface="Cambria Math"/>
                      </a:rPr>
                      <m:t>×</m:t>
                    </m:r>
                    <m:sSup>
                      <m:sSup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i="1">
                            <a:latin typeface="Cambria Math"/>
                          </a:rPr>
                          <m:t>2</m:t>
                        </m:r>
                      </m:e>
                      <m:sup>
                        <m:r>
                          <a:rPr lang="en-US" sz="2400" i="1">
                            <a:latin typeface="Cambria Math"/>
                          </a:rPr>
                          <m:t>−</m:t>
                        </m:r>
                        <m:r>
                          <a:rPr lang="en-US" sz="2400" i="1">
                            <a:latin typeface="Cambria Math"/>
                          </a:rPr>
                          <m:t>1</m:t>
                        </m:r>
                      </m:sup>
                    </m:sSup>
                    <m:r>
                      <a:rPr lang="en-US" sz="2400" i="1">
                        <a:latin typeface="Cambria Math"/>
                      </a:rPr>
                      <m:t>+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𝑏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2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×</m:t>
                    </m:r>
                    <m:sSup>
                      <m:sSup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i="1">
                            <a:latin typeface="Cambria Math"/>
                          </a:rPr>
                          <m:t>2</m:t>
                        </m:r>
                      </m:e>
                      <m:sup>
                        <m:r>
                          <a:rPr lang="en-US" sz="2400" i="1">
                            <a:latin typeface="Cambria Math"/>
                          </a:rPr>
                          <m:t>−</m:t>
                        </m:r>
                        <m:r>
                          <a:rPr lang="en-US" sz="2400" i="1">
                            <a:latin typeface="Cambria Math"/>
                          </a:rPr>
                          <m:t>2</m:t>
                        </m:r>
                      </m:sup>
                    </m:sSup>
                    <m:r>
                      <a:rPr lang="en-US" sz="2400" i="1">
                        <a:latin typeface="Cambria Math"/>
                      </a:rPr>
                      <m:t>+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𝑏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3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×</m:t>
                    </m:r>
                    <m:sSup>
                      <m:sSup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i="1">
                            <a:latin typeface="Cambria Math"/>
                          </a:rPr>
                          <m:t>2</m:t>
                        </m:r>
                      </m:e>
                      <m:sup>
                        <m:r>
                          <a:rPr lang="en-US" sz="2400" i="1">
                            <a:latin typeface="Cambria Math"/>
                          </a:rPr>
                          <m:t>−</m:t>
                        </m:r>
                        <m:r>
                          <a:rPr lang="en-US" sz="2400" i="1">
                            <a:latin typeface="Cambria Math"/>
                          </a:rPr>
                          <m:t>3</m:t>
                        </m:r>
                      </m:sup>
                    </m:sSup>
                    <m:r>
                      <a:rPr lang="en-US" sz="2400" i="1">
                        <a:latin typeface="Cambria Math"/>
                      </a:rPr>
                      <m:t>+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𝑏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4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×</m:t>
                    </m:r>
                    <m:sSup>
                      <m:sSup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i="1">
                            <a:latin typeface="Cambria Math"/>
                          </a:rPr>
                          <m:t>2</m:t>
                        </m:r>
                      </m:e>
                      <m:sup>
                        <m:r>
                          <a:rPr lang="en-US" sz="2400" i="1">
                            <a:latin typeface="Cambria Math"/>
                          </a:rPr>
                          <m:t>−</m:t>
                        </m:r>
                        <m:r>
                          <a:rPr lang="en-US" sz="2400" i="1">
                            <a:latin typeface="Cambria Math"/>
                          </a:rPr>
                          <m:t>4</m:t>
                        </m:r>
                      </m:sup>
                    </m:sSup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+…</m:t>
                    </m:r>
                  </m:oMath>
                </a14:m>
                <a:endParaRPr lang="en-US" dirty="0"/>
              </a:p>
              <a:p>
                <a:pPr lvl="1"/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0</m:t>
                    </m:r>
                    <m:r>
                      <a:rPr lang="en-US" i="1">
                        <a:latin typeface="Cambria Math"/>
                      </a:rPr>
                      <m:t>.</m:t>
                    </m:r>
                    <m:r>
                      <a:rPr lang="en-US" i="1">
                        <a:latin typeface="Cambria Math"/>
                      </a:rPr>
                      <m:t>8125</m:t>
                    </m:r>
                    <m:r>
                      <a:rPr lang="en-US" i="1">
                        <a:latin typeface="Cambria Math"/>
                      </a:rPr>
                      <m:t>×</m:t>
                    </m:r>
                    <m:r>
                      <a:rPr lang="en-US" i="1">
                        <a:latin typeface="Cambria Math"/>
                      </a:rPr>
                      <m:t>2</m:t>
                    </m:r>
                    <m:r>
                      <a:rPr lang="en-US" i="1">
                        <a:latin typeface="Cambria Math"/>
                      </a:rPr>
                      <m:t>=</m:t>
                    </m:r>
                    <m:r>
                      <a:rPr lang="en-US" i="1">
                        <a:latin typeface="Cambria Math"/>
                      </a:rPr>
                      <m:t>1</m:t>
                    </m:r>
                    <m:r>
                      <a:rPr lang="en-US" i="1">
                        <a:latin typeface="Cambria Math"/>
                      </a:rPr>
                      <m:t>.</m:t>
                    </m:r>
                    <m:r>
                      <a:rPr lang="en-US" i="1">
                        <a:latin typeface="Cambria Math"/>
                      </a:rPr>
                      <m:t>625</m:t>
                    </m:r>
                    <m:r>
                      <a:rPr lang="en-US" i="1">
                        <a:latin typeface="Cambria Math"/>
                      </a:rPr>
                      <m:t>=</m:t>
                    </m:r>
                    <m:r>
                      <a:rPr lang="en-US" i="1">
                        <a:latin typeface="Cambria Math"/>
                      </a:rPr>
                      <m:t>1</m:t>
                    </m:r>
                    <m:r>
                      <a:rPr lang="en-US" i="1">
                        <a:latin typeface="Cambria Math"/>
                      </a:rPr>
                      <m:t>+</m:t>
                    </m:r>
                    <m:r>
                      <a:rPr lang="en-US" i="1">
                        <a:latin typeface="Cambria Math"/>
                      </a:rPr>
                      <m:t>0</m:t>
                    </m:r>
                    <m:r>
                      <a:rPr lang="en-US" i="1">
                        <a:latin typeface="Cambria Math"/>
                      </a:rPr>
                      <m:t>.</m:t>
                    </m:r>
                    <m:r>
                      <a:rPr lang="en-US" i="1">
                        <a:latin typeface="Cambria Math"/>
                      </a:rPr>
                      <m:t>625</m:t>
                    </m:r>
                  </m:oMath>
                </a14:m>
                <a:r>
                  <a:rPr lang="en-US" dirty="0"/>
                  <a:t> =&gt; b1 = 1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0</m:t>
                    </m:r>
                    <m:r>
                      <a:rPr lang="en-US" i="1">
                        <a:latin typeface="Cambria Math"/>
                      </a:rPr>
                      <m:t>.</m:t>
                    </m:r>
                    <m:r>
                      <a:rPr lang="en-US" i="1">
                        <a:latin typeface="Cambria Math"/>
                      </a:rPr>
                      <m:t>625</m:t>
                    </m:r>
                    <m:r>
                      <a:rPr lang="en-US" i="1">
                        <a:latin typeface="Cambria Math"/>
                      </a:rPr>
                      <m:t>×</m:t>
                    </m:r>
                    <m:r>
                      <a:rPr lang="en-US" i="1">
                        <a:latin typeface="Cambria Math"/>
                      </a:rPr>
                      <m:t>2</m:t>
                    </m:r>
                    <m:r>
                      <a:rPr lang="en-US" i="1">
                        <a:latin typeface="Cambria Math"/>
                      </a:rPr>
                      <m:t>=</m:t>
                    </m:r>
                    <m:r>
                      <a:rPr lang="en-US" i="1">
                        <a:latin typeface="Cambria Math"/>
                      </a:rPr>
                      <m:t>1</m:t>
                    </m:r>
                    <m:r>
                      <a:rPr lang="en-US" i="1">
                        <a:latin typeface="Cambria Math"/>
                      </a:rPr>
                      <m:t>.</m:t>
                    </m:r>
                    <m:r>
                      <a:rPr lang="en-US" i="1">
                        <a:latin typeface="Cambria Math"/>
                      </a:rPr>
                      <m:t>25</m:t>
                    </m:r>
                    <m:r>
                      <a:rPr lang="en-US" i="1">
                        <a:latin typeface="Cambria Math"/>
                      </a:rPr>
                      <m:t>=</m:t>
                    </m:r>
                    <m:r>
                      <a:rPr lang="en-US" i="1">
                        <a:latin typeface="Cambria Math"/>
                      </a:rPr>
                      <m:t>1</m:t>
                    </m:r>
                    <m:r>
                      <a:rPr lang="en-US" i="1">
                        <a:latin typeface="Cambria Math"/>
                      </a:rPr>
                      <m:t>+</m:t>
                    </m:r>
                    <m:r>
                      <a:rPr lang="en-US" i="1">
                        <a:latin typeface="Cambria Math"/>
                      </a:rPr>
                      <m:t>0</m:t>
                    </m:r>
                    <m:r>
                      <a:rPr lang="en-US" i="1">
                        <a:latin typeface="Cambria Math"/>
                      </a:rPr>
                      <m:t>.</m:t>
                    </m:r>
                    <m:r>
                      <a:rPr lang="en-US" i="1">
                        <a:latin typeface="Cambria Math"/>
                      </a:rPr>
                      <m:t>25</m:t>
                    </m:r>
                  </m:oMath>
                </a14:m>
                <a:r>
                  <a:rPr lang="en-US" dirty="0"/>
                  <a:t> =&gt; b2 = 1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0</m:t>
                    </m:r>
                    <m:r>
                      <a:rPr lang="en-US" i="1">
                        <a:latin typeface="Cambria Math"/>
                      </a:rPr>
                      <m:t>.</m:t>
                    </m:r>
                    <m:r>
                      <a:rPr lang="en-US" i="1">
                        <a:latin typeface="Cambria Math"/>
                      </a:rPr>
                      <m:t>25</m:t>
                    </m:r>
                    <m:r>
                      <a:rPr lang="en-US" i="1">
                        <a:latin typeface="Cambria Math"/>
                      </a:rPr>
                      <m:t>×</m:t>
                    </m:r>
                    <m:r>
                      <a:rPr lang="en-US" i="1">
                        <a:latin typeface="Cambria Math"/>
                      </a:rPr>
                      <m:t>2</m:t>
                    </m:r>
                    <m:r>
                      <a:rPr lang="en-US" i="1">
                        <a:latin typeface="Cambria Math"/>
                      </a:rPr>
                      <m:t>=</m:t>
                    </m:r>
                    <m:r>
                      <a:rPr lang="en-US" i="1">
                        <a:latin typeface="Cambria Math"/>
                      </a:rPr>
                      <m:t>0</m:t>
                    </m:r>
                    <m:r>
                      <a:rPr lang="en-US" i="1">
                        <a:latin typeface="Cambria Math"/>
                      </a:rPr>
                      <m:t>.</m:t>
                    </m:r>
                    <m:r>
                      <a:rPr lang="en-US" i="1">
                        <a:latin typeface="Cambria Math"/>
                      </a:rPr>
                      <m:t>5</m:t>
                    </m:r>
                    <m:r>
                      <a:rPr lang="en-US" i="1">
                        <a:latin typeface="Cambria Math"/>
                      </a:rPr>
                      <m:t>=</m:t>
                    </m:r>
                    <m:r>
                      <a:rPr lang="en-US" i="1">
                        <a:latin typeface="Cambria Math"/>
                      </a:rPr>
                      <m:t>0</m:t>
                    </m:r>
                    <m:r>
                      <a:rPr lang="en-US" i="1">
                        <a:latin typeface="Cambria Math"/>
                      </a:rPr>
                      <m:t>+</m:t>
                    </m:r>
                    <m:r>
                      <a:rPr lang="en-US" i="1">
                        <a:latin typeface="Cambria Math"/>
                      </a:rPr>
                      <m:t>0</m:t>
                    </m:r>
                    <m:r>
                      <a:rPr lang="en-US" i="1">
                        <a:latin typeface="Cambria Math"/>
                      </a:rPr>
                      <m:t>.</m:t>
                    </m:r>
                    <m:r>
                      <a:rPr lang="en-US" i="1">
                        <a:latin typeface="Cambria Math"/>
                      </a:rPr>
                      <m:t>5</m:t>
                    </m:r>
                  </m:oMath>
                </a14:m>
                <a:r>
                  <a:rPr lang="en-US" dirty="0"/>
                  <a:t> =&gt; b3 = 0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0</m:t>
                    </m:r>
                    <m:r>
                      <a:rPr lang="en-US" i="1">
                        <a:latin typeface="Cambria Math"/>
                      </a:rPr>
                      <m:t>.</m:t>
                    </m:r>
                    <m:r>
                      <a:rPr lang="en-US" i="1">
                        <a:latin typeface="Cambria Math"/>
                      </a:rPr>
                      <m:t>5</m:t>
                    </m:r>
                    <m:r>
                      <a:rPr lang="en-US" i="1">
                        <a:latin typeface="Cambria Math"/>
                      </a:rPr>
                      <m:t>×</m:t>
                    </m:r>
                    <m:r>
                      <a:rPr lang="en-US" i="1">
                        <a:latin typeface="Cambria Math"/>
                      </a:rPr>
                      <m:t>2</m:t>
                    </m:r>
                    <m:r>
                      <a:rPr lang="en-US" i="1">
                        <a:latin typeface="Cambria Math"/>
                      </a:rPr>
                      <m:t>=</m:t>
                    </m:r>
                    <m:r>
                      <a:rPr lang="en-US" i="1">
                        <a:latin typeface="Cambria Math"/>
                      </a:rPr>
                      <m:t>1</m:t>
                    </m:r>
                  </m:oMath>
                </a14:m>
                <a:r>
                  <a:rPr lang="en-US" dirty="0"/>
                  <a:t> =&gt; b4 = 1</a:t>
                </a:r>
              </a:p>
              <a:p>
                <a:r>
                  <a:rPr lang="en-US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14.5</a:t>
                </a:r>
                <a:r>
                  <a:rPr lang="en-US" dirty="0"/>
                  <a:t> = </a:t>
                </a:r>
                <a:r>
                  <a:rPr lang="en-US" dirty="0">
                    <a:solidFill>
                      <a:srgbClr val="C00000"/>
                    </a:solidFill>
                    <a:latin typeface="Consolas" panose="020B0609020204030204" pitchFamily="49" charset="0"/>
                    <a:cs typeface="Consolas" panose="020B0609020204030204" pitchFamily="49" charset="0"/>
                  </a:rPr>
                  <a:t>0</a:t>
                </a:r>
                <a:r>
                  <a:rPr lang="en-US" dirty="0">
                    <a:solidFill>
                      <a:srgbClr val="0000FF"/>
                    </a:solidFill>
                    <a:latin typeface="Consolas" panose="020B0609020204030204" pitchFamily="49" charset="0"/>
                    <a:cs typeface="Consolas" panose="020B0609020204030204" pitchFamily="49" charset="0"/>
                  </a:rPr>
                  <a:t>10000010</a:t>
                </a:r>
                <a:r>
                  <a:rPr lang="en-US" dirty="0">
                    <a:solidFill>
                      <a:srgbClr val="00B050"/>
                    </a:solidFill>
                    <a:latin typeface="Consolas" panose="020B0609020204030204" pitchFamily="49" charset="0"/>
                    <a:cs typeface="Consolas" panose="020B0609020204030204" pitchFamily="49" charset="0"/>
                  </a:rPr>
                  <a:t>11010000000000000000000</a:t>
                </a:r>
                <a:r>
                  <a:rPr lang="en-US" dirty="0"/>
                  <a:t> in binary or </a:t>
                </a:r>
                <a:r>
                  <a:rPr lang="en-US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0x41680000</a:t>
                </a:r>
                <a:r>
                  <a:rPr lang="en-US" dirty="0"/>
                  <a:t> in hex</a:t>
                </a:r>
              </a:p>
            </p:txBody>
          </p:sp>
        </mc:Choice>
        <mc:Fallback xmlns="">
          <p:sp>
            <p:nvSpPr>
              <p:cNvPr id="4" name="Content Placeholder 3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"/>
              </p:nvPr>
            </p:nvSpPr>
            <p:spPr>
              <a:xfrm>
                <a:off x="990600" y="1143000"/>
                <a:ext cx="10363200" cy="5013960"/>
              </a:xfrm>
              <a:blipFill>
                <a:blip r:embed="rId2"/>
                <a:stretch>
                  <a:fillRect l="-294" t="-1460" b="-255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7838679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CA1E23-1948-4AB3-BE51-06B1176B9E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D0CDC3-A7FF-9EEE-C5C3-502A76B1D8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b="1" dirty="0"/>
              <a:t>Encoding </a:t>
            </a:r>
            <a:r>
              <a:rPr lang="en-US" b="1" dirty="0">
                <a:solidFill>
                  <a:srgbClr val="C00000"/>
                </a:solidFill>
              </a:rPr>
              <a:t>1.3</a:t>
            </a:r>
            <a:r>
              <a:rPr lang="en-US" b="1" dirty="0"/>
              <a:t> into IEEE Std 754 Single-Precision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5CB2435-927F-ED99-AB72-9D34925532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20</a:t>
            </a:fld>
            <a:endParaRPr kumimoji="0"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B3D4FF65-D71D-3471-F040-1E677F86A2DD}"/>
                  </a:ext>
                </a:extLst>
              </p:cNvPr>
              <p:cNvSpPr>
                <a:spLocks noGrp="1"/>
              </p:cNvSpPr>
              <p:nvPr>
                <p:ph sz="quarter" idx="1"/>
              </p:nvPr>
            </p:nvSpPr>
            <p:spPr>
              <a:xfrm>
                <a:off x="990600" y="1143000"/>
                <a:ext cx="10363200" cy="5013960"/>
              </a:xfrm>
            </p:spPr>
            <p:txBody>
              <a:bodyPr>
                <a:normAutofit fontScale="77500" lnSpcReduction="20000"/>
              </a:bodyPr>
              <a:lstStyle/>
              <a:p>
                <a:r>
                  <a:rPr lang="en-US" dirty="0"/>
                  <a:t>Normalization:</a:t>
                </a:r>
                <a:endParaRPr lang="en-US" i="1" dirty="0">
                  <a:latin typeface="Cambria Math"/>
                </a:endParaRPr>
              </a:p>
              <a:p>
                <a14:m>
                  <m:oMath xmlns:m="http://schemas.openxmlformats.org/officeDocument/2006/math">
                    <m:sSup>
                      <m:sSup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&lt;</m:t>
                    </m:r>
                    <m:r>
                      <a:rPr lang="en-US" i="1" smtClean="0">
                        <a:latin typeface="Cambria Math"/>
                      </a:rPr>
                      <m:t>1</m:t>
                    </m:r>
                    <m:r>
                      <a:rPr lang="en-US" i="1" smtClean="0">
                        <a:latin typeface="Cambria Math"/>
                      </a:rPr>
                      <m:t>.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3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&lt;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i="1">
                            <a:latin typeface="Cambria Math"/>
                          </a:rPr>
                          <m:t>14</m:t>
                        </m:r>
                        <m:r>
                          <a:rPr lang="en-US" i="1">
                            <a:latin typeface="Cambria Math"/>
                          </a:rPr>
                          <m:t>.</m:t>
                        </m:r>
                        <m:r>
                          <a:rPr lang="en-US" i="1">
                            <a:latin typeface="Cambria Math"/>
                          </a:rPr>
                          <m:t>5</m:t>
                        </m:r>
                      </m:num>
                      <m:den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p>
                        </m:sSup>
                      </m:den>
                    </m:f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1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3</m:t>
                    </m:r>
                  </m:oMath>
                </a14:m>
                <a:endParaRPr lang="en-US" i="1" dirty="0">
                  <a:latin typeface="Cambria Math"/>
                </a:endParaRPr>
              </a:p>
              <a:p>
                <a:r>
                  <a:rPr lang="en-US" dirty="0"/>
                  <a:t>Hence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1</m:t>
                    </m:r>
                    <m:r>
                      <a:rPr lang="en-US" i="1">
                        <a:latin typeface="Cambria Math"/>
                      </a:rPr>
                      <m:t>.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3</m:t>
                    </m:r>
                    <m:r>
                      <a:rPr lang="en-US" i="1">
                        <a:latin typeface="Cambria Math"/>
                      </a:rPr>
                      <m:t>=</m:t>
                    </m:r>
                    <m:r>
                      <a:rPr lang="en-US" i="1" smtClean="0">
                        <a:latin typeface="Cambria Math"/>
                      </a:rPr>
                      <m:t> </m:t>
                    </m:r>
                    <m:r>
                      <a:rPr lang="en-US" i="1">
                        <a:latin typeface="Cambria Math"/>
                      </a:rPr>
                      <m:t>(</m:t>
                    </m:r>
                    <m:r>
                      <a:rPr lang="en-US" i="1">
                        <a:latin typeface="Cambria Math"/>
                      </a:rPr>
                      <m:t>1</m:t>
                    </m:r>
                    <m:r>
                      <a:rPr lang="en-US" i="1">
                        <a:latin typeface="Cambria Math"/>
                      </a:rPr>
                      <m:t>+</m:t>
                    </m:r>
                    <m:r>
                      <a:rPr lang="en-US" i="1">
                        <a:latin typeface="Cambria Math"/>
                      </a:rPr>
                      <m:t>0</m:t>
                    </m:r>
                    <m:r>
                      <a:rPr lang="en-US" i="1">
                        <a:latin typeface="Cambria Math"/>
                      </a:rPr>
                      <m:t>.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3</m:t>
                    </m:r>
                    <m:r>
                      <a:rPr lang="en-US" i="1">
                        <a:latin typeface="Cambria Math"/>
                      </a:rPr>
                      <m:t>)×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/>
                          </a:rPr>
                          <m:t>2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p>
                    </m:sSup>
                  </m:oMath>
                </a14:m>
                <a:endParaRPr lang="en-US" dirty="0"/>
              </a:p>
              <a:p>
                <a:r>
                  <a:rPr lang="en-US" dirty="0"/>
                  <a:t>Conversion:</a:t>
                </a:r>
              </a:p>
              <a:p>
                <a14:m>
                  <m:oMath xmlns:m="http://schemas.openxmlformats.org/officeDocument/2006/math">
                    <m:r>
                      <a:rPr lang="en-US" b="0" i="1" smtClean="0">
                        <a:latin typeface="Cambria Math"/>
                      </a:rPr>
                      <m:t>𝑆𝑖𝑔𝑛</m:t>
                    </m:r>
                    <m:r>
                      <a:rPr lang="en-US" b="0" i="1" smtClean="0">
                        <a:latin typeface="Cambria Math"/>
                      </a:rPr>
                      <m:t>=</m:t>
                    </m:r>
                    <m:r>
                      <a:rPr lang="en-US" b="0" i="1" smtClean="0">
                        <a:latin typeface="Cambria Math"/>
                      </a:rPr>
                      <m:t>0</m:t>
                    </m:r>
                  </m:oMath>
                </a14:m>
                <a:endParaRPr lang="en-US" b="0" i="1" dirty="0">
                  <a:solidFill>
                    <a:srgbClr val="C00000"/>
                  </a:solidFill>
                  <a:latin typeface="Cambria Math"/>
                </a:endParaRPr>
              </a:p>
              <a:p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𝐸𝑥𝑝𝑜𝑛𝑒𝑛𝑡</m:t>
                    </m:r>
                    <m:r>
                      <m:rPr>
                        <m:aln/>
                      </m:rPr>
                      <a:rPr lang="en-US" i="1">
                        <a:latin typeface="Cambria Math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0</m:t>
                    </m:r>
                    <m:r>
                      <a:rPr lang="en-US" i="1">
                        <a:latin typeface="Cambria Math"/>
                      </a:rPr>
                      <m:t>+</m:t>
                    </m:r>
                    <m:r>
                      <a:rPr lang="en-US" i="1">
                        <a:latin typeface="Cambria Math"/>
                      </a:rPr>
                      <m:t>127</m:t>
                    </m:r>
                    <m:r>
                      <a:rPr lang="en-US" i="1">
                        <a:latin typeface="Cambria Math"/>
                      </a:rPr>
                      <m:t>=</m:t>
                    </m:r>
                    <m:r>
                      <a:rPr lang="en-US" i="1">
                        <a:latin typeface="Cambria Math"/>
                      </a:rPr>
                      <m:t>127</m:t>
                    </m:r>
                    <m:r>
                      <a:rPr lang="en-US" i="1">
                        <a:latin typeface="Cambria Math"/>
                      </a:rPr>
                      <m:t>=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rgbClr val="0000FF"/>
                            </a:solidFill>
                            <a:latin typeface="Cambria Math" panose="02040503050406030204" pitchFamily="18" charset="0"/>
                          </a:rPr>
                          <m:t>01111111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2</m:t>
                        </m:r>
                      </m:sub>
                    </m:sSub>
                  </m:oMath>
                </a14:m>
                <a:endParaRPr lang="en-US" dirty="0"/>
              </a:p>
              <a:p>
                <a14:m>
                  <m:oMath xmlns:m="http://schemas.openxmlformats.org/officeDocument/2006/math">
                    <m:r>
                      <a:rPr lang="en-US" b="0" i="1" smtClean="0">
                        <a:latin typeface="Cambria Math"/>
                      </a:rPr>
                      <m:t>𝐹𝑟𝑎𝑐𝑡𝑖𝑜𝑛</m:t>
                    </m:r>
                    <m:r>
                      <a:rPr lang="en-US" i="1">
                        <a:latin typeface="Cambria Math"/>
                      </a:rPr>
                      <m:t>=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/>
                          </a:rPr>
                          <m:t>0</m:t>
                        </m:r>
                        <m:r>
                          <a:rPr lang="en-US" b="0" i="1" smtClean="0">
                            <a:latin typeface="Cambria Math"/>
                          </a:rPr>
                          <m:t>.</m:t>
                        </m:r>
                        <m:r>
                          <a:rPr lang="en-US" b="0" i="1" smtClean="0">
                            <a:solidFill>
                              <a:srgbClr val="00B050"/>
                            </a:solidFill>
                            <a:latin typeface="Cambria Math"/>
                          </a:rPr>
                          <m:t>01</m:t>
                        </m:r>
                        <m:r>
                          <a:rPr lang="en-US" b="0" i="1" smtClean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001100110011</m:t>
                        </m:r>
                        <m:r>
                          <a:rPr lang="en-US" b="0" i="1" smtClean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…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dirty="0"/>
                  <a:t> (multiply by 2 repeatedly)</a:t>
                </a:r>
              </a:p>
              <a:p>
                <a:r>
                  <a:rPr lang="en-US" dirty="0"/>
                  <a:t>Assume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𝐹𝑟𝑎𝑐𝑡𝑖𝑜𝑛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𝑏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1</m:t>
                    </m:r>
                    <m:r>
                      <a:rPr lang="en-US" sz="2400" i="1">
                        <a:latin typeface="Cambria Math"/>
                      </a:rPr>
                      <m:t>×</m:t>
                    </m:r>
                    <m:sSup>
                      <m:sSup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i="1">
                            <a:latin typeface="Cambria Math"/>
                          </a:rPr>
                          <m:t>2</m:t>
                        </m:r>
                      </m:e>
                      <m:sup>
                        <m:r>
                          <a:rPr lang="en-US" sz="2400" i="1">
                            <a:latin typeface="Cambria Math"/>
                          </a:rPr>
                          <m:t>−</m:t>
                        </m:r>
                        <m:r>
                          <a:rPr lang="en-US" sz="2400" i="1">
                            <a:latin typeface="Cambria Math"/>
                          </a:rPr>
                          <m:t>1</m:t>
                        </m:r>
                      </m:sup>
                    </m:sSup>
                    <m:r>
                      <a:rPr lang="en-US" sz="2400" i="1">
                        <a:latin typeface="Cambria Math"/>
                      </a:rPr>
                      <m:t>+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𝑏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2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×</m:t>
                    </m:r>
                    <m:sSup>
                      <m:sSup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i="1">
                            <a:latin typeface="Cambria Math"/>
                          </a:rPr>
                          <m:t>2</m:t>
                        </m:r>
                      </m:e>
                      <m:sup>
                        <m:r>
                          <a:rPr lang="en-US" sz="2400" i="1">
                            <a:latin typeface="Cambria Math"/>
                          </a:rPr>
                          <m:t>−</m:t>
                        </m:r>
                        <m:r>
                          <a:rPr lang="en-US" sz="2400" i="1">
                            <a:latin typeface="Cambria Math"/>
                          </a:rPr>
                          <m:t>2</m:t>
                        </m:r>
                      </m:sup>
                    </m:sSup>
                    <m:r>
                      <a:rPr lang="en-US" sz="2400" i="1">
                        <a:latin typeface="Cambria Math"/>
                      </a:rPr>
                      <m:t>+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𝑏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3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×</m:t>
                    </m:r>
                    <m:sSup>
                      <m:sSup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i="1">
                            <a:latin typeface="Cambria Math"/>
                          </a:rPr>
                          <m:t>2</m:t>
                        </m:r>
                      </m:e>
                      <m:sup>
                        <m:r>
                          <a:rPr lang="en-US" sz="2400" i="1">
                            <a:latin typeface="Cambria Math"/>
                          </a:rPr>
                          <m:t>−</m:t>
                        </m:r>
                        <m:r>
                          <a:rPr lang="en-US" sz="2400" i="1">
                            <a:latin typeface="Cambria Math"/>
                          </a:rPr>
                          <m:t>3</m:t>
                        </m:r>
                      </m:sup>
                    </m:sSup>
                    <m:r>
                      <a:rPr lang="en-US" sz="2400" i="1">
                        <a:latin typeface="Cambria Math"/>
                      </a:rPr>
                      <m:t>+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𝑏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4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×</m:t>
                    </m:r>
                    <m:sSup>
                      <m:sSup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i="1">
                            <a:latin typeface="Cambria Math"/>
                          </a:rPr>
                          <m:t>2</m:t>
                        </m:r>
                      </m:e>
                      <m:sup>
                        <m:r>
                          <a:rPr lang="en-US" sz="2400" i="1">
                            <a:latin typeface="Cambria Math"/>
                          </a:rPr>
                          <m:t>−</m:t>
                        </m:r>
                        <m:r>
                          <a:rPr lang="en-US" sz="2400" i="1">
                            <a:latin typeface="Cambria Math"/>
                          </a:rPr>
                          <m:t>4</m:t>
                        </m:r>
                      </m:sup>
                    </m:sSup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+…</m:t>
                    </m:r>
                  </m:oMath>
                </a14:m>
                <a:endParaRPr lang="en-US" dirty="0"/>
              </a:p>
              <a:p>
                <a:pPr lvl="1"/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0</m:t>
                    </m:r>
                    <m:r>
                      <a:rPr lang="en-US" i="1">
                        <a:latin typeface="Cambria Math"/>
                      </a:rPr>
                      <m:t>.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3</m:t>
                    </m:r>
                    <m:r>
                      <a:rPr lang="en-US" i="1">
                        <a:latin typeface="Cambria Math"/>
                      </a:rPr>
                      <m:t>×</m:t>
                    </m:r>
                    <m:r>
                      <a:rPr lang="en-US" i="1">
                        <a:latin typeface="Cambria Math"/>
                      </a:rPr>
                      <m:t>2</m:t>
                    </m:r>
                    <m:r>
                      <a:rPr lang="en-US" i="1">
                        <a:latin typeface="Cambria Math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0</m:t>
                    </m:r>
                    <m:r>
                      <a:rPr lang="en-US" i="1">
                        <a:latin typeface="Cambria Math"/>
                      </a:rPr>
                      <m:t>.</m:t>
                    </m:r>
                    <m:r>
                      <a:rPr lang="en-US" i="1">
                        <a:latin typeface="Cambria Math"/>
                      </a:rPr>
                      <m:t>6</m:t>
                    </m:r>
                  </m:oMath>
                </a14:m>
                <a:r>
                  <a:rPr lang="en-US" dirty="0"/>
                  <a:t> =&gt; b1 = 0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0</m:t>
                    </m:r>
                    <m:r>
                      <a:rPr lang="en-US" i="1">
                        <a:latin typeface="Cambria Math"/>
                      </a:rPr>
                      <m:t>.</m:t>
                    </m:r>
                    <m:r>
                      <a:rPr lang="en-US" i="1">
                        <a:latin typeface="Cambria Math"/>
                      </a:rPr>
                      <m:t>6</m:t>
                    </m:r>
                    <m:r>
                      <a:rPr lang="en-US" i="1">
                        <a:latin typeface="Cambria Math"/>
                      </a:rPr>
                      <m:t>×</m:t>
                    </m:r>
                    <m:r>
                      <a:rPr lang="en-US" i="1">
                        <a:latin typeface="Cambria Math"/>
                      </a:rPr>
                      <m:t>2</m:t>
                    </m:r>
                    <m:r>
                      <a:rPr lang="en-US" i="1">
                        <a:latin typeface="Cambria Math"/>
                      </a:rPr>
                      <m:t>=</m:t>
                    </m:r>
                    <m:r>
                      <a:rPr lang="en-US" i="1">
                        <a:latin typeface="Cambria Math"/>
                      </a:rPr>
                      <m:t>1</m:t>
                    </m:r>
                    <m:r>
                      <a:rPr lang="en-US" i="1">
                        <a:latin typeface="Cambria Math"/>
                      </a:rPr>
                      <m:t>.</m:t>
                    </m:r>
                    <m:r>
                      <a:rPr lang="en-US" i="1">
                        <a:latin typeface="Cambria Math"/>
                      </a:rPr>
                      <m:t>2</m:t>
                    </m:r>
                  </m:oMath>
                </a14:m>
                <a:r>
                  <a:rPr lang="en-US" dirty="0"/>
                  <a:t> =&gt; b2 = 1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0</m:t>
                    </m:r>
                    <m:r>
                      <a:rPr lang="en-US" i="1">
                        <a:latin typeface="Cambria Math"/>
                      </a:rPr>
                      <m:t>.</m:t>
                    </m:r>
                    <m:r>
                      <a:rPr lang="en-US" i="1">
                        <a:latin typeface="Cambria Math"/>
                      </a:rPr>
                      <m:t>2</m:t>
                    </m:r>
                    <m:r>
                      <a:rPr lang="en-US" i="1">
                        <a:latin typeface="Cambria Math"/>
                      </a:rPr>
                      <m:t>×</m:t>
                    </m:r>
                    <m:r>
                      <a:rPr lang="en-US" i="1">
                        <a:latin typeface="Cambria Math"/>
                      </a:rPr>
                      <m:t>2</m:t>
                    </m:r>
                    <m:r>
                      <a:rPr lang="en-US" i="1">
                        <a:latin typeface="Cambria Math"/>
                      </a:rPr>
                      <m:t>=</m:t>
                    </m:r>
                    <m:r>
                      <a:rPr lang="en-US" i="1">
                        <a:latin typeface="Cambria Math"/>
                      </a:rPr>
                      <m:t>0</m:t>
                    </m:r>
                    <m:r>
                      <a:rPr lang="en-US" i="1">
                        <a:latin typeface="Cambria Math"/>
                      </a:rPr>
                      <m:t>.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4</m:t>
                    </m:r>
                  </m:oMath>
                </a14:m>
                <a:r>
                  <a:rPr lang="en-US" dirty="0"/>
                  <a:t> =&gt; b3 = 0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0</m:t>
                    </m:r>
                    <m:r>
                      <a:rPr lang="en-US" i="1">
                        <a:latin typeface="Cambria Math"/>
                      </a:rPr>
                      <m:t>.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4</m:t>
                    </m:r>
                    <m:r>
                      <a:rPr lang="en-US" i="1">
                        <a:latin typeface="Cambria Math"/>
                      </a:rPr>
                      <m:t>×</m:t>
                    </m:r>
                    <m:r>
                      <a:rPr lang="en-US" i="1">
                        <a:latin typeface="Cambria Math"/>
                      </a:rPr>
                      <m:t>2</m:t>
                    </m:r>
                    <m:r>
                      <a:rPr lang="en-US" i="1">
                        <a:latin typeface="Cambria Math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0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8</m:t>
                    </m:r>
                  </m:oMath>
                </a14:m>
                <a:r>
                  <a:rPr lang="en-US" dirty="0"/>
                  <a:t> =&gt; b4 = 0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0</m:t>
                    </m:r>
                    <m:r>
                      <a:rPr lang="en-US" i="1">
                        <a:latin typeface="Cambria Math"/>
                      </a:rPr>
                      <m:t>.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8</m:t>
                    </m:r>
                    <m:r>
                      <a:rPr lang="en-US" i="1">
                        <a:latin typeface="Cambria Math"/>
                      </a:rPr>
                      <m:t>×</m:t>
                    </m:r>
                    <m:r>
                      <a:rPr lang="en-US" i="1">
                        <a:latin typeface="Cambria Math"/>
                      </a:rPr>
                      <m:t>2</m:t>
                    </m:r>
                    <m:r>
                      <a:rPr lang="en-US" i="1">
                        <a:latin typeface="Cambria Math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1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6</m:t>
                    </m:r>
                  </m:oMath>
                </a14:m>
                <a:r>
                  <a:rPr lang="en-US" dirty="0"/>
                  <a:t> =&gt; b5 = 1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0</m:t>
                    </m:r>
                    <m:r>
                      <a:rPr lang="en-US" i="1">
                        <a:latin typeface="Cambria Math"/>
                      </a:rPr>
                      <m:t>.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6</m:t>
                    </m:r>
                    <m:r>
                      <a:rPr lang="en-US" i="1">
                        <a:latin typeface="Cambria Math"/>
                      </a:rPr>
                      <m:t>×</m:t>
                    </m:r>
                    <m:r>
                      <a:rPr lang="en-US" i="1">
                        <a:latin typeface="Cambria Math"/>
                      </a:rPr>
                      <m:t>2</m:t>
                    </m:r>
                    <m:r>
                      <a:rPr lang="en-US" i="1">
                        <a:latin typeface="Cambria Math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1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2</m:t>
                    </m:r>
                  </m:oMath>
                </a14:m>
                <a:r>
                  <a:rPr lang="en-US" dirty="0"/>
                  <a:t> =&gt; b6 = 1</a:t>
                </a:r>
              </a:p>
              <a:p>
                <a:r>
                  <a:rPr lang="en-US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14.5</a:t>
                </a:r>
                <a:r>
                  <a:rPr lang="en-US" dirty="0"/>
                  <a:t> = </a:t>
                </a:r>
                <a:r>
                  <a:rPr lang="en-US" dirty="0">
                    <a:solidFill>
                      <a:srgbClr val="C00000"/>
                    </a:solidFill>
                    <a:latin typeface="Consolas" panose="020B0609020204030204" pitchFamily="49" charset="0"/>
                    <a:cs typeface="Consolas" panose="020B0609020204030204" pitchFamily="49" charset="0"/>
                  </a:rPr>
                  <a:t>0</a:t>
                </a:r>
                <a:r>
                  <a:rPr lang="en-US" dirty="0">
                    <a:solidFill>
                      <a:srgbClr val="0000FF"/>
                    </a:solidFill>
                    <a:latin typeface="Consolas" panose="020B0609020204030204" pitchFamily="49" charset="0"/>
                    <a:cs typeface="Consolas" panose="020B0609020204030204" pitchFamily="49" charset="0"/>
                  </a:rPr>
                  <a:t>01111111</a:t>
                </a:r>
                <a:r>
                  <a:rPr lang="en-US" dirty="0">
                    <a:solidFill>
                      <a:srgbClr val="00B050"/>
                    </a:solidFill>
                    <a:latin typeface="Consolas" panose="020B0609020204030204" pitchFamily="49" charset="0"/>
                    <a:cs typeface="Consolas" panose="020B0609020204030204" pitchFamily="49" charset="0"/>
                  </a:rPr>
                  <a:t>01001100110011001100110</a:t>
                </a:r>
                <a:r>
                  <a:rPr lang="en-US" dirty="0"/>
                  <a:t> in binary or 0x3FA66666 in hex</a:t>
                </a:r>
              </a:p>
            </p:txBody>
          </p:sp>
        </mc:Choice>
        <mc:Fallback xmlns="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B3D4FF65-D71D-3471-F040-1E677F86A2D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"/>
              </p:nvPr>
            </p:nvSpPr>
            <p:spPr>
              <a:xfrm>
                <a:off x="990600" y="1143000"/>
                <a:ext cx="10363200" cy="5013960"/>
              </a:xfrm>
              <a:blipFill>
                <a:blip r:embed="rId3"/>
                <a:stretch>
                  <a:fillRect l="-235" t="-1946" b="-12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Right Brace 7">
            <a:extLst>
              <a:ext uri="{FF2B5EF4-FFF2-40B4-BE49-F238E27FC236}">
                <a16:creationId xmlns:a16="http://schemas.microsoft.com/office/drawing/2014/main" id="{FADDE5B4-2BF0-3346-B39B-1C17BD95CCA8}"/>
              </a:ext>
            </a:extLst>
          </p:cNvPr>
          <p:cNvSpPr/>
          <p:nvPr/>
        </p:nvSpPr>
        <p:spPr>
          <a:xfrm>
            <a:off x="3979432" y="4686292"/>
            <a:ext cx="228597" cy="914400"/>
          </a:xfrm>
          <a:prstGeom prst="rightBrace">
            <a:avLst>
              <a:gd name="adj1" fmla="val 8333"/>
              <a:gd name="adj2" fmla="val 48117"/>
            </a:avLst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CE7E842-BCEF-B6B4-E109-FC4B047B29D0}"/>
              </a:ext>
            </a:extLst>
          </p:cNvPr>
          <p:cNvSpPr txBox="1"/>
          <p:nvPr/>
        </p:nvSpPr>
        <p:spPr>
          <a:xfrm flipH="1">
            <a:off x="4244784" y="4876800"/>
            <a:ext cx="205740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Repeats infinitely</a:t>
            </a:r>
          </a:p>
        </p:txBody>
      </p:sp>
    </p:spTree>
    <p:extLst>
      <p:ext uri="{BB962C8B-B14F-4D97-AF65-F5344CB8AC3E}">
        <p14:creationId xmlns:p14="http://schemas.microsoft.com/office/powerpoint/2010/main" val="395165319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93DE8F-D6F6-AAA1-D94A-86C18C1753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7BB3F4-71E3-6480-2DD5-AA4EAD4E5D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b="1" dirty="0"/>
              <a:t>Decoding </a:t>
            </a:r>
            <a:r>
              <a:rPr lang="en-US" sz="3600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0x3FA66666 </a:t>
            </a:r>
            <a:br>
              <a:rPr lang="en-US" b="1" dirty="0"/>
            </a:br>
            <a:r>
              <a:rPr lang="en-US" b="1" dirty="0"/>
              <a:t>into a floating-point number</a:t>
            </a:r>
            <a:endParaRPr lang="en-US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1D830A94-D33B-2B5A-4A7E-B773BA88B4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21</a:t>
            </a:fld>
            <a:endParaRPr kumimoji="0"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1E35FFBE-A292-0D67-EFA6-AEFA3301A8EC}"/>
                  </a:ext>
                </a:extLst>
              </p:cNvPr>
              <p:cNvSpPr>
                <a:spLocks noGrp="1"/>
              </p:cNvSpPr>
              <p:nvPr>
                <p:ph sz="quarter" idx="1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en-US" dirty="0"/>
                  <a:t>Binary </a:t>
                </a:r>
                <a:r>
                  <a:rPr lang="en-US" dirty="0">
                    <a:solidFill>
                      <a:srgbClr val="C00000"/>
                    </a:solidFill>
                    <a:latin typeface="Consolas" panose="020B0609020204030204" pitchFamily="49" charset="0"/>
                    <a:cs typeface="Consolas" panose="020B0609020204030204" pitchFamily="49" charset="0"/>
                  </a:rPr>
                  <a:t>0</a:t>
                </a:r>
                <a:r>
                  <a:rPr lang="en-US" dirty="0">
                    <a:solidFill>
                      <a:srgbClr val="0000FF"/>
                    </a:solidFill>
                    <a:latin typeface="Consolas" panose="020B0609020204030204" pitchFamily="49" charset="0"/>
                    <a:cs typeface="Consolas" panose="020B0609020204030204" pitchFamily="49" charset="0"/>
                  </a:rPr>
                  <a:t>01111111</a:t>
                </a:r>
                <a:r>
                  <a:rPr lang="en-US" dirty="0">
                    <a:solidFill>
                      <a:srgbClr val="00B050"/>
                    </a:solidFill>
                    <a:latin typeface="Consolas" panose="020B0609020204030204" pitchFamily="49" charset="0"/>
                    <a:cs typeface="Consolas" panose="020B0609020204030204" pitchFamily="49" charset="0"/>
                  </a:rPr>
                  <a:t>01001100110011001100110 </a:t>
                </a:r>
              </a:p>
              <a:p>
                <a:r>
                  <a:rPr lang="en-US" sz="2800" dirty="0"/>
                  <a:t>Sign = </a:t>
                </a:r>
                <a:r>
                  <a:rPr lang="en-US" sz="2800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0</a:t>
                </a:r>
              </a:p>
              <a:p>
                <a:r>
                  <a:rPr lang="en-US" sz="2800" dirty="0"/>
                  <a:t>Exponent =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8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01111111</m:t>
                        </m:r>
                      </m:e>
                      <m:sub>
                        <m:r>
                          <a:rPr lang="en-US" sz="2800" i="1">
                            <a:latin typeface="Cambria Math"/>
                          </a:rPr>
                          <m:t>2</m:t>
                        </m:r>
                      </m:sub>
                    </m:sSub>
                    <m:r>
                      <a:rPr lang="en-US" sz="2800" i="1">
                        <a:latin typeface="Cambria Math"/>
                      </a:rPr>
                      <m:t>=</m:t>
                    </m:r>
                    <m:r>
                      <a:rPr lang="en-US" sz="2800" i="1">
                        <a:latin typeface="Cambria Math"/>
                      </a:rPr>
                      <m:t>127</m:t>
                    </m:r>
                  </m:oMath>
                </a14:m>
                <a:endParaRPr lang="en-US" sz="2800" dirty="0"/>
              </a:p>
              <a:p>
                <a:r>
                  <a:rPr lang="en-US" sz="2800" dirty="0"/>
                  <a:t>Fraction = </a:t>
                </a:r>
                <a14:m>
                  <m:oMath xmlns:m="http://schemas.openxmlformats.org/officeDocument/2006/math">
                    <m:r>
                      <a:rPr lang="en-US" sz="2800" i="1" dirty="0" smtClean="0">
                        <a:latin typeface="Cambria Math" panose="02040503050406030204" pitchFamily="18" charset="0"/>
                      </a:rPr>
                      <m:t>0</m:t>
                    </m:r>
                    <m:r>
                      <a:rPr lang="en-US" sz="2800" i="1"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 sz="2800" i="1">
                        <a:latin typeface="Cambria Math" panose="02040503050406030204" pitchFamily="18" charset="0"/>
                      </a:rPr>
                      <m:t>29999995</m:t>
                    </m:r>
                  </m:oMath>
                </a14:m>
                <a:r>
                  <a:rPr lang="en-US" sz="2800" dirty="0"/>
                  <a:t> (calculation process skipped)</a:t>
                </a:r>
              </a:p>
              <a:p>
                <a14:m>
                  <m:oMath xmlns:m="http://schemas.openxmlformats.org/officeDocument/2006/math">
                    <m:r>
                      <a:rPr lang="en-US" sz="2800" i="1">
                        <a:latin typeface="Cambria Math"/>
                      </a:rPr>
                      <m:t>𝑓</m:t>
                    </m:r>
                    <m:r>
                      <m:rPr>
                        <m:aln/>
                      </m:rPr>
                      <a:rPr lang="en-US" sz="2800" i="1">
                        <a:latin typeface="Cambria Math"/>
                      </a:rPr>
                      <m:t>=</m:t>
                    </m:r>
                    <m:sSup>
                      <m:sSupPr>
                        <m:ctrlPr>
                          <a:rPr lang="en-US" sz="28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ctrlPr>
                              <a:rPr lang="en-US" sz="28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800" i="1">
                                <a:latin typeface="Cambria Math"/>
                              </a:rPr>
                              <m:t>−</m:t>
                            </m:r>
                            <m:r>
                              <a:rPr lang="en-US" sz="2800" i="1">
                                <a:latin typeface="Cambria Math"/>
                              </a:rPr>
                              <m:t>1</m:t>
                            </m:r>
                          </m:e>
                        </m:d>
                      </m:e>
                      <m:sup>
                        <m:r>
                          <a:rPr lang="en-US" sz="2800" i="1">
                            <a:latin typeface="Cambria Math"/>
                          </a:rPr>
                          <m:t>𝑆</m:t>
                        </m:r>
                      </m:sup>
                    </m:sSup>
                    <m:r>
                      <a:rPr lang="en-US" sz="2800" i="1">
                        <a:latin typeface="Cambria Math"/>
                      </a:rPr>
                      <m:t>×</m:t>
                    </m:r>
                    <m:d>
                      <m:dPr>
                        <m:ctrlPr>
                          <a:rPr lang="en-US" sz="28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800" i="1">
                            <a:latin typeface="Cambria Math"/>
                          </a:rPr>
                          <m:t>1</m:t>
                        </m:r>
                        <m:r>
                          <a:rPr lang="en-US" sz="2800" i="1">
                            <a:latin typeface="Cambria Math"/>
                          </a:rPr>
                          <m:t>+</m:t>
                        </m:r>
                        <m:r>
                          <a:rPr lang="en-US" sz="2800" i="1">
                            <a:latin typeface="Cambria Math"/>
                          </a:rPr>
                          <m:t>𝐹𝑟𝑎𝑐𝑡𝑖𝑜𝑛</m:t>
                        </m:r>
                      </m:e>
                    </m:d>
                    <m:r>
                      <a:rPr lang="en-US" sz="2800" i="1">
                        <a:latin typeface="Cambria Math"/>
                      </a:rPr>
                      <m:t>×</m:t>
                    </m:r>
                    <m:sSup>
                      <m:sSupPr>
                        <m:ctrlPr>
                          <a:rPr lang="en-US" sz="28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800" i="1">
                            <a:latin typeface="Cambria Math"/>
                          </a:rPr>
                          <m:t>2</m:t>
                        </m:r>
                      </m:e>
                      <m:sup>
                        <m:r>
                          <a:rPr lang="en-US" sz="2800" i="1">
                            <a:latin typeface="Cambria Math"/>
                          </a:rPr>
                          <m:t>𝐸𝑥𝑝𝑜𝑛𝑒𝑛𝑡</m:t>
                        </m:r>
                        <m:r>
                          <a:rPr lang="en-US" sz="2800" i="1">
                            <a:latin typeface="Cambria Math"/>
                          </a:rPr>
                          <m:t>−</m:t>
                        </m:r>
                        <m:r>
                          <a:rPr lang="en-US" sz="2800" i="1">
                            <a:latin typeface="Cambria Math"/>
                          </a:rPr>
                          <m:t>127</m:t>
                        </m:r>
                      </m:sup>
                    </m:sSup>
                  </m:oMath>
                </a14:m>
                <a:endParaRPr lang="en-US" sz="280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aln/>
                        </m:rPr>
                        <a:rPr lang="en-US" sz="2800" i="1">
                          <a:latin typeface="Cambria Math"/>
                        </a:rPr>
                        <m:t>=</m:t>
                      </m:r>
                      <m:sSup>
                        <m:sSupPr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sz="28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800" i="1">
                                  <a:latin typeface="Cambria Math"/>
                                </a:rPr>
                                <m:t>−</m:t>
                              </m:r>
                              <m:r>
                                <a:rPr lang="en-US" sz="2800" i="1">
                                  <a:latin typeface="Cambria Math"/>
                                </a:rPr>
                                <m:t>1</m:t>
                              </m:r>
                            </m:e>
                          </m:d>
                        </m:e>
                        <m:sup>
                          <m:r>
                            <a:rPr lang="en-US" sz="2800" i="1">
                              <a:latin typeface="Cambria Math" panose="02040503050406030204" pitchFamily="18" charset="0"/>
                            </a:rPr>
                            <m:t>0</m:t>
                          </m:r>
                        </m:sup>
                      </m:sSup>
                      <m:r>
                        <a:rPr lang="en-US" sz="2800" i="1">
                          <a:latin typeface="Cambria Math"/>
                        </a:rPr>
                        <m:t>×</m:t>
                      </m:r>
                      <m:d>
                        <m:dPr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800" i="1">
                              <a:latin typeface="Cambria Math"/>
                            </a:rPr>
                            <m:t>1</m:t>
                          </m:r>
                          <m:r>
                            <a:rPr lang="en-US" sz="2800" i="1">
                              <a:latin typeface="Cambria Math"/>
                            </a:rPr>
                            <m:t>+</m:t>
                          </m:r>
                          <m:r>
                            <a:rPr lang="en-US" sz="2800" i="1" dirty="0">
                              <a:latin typeface="Cambria Math" panose="02040503050406030204" pitchFamily="18" charset="0"/>
                            </a:rPr>
                            <m:t>0</m:t>
                          </m:r>
                          <m:r>
                            <a:rPr lang="en-US" sz="2800" i="1">
                              <a:latin typeface="Cambria Math" panose="02040503050406030204" pitchFamily="18" charset="0"/>
                            </a:rPr>
                            <m:t>.</m:t>
                          </m:r>
                          <m:r>
                            <a:rPr lang="en-US" sz="2800" i="1">
                              <a:latin typeface="Cambria Math" panose="02040503050406030204" pitchFamily="18" charset="0"/>
                            </a:rPr>
                            <m:t>29999995</m:t>
                          </m:r>
                        </m:e>
                      </m:d>
                      <m:r>
                        <a:rPr lang="en-US" sz="2800" i="1">
                          <a:latin typeface="Cambria Math"/>
                        </a:rPr>
                        <m:t>×</m:t>
                      </m:r>
                      <m:sSup>
                        <m:sSupPr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800" i="1">
                              <a:latin typeface="Cambria Math"/>
                            </a:rPr>
                            <m:t>2</m:t>
                          </m:r>
                        </m:e>
                        <m:sup>
                          <m:r>
                            <a:rPr lang="en-US" sz="2800" i="1">
                              <a:latin typeface="Cambria Math"/>
                            </a:rPr>
                            <m:t>1</m:t>
                          </m:r>
                          <m:r>
                            <a:rPr lang="en-US" sz="2800" i="1">
                              <a:latin typeface="Cambria Math" panose="02040503050406030204" pitchFamily="18" charset="0"/>
                            </a:rPr>
                            <m:t>27</m:t>
                          </m:r>
                          <m:r>
                            <a:rPr lang="en-US" sz="2800" i="1">
                              <a:latin typeface="Cambria Math"/>
                            </a:rPr>
                            <m:t>−</m:t>
                          </m:r>
                          <m:r>
                            <a:rPr lang="en-US" sz="2800" i="1">
                              <a:latin typeface="Cambria Math"/>
                            </a:rPr>
                            <m:t>127</m:t>
                          </m:r>
                        </m:sup>
                      </m:sSup>
                    </m:oMath>
                    <m:oMath xmlns:m="http://schemas.openxmlformats.org/officeDocument/2006/math">
                      <m:r>
                        <m:rPr>
                          <m:aln/>
                        </m:rPr>
                        <a:rPr lang="en-US" sz="2800" i="1">
                          <a:latin typeface="Cambria Math"/>
                        </a:rPr>
                        <m:t>=</m:t>
                      </m:r>
                      <m:r>
                        <a:rPr lang="en-US" sz="2800" i="1" dirty="0">
                          <a:latin typeface="Cambria Math" panose="02040503050406030204" pitchFamily="18" charset="0"/>
                        </a:rPr>
                        <m:t>1</m:t>
                      </m:r>
                      <m:r>
                        <a:rPr lang="en-US" sz="2800" i="1"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en-US" sz="2800" i="1">
                          <a:latin typeface="Cambria Math" panose="02040503050406030204" pitchFamily="18" charset="0"/>
                        </a:rPr>
                        <m:t>29999995</m:t>
                      </m:r>
                    </m:oMath>
                  </m:oMathPara>
                </a14:m>
                <a:endParaRPr lang="en-US" sz="2800" dirty="0"/>
              </a:p>
              <a:p>
                <a:r>
                  <a:rPr lang="en-US" sz="2800" dirty="0"/>
                  <a:t>Error: </a:t>
                </a:r>
                <a14:m>
                  <m:oMath xmlns:m="http://schemas.openxmlformats.org/officeDocument/2006/math">
                    <m:r>
                      <a:rPr lang="en-US" sz="2800" b="0" i="0" smtClean="0">
                        <a:latin typeface="Cambria Math" panose="02040503050406030204" pitchFamily="18" charset="0"/>
                      </a:rPr>
                      <m:t>1</m:t>
                    </m:r>
                    <m:r>
                      <a:rPr lang="en-US" sz="2800" b="0" i="0" smtClean="0"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 sz="2800" b="0" i="0" smtClean="0">
                        <a:latin typeface="Cambria Math" panose="02040503050406030204" pitchFamily="18" charset="0"/>
                      </a:rPr>
                      <m:t>3</m:t>
                    </m:r>
                    <m:r>
                      <a:rPr lang="en-US" sz="2800" b="0" i="0" smtClean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sz="2800" i="1" dirty="0">
                        <a:latin typeface="Cambria Math" panose="02040503050406030204" pitchFamily="18" charset="0"/>
                      </a:rPr>
                      <m:t>1</m:t>
                    </m:r>
                    <m:r>
                      <a:rPr lang="en-US" sz="2800" i="1"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 sz="2800" i="1">
                        <a:latin typeface="Cambria Math" panose="02040503050406030204" pitchFamily="18" charset="0"/>
                      </a:rPr>
                      <m:t>29999995</m:t>
                    </m:r>
                    <m:r>
                      <a:rPr lang="en-US" sz="28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800" i="1">
                        <a:latin typeface="Cambria Math" panose="02040503050406030204" pitchFamily="18" charset="0"/>
                      </a:rPr>
                      <m:t>5</m:t>
                    </m:r>
                    <m:r>
                      <a:rPr lang="en-US" sz="2800" i="1">
                        <a:latin typeface="Cambria Math" panose="02040503050406030204" pitchFamily="18" charset="0"/>
                      </a:rPr>
                      <m:t>×</m:t>
                    </m:r>
                    <m:sSup>
                      <m:sSupPr>
                        <m:ctrlPr>
                          <a:rPr lang="en-US" sz="28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800" i="1">
                            <a:latin typeface="Cambria Math" panose="02040503050406030204" pitchFamily="18" charset="0"/>
                          </a:rPr>
                          <m:t>10</m:t>
                        </m:r>
                      </m:e>
                      <m:sup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8</m:t>
                        </m:r>
                      </m:sup>
                    </m:sSup>
                  </m:oMath>
                </a14:m>
                <a:endParaRPr lang="en-US" sz="2800" dirty="0"/>
              </a:p>
              <a:p>
                <a:endParaRPr lang="en-US" sz="2800" i="1" dirty="0">
                  <a:latin typeface="Cambria Math"/>
                </a:endParaRPr>
              </a:p>
            </p:txBody>
          </p:sp>
        </mc:Choice>
        <mc:Fallback xmlns="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1E35FFBE-A292-0D67-EFA6-AEFA3301A8E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"/>
              </p:nvPr>
            </p:nvSpPr>
            <p:spPr>
              <a:blipFill>
                <a:blip r:embed="rId3"/>
                <a:stretch>
                  <a:fillRect l="-556" t="-123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TextBox 4">
            <a:extLst>
              <a:ext uri="{FF2B5EF4-FFF2-40B4-BE49-F238E27FC236}">
                <a16:creationId xmlns:a16="http://schemas.microsoft.com/office/drawing/2014/main" id="{FFF26C8F-DF03-64D8-CF77-B258AADB637B}"/>
              </a:ext>
            </a:extLst>
          </p:cNvPr>
          <p:cNvSpPr txBox="1"/>
          <p:nvPr/>
        </p:nvSpPr>
        <p:spPr>
          <a:xfrm>
            <a:off x="2895600" y="5638800"/>
            <a:ext cx="5360378" cy="64633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dirty="0"/>
              <a:t>Why Is This Happening?! Floating Point Approximation4</a:t>
            </a:r>
          </a:p>
          <a:p>
            <a:r>
              <a:rPr lang="en-US" dirty="0">
                <a:hlinkClick r:id="rId4"/>
              </a:rPr>
              <a:t>https://www.youtube.com/watch?v=2gIxbTn7GSc</a:t>
            </a:r>
            <a:r>
              <a:rPr lang="en-US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59885519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Special Values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22</a:t>
            </a:fld>
            <a:endParaRPr kumimoji="0"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quarter" idx="1"/>
          </p:nvPr>
        </p:nvSpPr>
        <p:spPr/>
        <p:txBody>
          <a:bodyPr/>
          <a:lstStyle/>
          <a:p>
            <a:r>
              <a:rPr lang="en-US" dirty="0"/>
              <a:t>Exponents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00000000</a:t>
            </a:r>
            <a:r>
              <a:rPr lang="en-US" dirty="0"/>
              <a:t> and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111111111</a:t>
            </a:r>
            <a:r>
              <a:rPr lang="en-US" dirty="0"/>
              <a:t> are reserved.</a:t>
            </a:r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76400" y="1905000"/>
            <a:ext cx="8687616" cy="2691294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8" name="Content Placeholder 3"/>
              <p:cNvSpPr txBox="1">
                <a:spLocks/>
              </p:cNvSpPr>
              <p:nvPr/>
            </p:nvSpPr>
            <p:spPr>
              <a:xfrm>
                <a:off x="2133600" y="4795684"/>
                <a:ext cx="8229600" cy="1513676"/>
              </a:xfrm>
              <a:prstGeom prst="rect">
                <a:avLst/>
              </a:prstGeom>
            </p:spPr>
            <p:txBody>
              <a:bodyPr vert="horz">
                <a:normAutofit/>
              </a:bodyPr>
              <a:lstStyle>
                <a:lvl1pPr marL="274320" indent="-274320" algn="l" rtl="0" eaLnBrk="1" latinLnBrk="0" hangingPunct="1">
                  <a:spcBef>
                    <a:spcPts val="600"/>
                  </a:spcBef>
                  <a:buClr>
                    <a:schemeClr val="accent1"/>
                  </a:buClr>
                  <a:buSzPct val="76000"/>
                  <a:buFont typeface="Wingdings 3"/>
                  <a:buChar char=""/>
                  <a:defRPr kumimoji="0" sz="2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548640" indent="-274320" algn="l" rtl="0" eaLnBrk="1" latinLnBrk="0" hangingPunct="1">
                  <a:spcBef>
                    <a:spcPts val="500"/>
                  </a:spcBef>
                  <a:buClr>
                    <a:schemeClr val="accent2"/>
                  </a:buClr>
                  <a:buSzPct val="76000"/>
                  <a:buFont typeface="Wingdings 3"/>
                  <a:buChar char=""/>
                  <a:defRPr kumimoji="0" sz="2300" kern="1200">
                    <a:solidFill>
                      <a:schemeClr val="tx2"/>
                    </a:solidFill>
                    <a:latin typeface="+mn-lt"/>
                    <a:ea typeface="+mn-ea"/>
                    <a:cs typeface="+mn-cs"/>
                  </a:defRPr>
                </a:lvl2pPr>
                <a:lvl3pPr marL="822960" indent="-228600" algn="l" rtl="0" eaLnBrk="1" latinLnBrk="0" hangingPunct="1">
                  <a:spcBef>
                    <a:spcPts val="500"/>
                  </a:spcBef>
                  <a:buClr>
                    <a:schemeClr val="bg1">
                      <a:shade val="50000"/>
                    </a:schemeClr>
                  </a:buClr>
                  <a:buSzPct val="76000"/>
                  <a:buFont typeface="Wingdings 3"/>
                  <a:buChar char=""/>
                  <a:defRPr kumimoji="0"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097280" indent="-228600" algn="l" rtl="0" eaLnBrk="1" latinLnBrk="0" hangingPunct="1">
                  <a:spcBef>
                    <a:spcPts val="400"/>
                  </a:spcBef>
                  <a:buClr>
                    <a:schemeClr val="accent2">
                      <a:shade val="75000"/>
                    </a:schemeClr>
                  </a:buClr>
                  <a:buSzPct val="70000"/>
                  <a:buFont typeface="Wingdings"/>
                  <a:buChar char=""/>
                  <a:defRPr kumimoji="0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371600" indent="-228600" algn="l" rtl="0" eaLnBrk="1" latinLnBrk="0" hangingPunct="1">
                  <a:spcBef>
                    <a:spcPts val="300"/>
                  </a:spcBef>
                  <a:buClr>
                    <a:schemeClr val="accent2"/>
                  </a:buClr>
                  <a:buSzPct val="70000"/>
                  <a:buFont typeface="Wingdings"/>
                  <a:buChar char=""/>
                  <a:defRPr kumimoji="0"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1645920" indent="-182880" algn="l" rtl="0" eaLnBrk="1" latinLnBrk="0" hangingPunct="1">
                  <a:spcBef>
                    <a:spcPts val="300"/>
                  </a:spcBef>
                  <a:buClr>
                    <a:srgbClr val="9FB8CD">
                      <a:shade val="75000"/>
                    </a:srgbClr>
                  </a:buClr>
                  <a:buSzPct val="75000"/>
                  <a:buFont typeface="Wingdings 3"/>
                  <a:buChar char=""/>
                  <a:defRPr kumimoji="0" lang="en-US" sz="1600" kern="1200" smtClean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1828800" indent="-182880" algn="l" rtl="0" eaLnBrk="1" latinLnBrk="0" hangingPunct="1">
                  <a:spcBef>
                    <a:spcPts val="300"/>
                  </a:spcBef>
                  <a:buClr>
                    <a:srgbClr val="727CA3">
                      <a:shade val="75000"/>
                    </a:srgbClr>
                  </a:buClr>
                  <a:buSzPct val="75000"/>
                  <a:buFont typeface="Wingdings 3"/>
                  <a:buChar char=""/>
                  <a:defRPr kumimoji="0" lang="en-US" sz="1400" kern="1200" smtClean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2011680" indent="-182880" algn="l" rtl="0" eaLnBrk="1" latinLnBrk="0" hangingPunct="1">
                  <a:spcBef>
                    <a:spcPts val="300"/>
                  </a:spcBef>
                  <a:buClr>
                    <a:prstClr val="white">
                      <a:shade val="50000"/>
                    </a:prstClr>
                  </a:buClr>
                  <a:buSzPct val="75000"/>
                  <a:buFont typeface="Wingdings 3"/>
                  <a:buChar char=""/>
                  <a:defRPr kumimoji="0" lang="en-US" sz="1400" kern="1200" smtClean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2194560" indent="-182880" algn="l" rtl="0" eaLnBrk="1" latinLnBrk="0" hangingPunct="1">
                  <a:spcBef>
                    <a:spcPts val="300"/>
                  </a:spcBef>
                  <a:buClr>
                    <a:srgbClr val="9FB8CD"/>
                  </a:buClr>
                  <a:buSzPct val="75000"/>
                  <a:buFont typeface="Wingdings 3"/>
                  <a:buChar char=""/>
                  <a:defRPr kumimoji="0" lang="en-US" sz="1200" kern="1200" smtClean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r>
                  <a:rPr lang="en-US" dirty="0"/>
                  <a:t>Example of Not-A-Number (</a:t>
                </a:r>
                <a:r>
                  <a:rPr lang="en-US" dirty="0" err="1"/>
                  <a:t>NaN</a:t>
                </a:r>
                <a:r>
                  <a:rPr lang="en-US" dirty="0"/>
                  <a:t>)</a:t>
                </a:r>
              </a:p>
              <a:p>
                <a:pPr lvl="1"/>
                <a:r>
                  <a:rPr lang="en-US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log(-10.0), </a:t>
                </a:r>
                <a:r>
                  <a:rPr lang="en-US" dirty="0" err="1">
                    <a:latin typeface="Consolas" panose="020B0609020204030204" pitchFamily="49" charset="0"/>
                    <a:cs typeface="Consolas" panose="020B0609020204030204" pitchFamily="49" charset="0"/>
                  </a:rPr>
                  <a:t>sqrt</a:t>
                </a:r>
                <a:r>
                  <a:rPr lang="en-US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(-1.0), 0.0/0.0</a:t>
                </a:r>
                <a:r>
                  <a:rPr lang="en-US" dirty="0"/>
                  <a:t>,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∞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∞</m:t>
                    </m:r>
                  </m:oMath>
                </a14:m>
                <a:r>
                  <a:rPr lang="en-US" dirty="0"/>
                  <a:t>, </a:t>
                </a:r>
              </a:p>
            </p:txBody>
          </p:sp>
        </mc:Choice>
        <mc:Fallback xmlns="">
          <p:sp>
            <p:nvSpPr>
              <p:cNvPr id="8" name="Content Placeholder 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33600" y="4795684"/>
                <a:ext cx="8229600" cy="1513676"/>
              </a:xfrm>
              <a:prstGeom prst="rect">
                <a:avLst/>
              </a:prstGeom>
              <a:blipFill>
                <a:blip r:embed="rId3"/>
                <a:stretch>
                  <a:fillRect l="-770" t="-3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3063575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Subnormalized</a:t>
            </a:r>
            <a:r>
              <a:rPr lang="en-US" dirty="0"/>
              <a:t> Float Number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23</a:t>
            </a:fld>
            <a:endParaRPr kumimoji="0"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quarter" idx="1"/>
          </p:nvPr>
        </p:nvSpPr>
        <p:spPr/>
        <p:txBody>
          <a:bodyPr/>
          <a:lstStyle/>
          <a:p>
            <a:r>
              <a:rPr lang="en-US" dirty="0"/>
              <a:t>To represent numbers between 0 and the minimum positive number that the normalized format can represent.</a:t>
            </a:r>
          </a:p>
          <a:p>
            <a:r>
              <a:rPr lang="en-US" b="1" dirty="0">
                <a:solidFill>
                  <a:srgbClr val="C00000"/>
                </a:solidFill>
              </a:rPr>
              <a:t>Normalized Format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b="1" dirty="0">
                <a:solidFill>
                  <a:srgbClr val="C00000"/>
                </a:solidFill>
              </a:rPr>
              <a:t>Sub-normalized</a:t>
            </a:r>
            <a:r>
              <a:rPr lang="en-US" dirty="0"/>
              <a:t> Format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Rectangle 4"/>
              <p:cNvSpPr/>
              <p:nvPr/>
            </p:nvSpPr>
            <p:spPr>
              <a:xfrm>
                <a:off x="4091524" y="4609707"/>
                <a:ext cx="4721352" cy="524631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sz="28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800"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e>
                          </m:d>
                        </m:e>
                        <m:sup>
                          <m:r>
                            <a:rPr lang="en-US" sz="2800" i="1">
                              <a:latin typeface="Cambria Math" panose="02040503050406030204" pitchFamily="18" charset="0"/>
                            </a:rPr>
                            <m:t>𝑆</m:t>
                          </m:r>
                        </m:sup>
                      </m:sSup>
                      <m:r>
                        <a:rPr lang="en-US" sz="2800">
                          <a:latin typeface="Cambria Math" panose="02040503050406030204" pitchFamily="18" charset="0"/>
                        </a:rPr>
                        <m:t>×</m:t>
                      </m:r>
                      <m:r>
                        <a:rPr lang="en-US" sz="2800" i="1">
                          <a:latin typeface="Cambria Math" panose="02040503050406030204" pitchFamily="18" charset="0"/>
                        </a:rPr>
                        <m:t>𝐹𝑟𝑎𝑐𝑡𝑖𝑜𝑛</m:t>
                      </m:r>
                      <m:r>
                        <a:rPr lang="en-US" sz="2800">
                          <a:latin typeface="Cambria Math" panose="02040503050406030204" pitchFamily="18" charset="0"/>
                        </a:rPr>
                        <m:t>×</m:t>
                      </m:r>
                      <m:sSup>
                        <m:sSupPr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800">
                              <a:latin typeface="Cambria Math" panose="02040503050406030204" pitchFamily="18" charset="0"/>
                            </a:rPr>
                            <m:t>2</m:t>
                          </m:r>
                        </m:e>
                        <m:sup>
                          <m:r>
                            <a:rPr lang="en-US" sz="280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−126</m:t>
                          </m:r>
                        </m:sup>
                      </m:sSup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5" name="Rectangle 4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91524" y="4609707"/>
                <a:ext cx="4721352" cy="524631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Rectangle 5"/>
              <p:cNvSpPr/>
              <p:nvPr/>
            </p:nvSpPr>
            <p:spPr>
              <a:xfrm>
                <a:off x="3048000" y="3157166"/>
                <a:ext cx="6400800" cy="530915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sz="28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800"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e>
                          </m:d>
                        </m:e>
                        <m:sup>
                          <m:r>
                            <a:rPr lang="en-US" sz="2800" i="1">
                              <a:latin typeface="Cambria Math" panose="02040503050406030204" pitchFamily="18" charset="0"/>
                            </a:rPr>
                            <m:t>𝑆</m:t>
                          </m:r>
                        </m:sup>
                      </m:sSup>
                      <m:r>
                        <a:rPr lang="en-US" sz="2800">
                          <a:latin typeface="Cambria Math" panose="02040503050406030204" pitchFamily="18" charset="0"/>
                        </a:rPr>
                        <m:t>×</m:t>
                      </m:r>
                      <m:r>
                        <a:rPr lang="en-US" sz="2800" i="1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2800" b="1" i="1" smtClean="0">
                          <a:solidFill>
                            <a:srgbClr val="0000FF"/>
                          </a:solidFill>
                          <a:latin typeface="Cambria Math" panose="02040503050406030204" pitchFamily="18" charset="0"/>
                        </a:rPr>
                        <m:t>𝟏</m:t>
                      </m:r>
                      <m:r>
                        <a:rPr lang="en-US" sz="2800" b="1" i="1" smtClean="0">
                          <a:solidFill>
                            <a:srgbClr val="0000FF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sz="2800" i="1">
                          <a:latin typeface="Cambria Math" panose="02040503050406030204" pitchFamily="18" charset="0"/>
                        </a:rPr>
                        <m:t>𝐹𝑟𝑎𝑐𝑡𝑖𝑜𝑛</m:t>
                      </m:r>
                      <m:r>
                        <a:rPr lang="en-US" sz="2800">
                          <a:latin typeface="Cambria Math" panose="02040503050406030204" pitchFamily="18" charset="0"/>
                        </a:rPr>
                        <m:t>)×</m:t>
                      </m:r>
                      <m:sSup>
                        <m:sSupPr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800">
                              <a:latin typeface="Cambria Math" panose="02040503050406030204" pitchFamily="18" charset="0"/>
                            </a:rPr>
                            <m:t>2</m:t>
                          </m:r>
                        </m:e>
                        <m:sup>
                          <m:r>
                            <m:rPr>
                              <m:sty m:val="p"/>
                            </m:rPr>
                            <a:rPr lang="en-US" sz="280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Exponent</m:t>
                          </m:r>
                          <m:r>
                            <a:rPr lang="en-US" sz="280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−12</m:t>
                          </m:r>
                          <m:r>
                            <a:rPr lang="en-US" sz="28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7</m:t>
                          </m:r>
                        </m:sup>
                      </m:sSup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6" name="Rectangle 5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48000" y="3157166"/>
                <a:ext cx="6400800" cy="530915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94593695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Overflow and Underflow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24</a:t>
            </a:fld>
            <a:endParaRPr kumimoji="0" lang="en-US" dirty="0"/>
          </a:p>
        </p:txBody>
      </p:sp>
      <p:sp>
        <p:nvSpPr>
          <p:cNvPr id="5" name="Rectangle 4"/>
          <p:cNvSpPr/>
          <p:nvPr/>
        </p:nvSpPr>
        <p:spPr>
          <a:xfrm>
            <a:off x="914400" y="3894599"/>
            <a:ext cx="402046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b="1" dirty="0">
                <a:solidFill>
                  <a:srgbClr val="C00000"/>
                </a:solidFill>
              </a:rPr>
              <a:t>Smallest Positive Normal Number: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Rectangle 5"/>
              <p:cNvSpPr/>
              <p:nvPr/>
            </p:nvSpPr>
            <p:spPr>
              <a:xfrm>
                <a:off x="2095500" y="4357457"/>
                <a:ext cx="7924800" cy="462884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i="1">
                              <a:latin typeface="Cambria Math"/>
                            </a:rPr>
                            <m:t>(−</m:t>
                          </m:r>
                          <m:r>
                            <a:rPr lang="en-US" sz="2400" i="1">
                              <a:latin typeface="Cambria Math"/>
                            </a:rPr>
                            <m:t>1</m:t>
                          </m:r>
                          <m:r>
                            <a:rPr lang="en-US" sz="2400" i="1">
                              <a:latin typeface="Cambria Math"/>
                            </a:rPr>
                            <m:t>)</m:t>
                          </m:r>
                        </m:e>
                        <m:sup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p>
                      </m:sSup>
                      <m:r>
                        <a:rPr lang="en-US" sz="2400" i="1">
                          <a:latin typeface="Cambria Math"/>
                        </a:rPr>
                        <m:t>×</m:t>
                      </m:r>
                      <m:d>
                        <m:d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i="1">
                              <a:latin typeface="Cambria Math"/>
                            </a:rPr>
                            <m:t>1</m:t>
                          </m:r>
                          <m:r>
                            <a:rPr lang="en-US" sz="2400" i="1">
                              <a:latin typeface="Cambria Math"/>
                            </a:rPr>
                            <m:t>+</m:t>
                          </m:r>
                          <m:r>
                            <a:rPr lang="en-US" sz="2400" i="1">
                              <a:latin typeface="Cambria Math"/>
                            </a:rPr>
                            <m:t>0</m:t>
                          </m:r>
                        </m:e>
                      </m:d>
                      <m:r>
                        <a:rPr lang="en-US" sz="2400" i="1">
                          <a:latin typeface="Cambria Math"/>
                        </a:rPr>
                        <m:t>×</m:t>
                      </m:r>
                      <m:sSup>
                        <m:sSup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i="1">
                              <a:latin typeface="Cambria Math"/>
                            </a:rPr>
                            <m:t>2</m:t>
                          </m:r>
                        </m:e>
                        <m:sup>
                          <m:r>
                            <a:rPr lang="en-US" sz="2400" i="1">
                              <a:latin typeface="Cambria Math"/>
                            </a:rPr>
                            <m:t>1</m:t>
                          </m:r>
                          <m:r>
                            <a:rPr lang="en-US" sz="2400" i="1">
                              <a:latin typeface="Cambria Math"/>
                            </a:rPr>
                            <m:t>−</m:t>
                          </m:r>
                          <m:r>
                            <a:rPr lang="en-US" sz="2400" i="1">
                              <a:latin typeface="Cambria Math"/>
                            </a:rPr>
                            <m:t>127</m:t>
                          </m:r>
                        </m:sup>
                      </m:sSup>
                      <m:r>
                        <a:rPr lang="en-US" sz="2400" i="1">
                          <a:latin typeface="Cambria Math"/>
                        </a:rPr>
                        <m:t>=</m:t>
                      </m:r>
                      <m:sSup>
                        <m:sSup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i="1">
                              <a:latin typeface="Cambria Math"/>
                            </a:rPr>
                            <m:t>2</m:t>
                          </m:r>
                        </m:e>
                        <m:sup>
                          <m:r>
                            <a:rPr lang="en-US" sz="2400" i="1">
                              <a:latin typeface="Cambria Math"/>
                            </a:rPr>
                            <m:t>−</m:t>
                          </m:r>
                          <m:r>
                            <a:rPr lang="en-US" sz="2400" i="1">
                              <a:latin typeface="Cambria Math"/>
                            </a:rPr>
                            <m:t>126</m:t>
                          </m:r>
                        </m:sup>
                      </m:sSup>
                      <m:r>
                        <a:rPr lang="en-US" sz="2400" i="1">
                          <a:latin typeface="Cambria Math"/>
                        </a:rPr>
                        <m:t>≈</m:t>
                      </m:r>
                      <m:r>
                        <a:rPr lang="en-US" sz="2400" i="1">
                          <a:latin typeface="Cambria Math"/>
                        </a:rPr>
                        <m:t>1</m:t>
                      </m:r>
                      <m:r>
                        <a:rPr lang="en-US" sz="2400" i="1">
                          <a:latin typeface="Cambria Math"/>
                        </a:rPr>
                        <m:t>.</m:t>
                      </m:r>
                      <m:r>
                        <a:rPr lang="en-US" sz="2400" i="1">
                          <a:latin typeface="Cambria Math"/>
                        </a:rPr>
                        <m:t>18</m:t>
                      </m:r>
                      <m:r>
                        <a:rPr lang="en-US" sz="2400" i="1">
                          <a:latin typeface="Cambria Math"/>
                        </a:rPr>
                        <m:t>×</m:t>
                      </m:r>
                      <m:sSup>
                        <m:sSup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i="1">
                              <a:latin typeface="Cambria Math"/>
                            </a:rPr>
                            <m:t>10</m:t>
                          </m:r>
                        </m:e>
                        <m:sup>
                          <m:r>
                            <a:rPr lang="en-US" sz="2400" i="1">
                              <a:latin typeface="Cambria Math"/>
                            </a:rPr>
                            <m:t>−</m:t>
                          </m:r>
                          <m:r>
                            <a:rPr lang="en-US" sz="2400" i="1">
                              <a:latin typeface="Cambria Math"/>
                            </a:rPr>
                            <m:t>38</m:t>
                          </m:r>
                        </m:sup>
                      </m:sSup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6" name="Rectangle 5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95500" y="4357457"/>
                <a:ext cx="7924800" cy="462884"/>
              </a:xfrm>
              <a:prstGeom prst="rect">
                <a:avLst/>
              </a:prstGeom>
              <a:blipFill>
                <a:blip r:embed="rId2"/>
                <a:stretch>
                  <a:fillRect b="-1842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8194" name="Picture 2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09800" y="1523036"/>
            <a:ext cx="7696200" cy="225109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4" name="Rectangle 1">
            <a:extLst>
              <a:ext uri="{FF2B5EF4-FFF2-40B4-BE49-F238E27FC236}">
                <a16:creationId xmlns:a16="http://schemas.microsoft.com/office/drawing/2014/main" id="{2ED135A4-909F-AADF-12B6-5EC390DC68F0}"/>
              </a:ext>
            </a:extLst>
          </p:cNvPr>
          <p:cNvSpPr>
            <a:spLocks noChangeArrowheads="1"/>
          </p:cNvSpPr>
          <p:nvPr/>
        </p:nvSpPr>
        <p:spPr bwMode="auto">
          <a:xfrm>
            <a:off x="5545667" y="3903066"/>
            <a:ext cx="4616970" cy="369332"/>
          </a:xfrm>
          <a:prstGeom prst="rect">
            <a:avLst/>
          </a:prstGeom>
          <a:solidFill>
            <a:srgbClr val="F8F9FA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altLang="en-US" b="1" dirty="0">
                <a:solidFill>
                  <a:srgbClr val="C00000"/>
                </a:solidFill>
                <a:latin typeface="Consolas" panose="020B0609020204030204" pitchFamily="49" charset="0"/>
              </a:rPr>
              <a:t>0 00000001 00000000000000000000000 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308DD6A-EABD-D849-E186-3BBF3A26889B}"/>
              </a:ext>
            </a:extLst>
          </p:cNvPr>
          <p:cNvSpPr/>
          <p:nvPr/>
        </p:nvSpPr>
        <p:spPr>
          <a:xfrm>
            <a:off x="986197" y="5133941"/>
            <a:ext cx="4348691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b="1" dirty="0">
                <a:solidFill>
                  <a:srgbClr val="C00000"/>
                </a:solidFill>
              </a:rPr>
              <a:t>Smallest Positive Subnormal Number: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52E38EF7-3D4F-9C94-DA2E-235D2C83DEEB}"/>
                  </a:ext>
                </a:extLst>
              </p:cNvPr>
              <p:cNvSpPr/>
              <p:nvPr/>
            </p:nvSpPr>
            <p:spPr>
              <a:xfrm>
                <a:off x="2167297" y="5596799"/>
                <a:ext cx="7924800" cy="462884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i="1">
                              <a:latin typeface="Cambria Math"/>
                            </a:rPr>
                            <m:t>(−</m:t>
                          </m:r>
                          <m:r>
                            <a:rPr lang="en-US" sz="2400" i="1">
                              <a:latin typeface="Cambria Math"/>
                            </a:rPr>
                            <m:t>1</m:t>
                          </m:r>
                          <m:r>
                            <a:rPr lang="en-US" sz="2400" i="1">
                              <a:latin typeface="Cambria Math"/>
                            </a:rPr>
                            <m:t>)</m:t>
                          </m:r>
                        </m:e>
                        <m:sup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p>
                      </m:sSup>
                      <m:r>
                        <a:rPr lang="en-US" sz="2400" i="1">
                          <a:latin typeface="Cambria Math"/>
                        </a:rPr>
                        <m:t>×</m:t>
                      </m:r>
                      <m:d>
                        <m:d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  <m:r>
                            <a:rPr lang="en-US" sz="2400" i="1">
                              <a:latin typeface="Cambria Math"/>
                            </a:rPr>
                            <m:t>+</m:t>
                          </m:r>
                          <m:sSup>
                            <m:sSup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400" i="1">
                                  <a:latin typeface="Cambria Math"/>
                                </a:rPr>
                                <m:t>2</m:t>
                              </m:r>
                            </m:e>
                            <m:sup>
                              <m:r>
                                <a:rPr lang="en-US" sz="2400" i="1">
                                  <a:latin typeface="Cambria Math"/>
                                </a:rPr>
                                <m:t>−</m:t>
                              </m:r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23</m:t>
                              </m:r>
                            </m:sup>
                          </m:sSup>
                        </m:e>
                      </m:d>
                      <m:r>
                        <a:rPr lang="en-US" sz="2400" i="1">
                          <a:latin typeface="Cambria Math"/>
                        </a:rPr>
                        <m:t>×</m:t>
                      </m:r>
                      <m:sSup>
                        <m:sSup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i="1">
                              <a:latin typeface="Cambria Math"/>
                            </a:rPr>
                            <m:t>2</m:t>
                          </m:r>
                        </m:e>
                        <m:sup>
                          <m:r>
                            <a:rPr lang="en-US" sz="2400" i="1">
                              <a:latin typeface="Cambria Math"/>
                            </a:rPr>
                            <m:t>1</m:t>
                          </m:r>
                          <m:r>
                            <a:rPr lang="en-US" sz="2400" i="1">
                              <a:latin typeface="Cambria Math"/>
                            </a:rPr>
                            <m:t>−</m:t>
                          </m:r>
                          <m:r>
                            <a:rPr lang="en-US" sz="2400" i="1">
                              <a:latin typeface="Cambria Math"/>
                            </a:rPr>
                            <m:t>127</m:t>
                          </m:r>
                        </m:sup>
                      </m:sSup>
                      <m:r>
                        <a:rPr lang="en-US" sz="2400" i="1">
                          <a:latin typeface="Cambria Math"/>
                        </a:rPr>
                        <m:t>=</m:t>
                      </m:r>
                      <m:sSup>
                        <m:sSup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i="1">
                              <a:latin typeface="Cambria Math"/>
                            </a:rPr>
                            <m:t>2</m:t>
                          </m:r>
                        </m:e>
                        <m:sup>
                          <m:r>
                            <a:rPr lang="en-US" sz="2400" i="1">
                              <a:latin typeface="Cambria Math"/>
                            </a:rPr>
                            <m:t>−</m:t>
                          </m:r>
                          <m:r>
                            <a:rPr lang="en-US" sz="2400" i="1">
                              <a:latin typeface="Cambria Math"/>
                            </a:rPr>
                            <m:t>149</m:t>
                          </m:r>
                        </m:sup>
                      </m:sSup>
                      <m:r>
                        <a:rPr lang="en-US" sz="2400" i="1">
                          <a:latin typeface="Cambria Math"/>
                        </a:rPr>
                        <m:t>≈</m:t>
                      </m:r>
                      <m:r>
                        <a:rPr lang="en-US" sz="2400" i="1">
                          <a:latin typeface="Cambria Math"/>
                        </a:rPr>
                        <m:t>1</m:t>
                      </m:r>
                      <m:r>
                        <a:rPr lang="en-US" sz="2400" i="1">
                          <a:latin typeface="Cambria Math"/>
                        </a:rPr>
                        <m:t>.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40</m:t>
                      </m:r>
                      <m:r>
                        <a:rPr lang="en-US" sz="2400" i="1">
                          <a:latin typeface="Cambria Math"/>
                        </a:rPr>
                        <m:t>×</m:t>
                      </m:r>
                      <m:sSup>
                        <m:sSup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i="1">
                              <a:latin typeface="Cambria Math"/>
                            </a:rPr>
                            <m:t>10</m:t>
                          </m:r>
                        </m:e>
                        <m:sup>
                          <m:r>
                            <a:rPr lang="en-US" sz="2400" i="1">
                              <a:latin typeface="Cambria Math"/>
                            </a:rPr>
                            <m:t>−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45</m:t>
                          </m:r>
                        </m:sup>
                      </m:sSup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52E38EF7-3D4F-9C94-DA2E-235D2C83DEE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67297" y="5596799"/>
                <a:ext cx="7924800" cy="462884"/>
              </a:xfrm>
              <a:prstGeom prst="rect">
                <a:avLst/>
              </a:prstGeom>
              <a:blipFill>
                <a:blip r:embed="rId4"/>
                <a:stretch>
                  <a:fillRect b="-197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Rectangle 1">
            <a:extLst>
              <a:ext uri="{FF2B5EF4-FFF2-40B4-BE49-F238E27FC236}">
                <a16:creationId xmlns:a16="http://schemas.microsoft.com/office/drawing/2014/main" id="{AB9677DD-76A7-FE8E-2204-92013C8F3DAD}"/>
              </a:ext>
            </a:extLst>
          </p:cNvPr>
          <p:cNvSpPr>
            <a:spLocks noChangeArrowheads="1"/>
          </p:cNvSpPr>
          <p:nvPr/>
        </p:nvSpPr>
        <p:spPr bwMode="auto">
          <a:xfrm>
            <a:off x="5562600" y="5133941"/>
            <a:ext cx="4616970" cy="369332"/>
          </a:xfrm>
          <a:prstGeom prst="rect">
            <a:avLst/>
          </a:prstGeom>
          <a:solidFill>
            <a:srgbClr val="F8F9FA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altLang="en-US" b="1" dirty="0">
                <a:solidFill>
                  <a:srgbClr val="C00000"/>
                </a:solidFill>
                <a:latin typeface="Consolas" panose="020B0609020204030204" pitchFamily="49" charset="0"/>
              </a:rPr>
              <a:t>0 00000000 00000000000000000000001 </a:t>
            </a:r>
          </a:p>
        </p:txBody>
      </p:sp>
    </p:spTree>
    <p:extLst>
      <p:ext uri="{BB962C8B-B14F-4D97-AF65-F5344CB8AC3E}">
        <p14:creationId xmlns:p14="http://schemas.microsoft.com/office/powerpoint/2010/main" val="4218711516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Overflow and Underflow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25</a:t>
            </a:fld>
            <a:endParaRPr kumimoji="0"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Rectangle 3"/>
              <p:cNvSpPr/>
              <p:nvPr/>
            </p:nvSpPr>
            <p:spPr>
              <a:xfrm>
                <a:off x="1371600" y="4220430"/>
                <a:ext cx="9829800" cy="1675715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r>
                  <a:rPr lang="en-US" sz="2000" dirty="0"/>
                  <a:t>To find the largest representable number:</a:t>
                </a:r>
              </a:p>
              <a:p>
                <a:r>
                  <a:rPr lang="en-US" sz="2000" b="1" dirty="0"/>
                  <a:t>Exponent</a:t>
                </a:r>
                <a:r>
                  <a:rPr lang="en-US" sz="2000" dirty="0"/>
                  <a:t> = largest possible </a:t>
                </a:r>
                <a:r>
                  <a:rPr lang="en-US" sz="2000" b="1" dirty="0"/>
                  <a:t>finite</a:t>
                </a:r>
                <a:r>
                  <a:rPr lang="en-US" sz="2000" dirty="0"/>
                  <a:t> value = 254 (since 255 is reserved for infinity and </a:t>
                </a:r>
                <a:r>
                  <a:rPr lang="en-US" sz="2000" dirty="0" err="1"/>
                  <a:t>NaN</a:t>
                </a:r>
                <a:r>
                  <a:rPr lang="en-US" sz="2000" dirty="0"/>
                  <a:t>)</a:t>
                </a:r>
              </a:p>
              <a:p>
                <a:r>
                  <a:rPr lang="en-US" sz="2000" b="1" dirty="0"/>
                  <a:t>Mantissa</a:t>
                </a:r>
                <a:r>
                  <a:rPr lang="en-US" sz="2000" dirty="0"/>
                  <a:t> = all 1s →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.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11111111111111111111111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r>
                      <a:rPr lang="ar-AE">
                        <a:latin typeface="Cambria Math" panose="02040503050406030204" pitchFamily="18" charset="0"/>
                      </a:rPr>
                      <m:t>1</m:t>
                    </m:r>
                    <m:r>
                      <a:rPr lang="ar-AE">
                        <a:latin typeface="Cambria Math" panose="02040503050406030204" pitchFamily="18" charset="0"/>
                      </a:rPr>
                      <m:t>+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−</m:t>
                        </m:r>
                        <m:sSup>
                          <m:s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  <m:sup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23</m:t>
                            </m:r>
                          </m:sup>
                        </m:sSup>
                      </m:e>
                    </m:d>
                  </m:oMath>
                </a14:m>
                <a:endParaRPr lang="ar-AE" sz="2000" dirty="0"/>
              </a:p>
              <a:p>
                <a:r>
                  <a:rPr lang="en-US" sz="2000" b="1" dirty="0"/>
                  <a:t>Numbers farthest from zero: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000" i="1">
                              <a:latin typeface="Cambria Math"/>
                            </a:rPr>
                            <m:t>(−</m:t>
                          </m:r>
                          <m:r>
                            <a:rPr lang="en-US" sz="2000" i="1">
                              <a:latin typeface="Cambria Math"/>
                            </a:rPr>
                            <m:t>1</m:t>
                          </m:r>
                          <m:r>
                            <a:rPr lang="en-US" sz="2000" i="1">
                              <a:latin typeface="Cambria Math"/>
                            </a:rPr>
                            <m:t>)</m:t>
                          </m:r>
                        </m:e>
                        <m:sup>
                          <m:r>
                            <a:rPr lang="en-US" sz="2000" i="1">
                              <a:latin typeface="Cambria Math"/>
                            </a:rPr>
                            <m:t>𝑆</m:t>
                          </m:r>
                        </m:sup>
                      </m:sSup>
                      <m:r>
                        <a:rPr lang="en-US" sz="2000" i="1">
                          <a:latin typeface="Cambria Math"/>
                        </a:rPr>
                        <m:t>×</m:t>
                      </m:r>
                      <m:d>
                        <m:dPr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i="1">
                              <a:latin typeface="Cambria Math"/>
                            </a:rPr>
                            <m:t>1</m:t>
                          </m:r>
                          <m:r>
                            <a:rPr lang="en-US" sz="2000" i="1">
                              <a:latin typeface="Cambria Math"/>
                            </a:rPr>
                            <m:t>+</m:t>
                          </m:r>
                          <m:d>
                            <m:dPr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000" i="1">
                                  <a:latin typeface="Cambria Math"/>
                                </a:rPr>
                                <m:t>1</m:t>
                              </m:r>
                              <m:r>
                                <a:rPr lang="en-US" sz="2000" i="1">
                                  <a:latin typeface="Cambria Math"/>
                                </a:rPr>
                                <m:t>−</m:t>
                              </m:r>
                              <m:sSup>
                                <m:sSupPr>
                                  <m:ctrlPr>
                                    <a:rPr lang="en-US" sz="2000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2000" i="1">
                                      <a:latin typeface="Cambria Math"/>
                                    </a:rPr>
                                    <m:t>2</m:t>
                                  </m:r>
                                </m:e>
                                <m:sup>
                                  <m:r>
                                    <a:rPr lang="en-US" sz="2000" i="1">
                                      <a:latin typeface="Cambria Math"/>
                                    </a:rPr>
                                    <m:t>−</m:t>
                                  </m:r>
                                  <m:r>
                                    <a:rPr lang="en-US" sz="2000" i="1">
                                      <a:latin typeface="Cambria Math"/>
                                    </a:rPr>
                                    <m:t>23</m:t>
                                  </m:r>
                                </m:sup>
                              </m:sSup>
                            </m:e>
                          </m:d>
                        </m:e>
                      </m:d>
                      <m:r>
                        <a:rPr lang="en-US" sz="2000" i="1">
                          <a:latin typeface="Cambria Math"/>
                        </a:rPr>
                        <m:t>×</m:t>
                      </m:r>
                      <m:sSup>
                        <m:sSupPr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000" i="1">
                              <a:latin typeface="Cambria Math"/>
                            </a:rPr>
                            <m:t>2</m:t>
                          </m:r>
                        </m:e>
                        <m:sup>
                          <m:r>
                            <a:rPr lang="en-US" sz="2000" i="1">
                              <a:latin typeface="Cambria Math"/>
                            </a:rPr>
                            <m:t>254</m:t>
                          </m:r>
                          <m:r>
                            <a:rPr lang="en-US" sz="2000" i="1">
                              <a:latin typeface="Cambria Math"/>
                            </a:rPr>
                            <m:t>−</m:t>
                          </m:r>
                          <m:r>
                            <a:rPr lang="en-US" sz="2000" i="1">
                              <a:latin typeface="Cambria Math"/>
                            </a:rPr>
                            <m:t>127</m:t>
                          </m:r>
                        </m:sup>
                      </m:sSup>
                      <m:r>
                        <a:rPr lang="en-US" sz="2000" i="1">
                          <a:latin typeface="Cambria Math"/>
                        </a:rPr>
                        <m:t>=±</m:t>
                      </m:r>
                      <m:d>
                        <m:dPr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000" i="1">
                                  <a:latin typeface="Cambria Math"/>
                                </a:rPr>
                                <m:t>2</m:t>
                              </m:r>
                            </m:e>
                            <m:sup>
                              <m:r>
                                <a:rPr lang="en-US" sz="2000" i="1">
                                  <a:latin typeface="Cambria Math"/>
                                </a:rPr>
                                <m:t>128</m:t>
                              </m:r>
                            </m:sup>
                          </m:sSup>
                          <m:r>
                            <a:rPr lang="en-US" sz="2000" i="1">
                              <a:latin typeface="Cambria Math"/>
                            </a:rPr>
                            <m:t>−</m:t>
                          </m:r>
                          <m:sSup>
                            <m:sSupPr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000" i="1">
                                  <a:latin typeface="Cambria Math"/>
                                </a:rPr>
                                <m:t>2</m:t>
                              </m:r>
                            </m:e>
                            <m:sup>
                              <m:r>
                                <a:rPr lang="en-US" sz="2000" i="1">
                                  <a:latin typeface="Cambria Math"/>
                                </a:rPr>
                                <m:t>104</m:t>
                              </m:r>
                            </m:sup>
                          </m:sSup>
                        </m:e>
                      </m:d>
                      <m:r>
                        <a:rPr lang="en-US" sz="2000" i="1">
                          <a:latin typeface="Cambria Math"/>
                        </a:rPr>
                        <m:t>≈±</m:t>
                      </m:r>
                      <m:r>
                        <a:rPr lang="en-US" sz="2000" i="1">
                          <a:latin typeface="Cambria Math"/>
                        </a:rPr>
                        <m:t>3</m:t>
                      </m:r>
                      <m:r>
                        <a:rPr lang="en-US" sz="2000" i="1">
                          <a:latin typeface="Cambria Math"/>
                        </a:rPr>
                        <m:t>.</m:t>
                      </m:r>
                      <m:r>
                        <a:rPr lang="en-US" sz="2000" i="1">
                          <a:latin typeface="Cambria Math"/>
                        </a:rPr>
                        <m:t>40</m:t>
                      </m:r>
                      <m:r>
                        <a:rPr lang="en-US" sz="2000" i="1">
                          <a:latin typeface="Cambria Math"/>
                        </a:rPr>
                        <m:t>×</m:t>
                      </m:r>
                      <m:sSup>
                        <m:sSupPr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000" i="1">
                              <a:latin typeface="Cambria Math"/>
                            </a:rPr>
                            <m:t>10</m:t>
                          </m:r>
                        </m:e>
                        <m:sup>
                          <m:r>
                            <a:rPr lang="en-US" sz="2000" i="1">
                              <a:latin typeface="Cambria Math"/>
                            </a:rPr>
                            <m:t>38</m:t>
                          </m:r>
                        </m:sup>
                      </m:sSup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4" name="Rectangle 3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71600" y="4220430"/>
                <a:ext cx="9829800" cy="1675715"/>
              </a:xfrm>
              <a:prstGeom prst="rect">
                <a:avLst/>
              </a:prstGeom>
              <a:blipFill>
                <a:blip r:embed="rId3"/>
                <a:stretch>
                  <a:fillRect l="-620" t="-1818" b="-21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8" name="Picture 2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09800" y="1523036"/>
            <a:ext cx="7696200" cy="225109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2849682855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Resolution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26</a:t>
            </a:fld>
            <a:endParaRPr kumimoji="0"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quarter" idx="1"/>
          </p:nvPr>
        </p:nvSpPr>
        <p:spPr>
          <a:xfrm>
            <a:off x="609600" y="1295400"/>
            <a:ext cx="11049000" cy="4023360"/>
          </a:xfrm>
        </p:spPr>
        <p:txBody>
          <a:bodyPr/>
          <a:lstStyle/>
          <a:p>
            <a:r>
              <a:rPr lang="en-US" dirty="0"/>
              <a:t>Given a hypothetical five-bit floating-point system (similar to IEEE 754). </a:t>
            </a:r>
          </a:p>
          <a:p>
            <a:pPr lvl="1"/>
            <a:r>
              <a:rPr lang="en-US" dirty="0"/>
              <a:t>the sign bit, an exponent (2 bits), and a fraction (2 bits) </a:t>
            </a:r>
          </a:p>
          <a:p>
            <a:endParaRPr lang="en-US" dirty="0"/>
          </a:p>
        </p:txBody>
      </p:sp>
      <p:pic>
        <p:nvPicPr>
          <p:cNvPr id="9218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24000" y="2895600"/>
            <a:ext cx="9118287" cy="32004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4111405843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3CF4B5-AD2F-9945-9BCB-9000518A6C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Tradeoff between Range and Precision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5A7A0D7C-5BDE-134D-93DD-D24421D5A5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27</a:t>
            </a:fld>
            <a:endParaRPr kumimoji="0" lang="en-US" dirty="0"/>
          </a:p>
        </p:txBody>
      </p:sp>
      <p:sp>
        <p:nvSpPr>
          <p:cNvPr id="37" name="Content Placeholder 36">
            <a:extLst>
              <a:ext uri="{FF2B5EF4-FFF2-40B4-BE49-F238E27FC236}">
                <a16:creationId xmlns:a16="http://schemas.microsoft.com/office/drawing/2014/main" id="{13255939-6E2F-ED4D-98E3-3A2BE2F216AF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1981200" y="4102616"/>
            <a:ext cx="8229600" cy="2101334"/>
          </a:xfrm>
        </p:spPr>
        <p:txBody>
          <a:bodyPr>
            <a:normAutofit lnSpcReduction="10000"/>
          </a:bodyPr>
          <a:lstStyle/>
          <a:p>
            <a:r>
              <a:rPr lang="en-US" sz="2000" dirty="0"/>
              <a:t>Floating-Point</a:t>
            </a:r>
          </a:p>
          <a:p>
            <a:pPr lvl="1"/>
            <a:r>
              <a:rPr lang="en-US" sz="1800" dirty="0"/>
              <a:t>Resolution: difference between two neighbor numbers</a:t>
            </a:r>
          </a:p>
          <a:p>
            <a:pPr lvl="1"/>
            <a:r>
              <a:rPr lang="en-US" sz="1800" dirty="0"/>
              <a:t>Precision decreases as the magnitude increases</a:t>
            </a:r>
          </a:p>
          <a:p>
            <a:r>
              <a:rPr lang="en-US" sz="2000" dirty="0"/>
              <a:t>Fixed-Point</a:t>
            </a:r>
          </a:p>
          <a:p>
            <a:pPr lvl="1"/>
            <a:r>
              <a:rPr lang="en-US" sz="1800" dirty="0"/>
              <a:t>Numbers are evenly distributed among the representable range</a:t>
            </a:r>
          </a:p>
          <a:p>
            <a:pPr lvl="1"/>
            <a:r>
              <a:rPr lang="en-US" sz="1800" dirty="0"/>
              <a:t>Precision is fixed</a:t>
            </a:r>
          </a:p>
          <a:p>
            <a:pPr lvl="1"/>
            <a:endParaRPr lang="en-US" sz="1800" dirty="0"/>
          </a:p>
        </p:txBody>
      </p:sp>
      <p:pic>
        <p:nvPicPr>
          <p:cNvPr id="34" name="Picture 33">
            <a:extLst>
              <a:ext uri="{FF2B5EF4-FFF2-40B4-BE49-F238E27FC236}">
                <a16:creationId xmlns:a16="http://schemas.microsoft.com/office/drawing/2014/main" id="{0CE358FA-B8E5-B342-A612-64943272F9F9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58636" y="2158484"/>
            <a:ext cx="8915400" cy="1238250"/>
          </a:xfrm>
          <a:prstGeom prst="rect">
            <a:avLst/>
          </a:prstGeom>
        </p:spPr>
      </p:pic>
      <p:sp>
        <p:nvSpPr>
          <p:cNvPr id="35" name="TextBox 34">
            <a:extLst>
              <a:ext uri="{FF2B5EF4-FFF2-40B4-BE49-F238E27FC236}">
                <a16:creationId xmlns:a16="http://schemas.microsoft.com/office/drawing/2014/main" id="{85718608-427E-E445-A340-1FE2CA509E62}"/>
              </a:ext>
            </a:extLst>
          </p:cNvPr>
          <p:cNvSpPr txBox="1"/>
          <p:nvPr/>
        </p:nvSpPr>
        <p:spPr>
          <a:xfrm>
            <a:off x="1981200" y="1528286"/>
            <a:ext cx="45945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 simplified 5-bit floating-point (IEEE 754 style)</a:t>
            </a:r>
          </a:p>
        </p:txBody>
      </p:sp>
    </p:spTree>
    <p:extLst>
      <p:ext uri="{BB962C8B-B14F-4D97-AF65-F5344CB8AC3E}">
        <p14:creationId xmlns:p14="http://schemas.microsoft.com/office/powerpoint/2010/main" val="1002974014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2E9A7F-FF94-CF8B-8F58-AA740C0B8A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FP formats used in AI and machine learning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DFB585A-1E35-978A-1D8C-F85D9EA378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28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F04D77F-669A-A724-34EC-94F5C04F32A5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609600" y="1219200"/>
            <a:ext cx="6096000" cy="4937760"/>
          </a:xfrm>
        </p:spPr>
        <p:txBody>
          <a:bodyPr>
            <a:normAutofit/>
          </a:bodyPr>
          <a:lstStyle/>
          <a:p>
            <a:r>
              <a:rPr lang="en-US" dirty="0"/>
              <a:t>bf16 (bfloat16) and bf8 (bfloat8) are floating point formats used in AI and machine learning for efficient computation with lower precision while retaining useful range.</a:t>
            </a:r>
          </a:p>
          <a:p>
            <a:r>
              <a:rPr lang="en-US" dirty="0"/>
              <a:t>bf8 is cutting edge and experimental for very efficient AI deployment where accuracy can be slightly sacrificed for speed and lower memory footprints. bf16 is established as a good practical balance for many ML tasks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FFC9B12A-5BB4-5F2F-BCC2-1CB754290CE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05600" y="1219200"/>
            <a:ext cx="5117613" cy="52434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67531389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C18DDC-948E-EE03-2F91-C42717B078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References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5EF7B88B-00F4-B914-5EED-7CCE6E4CA2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29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B304D09-7213-2F35-AD9D-8F22A94BFA9A}"/>
              </a:ext>
            </a:extLst>
          </p:cNvPr>
          <p:cNvSpPr>
            <a:spLocks noGrp="1"/>
          </p:cNvSpPr>
          <p:nvPr>
            <p:ph sz="quarter" idx="1"/>
          </p:nvPr>
        </p:nvSpPr>
        <p:spPr/>
        <p:txBody>
          <a:bodyPr/>
          <a:lstStyle/>
          <a:p>
            <a:r>
              <a:rPr lang="en-US" dirty="0"/>
              <a:t>How Floating Point Numbers Work (in 7 minutes!)</a:t>
            </a:r>
          </a:p>
          <a:p>
            <a:pPr lvl="1"/>
            <a:r>
              <a:rPr lang="en-US" dirty="0">
                <a:hlinkClick r:id="rId2"/>
              </a:rPr>
              <a:t>https://www.youtube.com/watch?v=W_Knvo9NuJY</a:t>
            </a:r>
            <a:endParaRPr lang="en-US" dirty="0"/>
          </a:p>
          <a:p>
            <a:r>
              <a:rPr lang="en-US" dirty="0"/>
              <a:t>HOW TO: Convert IEEE-754 Single-Precision Binary to Decimal, Steven Petryk</a:t>
            </a:r>
          </a:p>
          <a:p>
            <a:pPr lvl="1"/>
            <a:r>
              <a:rPr lang="en-US" dirty="0">
                <a:hlinkClick r:id="rId3"/>
              </a:rPr>
              <a:t>https://www.youtube.com/watch?v=4DfXdJdaNYs</a:t>
            </a:r>
            <a:r>
              <a:rPr lang="en-US" dirty="0"/>
              <a:t> </a:t>
            </a:r>
          </a:p>
          <a:p>
            <a:r>
              <a:rPr lang="en-US" dirty="0"/>
              <a:t>Why Is This Happening?! Floating Point Approximation</a:t>
            </a:r>
          </a:p>
          <a:p>
            <a:pPr lvl="1"/>
            <a:r>
              <a:rPr lang="en-US" dirty="0">
                <a:hlinkClick r:id="rId4"/>
              </a:rPr>
              <a:t>https://www.youtube.com/watch?v=2gIxbTn7GSc</a:t>
            </a:r>
            <a:r>
              <a:rPr lang="en-US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990295586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Origin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rigin">
      <a:majorFont>
        <a:latin typeface="Bookman Old Style"/>
        <a:ea typeface=""/>
        <a:cs typeface=""/>
        <a:font script="Grek" typeface="Cambria"/>
        <a:font script="Cyrl" typeface="Cambria"/>
        <a:font script="Jpan" typeface="HG明朝E"/>
        <a:font script="Hang" typeface="돋움"/>
        <a:font script="Hans" typeface="宋体"/>
        <a:font script="Hant" typeface="標楷體"/>
        <a:font script="Arab" typeface="Times New Roman"/>
        <a:font script="Hebr" typeface="Times New Roman"/>
        <a:font script="Thai" typeface="Browalli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Gill Sans MT"/>
        <a:ea typeface=""/>
        <a:cs typeface=""/>
        <a:font script="Grek" typeface="Calibri"/>
        <a:font script="Cyrl" typeface="Calibri"/>
        <a:font script="Jpan" typeface="ＭＳ Ｐゴシック"/>
        <a:font script="Hang" typeface="맑은 고딕"/>
        <a:font script="Hans" typeface="华文新魏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rigin">
      <a:fillStyleLst>
        <a:solidFill>
          <a:schemeClr val="phClr"/>
        </a:solidFill>
        <a:gradFill rotWithShape="1">
          <a:gsLst>
            <a:gs pos="0">
              <a:schemeClr val="phClr">
                <a:tint val="45000"/>
                <a:satMod val="200000"/>
              </a:schemeClr>
            </a:gs>
            <a:gs pos="30000">
              <a:schemeClr val="phClr">
                <a:tint val="61000"/>
                <a:satMod val="200000"/>
              </a:schemeClr>
            </a:gs>
            <a:gs pos="45000">
              <a:schemeClr val="phClr">
                <a:tint val="66000"/>
                <a:satMod val="200000"/>
              </a:schemeClr>
            </a:gs>
            <a:gs pos="55000">
              <a:schemeClr val="phClr">
                <a:tint val="66000"/>
                <a:satMod val="200000"/>
              </a:schemeClr>
            </a:gs>
            <a:gs pos="73000">
              <a:schemeClr val="phClr">
                <a:tint val="61000"/>
                <a:satMod val="200000"/>
              </a:schemeClr>
            </a:gs>
            <a:gs pos="100000">
              <a:schemeClr val="phClr">
                <a:tint val="45000"/>
                <a:satMod val="200000"/>
              </a:schemeClr>
            </a:gs>
          </a:gsLst>
          <a:lin ang="950000" scaled="1"/>
        </a:gradFill>
        <a:gradFill rotWithShape="1">
          <a:gsLst>
            <a:gs pos="0">
              <a:schemeClr val="phClr">
                <a:shade val="63000"/>
              </a:schemeClr>
            </a:gs>
            <a:gs pos="30000">
              <a:schemeClr val="phClr">
                <a:shade val="90000"/>
                <a:satMod val="110000"/>
              </a:schemeClr>
            </a:gs>
            <a:gs pos="45000">
              <a:schemeClr val="phClr">
                <a:shade val="100000"/>
                <a:satMod val="118000"/>
              </a:schemeClr>
            </a:gs>
            <a:gs pos="55000">
              <a:schemeClr val="phClr">
                <a:shade val="100000"/>
                <a:satMod val="118000"/>
              </a:schemeClr>
            </a:gs>
            <a:gs pos="73000">
              <a:schemeClr val="phClr">
                <a:shade val="90000"/>
                <a:satMod val="110000"/>
              </a:schemeClr>
            </a:gs>
            <a:gs pos="100000">
              <a:schemeClr val="phClr">
                <a:shade val="63000"/>
              </a:schemeClr>
            </a:gs>
          </a:gsLst>
          <a:lin ang="950000" scaled="1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38100" dist="25400" dir="5400000" rotWithShape="0">
              <a:srgbClr val="000000">
                <a:alpha val="40000"/>
              </a:srgbClr>
            </a:outerShdw>
          </a:effectLst>
        </a:effectStyle>
        <a:effectStyle>
          <a:effectLst>
            <a:outerShdw blurRad="50800" dist="43000" dir="5400000" rotWithShape="0">
              <a:srgbClr val="000000">
                <a:alpha val="40000"/>
              </a:srgbClr>
            </a:outerShdw>
          </a:effectLst>
          <a:scene3d>
            <a:camera prst="orthographicFront" fov="0">
              <a:rot lat="0" lon="0" rev="0"/>
            </a:camera>
            <a:lightRig rig="balanced" dir="t">
              <a:rot lat="0" lon="0" rev="0"/>
            </a:lightRig>
          </a:scene3d>
          <a:sp3d prstMaterial="matte">
            <a:bevelT w="0" h="0"/>
            <a:contourClr>
              <a:schemeClr val="phClr">
                <a:tint val="100000"/>
                <a:shade val="100000"/>
                <a:hueMod val="100000"/>
                <a:satMod val="100000"/>
              </a:schemeClr>
            </a:contourClr>
          </a:sp3d>
        </a:effectStyle>
        <a:effectStyle>
          <a:effectLst>
            <a:outerShdw blurRad="50800" dist="25400" dir="5400000" rotWithShape="0">
              <a:srgbClr val="000000">
                <a:alpha val="50000"/>
              </a:srgbClr>
            </a:outerShdw>
          </a:effectLst>
          <a:scene3d>
            <a:camera prst="orthographicFront" fov="0">
              <a:rot lat="0" lon="0" rev="0"/>
            </a:camera>
            <a:lightRig rig="soft" dir="t">
              <a:rot lat="0" lon="0" rev="2700000"/>
            </a:lightRig>
          </a:scene3d>
          <a:sp3d prstMaterial="matte">
            <a:bevelT w="50800" h="50800"/>
            <a:contourClr>
              <a:schemeClr val="phClr"/>
            </a:contourClr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shade val="60000"/>
                <a:satMod val="300000"/>
              </a:schemeClr>
            </a:gs>
            <a:gs pos="30000">
              <a:schemeClr val="phClr">
                <a:shade val="80000"/>
                <a:satMod val="230000"/>
              </a:schemeClr>
            </a:gs>
            <a:gs pos="100000">
              <a:schemeClr val="phClr">
                <a:tint val="97000"/>
                <a:satMod val="220000"/>
              </a:schemeClr>
            </a:gs>
          </a:gsLst>
          <a:lin ang="16200000" scaled="1"/>
        </a:gradFill>
        <a:blipFill>
          <a:blip xmlns:r="http://schemas.openxmlformats.org/officeDocument/2006/relationships" r:embed="rId1">
            <a:duotone>
              <a:schemeClr val="phClr">
                <a:shade val="6000"/>
                <a:satMod val="120000"/>
              </a:schemeClr>
              <a:schemeClr val="phClr">
                <a:tint val="90000"/>
              </a:schemeClr>
            </a:duotone>
          </a:blip>
          <a:tile tx="0" ty="0" sx="35000" sy="40000" flip="x" algn="tl"/>
        </a:blip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6673</TotalTime>
  <Words>1914</Words>
  <Application>Microsoft Office PowerPoint</Application>
  <PresentationFormat>Widescreen</PresentationFormat>
  <Paragraphs>319</Paragraphs>
  <Slides>29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11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29</vt:i4>
      </vt:variant>
    </vt:vector>
  </HeadingPairs>
  <TitlesOfParts>
    <vt:vector size="41" baseType="lpstr">
      <vt:lpstr>Bookman Old Style (Headings)</vt:lpstr>
      <vt:lpstr>Gill Sans Light</vt:lpstr>
      <vt:lpstr>Arial</vt:lpstr>
      <vt:lpstr>Bookman Old Style</vt:lpstr>
      <vt:lpstr>Calibri</vt:lpstr>
      <vt:lpstr>Cambria Math</vt:lpstr>
      <vt:lpstr>Consolas</vt:lpstr>
      <vt:lpstr>Gill Sans MT</vt:lpstr>
      <vt:lpstr>Palatino Linotype</vt:lpstr>
      <vt:lpstr>Wingdings</vt:lpstr>
      <vt:lpstr>Wingdings 3</vt:lpstr>
      <vt:lpstr>Origin</vt:lpstr>
      <vt:lpstr>Z. Gu</vt:lpstr>
      <vt:lpstr>Fixed-point Format: Q Notation</vt:lpstr>
      <vt:lpstr>Q Notation: UQm.n</vt:lpstr>
      <vt:lpstr>Converting Fixed-point UQ5.3 to Float</vt:lpstr>
      <vt:lpstr>Converting Fixed-point Q4.3 to Float</vt:lpstr>
      <vt:lpstr>U5.3 vs. Q4.3</vt:lpstr>
      <vt:lpstr>Two Ways of Calculating Two’s Complement (integer) </vt:lpstr>
      <vt:lpstr>Convert Float to Fixed-point UQ4.12</vt:lpstr>
      <vt:lpstr>Convert Float to Fixed-point Q3.12</vt:lpstr>
      <vt:lpstr>Why use fixed-point?</vt:lpstr>
      <vt:lpstr>Z. Gu</vt:lpstr>
      <vt:lpstr>Normalization</vt:lpstr>
      <vt:lpstr>IEEE Standard 754 (Signed Floating Point)</vt:lpstr>
      <vt:lpstr>Why Bias?</vt:lpstr>
      <vt:lpstr>Decoding 0xC1FF0000  into a floating-point number</vt:lpstr>
      <vt:lpstr>Decoding 0x40920000 into a floating-point number</vt:lpstr>
      <vt:lpstr>Decoding 0x3F800000 into a floating-point number</vt:lpstr>
      <vt:lpstr>Decoding 0x41680000 into a floating-point number</vt:lpstr>
      <vt:lpstr>Encoding 14.5 into IEEE Std 754 Single-Precision</vt:lpstr>
      <vt:lpstr>Encoding 1.3 into IEEE Std 754 Single-Precision</vt:lpstr>
      <vt:lpstr>Decoding 0x3FA66666  into a floating-point number</vt:lpstr>
      <vt:lpstr>Special Values</vt:lpstr>
      <vt:lpstr>Subnormalized Float Number</vt:lpstr>
      <vt:lpstr>Overflow and Underflow</vt:lpstr>
      <vt:lpstr>Overflow and Underflow</vt:lpstr>
      <vt:lpstr>Resolution</vt:lpstr>
      <vt:lpstr>Tradeoff between Range and Precision</vt:lpstr>
      <vt:lpstr>FP formats used in AI and machine learning</vt:lpstr>
      <vt:lpstr>References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Dr. Yifeng Zhu Electrical and Computer Engineering University of Maine</dc:title>
  <dc:creator>zhu</dc:creator>
  <cp:lastModifiedBy>Zonghua Gu</cp:lastModifiedBy>
  <cp:revision>383</cp:revision>
  <dcterms:created xsi:type="dcterms:W3CDTF">2013-02-03T05:36:57Z</dcterms:created>
  <dcterms:modified xsi:type="dcterms:W3CDTF">2025-10-17T23:35:36Z</dcterms:modified>
</cp:coreProperties>
</file>