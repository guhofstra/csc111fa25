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80" r:id="rId2"/>
    <p:sldId id="284" r:id="rId3"/>
    <p:sldId id="28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2FA64D-472A-460A-9A9D-C97849E23CAF}" v="163" dt="2025-10-05T01:25:13.7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/>
    <p:restoredTop sz="86667" autoAdjust="0"/>
  </p:normalViewPr>
  <p:slideViewPr>
    <p:cSldViewPr>
      <p:cViewPr varScale="1">
        <p:scale>
          <a:sx n="71" d="100"/>
          <a:sy n="71" d="100"/>
        </p:scale>
        <p:origin x="13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sldOrd">
      <pc:chgData name="Zonghua Gu" userId="9a7e1853e1951ef5" providerId="LiveId" clId="{CF1FAA12-072C-4ED5-BA76-0FFFAEFDB88A}" dt="2025-10-05T01:26:44.141" v="307" actId="47"/>
      <pc:docMkLst>
        <pc:docMk/>
      </pc:docMkLst>
      <pc:sldChg chg="del">
        <pc:chgData name="Zonghua Gu" userId="9a7e1853e1951ef5" providerId="LiveId" clId="{CF1FAA12-072C-4ED5-BA76-0FFFAEFDB88A}" dt="2025-10-04T19:14:45.741" v="21" actId="47"/>
        <pc:sldMkLst>
          <pc:docMk/>
          <pc:sldMk cId="4218711516" sldId="257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4111405843" sldId="258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4187797743" sldId="259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1164444141" sldId="260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2669434976" sldId="261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2896628209" sldId="264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378386796" sldId="267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2849682855" sldId="268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3558897582" sldId="270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974167674" sldId="272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413887454" sldId="273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2103323537" sldId="275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2241758158" sldId="276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430635750" sldId="277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1945936955" sldId="278"/>
        </pc:sldMkLst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3956634377" sldId="279"/>
        </pc:sldMkLst>
      </pc:sldChg>
      <pc:sldChg chg="modSp mod">
        <pc:chgData name="Zonghua Gu" userId="9a7e1853e1951ef5" providerId="LiveId" clId="{CF1FAA12-072C-4ED5-BA76-0FFFAEFDB88A}" dt="2025-10-04T19:14:35.913" v="20" actId="20577"/>
        <pc:sldMkLst>
          <pc:docMk/>
          <pc:sldMk cId="4199759654" sldId="280"/>
        </pc:sldMkLst>
        <pc:spChg chg="mod">
          <ac:chgData name="Zonghua Gu" userId="9a7e1853e1951ef5" providerId="LiveId" clId="{CF1FAA12-072C-4ED5-BA76-0FFFAEFDB88A}" dt="2025-10-04T19:14:35.913" v="20" actId="20577"/>
          <ac:spMkLst>
            <pc:docMk/>
            <pc:sldMk cId="4199759654" sldId="280"/>
            <ac:spMk id="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0-04T19:14:45.741" v="21" actId="47"/>
        <pc:sldMkLst>
          <pc:docMk/>
          <pc:sldMk cId="3761897037" sldId="281"/>
        </pc:sldMkLst>
      </pc:sldChg>
      <pc:sldChg chg="modSp mod modNotes">
        <pc:chgData name="Zonghua Gu" userId="9a7e1853e1951ef5" providerId="LiveId" clId="{CF1FAA12-072C-4ED5-BA76-0FFFAEFDB88A}" dt="2025-10-05T01:22:55.527" v="298" actId="108"/>
        <pc:sldMkLst>
          <pc:docMk/>
          <pc:sldMk cId="1065607407" sldId="282"/>
        </pc:sldMkLst>
        <pc:spChg chg="mod">
          <ac:chgData name="Zonghua Gu" userId="9a7e1853e1951ef5" providerId="LiveId" clId="{CF1FAA12-072C-4ED5-BA76-0FFFAEFDB88A}" dt="2025-10-04T19:15:13.958" v="25" actId="20577"/>
          <ac:spMkLst>
            <pc:docMk/>
            <pc:sldMk cId="1065607407" sldId="282"/>
            <ac:spMk id="2" creationId="{1F000EC5-11FF-B40D-E96F-A868D391149B}"/>
          </ac:spMkLst>
        </pc:spChg>
        <pc:spChg chg="mod">
          <ac:chgData name="Zonghua Gu" userId="9a7e1853e1951ef5" providerId="LiveId" clId="{CF1FAA12-072C-4ED5-BA76-0FFFAEFDB88A}" dt="2025-10-05T01:22:55.527" v="298" actId="108"/>
          <ac:spMkLst>
            <pc:docMk/>
            <pc:sldMk cId="1065607407" sldId="282"/>
            <ac:spMk id="4" creationId="{8EDF4C76-0367-6082-911A-D9E67CF2968B}"/>
          </ac:spMkLst>
        </pc:spChg>
      </pc:sldChg>
      <pc:sldChg chg="addSp modSp new del mod">
        <pc:chgData name="Zonghua Gu" userId="9a7e1853e1951ef5" providerId="LiveId" clId="{CF1FAA12-072C-4ED5-BA76-0FFFAEFDB88A}" dt="2025-10-05T01:26:44.141" v="307" actId="47"/>
        <pc:sldMkLst>
          <pc:docMk/>
          <pc:sldMk cId="2939415303" sldId="283"/>
        </pc:sldMkLst>
        <pc:picChg chg="add mod">
          <ac:chgData name="Zonghua Gu" userId="9a7e1853e1951ef5" providerId="LiveId" clId="{CF1FAA12-072C-4ED5-BA76-0FFFAEFDB88A}" dt="2025-10-05T01:07:56.949" v="72" actId="1076"/>
          <ac:picMkLst>
            <pc:docMk/>
            <pc:sldMk cId="2939415303" sldId="283"/>
            <ac:picMk id="6" creationId="{29106BA5-19AD-06EE-BE36-337E0EC7C927}"/>
          </ac:picMkLst>
        </pc:picChg>
      </pc:sldChg>
      <pc:sldChg chg="modSp add mod ord modNotes">
        <pc:chgData name="Zonghua Gu" userId="9a7e1853e1951ef5" providerId="LiveId" clId="{CF1FAA12-072C-4ED5-BA76-0FFFAEFDB88A}" dt="2025-10-05T01:25:13.716" v="306" actId="20577"/>
        <pc:sldMkLst>
          <pc:docMk/>
          <pc:sldMk cId="2456191673" sldId="284"/>
        </pc:sldMkLst>
        <pc:spChg chg="mod">
          <ac:chgData name="Zonghua Gu" userId="9a7e1853e1951ef5" providerId="LiveId" clId="{CF1FAA12-072C-4ED5-BA76-0FFFAEFDB88A}" dt="2025-10-05T01:24:33.568" v="301" actId="20577"/>
          <ac:spMkLst>
            <pc:docMk/>
            <pc:sldMk cId="2456191673" sldId="284"/>
            <ac:spMk id="2" creationId="{B94EA5C0-5C60-1E10-E00C-5623F0B24B3A}"/>
          </ac:spMkLst>
        </pc:spChg>
        <pc:spChg chg="mod">
          <ac:chgData name="Zonghua Gu" userId="9a7e1853e1951ef5" providerId="LiveId" clId="{CF1FAA12-072C-4ED5-BA76-0FFFAEFDB88A}" dt="2025-10-05T01:25:13.716" v="306" actId="20577"/>
          <ac:spMkLst>
            <pc:docMk/>
            <pc:sldMk cId="2456191673" sldId="284"/>
            <ac:spMk id="4" creationId="{212C4FEB-6980-3FA2-E64E-87F97E60778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A318B-A7F2-B1BA-B0FD-811B59168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9B82A-42D2-3565-A30C-7D73A28C7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E1536-6780-DA14-2A44-01B4B3B55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40D6C-D085-FE47-4F58-05C3DA00E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86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E172-3650-4C7B-5F97-C2985931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9BEE9-8813-91E7-C25E-ECAFC22B8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0FC57-0B47-CFB9-C2E6-7A994D940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A6760-4D05-8CBB-BFE2-B1758E532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71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10/4/2025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10/4/2025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12169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2507" y="1803422"/>
            <a:ext cx="61800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12 &amp; 13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Fixed-point and Floating-point Arithmetic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FF092-3585-B13B-58A3-B49646BFFF15}"/>
              </a:ext>
            </a:extLst>
          </p:cNvPr>
          <p:cNvSpPr txBox="1"/>
          <p:nvPr/>
        </p:nvSpPr>
        <p:spPr>
          <a:xfrm>
            <a:off x="3349753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975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7839F-6BE1-A1E1-A697-A2628BE5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A5C0-5C60-1E10-E00C-5623F0B24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0x88888000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03BF4-38EF-F913-4D4C-365E8F1C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2C4FEB-6980-3FA2-E64E-87F97E60778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00010001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00010001000000000000000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00010001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/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0.06640625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.06640625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−110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2C4FEB-6980-3FA2-E64E-87F97E607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191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E315-13A9-17C0-2BCF-2EDA2B04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0EC5-11FF-B40D-E96F-A868D391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0x42F6E979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654E5-F0B9-0DDE-01C7-CF66496B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10000101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11101101110100101111001 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10000101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=133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.9271249771118164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0.9271249771118164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33</m:t>
                          </m:r>
                          <m:r>
                            <a:rPr lang="en-US" sz="28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−1×1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.9271249771118164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 panose="02040503050406030204" pitchFamily="18" charset="0"/>
                  </a:rPr>
                </a:br>
                <a:r>
                  <a:rPr lang="en-US" sz="2800" i="1" dirty="0">
                    <a:latin typeface="Cambria Math" panose="02040503050406030204" pitchFamily="18" charset="0"/>
                  </a:rPr>
                  <a:t>               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123.45600128173828</m:t>
                    </m:r>
                  </m:oMath>
                </a14:m>
                <a:r>
                  <a:rPr lang="en-US" sz="28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dirty="0"/>
                  <a:t>(Last step not required)</a:t>
                </a:r>
              </a:p>
              <a:p>
                <a:pPr/>
                <a:r>
                  <a:rPr lang="en-US" dirty="0"/>
                  <a:t>(I will not give overly complete numbers for exams)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607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3788</TotalTime>
  <Words>170</Words>
  <Application>Microsoft Office PowerPoint</Application>
  <PresentationFormat>Widescreen</PresentationFormat>
  <Paragraphs>27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Bookman Old Style (Headings)</vt:lpstr>
      <vt:lpstr>Gill Sans Light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Z. Gu</vt:lpstr>
      <vt:lpstr>Decoding 0x88888000  into a floating-point number</vt:lpstr>
      <vt:lpstr>Decoding 0x42F6E979  into a floating-point number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293</cp:revision>
  <dcterms:created xsi:type="dcterms:W3CDTF">2013-02-03T05:36:57Z</dcterms:created>
  <dcterms:modified xsi:type="dcterms:W3CDTF">2025-10-05T01:26:45Z</dcterms:modified>
</cp:coreProperties>
</file>