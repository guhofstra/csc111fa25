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8" r:id="rId2"/>
  </p:sldMasterIdLst>
  <p:notesMasterIdLst>
    <p:notesMasterId r:id="rId9"/>
  </p:notesMasterIdLst>
  <p:handoutMasterIdLst>
    <p:handoutMasterId r:id="rId10"/>
  </p:handoutMasterIdLst>
  <p:sldIdLst>
    <p:sldId id="256" r:id="rId3"/>
    <p:sldId id="316" r:id="rId4"/>
    <p:sldId id="317" r:id="rId5"/>
    <p:sldId id="314" r:id="rId6"/>
    <p:sldId id="315" r:id="rId7"/>
    <p:sldId id="318" r:id="rId8"/>
  </p:sldIdLst>
  <p:sldSz cx="9144000" cy="6858000" type="screen4x3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005790-576D-450D-9301-7DB63049DAAC}" v="14" dt="2025-10-21T21:45:12.0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42" autoAdjust="0"/>
    <p:restoredTop sz="86797" autoAdjust="0"/>
  </p:normalViewPr>
  <p:slideViewPr>
    <p:cSldViewPr>
      <p:cViewPr varScale="1">
        <p:scale>
          <a:sx n="71" d="100"/>
          <a:sy n="71" d="100"/>
        </p:scale>
        <p:origin x="2045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 delMainMaster">
      <pc:chgData name="Zonghua Gu" userId="9a7e1853e1951ef5" providerId="LiveId" clId="{CF1FAA12-072C-4ED5-BA76-0FFFAEFDB88A}" dt="2025-10-21T21:45:06.437" v="914" actId="22"/>
      <pc:docMkLst>
        <pc:docMk/>
      </pc:docMkLst>
      <pc:sldChg chg="delSp modSp add del mod">
        <pc:chgData name="Zonghua Gu" userId="9a7e1853e1951ef5" providerId="LiveId" clId="{CF1FAA12-072C-4ED5-BA76-0FFFAEFDB88A}" dt="2025-10-14T21:38:56.311" v="814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10-14T21:38:56.311" v="814" actId="20577"/>
          <ac:spMkLst>
            <pc:docMk/>
            <pc:sldMk cId="1227639730" sldId="256"/>
            <ac:spMk id="5" creationId="{00000000-0000-0000-0000-000000000000}"/>
          </ac:spMkLst>
        </pc:spChg>
        <pc:spChg chg="mod">
          <ac:chgData name="Zonghua Gu" userId="9a7e1853e1951ef5" providerId="LiveId" clId="{CF1FAA12-072C-4ED5-BA76-0FFFAEFDB88A}" dt="2025-09-22T21:27:29.749" v="0"/>
          <ac:spMkLst>
            <pc:docMk/>
            <pc:sldMk cId="1227639730" sldId="256"/>
            <ac:spMk id="6" creationId="{00000000-0000-0000-0000-000000000000}"/>
          </ac:spMkLst>
        </pc:spChg>
        <pc:spChg chg="mod">
          <ac:chgData name="Zonghua Gu" userId="9a7e1853e1951ef5" providerId="LiveId" clId="{CF1FAA12-072C-4ED5-BA76-0FFFAEFDB88A}" dt="2025-09-22T21:27:58.775" v="20" actId="1076"/>
          <ac:spMkLst>
            <pc:docMk/>
            <pc:sldMk cId="1227639730" sldId="256"/>
            <ac:spMk id="13" creationId="{273EC5B2-C191-2980-14D0-C87219AED9C5}"/>
          </ac:spMkLst>
        </pc:spChg>
      </pc:sldChg>
      <pc:sldChg chg="addSp delSp modSp mod">
        <pc:chgData name="Zonghua Gu" userId="9a7e1853e1951ef5" providerId="LiveId" clId="{CF1FAA12-072C-4ED5-BA76-0FFFAEFDB88A}" dt="2025-09-28T21:30:53.434" v="643" actId="478"/>
        <pc:sldMkLst>
          <pc:docMk/>
          <pc:sldMk cId="380073498" sldId="314"/>
        </pc:sldMkLst>
        <pc:spChg chg="mod">
          <ac:chgData name="Zonghua Gu" userId="9a7e1853e1951ef5" providerId="LiveId" clId="{CF1FAA12-072C-4ED5-BA76-0FFFAEFDB88A}" dt="2025-09-28T20:44:25.703" v="505" actId="27636"/>
          <ac:spMkLst>
            <pc:docMk/>
            <pc:sldMk cId="380073498" sldId="314"/>
            <ac:spMk id="4" creationId="{00000000-0000-0000-0000-000000000000}"/>
          </ac:spMkLst>
        </pc:spChg>
        <pc:spChg chg="mod">
          <ac:chgData name="Zonghua Gu" userId="9a7e1853e1951ef5" providerId="LiveId" clId="{CF1FAA12-072C-4ED5-BA76-0FFFAEFDB88A}" dt="2025-09-28T20:44:44.238" v="518" actId="20577"/>
          <ac:spMkLst>
            <pc:docMk/>
            <pc:sldMk cId="380073498" sldId="314"/>
            <ac:spMk id="6" creationId="{00000000-0000-0000-0000-000000000000}"/>
          </ac:spMkLst>
        </pc:spChg>
        <pc:spChg chg="mod">
          <ac:chgData name="Zonghua Gu" userId="9a7e1853e1951ef5" providerId="LiveId" clId="{CF1FAA12-072C-4ED5-BA76-0FFFAEFDB88A}" dt="2025-09-28T20:48:29.263" v="545" actId="20577"/>
          <ac:spMkLst>
            <pc:docMk/>
            <pc:sldMk cId="380073498" sldId="314"/>
            <ac:spMk id="13" creationId="{00000000-0000-0000-0000-000000000000}"/>
          </ac:spMkLst>
        </pc:spChg>
        <pc:spChg chg="mod">
          <ac:chgData name="Zonghua Gu" userId="9a7e1853e1951ef5" providerId="LiveId" clId="{CF1FAA12-072C-4ED5-BA76-0FFFAEFDB88A}" dt="2025-09-28T20:48:03.187" v="541" actId="20577"/>
          <ac:spMkLst>
            <pc:docMk/>
            <pc:sldMk cId="380073498" sldId="314"/>
            <ac:spMk id="23" creationId="{00000000-0000-0000-0000-000000000000}"/>
          </ac:spMkLst>
        </pc:spChg>
      </pc:sldChg>
      <pc:sldChg chg="addSp modSp new mod">
        <pc:chgData name="Zonghua Gu" userId="9a7e1853e1951ef5" providerId="LiveId" clId="{CF1FAA12-072C-4ED5-BA76-0FFFAEFDB88A}" dt="2025-10-14T21:43:43.499" v="879" actId="20577"/>
        <pc:sldMkLst>
          <pc:docMk/>
          <pc:sldMk cId="711508281" sldId="316"/>
        </pc:sldMkLst>
        <pc:spChg chg="mod">
          <ac:chgData name="Zonghua Gu" userId="9a7e1853e1951ef5" providerId="LiveId" clId="{CF1FAA12-072C-4ED5-BA76-0FFFAEFDB88A}" dt="2025-10-14T21:41:06.539" v="834" actId="20577"/>
          <ac:spMkLst>
            <pc:docMk/>
            <pc:sldMk cId="711508281" sldId="316"/>
            <ac:spMk id="2" creationId="{E9F2112C-584F-361C-F04D-047D28B34543}"/>
          </ac:spMkLst>
        </pc:spChg>
        <pc:spChg chg="mod">
          <ac:chgData name="Zonghua Gu" userId="9a7e1853e1951ef5" providerId="LiveId" clId="{CF1FAA12-072C-4ED5-BA76-0FFFAEFDB88A}" dt="2025-10-14T21:43:43.499" v="879" actId="20577"/>
          <ac:spMkLst>
            <pc:docMk/>
            <pc:sldMk cId="711508281" sldId="316"/>
            <ac:spMk id="4" creationId="{306AF55F-06A9-F112-5FB4-9B7BF0166B2C}"/>
          </ac:spMkLst>
        </pc:spChg>
        <pc:graphicFrameChg chg="add mod modGraphic">
          <ac:chgData name="Zonghua Gu" userId="9a7e1853e1951ef5" providerId="LiveId" clId="{CF1FAA12-072C-4ED5-BA76-0FFFAEFDB88A}" dt="2025-10-14T21:43:04.594" v="859" actId="14100"/>
          <ac:graphicFrameMkLst>
            <pc:docMk/>
            <pc:sldMk cId="711508281" sldId="316"/>
            <ac:graphicFrameMk id="6" creationId="{03ED02B2-B7A4-6AE0-0F84-7EDDFDACF3E1}"/>
          </ac:graphicFrameMkLst>
        </pc:graphicFrameChg>
      </pc:sldChg>
      <pc:sldChg chg="addSp modSp new mod">
        <pc:chgData name="Zonghua Gu" userId="9a7e1853e1951ef5" providerId="LiveId" clId="{CF1FAA12-072C-4ED5-BA76-0FFFAEFDB88A}" dt="2025-10-14T21:48:38.168" v="912" actId="14100"/>
        <pc:sldMkLst>
          <pc:docMk/>
          <pc:sldMk cId="1263936613" sldId="317"/>
        </pc:sldMkLst>
        <pc:spChg chg="mod">
          <ac:chgData name="Zonghua Gu" userId="9a7e1853e1951ef5" providerId="LiveId" clId="{CF1FAA12-072C-4ED5-BA76-0FFFAEFDB88A}" dt="2025-10-14T21:43:15.808" v="866" actId="20577"/>
          <ac:spMkLst>
            <pc:docMk/>
            <pc:sldMk cId="1263936613" sldId="317"/>
            <ac:spMk id="2" creationId="{80381413-78DE-49B8-B0C8-1A5AEBD8A8DF}"/>
          </ac:spMkLst>
        </pc:spChg>
        <pc:spChg chg="mod">
          <ac:chgData name="Zonghua Gu" userId="9a7e1853e1951ef5" providerId="LiveId" clId="{CF1FAA12-072C-4ED5-BA76-0FFFAEFDB88A}" dt="2025-10-14T21:43:55.192" v="882" actId="20577"/>
          <ac:spMkLst>
            <pc:docMk/>
            <pc:sldMk cId="1263936613" sldId="317"/>
            <ac:spMk id="4" creationId="{01048E9F-978D-E1AC-E55B-891E2B164B3B}"/>
          </ac:spMkLst>
        </pc:spChg>
        <pc:graphicFrameChg chg="add mod modGraphic">
          <ac:chgData name="Zonghua Gu" userId="9a7e1853e1951ef5" providerId="LiveId" clId="{CF1FAA12-072C-4ED5-BA76-0FFFAEFDB88A}" dt="2025-10-14T21:48:38.168" v="912" actId="14100"/>
          <ac:graphicFrameMkLst>
            <pc:docMk/>
            <pc:sldMk cId="1263936613" sldId="317"/>
            <ac:graphicFrameMk id="7" creationId="{236CC83D-E382-1C35-9A67-05FC90821CD7}"/>
          </ac:graphicFrameMkLst>
        </pc:graphicFrameChg>
      </pc:sldChg>
      <pc:sldChg chg="addSp new mod">
        <pc:chgData name="Zonghua Gu" userId="9a7e1853e1951ef5" providerId="LiveId" clId="{CF1FAA12-072C-4ED5-BA76-0FFFAEFDB88A}" dt="2025-10-21T21:45:06.437" v="914" actId="22"/>
        <pc:sldMkLst>
          <pc:docMk/>
          <pc:sldMk cId="2981500173" sldId="318"/>
        </pc:sldMkLst>
        <pc:picChg chg="add">
          <ac:chgData name="Zonghua Gu" userId="9a7e1853e1951ef5" providerId="LiveId" clId="{CF1FAA12-072C-4ED5-BA76-0FFFAEFDB88A}" dt="2025-10-21T21:45:06.437" v="914" actId="22"/>
          <ac:picMkLst>
            <pc:docMk/>
            <pc:sldMk cId="2981500173" sldId="318"/>
            <ac:picMk id="6" creationId="{3E2493B5-D169-7537-3C49-9EF38B6F675E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BD4F56A7-3CDE-194F-B9AF-D598FBBF198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E1097CB-F954-3545-B5D0-357D0C1748E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406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1E52AD58-60CE-E948-9CBA-0BD7030FC28E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D624DF53-3DD3-9F45-9E7E-472B96F1AB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638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B0C9D69-9831-4844-8B1E-062B2DA58B0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73543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https://www.youtube.com/watch?v=aEPzJrmACMw&amp;list=PLHv6klbVebn0pCLcmCxGVa7ZPx7CB01Rh&amp;index=4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970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8E8B2B42-CBC2-7D4E-BA50-0E7F29B4DAAB}" type="datetime1">
              <a:rPr lang="en-US" smtClean="0"/>
              <a:t>10/21/2025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E6F060-20EB-3246-9088-08BF5F1271DE}" type="datetime1">
              <a:rPr lang="en-US" smtClean="0"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34C82E41-DA7E-CA4C-823B-C759BEA16CE8}" type="datetime1">
              <a:rPr lang="en-US" smtClean="0"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500C8B0-EB1A-0A41-B839-C4B99CD2225A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F16605B-D952-1149-A111-28A5633BAE48}" type="datetime1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1109A1C-29B2-B04E-8365-C9D22C4AE842}" type="datetime1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CE417B6-A42B-064A-8677-46C55C4F613A}" type="datetime1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E76F5AD-3F1F-7141-BC8A-012C5728BE2D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9FA12B8-739E-4D47-A14C-180C3BC10865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97D1259-3A46-254C-ADDB-B5DA4F1DF3DA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CA104EC-54AA-E04F-BDC0-22B4E8892699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24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15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342900" indent="0" algn="ctr">
              <a:buNone/>
            </a:lvl2pPr>
            <a:lvl3pPr marL="685800" indent="0" algn="ctr">
              <a:buNone/>
            </a:lvl3pPr>
            <a:lvl4pPr marL="1028700" indent="0" algn="ctr">
              <a:buNone/>
            </a:lvl4pPr>
            <a:lvl5pPr marL="1371600" indent="0" algn="ctr">
              <a:buNone/>
            </a:lvl5pPr>
            <a:lvl6pPr marL="1714500" indent="0" algn="ctr">
              <a:buNone/>
            </a:lvl6pPr>
            <a:lvl7pPr marL="2057400" indent="0" algn="ctr">
              <a:buNone/>
            </a:lvl7pPr>
            <a:lvl8pPr marL="2400300" indent="0" algn="ctr">
              <a:buNone/>
            </a:lvl8pPr>
            <a:lvl9pPr marL="27432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050"/>
            </a:lvl1pPr>
          </a:lstStyle>
          <a:p>
            <a:pPr eaLnBrk="1" latinLnBrk="0" hangingPunct="1"/>
            <a:fld id="{3B6732A1-8A50-42D0-9FB5-A7CC4F887D83}" type="datetime1">
              <a:rPr lang="en-US" smtClean="0"/>
              <a:t>10/21/2025</a:t>
            </a:fld>
            <a:endParaRPr lang="en-US" sz="12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5829323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4B809B3-6A2C-46CF-98AB-C7B45372B065}" type="datetime1">
              <a:rPr lang="en-US" smtClean="0"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30731676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24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C191117F-3CD7-4767-AEE5-49A060274EAA}" type="datetime1">
              <a:rPr lang="en-US" smtClean="0"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770219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7B8C5CE-9DF7-4BB4-863A-6E277DDC03D4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40188449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1800" b="1">
                <a:solidFill>
                  <a:schemeClr val="accent2"/>
                </a:solidFill>
              </a:defRPr>
            </a:lvl1pPr>
            <a:lvl2pPr>
              <a:buNone/>
              <a:defRPr sz="1500" b="1"/>
            </a:lvl2pPr>
            <a:lvl3pPr>
              <a:buNone/>
              <a:defRPr sz="1350" b="1"/>
            </a:lvl3pPr>
            <a:lvl4pPr>
              <a:buNone/>
              <a:defRPr sz="1200" b="1"/>
            </a:lvl4pPr>
            <a:lvl5pPr>
              <a:buNone/>
              <a:defRPr sz="12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1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1800" b="1">
                <a:solidFill>
                  <a:schemeClr val="accent2"/>
                </a:solidFill>
              </a:defRPr>
            </a:lvl1pPr>
            <a:lvl2pPr>
              <a:buNone/>
              <a:defRPr sz="1500" b="1"/>
            </a:lvl2pPr>
            <a:lvl3pPr>
              <a:buNone/>
              <a:defRPr sz="1350" b="1"/>
            </a:lvl3pPr>
            <a:lvl4pPr>
              <a:buNone/>
              <a:defRPr sz="1200" b="1"/>
            </a:lvl4pPr>
            <a:lvl5pPr>
              <a:buNone/>
              <a:defRPr sz="12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EE11402-9D83-40E7-9253-0548CE63EB94}" type="datetime1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29838909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0C8811-C7DA-4658-BB60-F635F9220CDF}" type="datetime1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012973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EB38FCF-5E28-44CB-A212-D3E75CA77D8D}" type="datetime1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8655070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15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2"/>
            <a:ext cx="2514600" cy="4843463"/>
          </a:xfrm>
        </p:spPr>
        <p:txBody>
          <a:bodyPr/>
          <a:lstStyle>
            <a:lvl1pPr marL="0" indent="0">
              <a:lnSpc>
                <a:spcPts val="1650"/>
              </a:lnSpc>
              <a:spcAft>
                <a:spcPts val="750"/>
              </a:spcAft>
              <a:buNone/>
              <a:defRPr sz="1200">
                <a:solidFill>
                  <a:schemeClr val="tx2"/>
                </a:solidFill>
              </a:defRPr>
            </a:lvl1pPr>
            <a:lvl2pPr>
              <a:buNone/>
              <a:defRPr sz="900"/>
            </a:lvl2pPr>
            <a:lvl3pPr>
              <a:buNone/>
              <a:defRPr sz="750"/>
            </a:lvl3pPr>
            <a:lvl4pPr>
              <a:buNone/>
              <a:defRPr sz="675"/>
            </a:lvl4pPr>
            <a:lvl5pPr>
              <a:buNone/>
              <a:defRPr sz="675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55FE7C6-0DE5-4400-A2DD-37AB2CB98797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35495772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15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450"/>
              </a:spcBef>
              <a:buNone/>
              <a:defRPr sz="24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050"/>
            </a:lvl1pPr>
            <a:lvl2pPr>
              <a:defRPr sz="900"/>
            </a:lvl2pPr>
            <a:lvl3pPr>
              <a:defRPr sz="750"/>
            </a:lvl3pPr>
            <a:lvl4pPr>
              <a:defRPr sz="675"/>
            </a:lvl4pPr>
            <a:lvl5pPr>
              <a:defRPr sz="675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312819A-A7E0-496A-9C6B-0FBBF375D97B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7923257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32F6112-2530-4960-AA07-04E672D1E722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34232384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96A6EFF-8172-426D-9AC7-B0DD95EEE533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618353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CDD18CD8-E404-844E-A4BD-DF69B8E5881E}" type="datetime1">
              <a:rPr lang="en-US" smtClean="0"/>
              <a:t>10/21/2025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05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0259BA2E-082A-4ACD-AA34-4B617DF5D259}" type="datetime1">
              <a:rPr lang="en-US" smtClean="0"/>
              <a:t>10/21/2025</a:t>
            </a:fld>
            <a:endParaRPr lang="en-US" sz="105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05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05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05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2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3175999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2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05740" indent="-205740" algn="l" rtl="0" eaLnBrk="1" latinLnBrk="0" hangingPunct="1">
        <a:spcBef>
          <a:spcPts val="450"/>
        </a:spcBef>
        <a:buClr>
          <a:schemeClr val="accent1"/>
        </a:buClr>
        <a:buSzPct val="76000"/>
        <a:buFont typeface="Wingdings 3"/>
        <a:buChar char=""/>
        <a:defRPr kumimoji="0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205740" algn="l" rtl="0" eaLnBrk="1" latinLnBrk="0" hangingPunct="1">
        <a:spcBef>
          <a:spcPts val="375"/>
        </a:spcBef>
        <a:buClr>
          <a:schemeClr val="accent2"/>
        </a:buClr>
        <a:buSzPct val="76000"/>
        <a:buFont typeface="Wingdings 3"/>
        <a:buChar char=""/>
        <a:defRPr kumimoji="0" sz="1725" kern="1200">
          <a:solidFill>
            <a:schemeClr val="tx2"/>
          </a:solidFill>
          <a:latin typeface="+mn-lt"/>
          <a:ea typeface="+mn-ea"/>
          <a:cs typeface="+mn-cs"/>
        </a:defRPr>
      </a:lvl2pPr>
      <a:lvl3pPr marL="617220" indent="-171450" algn="l" rtl="0" eaLnBrk="1" latinLnBrk="0" hangingPunct="1">
        <a:spcBef>
          <a:spcPts val="375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indent="-171450" algn="l" rtl="0" eaLnBrk="1" latinLnBrk="0" hangingPunct="1">
        <a:spcBef>
          <a:spcPts val="3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indent="-171450" algn="l" rtl="0" eaLnBrk="1" latinLnBrk="0" hangingPunct="1">
        <a:spcBef>
          <a:spcPts val="225"/>
        </a:spcBef>
        <a:buClr>
          <a:schemeClr val="accent2"/>
        </a:buClr>
        <a:buSzPct val="70000"/>
        <a:buFont typeface="Wingdings"/>
        <a:buChar char=""/>
        <a:defRPr kumimoji="0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34440" indent="-137160" algn="l" rtl="0" eaLnBrk="1" latinLnBrk="0" hangingPunct="1">
        <a:spcBef>
          <a:spcPts val="225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371600" indent="-137160" algn="l" rtl="0" eaLnBrk="1" latinLnBrk="0" hangingPunct="1">
        <a:spcBef>
          <a:spcPts val="225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05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1508760" indent="-137160" algn="l" rtl="0" eaLnBrk="1" latinLnBrk="0" hangingPunct="1">
        <a:spcBef>
          <a:spcPts val="225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05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1645920" indent="-137160" algn="l" rtl="0" eaLnBrk="1" latinLnBrk="0" hangingPunct="1">
        <a:spcBef>
          <a:spcPts val="225"/>
        </a:spcBef>
        <a:buClr>
          <a:srgbClr val="9FB8CD"/>
        </a:buClr>
        <a:buSzPct val="75000"/>
        <a:buFont typeface="Wingdings 3"/>
        <a:buChar char=""/>
        <a:defRPr kumimoji="0" lang="en-US" sz="9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0.png"/><Relationship Id="rId7" Type="http://schemas.openxmlformats.org/officeDocument/2006/relationships/image" Target="../media/image140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5" Type="http://schemas.openxmlformats.org/officeDocument/2006/relationships/image" Target="../media/image120.png"/><Relationship Id="rId4" Type="http://schemas.openxmlformats.org/officeDocument/2006/relationships/image" Target="../media/image110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" y="1110410"/>
            <a:ext cx="72580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685800"/>
            <a:r>
              <a:rPr lang="en-US" sz="1050" b="1" dirty="0">
                <a:solidFill>
                  <a:prstClr val="black"/>
                </a:solidFill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2875" y="2228851"/>
            <a:ext cx="4719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685800"/>
            <a:r>
              <a:rPr lang="en-US" b="1" dirty="0">
                <a:solidFill>
                  <a:srgbClr val="C00000"/>
                </a:solidFill>
                <a:latin typeface="Gill Sans MT"/>
              </a:rPr>
              <a:t>Chapter 11</a:t>
            </a:r>
          </a:p>
          <a:p>
            <a:pPr algn="r" defTabSz="685800"/>
            <a:r>
              <a:rPr lang="en-US" b="1">
                <a:solidFill>
                  <a:srgbClr val="C00000"/>
                </a:solidFill>
                <a:latin typeface="Gill Sans MT"/>
              </a:rPr>
              <a:t>Interrupt, Timer </a:t>
            </a:r>
            <a:r>
              <a:rPr lang="en-US" b="1" dirty="0">
                <a:solidFill>
                  <a:srgbClr val="C00000"/>
                </a:solidFill>
                <a:latin typeface="Gill Sans MT"/>
              </a:rPr>
              <a:t>and PWM</a:t>
            </a:r>
          </a:p>
          <a:p>
            <a:pPr algn="r" defTabSz="685800"/>
            <a:r>
              <a:rPr lang="en-US" b="1" dirty="0">
                <a:solidFill>
                  <a:srgbClr val="C00000"/>
                </a:solidFill>
                <a:latin typeface="Gill Sans MT"/>
              </a:rPr>
              <a:t>Exercises 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/>
            <a:fld id="{EA7C8D44-3667-46F6-9772-CC52308E2A7F}" type="slidenum">
              <a:rPr lang="en-US">
                <a:solidFill>
                  <a:srgbClr val="1F497D"/>
                </a:solidFill>
                <a:latin typeface="Gill Sans MT"/>
              </a:rPr>
              <a:pPr defTabSz="685800"/>
              <a:t>1</a:t>
            </a:fld>
            <a:endParaRPr lang="en-US" dirty="0">
              <a:solidFill>
                <a:srgbClr val="1F497D"/>
              </a:solidFill>
              <a:latin typeface="Gill Sans M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950AF61-E22F-B40C-FB60-A35C53D05D61}"/>
              </a:ext>
            </a:extLst>
          </p:cNvPr>
          <p:cNvSpPr txBox="1">
            <a:spLocks/>
          </p:cNvSpPr>
          <p:nvPr/>
        </p:nvSpPr>
        <p:spPr>
          <a:xfrm>
            <a:off x="1219200" y="3771900"/>
            <a:ext cx="6858000" cy="742950"/>
          </a:xfrm>
          <a:prstGeom prst="rect">
            <a:avLst/>
          </a:prstGeom>
        </p:spPr>
        <p:txBody>
          <a:bodyPr vert="horz" anchor="t" anchorCtr="0">
            <a:noAutofit/>
          </a:bodyPr>
          <a:lstStyle>
            <a:lvl1pPr algn="r" rtl="0" eaLnBrk="1" latinLnBrk="0" hangingPunct="1">
              <a:spcBef>
                <a:spcPct val="0"/>
              </a:spcBef>
              <a:buNone/>
              <a:defRPr kumimoji="0"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00"/>
            <a:r>
              <a:rPr lang="en-US" sz="1500" dirty="0">
                <a:solidFill>
                  <a:prstClr val="black"/>
                </a:solidFill>
                <a:latin typeface="Bookman Old Style"/>
              </a:rPr>
              <a:t>Z. Gu</a:t>
            </a:r>
            <a:endParaRPr lang="en-US" sz="1500" b="1" dirty="0">
              <a:solidFill>
                <a:srgbClr val="C00000"/>
              </a:solidFill>
              <a:latin typeface="Bookman Old Style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3EC5B2-C191-2980-14D0-C87219AED9C5}"/>
              </a:ext>
            </a:extLst>
          </p:cNvPr>
          <p:cNvSpPr txBox="1"/>
          <p:nvPr/>
        </p:nvSpPr>
        <p:spPr>
          <a:xfrm>
            <a:off x="1825752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3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2112C-584F-361C-F04D-047D28B34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D5C9B9-7D76-0284-08B6-A91735096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AF55F-06A9-F112-5FB4-9B7BF0166B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5562600" cy="4937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Suppose register </a:t>
            </a:r>
            <a:r>
              <a:rPr lang="en-US" i="1" dirty="0" err="1"/>
              <a:t>i</a:t>
            </a:r>
            <a:r>
              <a:rPr lang="en-US" dirty="0"/>
              <a:t> (</a:t>
            </a:r>
            <a:r>
              <a:rPr lang="en-US" i="1" dirty="0" err="1"/>
              <a:t>i</a:t>
            </a:r>
            <a:r>
              <a:rPr lang="en-US" dirty="0"/>
              <a:t> ≤ 12) is initialized to have a value of </a:t>
            </a:r>
            <a:r>
              <a:rPr lang="en-US" i="1" dirty="0" err="1"/>
              <a:t>i</a:t>
            </a:r>
            <a:r>
              <a:rPr lang="en-US" dirty="0"/>
              <a:t> (e.g. r0 = 0, r1= 1, r2 = 2, r3 = 3, etc.). Assume the main stack (MSP) is used. (Recall: in the interrupt handler, if LR = 0xFFFFFFF9, then the main stack (MSP) is used. If LR = 0xFFFFFFFD, then the process stack (PSP) is used. ) The program status register (PSR) = 0x00000020, PC = 0x08000020, and LR = 0x20008020, when the interrupt occurs.</a:t>
            </a:r>
          </a:p>
          <a:p>
            <a:r>
              <a:rPr lang="en-US" dirty="0"/>
              <a:t>(1) Show the stack content immediately before the PUSH instruction runs. Suppose the stack pointer SP, </a:t>
            </a:r>
            <a:r>
              <a:rPr lang="en-US" i="1" dirty="0"/>
              <a:t>i.e.</a:t>
            </a:r>
            <a:r>
              <a:rPr lang="en-US" dirty="0"/>
              <a:t> MSP in this case, was 0x20000600 immediately before the system timer interrupt occurs</a:t>
            </a:r>
          </a:p>
          <a:p>
            <a:r>
              <a:rPr lang="en-US" dirty="0"/>
              <a:t>(2) What are the values of these registers (R0-R12, LR, SP, PC, and PSR) immediately after the interrupt exits?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ED02B2-B7A4-6AE0-0F84-7EDDFDACF3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3729274"/>
              </p:ext>
            </p:extLst>
          </p:nvPr>
        </p:nvGraphicFramePr>
        <p:xfrm>
          <a:off x="6172200" y="1752600"/>
          <a:ext cx="2835275" cy="3878580"/>
        </p:xfrm>
        <a:graphic>
          <a:graphicData uri="http://schemas.openxmlformats.org/drawingml/2006/table">
            <a:tbl>
              <a:tblPr firstRow="1" firstCol="1" bandRow="1"/>
              <a:tblGrid>
                <a:gridCol w="2835275">
                  <a:extLst>
                    <a:ext uri="{9D8B030D-6E8A-4147-A177-3AD203B41FA5}">
                      <a16:colId xmlns:a16="http://schemas.microsoft.com/office/drawing/2014/main" val="1987105656"/>
                    </a:ext>
                  </a:extLst>
                </a:gridCol>
              </a:tblGrid>
              <a:tr h="2122170"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en-US" sz="1400" dirty="0" err="1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SysTick_Handler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PROC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EXPORT </a:t>
                      </a:r>
                      <a:r>
                        <a:rPr lang="en-US" sz="1400" dirty="0" err="1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SysTick_Handler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PUSH {</a:t>
                      </a:r>
                      <a:r>
                        <a:rPr lang="en-US" sz="1400" dirty="0" err="1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lr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, r0, r7}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r0, r0,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r1, r1,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r2, r2,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r3, r3,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r4, r4,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r5, r5,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r6, r6,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r7, r7,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r8, r8,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r9, r9,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r10, r10,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r11, r11,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r12, r12,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POP  {r0, r7, pc}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spcAft>
                          <a:spcPts val="300"/>
                        </a:spcAft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ENDP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4318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1508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81413-78DE-49B8-B0C8-1A5AEBD8A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209CD3-AAB9-9C6F-15DF-BA9391900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048E9F-978D-E1AC-E55B-891E2B164B3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(1)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36CC83D-E382-1C35-9A67-05FC90821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022269"/>
              </p:ext>
            </p:extLst>
          </p:nvPr>
        </p:nvGraphicFramePr>
        <p:xfrm>
          <a:off x="1524000" y="1371600"/>
          <a:ext cx="3810000" cy="3764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95288372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5753756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0x20000600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15543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0x200005FC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0x00000020 (PSR)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7204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0x200005F8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0x08000020 (PC)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89526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0x200005F4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0x20008020 (LR)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42994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0x200005F0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12 (R12)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89351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0x200005EC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3 (R3)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7961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0x200005E8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2 (R2)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19792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0x200005E4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1 (R1)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4564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0x200005E0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 (R0)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44150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0x200005DC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53191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3936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81000"/>
              </a:xfrm>
            </p:spPr>
            <p:txBody>
              <a:bodyPr>
                <a:normAutofit fontScale="85000" lnSpcReduction="20000"/>
              </a:bodyPr>
              <a:lstStyle/>
              <a:p>
                <a:pPr lvl="0"/>
                <a:r>
                  <a:rPr lang="en-US" dirty="0"/>
                  <a:t>Timer clock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𝐶𝐾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_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𝐶𝑁𝑇</m:t>
                        </m:r>
                      </m:sub>
                    </m:sSub>
                  </m:oMath>
                </a14:m>
                <a:r>
                  <a:rPr lang="en-US" dirty="0"/>
                  <a:t> vs. CPU Clock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𝑆𝑂𝑈𝑅𝐶𝐸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81000"/>
              </a:xfrm>
              <a:blipFill>
                <a:blip r:embed="rId2"/>
                <a:stretch>
                  <a:fillRect l="-370" t="-26984" b="-269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0" y="1540721"/>
                <a:ext cx="4800601" cy="6235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𝐶𝐾</m:t>
                          </m:r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_</m:t>
                          </m:r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𝐶𝑁𝑇</m:t>
                          </m:r>
                        </m:sub>
                      </m:sSub>
                      <m:r>
                        <a:rPr lang="en-US" i="1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𝑆𝑂𝑈𝑅𝐶𝐸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𝑃𝑆𝐶</m:t>
                          </m:r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540721"/>
                <a:ext cx="4800601" cy="6235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1326690" y="4388116"/>
                <a:ext cx="2518062" cy="61734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CCR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ARR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690" y="4388116"/>
                <a:ext cx="2518062" cy="6173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3"/>
              <p:cNvSpPr txBox="1">
                <a:spLocks/>
              </p:cNvSpPr>
              <p:nvPr/>
            </p:nvSpPr>
            <p:spPr>
              <a:xfrm>
                <a:off x="457200" y="2215484"/>
                <a:ext cx="8229600" cy="381000"/>
              </a:xfrm>
              <a:prstGeom prst="rect">
                <a:avLst/>
              </a:prstGeom>
            </p:spPr>
            <p:txBody>
              <a:bodyPr vert="horz">
                <a:normAutofit fontScale="850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CN" dirty="0"/>
                  <a:t>Timer frequency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baseline="-250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𝑇𝑖𝑚𝑒𝑟</m:t>
                    </m:r>
                  </m:oMath>
                </a14:m>
                <a:r>
                  <a:rPr lang="en-US" altLang="zh-CN" dirty="0"/>
                  <a:t> with </a:t>
                </a:r>
                <a:r>
                  <a:rPr lang="en-US" dirty="0"/>
                  <a:t>up-counting or down-counting mode:</a:t>
                </a:r>
              </a:p>
            </p:txBody>
          </p:sp>
        </mc:Choice>
        <mc:Fallback xmlns="">
          <p:sp>
            <p:nvSpPr>
              <p:cNvPr id="10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15484"/>
                <a:ext cx="8229600" cy="381000"/>
              </a:xfrm>
              <a:prstGeom prst="rect">
                <a:avLst/>
              </a:prstGeom>
              <a:blipFill>
                <a:blip r:embed="rId5"/>
                <a:stretch>
                  <a:fillRect l="-370" t="-26984" b="-269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381000" y="2529260"/>
                <a:ext cx="8534400" cy="6840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baseline="-250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𝑇𝑖𝑚𝑒𝑟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𝐶𝐾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_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𝐶𝑁𝑇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𝐴𝑅𝑅</m:t>
                          </m:r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en-US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n-US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𝑇𝑖𝑚𝑒𝑟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𝐴𝑅𝑅</m:t>
                          </m:r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𝐶𝐾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_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𝐶𝑁𝑇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𝐴𝑅𝑅</m:t>
                          </m:r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𝐶𝑙𝑜𝑐𝑘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2529260"/>
                <a:ext cx="8534400" cy="6840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ontent Placeholder 3"/>
          <p:cNvSpPr txBox="1">
            <a:spLocks/>
          </p:cNvSpPr>
          <p:nvPr/>
        </p:nvSpPr>
        <p:spPr>
          <a:xfrm>
            <a:off x="469348" y="4037596"/>
            <a:ext cx="8229600" cy="38100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PWM duty cycle for Mode 1 (Low-True):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3"/>
              <p:cNvSpPr txBox="1">
                <a:spLocks/>
              </p:cNvSpPr>
              <p:nvPr/>
            </p:nvSpPr>
            <p:spPr>
              <a:xfrm>
                <a:off x="463051" y="3124200"/>
                <a:ext cx="8229600" cy="381000"/>
              </a:xfrm>
              <a:prstGeom prst="rect">
                <a:avLst/>
              </a:prstGeom>
            </p:spPr>
            <p:txBody>
              <a:bodyPr vert="horz">
                <a:normAutofit fontScale="850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CN" dirty="0"/>
                  <a:t>Timer frequency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baseline="-250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𝑇𝑖𝑚𝑒𝑟</m:t>
                    </m:r>
                  </m:oMath>
                </a14:m>
                <a:r>
                  <a:rPr lang="en-US" altLang="zh-CN" dirty="0"/>
                  <a:t> with </a:t>
                </a:r>
                <a:r>
                  <a:rPr lang="en-US" dirty="0"/>
                  <a:t>center-aligned counting mode:</a:t>
                </a:r>
              </a:p>
            </p:txBody>
          </p:sp>
        </mc:Choice>
        <mc:Fallback xmlns="">
          <p:sp>
            <p:nvSpPr>
              <p:cNvPr id="18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051" y="3124200"/>
                <a:ext cx="8229600" cy="381000"/>
              </a:xfrm>
              <a:prstGeom prst="rect">
                <a:avLst/>
              </a:prstGeom>
              <a:blipFill>
                <a:blip r:embed="rId7"/>
                <a:stretch>
                  <a:fillRect l="-370" t="-29032" b="-274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Content Placeholder 3"/>
          <p:cNvSpPr txBox="1">
            <a:spLocks/>
          </p:cNvSpPr>
          <p:nvPr/>
        </p:nvSpPr>
        <p:spPr>
          <a:xfrm>
            <a:off x="457200" y="5013207"/>
            <a:ext cx="8229600" cy="38100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PWM duty cycle for Mode 2 (High-True):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1326690" y="5341118"/>
                <a:ext cx="2864310" cy="61734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CCR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ARR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690" y="5341118"/>
                <a:ext cx="2864310" cy="6173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/>
              <p:cNvSpPr/>
              <p:nvPr/>
            </p:nvSpPr>
            <p:spPr>
              <a:xfrm>
                <a:off x="304800" y="3405843"/>
                <a:ext cx="8534400" cy="6170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 baseline="-250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𝑇𝑖𝑚𝑒</m:t>
                      </m:r>
                      <m:r>
                        <a:rPr lang="en-US" i="1" baseline="-250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𝐶𝐾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_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𝐶𝑁𝑇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2∗</m:t>
                          </m:r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𝐴𝑅𝑅</m:t>
                          </m:r>
                        </m:den>
                      </m:f>
                      <m:r>
                        <a:rPr lang="en-US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𝑇𝑖𝑚𝑒𝑟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2∗</m:t>
                          </m:r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𝐴𝑅𝑅</m:t>
                          </m:r>
                        </m:e>
                      </m:d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𝐶𝑙𝑜𝑐𝑘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3405843"/>
                <a:ext cx="8534400" cy="6170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073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237FA-AF0B-A9D5-0143-7F7F740ED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Maximum </a:t>
            </a:r>
            <a:r>
              <a:rPr lang="en-US" dirty="0"/>
              <a:t>timer counter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B925F-2AC7-4B00-818B-352DB6B02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3A465D7-A56D-2251-BB5D-10176AEAE2C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If timer clock frequency 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24</m:t>
                    </m:r>
                  </m:oMath>
                </a14:m>
                <a:r>
                  <a:rPr lang="en-US" dirty="0"/>
                  <a:t> MHz,  timer interrupt frequency is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19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199</m:t>
                    </m:r>
                  </m:oMath>
                </a14:m>
                <a:r>
                  <a:rPr lang="en-US" dirty="0"/>
                  <a:t> KHz, what is the maximum timer counter value?</a:t>
                </a:r>
              </a:p>
              <a:p>
                <a:r>
                  <a:rPr lang="en-US" dirty="0"/>
                  <a:t>ANS:  Timer clock </a:t>
                </a:r>
                <a:r>
                  <a:rPr lang="en-US" dirty="0" err="1"/>
                  <a:t>freuency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𝐶𝐾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_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𝐶𝑁𝑇</m:t>
                        </m:r>
                      </m:sub>
                    </m:sSub>
                  </m:oMath>
                </a14:m>
                <a:r>
                  <a:rPr lang="en-US" dirty="0"/>
                  <a:t> = 24 </a:t>
                </a:r>
                <a:r>
                  <a:rPr lang="en-US" dirty="0" err="1"/>
                  <a:t>Mhz</a:t>
                </a:r>
                <a:r>
                  <a:rPr lang="en-US" dirty="0"/>
                  <a:t>, Timer interrupt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𝑇𝑖𝑚𝑒𝑟</m:t>
                        </m:r>
                      </m:sub>
                    </m:sSub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=19.199</m:t>
                    </m:r>
                  </m:oMath>
                </a14:m>
                <a:r>
                  <a:rPr lang="en-US" dirty="0"/>
                  <a:t> KHz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baseline="-250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𝑇𝑖𝑚𝑒𝑟</m:t>
                    </m:r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𝐶𝐾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_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𝐶𝑁𝑇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𝐴𝑅𝑅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𝐴𝑅𝑅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𝐶𝐾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_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𝐶𝑁𝑇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prstClr val="black"/>
                                    </a:solidFill>
                                    <a:latin typeface="Cambria Math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prstClr val="black"/>
                                    </a:solidFill>
                                    <a:latin typeface="Cambria Math"/>
                                  </a:rPr>
                                  <m:t>𝐶𝑁𝑇</m:t>
                                </m:r>
                              </m:sub>
                            </m:sSub>
                          </m:sub>
                        </m:sSub>
                      </m:den>
                    </m:f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−1=</m:t>
                    </m:r>
                    <m:r>
                      <m:rPr>
                        <m:nor/>
                      </m:rPr>
                      <a:rPr lang="en-US" dirty="0"/>
                      <m:t> (24 </m:t>
                    </m:r>
                    <m:r>
                      <m:rPr>
                        <m:nor/>
                      </m:rPr>
                      <a:rPr lang="en-US" dirty="0"/>
                      <m:t>MHz</m:t>
                    </m:r>
                    <m:r>
                      <m:rPr>
                        <m:nor/>
                      </m:rPr>
                      <a:rPr lang="en-US" dirty="0"/>
                      <m:t>/19.199 </m:t>
                    </m:r>
                    <m:r>
                      <m:rPr>
                        <m:nor/>
                      </m:rPr>
                      <a:rPr lang="en-US" b="0" i="0" dirty="0" smtClean="0"/>
                      <m:t>K</m:t>
                    </m:r>
                    <m:r>
                      <m:rPr>
                        <m:nor/>
                      </m:rPr>
                      <a:rPr lang="en-US" dirty="0"/>
                      <m:t>Hz</m:t>
                    </m:r>
                    <m:r>
                      <m:rPr>
                        <m:nor/>
                      </m:rPr>
                      <a:rPr lang="en-US" dirty="0"/>
                      <m:t>) − 1≈1249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If timer clock frequency is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24</m:t>
                    </m:r>
                  </m:oMath>
                </a14:m>
                <a:r>
                  <a:rPr lang="en-US" dirty="0"/>
                  <a:t> MHz,  timer interrupt frequency 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315</m:t>
                    </m:r>
                  </m:oMath>
                </a14:m>
                <a:r>
                  <a:rPr lang="en-US" dirty="0"/>
                  <a:t> Hz, what is the maximum timer counter value?</a:t>
                </a:r>
              </a:p>
              <a:p>
                <a:r>
                  <a:rPr lang="en-US" dirty="0">
                    <a:solidFill>
                      <a:prstClr val="black"/>
                    </a:solidFill>
                  </a:rPr>
                  <a:t>ANS: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𝐴𝑅𝑅</m:t>
                    </m:r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𝐶𝐾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_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𝐶𝑁𝑇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prstClr val="black"/>
                                    </a:solidFill>
                                    <a:latin typeface="Cambria Math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prstClr val="black"/>
                                    </a:solidFill>
                                    <a:latin typeface="Cambria Math"/>
                                  </a:rPr>
                                  <m:t>𝐶𝑁𝑇</m:t>
                                </m:r>
                              </m:sub>
                            </m:sSub>
                          </m:sub>
                        </m:sSub>
                      </m:den>
                    </m:f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−1=</m:t>
                    </m:r>
                    <m:r>
                      <m:rPr>
                        <m:nor/>
                      </m:rPr>
                      <a:rPr lang="en-US" dirty="0"/>
                      <m:t> (24 </m:t>
                    </m:r>
                    <m:r>
                      <m:rPr>
                        <m:nor/>
                      </m:rPr>
                      <a:rPr lang="en-US" dirty="0"/>
                      <m:t>MHz</m:t>
                    </m:r>
                    <m:r>
                      <m:rPr>
                        <m:nor/>
                      </m:rPr>
                      <a:rPr lang="en-US" dirty="0"/>
                      <m:t>/315 </m:t>
                    </m:r>
                    <m:r>
                      <m:rPr>
                        <m:nor/>
                      </m:rPr>
                      <a:rPr lang="en-US" dirty="0"/>
                      <m:t>Hz</m:t>
                    </m:r>
                    <m:r>
                      <m:rPr>
                        <m:nor/>
                      </m:rPr>
                      <a:rPr lang="en-US" dirty="0"/>
                      <m:t>) − 1 ≈</m:t>
                    </m:r>
                    <m:r>
                      <m:rPr>
                        <m:nor/>
                      </m:rPr>
                      <a:rPr lang="en-US" b="0" i="1" dirty="0" smtClean="0"/>
                      <m:t> </m:t>
                    </m:r>
                    <m:r>
                      <m:rPr>
                        <m:nor/>
                      </m:rPr>
                      <a:rPr lang="en-US" b="0" i="0" dirty="0" smtClean="0"/>
                      <m:t>76189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3A465D7-A56D-2251-BB5D-10176AEAE2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078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89D51-1ADF-2FB6-0137-48B34ED70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2DCAE3-76F5-E703-DC25-2834DEBAE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635D3B-61FA-D8DB-BAD2-D23E207E84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2493B5-D169-7537-3C49-9EF38B6F6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115" y="0"/>
            <a:ext cx="56457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5001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3490</TotalTime>
  <Words>642</Words>
  <Application>Microsoft Office PowerPoint</Application>
  <PresentationFormat>On-screen Show (4:3)</PresentationFormat>
  <Paragraphs>77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8" baseType="lpstr">
      <vt:lpstr>Bookman Old Style (Headings)</vt:lpstr>
      <vt:lpstr>Gill Sans Light</vt:lpstr>
      <vt:lpstr>Bookman Old Style</vt:lpstr>
      <vt:lpstr>Calibri</vt:lpstr>
      <vt:lpstr>Cambria Math</vt:lpstr>
      <vt:lpstr>Consolas</vt:lpstr>
      <vt:lpstr>Gill Sans MT</vt:lpstr>
      <vt:lpstr>Times New Roman</vt:lpstr>
      <vt:lpstr>Wingdings</vt:lpstr>
      <vt:lpstr>Wingdings 3</vt:lpstr>
      <vt:lpstr>Origin</vt:lpstr>
      <vt:lpstr>2_Origin</vt:lpstr>
      <vt:lpstr>PowerPoint Presentation</vt:lpstr>
      <vt:lpstr>Interrupt</vt:lpstr>
      <vt:lpstr>Interrupt ANS</vt:lpstr>
      <vt:lpstr>Summary of Equations</vt:lpstr>
      <vt:lpstr>Maximum timer counter value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357</cp:revision>
  <cp:lastPrinted>2018-03-23T02:32:24Z</cp:lastPrinted>
  <dcterms:created xsi:type="dcterms:W3CDTF">2013-02-03T05:36:57Z</dcterms:created>
  <dcterms:modified xsi:type="dcterms:W3CDTF">2025-10-21T21:45:12Z</dcterms:modified>
</cp:coreProperties>
</file>