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8" r:id="rId2"/>
  </p:sldMasterIdLst>
  <p:notesMasterIdLst>
    <p:notesMasterId r:id="rId8"/>
  </p:notesMasterIdLst>
  <p:handoutMasterIdLst>
    <p:handoutMasterId r:id="rId9"/>
  </p:handoutMasterIdLst>
  <p:sldIdLst>
    <p:sldId id="256" r:id="rId3"/>
    <p:sldId id="316" r:id="rId4"/>
    <p:sldId id="317" r:id="rId5"/>
    <p:sldId id="314" r:id="rId6"/>
    <p:sldId id="315" r:id="rId7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005790-576D-450D-9301-7DB63049DAAC}" v="13" dt="2025-10-14T21:45:16.7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2" autoAdjust="0"/>
    <p:restoredTop sz="86797" autoAdjust="0"/>
  </p:normalViewPr>
  <p:slideViewPr>
    <p:cSldViewPr>
      <p:cViewPr varScale="1">
        <p:scale>
          <a:sx n="71" d="100"/>
          <a:sy n="71" d="100"/>
        </p:scale>
        <p:origin x="1277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 delMainMaster">
      <pc:chgData name="Zonghua Gu" userId="9a7e1853e1951ef5" providerId="LiveId" clId="{CF1FAA12-072C-4ED5-BA76-0FFFAEFDB88A}" dt="2025-10-14T21:48:38.168" v="912" actId="14100"/>
      <pc:docMkLst>
        <pc:docMk/>
      </pc:docMkLst>
      <pc:sldChg chg="delSp modSp add del mod">
        <pc:chgData name="Zonghua Gu" userId="9a7e1853e1951ef5" providerId="LiveId" clId="{CF1FAA12-072C-4ED5-BA76-0FFFAEFDB88A}" dt="2025-10-14T21:38:56.311" v="814" actId="20577"/>
        <pc:sldMkLst>
          <pc:docMk/>
          <pc:sldMk cId="1227639730" sldId="256"/>
        </pc:sldMkLst>
        <pc:spChg chg="mod">
          <ac:chgData name="Zonghua Gu" userId="9a7e1853e1951ef5" providerId="LiveId" clId="{CF1FAA12-072C-4ED5-BA76-0FFFAEFDB88A}" dt="2025-10-14T21:38:56.311" v="814" actId="20577"/>
          <ac:spMkLst>
            <pc:docMk/>
            <pc:sldMk cId="1227639730" sldId="256"/>
            <ac:spMk id="5" creationId="{00000000-0000-0000-0000-000000000000}"/>
          </ac:spMkLst>
        </pc:spChg>
        <pc:spChg chg="mod">
          <ac:chgData name="Zonghua Gu" userId="9a7e1853e1951ef5" providerId="LiveId" clId="{CF1FAA12-072C-4ED5-BA76-0FFFAEFDB88A}" dt="2025-09-22T21:27:29.749" v="0"/>
          <ac:spMkLst>
            <pc:docMk/>
            <pc:sldMk cId="1227639730" sldId="256"/>
            <ac:spMk id="6" creationId="{00000000-0000-0000-0000-000000000000}"/>
          </ac:spMkLst>
        </pc:spChg>
        <pc:spChg chg="mod">
          <ac:chgData name="Zonghua Gu" userId="9a7e1853e1951ef5" providerId="LiveId" clId="{CF1FAA12-072C-4ED5-BA76-0FFFAEFDB88A}" dt="2025-09-22T21:27:58.775" v="20" actId="1076"/>
          <ac:spMkLst>
            <pc:docMk/>
            <pc:sldMk cId="1227639730" sldId="256"/>
            <ac:spMk id="13" creationId="{273EC5B2-C191-2980-14D0-C87219AED9C5}"/>
          </ac:spMkLst>
        </pc:spChg>
      </pc:sldChg>
      <pc:sldChg chg="add del">
        <pc:chgData name="Zonghua Gu" userId="9a7e1853e1951ef5" providerId="LiveId" clId="{CF1FAA12-072C-4ED5-BA76-0FFFAEFDB88A}" dt="2025-09-28T20:34:57.062" v="444" actId="47"/>
        <pc:sldMkLst>
          <pc:docMk/>
          <pc:sldMk cId="3989690828" sldId="260"/>
        </pc:sldMkLst>
      </pc:sldChg>
      <pc:sldChg chg="addSp modSp add del mod">
        <pc:chgData name="Zonghua Gu" userId="9a7e1853e1951ef5" providerId="LiveId" clId="{CF1FAA12-072C-4ED5-BA76-0FFFAEFDB88A}" dt="2025-09-28T20:19:47.197" v="328" actId="20577"/>
        <pc:sldMkLst>
          <pc:docMk/>
          <pc:sldMk cId="2803075552" sldId="279"/>
        </pc:sldMkLst>
      </pc:sldChg>
      <pc:sldChg chg="modSp mod">
        <pc:chgData name="Zonghua Gu" userId="9a7e1853e1951ef5" providerId="LiveId" clId="{CF1FAA12-072C-4ED5-BA76-0FFFAEFDB88A}" dt="2025-09-22T21:40:42.491" v="28" actId="14100"/>
        <pc:sldMkLst>
          <pc:docMk/>
          <pc:sldMk cId="3018883392" sldId="282"/>
        </pc:sldMkLst>
      </pc:sldChg>
      <pc:sldChg chg="addSp delSp modSp mod">
        <pc:chgData name="Zonghua Gu" userId="9a7e1853e1951ef5" providerId="LiveId" clId="{CF1FAA12-072C-4ED5-BA76-0FFFAEFDB88A}" dt="2025-09-28T20:37:59.424" v="449" actId="20577"/>
        <pc:sldMkLst>
          <pc:docMk/>
          <pc:sldMk cId="4015673518" sldId="283"/>
        </pc:sldMkLst>
      </pc:sldChg>
      <pc:sldChg chg="addSp delSp modSp mod">
        <pc:chgData name="Zonghua Gu" userId="9a7e1853e1951ef5" providerId="LiveId" clId="{CF1FAA12-072C-4ED5-BA76-0FFFAEFDB88A}" dt="2025-09-28T20:04:27.528" v="237" actId="1036"/>
        <pc:sldMkLst>
          <pc:docMk/>
          <pc:sldMk cId="17129334" sldId="284"/>
        </pc:sldMkLst>
      </pc:sldChg>
      <pc:sldChg chg="addSp delSp modSp mod">
        <pc:chgData name="Zonghua Gu" userId="9a7e1853e1951ef5" providerId="LiveId" clId="{CF1FAA12-072C-4ED5-BA76-0FFFAEFDB88A}" dt="2025-09-28T20:05:44.935" v="245" actId="478"/>
        <pc:sldMkLst>
          <pc:docMk/>
          <pc:sldMk cId="1891761629" sldId="285"/>
        </pc:sldMkLst>
      </pc:sldChg>
      <pc:sldChg chg="addSp delSp modSp mod delAnim modAnim">
        <pc:chgData name="Zonghua Gu" userId="9a7e1853e1951ef5" providerId="LiveId" clId="{CF1FAA12-072C-4ED5-BA76-0FFFAEFDB88A}" dt="2025-09-28T20:39:31.147" v="466" actId="20577"/>
        <pc:sldMkLst>
          <pc:docMk/>
          <pc:sldMk cId="2029335128" sldId="286"/>
        </pc:sldMkLst>
      </pc:sldChg>
      <pc:sldChg chg="addSp delSp modSp mod modAnim">
        <pc:chgData name="Zonghua Gu" userId="9a7e1853e1951ef5" providerId="LiveId" clId="{CF1FAA12-072C-4ED5-BA76-0FFFAEFDB88A}" dt="2025-09-28T20:39:24.954" v="463" actId="14100"/>
        <pc:sldMkLst>
          <pc:docMk/>
          <pc:sldMk cId="2553664942" sldId="287"/>
        </pc:sldMkLst>
      </pc:sldChg>
      <pc:sldChg chg="add">
        <pc:chgData name="Zonghua Gu" userId="9a7e1853e1951ef5" providerId="LiveId" clId="{CF1FAA12-072C-4ED5-BA76-0FFFAEFDB88A}" dt="2025-09-28T20:50:12.637" v="547"/>
        <pc:sldMkLst>
          <pc:docMk/>
          <pc:sldMk cId="1230673309" sldId="293"/>
        </pc:sldMkLst>
      </pc:sldChg>
      <pc:sldChg chg="addSp delSp modSp add mod modNotesTx">
        <pc:chgData name="Zonghua Gu" userId="9a7e1853e1951ef5" providerId="LiveId" clId="{CF1FAA12-072C-4ED5-BA76-0FFFAEFDB88A}" dt="2025-09-28T20:33:33.175" v="429" actId="27636"/>
        <pc:sldMkLst>
          <pc:docMk/>
          <pc:sldMk cId="2002481813" sldId="294"/>
        </pc:sldMkLst>
      </pc:sldChg>
      <pc:sldChg chg="addSp modSp mod">
        <pc:chgData name="Zonghua Gu" userId="9a7e1853e1951ef5" providerId="LiveId" clId="{CF1FAA12-072C-4ED5-BA76-0FFFAEFDB88A}" dt="2025-10-06T13:02:28.141" v="786" actId="20577"/>
        <pc:sldMkLst>
          <pc:docMk/>
          <pc:sldMk cId="1739833041" sldId="300"/>
        </pc:sldMkLst>
      </pc:sldChg>
      <pc:sldChg chg="modSp mod">
        <pc:chgData name="Zonghua Gu" userId="9a7e1853e1951ef5" providerId="LiveId" clId="{CF1FAA12-072C-4ED5-BA76-0FFFAEFDB88A}" dt="2025-09-22T23:36:28.039" v="40" actId="20577"/>
        <pc:sldMkLst>
          <pc:docMk/>
          <pc:sldMk cId="4252816745" sldId="301"/>
        </pc:sldMkLst>
      </pc:sldChg>
      <pc:sldChg chg="addSp delSp modSp mod">
        <pc:chgData name="Zonghua Gu" userId="9a7e1853e1951ef5" providerId="LiveId" clId="{CF1FAA12-072C-4ED5-BA76-0FFFAEFDB88A}" dt="2025-10-07T21:31:05.903" v="797" actId="20577"/>
        <pc:sldMkLst>
          <pc:docMk/>
          <pc:sldMk cId="1476999915" sldId="308"/>
        </pc:sldMkLst>
      </pc:sldChg>
      <pc:sldChg chg="addSp modSp mod ord">
        <pc:chgData name="Zonghua Gu" userId="9a7e1853e1951ef5" providerId="LiveId" clId="{CF1FAA12-072C-4ED5-BA76-0FFFAEFDB88A}" dt="2025-10-07T21:32:27.659" v="803" actId="1076"/>
        <pc:sldMkLst>
          <pc:docMk/>
          <pc:sldMk cId="1907313311" sldId="309"/>
        </pc:sldMkLst>
      </pc:sldChg>
      <pc:sldChg chg="del">
        <pc:chgData name="Zonghua Gu" userId="9a7e1853e1951ef5" providerId="LiveId" clId="{CF1FAA12-072C-4ED5-BA76-0FFFAEFDB88A}" dt="2025-09-22T21:28:05.608" v="21" actId="47"/>
        <pc:sldMkLst>
          <pc:docMk/>
          <pc:sldMk cId="586211350" sldId="310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2573725380" sldId="311"/>
        </pc:sldMkLst>
      </pc:sldChg>
      <pc:sldChg chg="modSp mod">
        <pc:chgData name="Zonghua Gu" userId="9a7e1853e1951ef5" providerId="LiveId" clId="{CF1FAA12-072C-4ED5-BA76-0FFFAEFDB88A}" dt="2025-09-28T21:18:18.834" v="624" actId="20577"/>
        <pc:sldMkLst>
          <pc:docMk/>
          <pc:sldMk cId="1363005958" sldId="312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2231599014" sldId="313"/>
        </pc:sldMkLst>
      </pc:sldChg>
      <pc:sldChg chg="addSp delSp modSp mod">
        <pc:chgData name="Zonghua Gu" userId="9a7e1853e1951ef5" providerId="LiveId" clId="{CF1FAA12-072C-4ED5-BA76-0FFFAEFDB88A}" dt="2025-09-28T21:30:53.434" v="643" actId="478"/>
        <pc:sldMkLst>
          <pc:docMk/>
          <pc:sldMk cId="380073498" sldId="314"/>
        </pc:sldMkLst>
        <pc:spChg chg="mod">
          <ac:chgData name="Zonghua Gu" userId="9a7e1853e1951ef5" providerId="LiveId" clId="{CF1FAA12-072C-4ED5-BA76-0FFFAEFDB88A}" dt="2025-09-28T20:44:25.703" v="505" actId="27636"/>
          <ac:spMkLst>
            <pc:docMk/>
            <pc:sldMk cId="380073498" sldId="314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09-28T20:44:44.238" v="518" actId="20577"/>
          <ac:spMkLst>
            <pc:docMk/>
            <pc:sldMk cId="380073498" sldId="314"/>
            <ac:spMk id="6" creationId="{00000000-0000-0000-0000-000000000000}"/>
          </ac:spMkLst>
        </pc:spChg>
        <pc:spChg chg="mod">
          <ac:chgData name="Zonghua Gu" userId="9a7e1853e1951ef5" providerId="LiveId" clId="{CF1FAA12-072C-4ED5-BA76-0FFFAEFDB88A}" dt="2025-09-28T20:48:29.263" v="545" actId="20577"/>
          <ac:spMkLst>
            <pc:docMk/>
            <pc:sldMk cId="380073498" sldId="314"/>
            <ac:spMk id="13" creationId="{00000000-0000-0000-0000-000000000000}"/>
          </ac:spMkLst>
        </pc:spChg>
        <pc:spChg chg="mod">
          <ac:chgData name="Zonghua Gu" userId="9a7e1853e1951ef5" providerId="LiveId" clId="{CF1FAA12-072C-4ED5-BA76-0FFFAEFDB88A}" dt="2025-09-28T20:48:03.187" v="541" actId="20577"/>
          <ac:spMkLst>
            <pc:docMk/>
            <pc:sldMk cId="380073498" sldId="314"/>
            <ac:spMk id="23" creationId="{00000000-0000-0000-0000-000000000000}"/>
          </ac:spMkLst>
        </pc:spChg>
      </pc:sldChg>
      <pc:sldChg chg="addSp delSp modSp mod">
        <pc:chgData name="Zonghua Gu" userId="9a7e1853e1951ef5" providerId="LiveId" clId="{CF1FAA12-072C-4ED5-BA76-0FFFAEFDB88A}" dt="2025-09-28T20:42:25.930" v="481" actId="20577"/>
        <pc:sldMkLst>
          <pc:docMk/>
          <pc:sldMk cId="1811287028" sldId="315"/>
        </pc:sldMkLst>
      </pc:sldChg>
      <pc:sldChg chg="addSp modSp new mod">
        <pc:chgData name="Zonghua Gu" userId="9a7e1853e1951ef5" providerId="LiveId" clId="{CF1FAA12-072C-4ED5-BA76-0FFFAEFDB88A}" dt="2025-10-14T21:43:43.499" v="879" actId="20577"/>
        <pc:sldMkLst>
          <pc:docMk/>
          <pc:sldMk cId="711508281" sldId="316"/>
        </pc:sldMkLst>
        <pc:spChg chg="mod">
          <ac:chgData name="Zonghua Gu" userId="9a7e1853e1951ef5" providerId="LiveId" clId="{CF1FAA12-072C-4ED5-BA76-0FFFAEFDB88A}" dt="2025-10-14T21:41:06.539" v="834" actId="20577"/>
          <ac:spMkLst>
            <pc:docMk/>
            <pc:sldMk cId="711508281" sldId="316"/>
            <ac:spMk id="2" creationId="{E9F2112C-584F-361C-F04D-047D28B34543}"/>
          </ac:spMkLst>
        </pc:spChg>
        <pc:spChg chg="mod">
          <ac:chgData name="Zonghua Gu" userId="9a7e1853e1951ef5" providerId="LiveId" clId="{CF1FAA12-072C-4ED5-BA76-0FFFAEFDB88A}" dt="2025-10-14T21:43:43.499" v="879" actId="20577"/>
          <ac:spMkLst>
            <pc:docMk/>
            <pc:sldMk cId="711508281" sldId="316"/>
            <ac:spMk id="4" creationId="{306AF55F-06A9-F112-5FB4-9B7BF0166B2C}"/>
          </ac:spMkLst>
        </pc:spChg>
        <pc:graphicFrameChg chg="add mod">
          <ac:chgData name="Zonghua Gu" userId="9a7e1853e1951ef5" providerId="LiveId" clId="{CF1FAA12-072C-4ED5-BA76-0FFFAEFDB88A}" dt="2025-10-14T21:42:08.891" v="849"/>
          <ac:graphicFrameMkLst>
            <pc:docMk/>
            <pc:sldMk cId="711508281" sldId="316"/>
            <ac:graphicFrameMk id="5" creationId="{A6BA43DB-5943-1342-3C51-C137D2DDB929}"/>
          </ac:graphicFrameMkLst>
        </pc:graphicFrameChg>
        <pc:graphicFrameChg chg="add mod modGraphic">
          <ac:chgData name="Zonghua Gu" userId="9a7e1853e1951ef5" providerId="LiveId" clId="{CF1FAA12-072C-4ED5-BA76-0FFFAEFDB88A}" dt="2025-10-14T21:43:04.594" v="859" actId="14100"/>
          <ac:graphicFrameMkLst>
            <pc:docMk/>
            <pc:sldMk cId="711508281" sldId="316"/>
            <ac:graphicFrameMk id="6" creationId="{03ED02B2-B7A4-6AE0-0F84-7EDDFDACF3E1}"/>
          </ac:graphicFrameMkLst>
        </pc:graphicFrameChg>
      </pc:sldChg>
      <pc:sldChg chg="addSp delSp modSp mod">
        <pc:chgData name="Zonghua Gu" userId="9a7e1853e1951ef5" providerId="LiveId" clId="{CF1FAA12-072C-4ED5-BA76-0FFFAEFDB88A}" dt="2025-09-28T20:42:31.389" v="482" actId="20577"/>
        <pc:sldMkLst>
          <pc:docMk/>
          <pc:sldMk cId="3843227747" sldId="316"/>
        </pc:sldMkLst>
      </pc:sldChg>
      <pc:sldChg chg="addSp delSp modSp mod">
        <pc:chgData name="Zonghua Gu" userId="9a7e1853e1951ef5" providerId="LiveId" clId="{CF1FAA12-072C-4ED5-BA76-0FFFAEFDB88A}" dt="2025-09-28T20:42:43.569" v="485" actId="478"/>
        <pc:sldMkLst>
          <pc:docMk/>
          <pc:sldMk cId="178264963" sldId="317"/>
        </pc:sldMkLst>
      </pc:sldChg>
      <pc:sldChg chg="addSp modSp new mod">
        <pc:chgData name="Zonghua Gu" userId="9a7e1853e1951ef5" providerId="LiveId" clId="{CF1FAA12-072C-4ED5-BA76-0FFFAEFDB88A}" dt="2025-10-14T21:48:38.168" v="912" actId="14100"/>
        <pc:sldMkLst>
          <pc:docMk/>
          <pc:sldMk cId="1263936613" sldId="317"/>
        </pc:sldMkLst>
        <pc:spChg chg="mod">
          <ac:chgData name="Zonghua Gu" userId="9a7e1853e1951ef5" providerId="LiveId" clId="{CF1FAA12-072C-4ED5-BA76-0FFFAEFDB88A}" dt="2025-10-14T21:43:15.808" v="866" actId="20577"/>
          <ac:spMkLst>
            <pc:docMk/>
            <pc:sldMk cId="1263936613" sldId="317"/>
            <ac:spMk id="2" creationId="{80381413-78DE-49B8-B0C8-1A5AEBD8A8DF}"/>
          </ac:spMkLst>
        </pc:spChg>
        <pc:spChg chg="mod">
          <ac:chgData name="Zonghua Gu" userId="9a7e1853e1951ef5" providerId="LiveId" clId="{CF1FAA12-072C-4ED5-BA76-0FFFAEFDB88A}" dt="2025-10-14T21:43:55.192" v="882" actId="20577"/>
          <ac:spMkLst>
            <pc:docMk/>
            <pc:sldMk cId="1263936613" sldId="317"/>
            <ac:spMk id="4" creationId="{01048E9F-978D-E1AC-E55B-891E2B164B3B}"/>
          </ac:spMkLst>
        </pc:spChg>
        <pc:graphicFrameChg chg="add mod">
          <ac:chgData name="Zonghua Gu" userId="9a7e1853e1951ef5" providerId="LiveId" clId="{CF1FAA12-072C-4ED5-BA76-0FFFAEFDB88A}" dt="2025-10-14T21:43:59.140" v="883"/>
          <ac:graphicFrameMkLst>
            <pc:docMk/>
            <pc:sldMk cId="1263936613" sldId="317"/>
            <ac:graphicFrameMk id="5" creationId="{E144F219-1F52-8B16-FD60-98220DA47FE4}"/>
          </ac:graphicFrameMkLst>
        </pc:graphicFrameChg>
        <pc:graphicFrameChg chg="add mod modGraphic">
          <ac:chgData name="Zonghua Gu" userId="9a7e1853e1951ef5" providerId="LiveId" clId="{CF1FAA12-072C-4ED5-BA76-0FFFAEFDB88A}" dt="2025-10-14T21:44:42.250" v="891" actId="2162"/>
          <ac:graphicFrameMkLst>
            <pc:docMk/>
            <pc:sldMk cId="1263936613" sldId="317"/>
            <ac:graphicFrameMk id="6" creationId="{A085E1FE-19D1-7C68-7291-2C774DA7BF91}"/>
          </ac:graphicFrameMkLst>
        </pc:graphicFrameChg>
        <pc:graphicFrameChg chg="add mod modGraphic">
          <ac:chgData name="Zonghua Gu" userId="9a7e1853e1951ef5" providerId="LiveId" clId="{CF1FAA12-072C-4ED5-BA76-0FFFAEFDB88A}" dt="2025-10-14T21:48:38.168" v="912" actId="14100"/>
          <ac:graphicFrameMkLst>
            <pc:docMk/>
            <pc:sldMk cId="1263936613" sldId="317"/>
            <ac:graphicFrameMk id="7" creationId="{236CC83D-E382-1C35-9A67-05FC90821CD7}"/>
          </ac:graphicFrameMkLst>
        </pc:graphicFrameChg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1182917876" sldId="318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2889144330" sldId="319"/>
        </pc:sldMkLst>
      </pc:sldChg>
      <pc:sldChg chg="addSp delSp modSp mod">
        <pc:chgData name="Zonghua Gu" userId="9a7e1853e1951ef5" providerId="LiveId" clId="{CF1FAA12-072C-4ED5-BA76-0FFFAEFDB88A}" dt="2025-09-28T20:17:52.023" v="314" actId="478"/>
        <pc:sldMkLst>
          <pc:docMk/>
          <pc:sldMk cId="4074743863" sldId="321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1271958434" sldId="322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4107115112" sldId="323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2719984395" sldId="324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1063495253" sldId="326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134236884" sldId="327"/>
        </pc:sldMkLst>
      </pc:sldChg>
      <pc:sldChg chg="del">
        <pc:chgData name="Zonghua Gu" userId="9a7e1853e1951ef5" providerId="LiveId" clId="{CF1FAA12-072C-4ED5-BA76-0FFFAEFDB88A}" dt="2025-09-28T19:38:42.867" v="41" actId="47"/>
        <pc:sldMkLst>
          <pc:docMk/>
          <pc:sldMk cId="1363681695" sldId="328"/>
        </pc:sldMkLst>
      </pc:sldChg>
      <pc:sldChg chg="addSp modSp mod">
        <pc:chgData name="Zonghua Gu" userId="9a7e1853e1951ef5" providerId="LiveId" clId="{CF1FAA12-072C-4ED5-BA76-0FFFAEFDB88A}" dt="2025-09-28T21:16:09.451" v="621" actId="1076"/>
        <pc:sldMkLst>
          <pc:docMk/>
          <pc:sldMk cId="1058672256" sldId="329"/>
        </pc:sldMkLst>
      </pc:sldChg>
      <pc:sldChg chg="addSp delSp modSp new mod modAnim">
        <pc:chgData name="Zonghua Gu" userId="9a7e1853e1951ef5" providerId="LiveId" clId="{CF1FAA12-072C-4ED5-BA76-0FFFAEFDB88A}" dt="2025-09-28T19:49:02.519" v="113"/>
        <pc:sldMkLst>
          <pc:docMk/>
          <pc:sldMk cId="428946599" sldId="330"/>
        </pc:sldMkLst>
      </pc:sldChg>
      <pc:sldChg chg="addSp delSp modSp add mod delAnim modAnim">
        <pc:chgData name="Zonghua Gu" userId="9a7e1853e1951ef5" providerId="LiveId" clId="{CF1FAA12-072C-4ED5-BA76-0FFFAEFDB88A}" dt="2025-09-28T19:52:40.491" v="125" actId="1076"/>
        <pc:sldMkLst>
          <pc:docMk/>
          <pc:sldMk cId="2294325802" sldId="331"/>
        </pc:sldMkLst>
      </pc:sldChg>
      <pc:sldChg chg="addSp modSp add del">
        <pc:chgData name="Zonghua Gu" userId="9a7e1853e1951ef5" providerId="LiveId" clId="{CF1FAA12-072C-4ED5-BA76-0FFFAEFDB88A}" dt="2025-09-28T20:23:21.008" v="331" actId="47"/>
        <pc:sldMkLst>
          <pc:docMk/>
          <pc:sldMk cId="298946678" sldId="332"/>
        </pc:sldMkLst>
      </pc:sldChg>
      <pc:sldChg chg="add">
        <pc:chgData name="Zonghua Gu" userId="9a7e1853e1951ef5" providerId="LiveId" clId="{CF1FAA12-072C-4ED5-BA76-0FFFAEFDB88A}" dt="2025-09-28T20:23:42.044" v="332"/>
        <pc:sldMkLst>
          <pc:docMk/>
          <pc:sldMk cId="4125610159" sldId="332"/>
        </pc:sldMkLst>
      </pc:sldChg>
      <pc:sldChg chg="add del">
        <pc:chgData name="Zonghua Gu" userId="9a7e1853e1951ef5" providerId="LiveId" clId="{CF1FAA12-072C-4ED5-BA76-0FFFAEFDB88A}" dt="2025-09-28T20:23:21.008" v="331" actId="47"/>
        <pc:sldMkLst>
          <pc:docMk/>
          <pc:sldMk cId="439551089" sldId="333"/>
        </pc:sldMkLst>
      </pc:sldChg>
      <pc:sldChg chg="add">
        <pc:chgData name="Zonghua Gu" userId="9a7e1853e1951ef5" providerId="LiveId" clId="{CF1FAA12-072C-4ED5-BA76-0FFFAEFDB88A}" dt="2025-09-28T20:23:42.044" v="332"/>
        <pc:sldMkLst>
          <pc:docMk/>
          <pc:sldMk cId="2323096949" sldId="333"/>
        </pc:sldMkLst>
      </pc:sldChg>
      <pc:sldChg chg="add del">
        <pc:chgData name="Zonghua Gu" userId="9a7e1853e1951ef5" providerId="LiveId" clId="{CF1FAA12-072C-4ED5-BA76-0FFFAEFDB88A}" dt="2025-09-28T20:23:21.008" v="331" actId="47"/>
        <pc:sldMkLst>
          <pc:docMk/>
          <pc:sldMk cId="3324624948" sldId="334"/>
        </pc:sldMkLst>
      </pc:sldChg>
      <pc:sldChg chg="add">
        <pc:chgData name="Zonghua Gu" userId="9a7e1853e1951ef5" providerId="LiveId" clId="{CF1FAA12-072C-4ED5-BA76-0FFFAEFDB88A}" dt="2025-09-28T20:23:42.044" v="332"/>
        <pc:sldMkLst>
          <pc:docMk/>
          <pc:sldMk cId="3974902252" sldId="334"/>
        </pc:sldMkLst>
      </pc:sldChg>
      <pc:sldChg chg="modSp new mod">
        <pc:chgData name="Zonghua Gu" userId="9a7e1853e1951ef5" providerId="LiveId" clId="{CF1FAA12-072C-4ED5-BA76-0FFFAEFDB88A}" dt="2025-09-28T20:27:06.193" v="379" actId="20577"/>
        <pc:sldMkLst>
          <pc:docMk/>
          <pc:sldMk cId="837827846" sldId="335"/>
        </pc:sldMkLst>
      </pc:sldChg>
      <pc:sldChg chg="modSp new del mod">
        <pc:chgData name="Zonghua Gu" userId="9a7e1853e1951ef5" providerId="LiveId" clId="{CF1FAA12-072C-4ED5-BA76-0FFFAEFDB88A}" dt="2025-10-06T12:57:16.826" v="677" actId="47"/>
        <pc:sldMkLst>
          <pc:docMk/>
          <pc:sldMk cId="1269769883" sldId="336"/>
        </pc:sldMkLst>
      </pc:sldChg>
      <pc:sldChg chg="addSp modSp add mod">
        <pc:chgData name="Zonghua Gu" userId="9a7e1853e1951ef5" providerId="LiveId" clId="{CF1FAA12-072C-4ED5-BA76-0FFFAEFDB88A}" dt="2025-09-28T21:00:29.512" v="564" actId="1076"/>
        <pc:sldMkLst>
          <pc:docMk/>
          <pc:sldMk cId="428035047" sldId="337"/>
        </pc:sldMkLst>
      </pc:sldChg>
      <pc:sldChg chg="add del">
        <pc:chgData name="Zonghua Gu" userId="9a7e1853e1951ef5" providerId="LiveId" clId="{CF1FAA12-072C-4ED5-BA76-0FFFAEFDB88A}" dt="2025-09-28T20:48:38.609" v="546" actId="47"/>
        <pc:sldMkLst>
          <pc:docMk/>
          <pc:sldMk cId="1542477397" sldId="337"/>
        </pc:sldMkLst>
      </pc:sldChg>
      <pc:sldChg chg="modSp add mod ord">
        <pc:chgData name="Zonghua Gu" userId="9a7e1853e1951ef5" providerId="LiveId" clId="{CF1FAA12-072C-4ED5-BA76-0FFFAEFDB88A}" dt="2025-09-28T21:00:56.494" v="568" actId="207"/>
        <pc:sldMkLst>
          <pc:docMk/>
          <pc:sldMk cId="2066005274" sldId="349"/>
        </pc:sldMkLst>
      </pc:sldChg>
      <pc:sldChg chg="addSp modSp new del mod modAnim">
        <pc:chgData name="Zonghua Gu" userId="9a7e1853e1951ef5" providerId="LiveId" clId="{CF1FAA12-072C-4ED5-BA76-0FFFAEFDB88A}" dt="2025-10-06T00:41:21.204" v="655" actId="2696"/>
        <pc:sldMkLst>
          <pc:docMk/>
          <pc:sldMk cId="1824905775" sldId="350"/>
        </pc:sldMkLst>
      </pc:sldChg>
      <pc:sldChg chg="addSp modSp new mod modAnim">
        <pc:chgData name="Zonghua Gu" userId="9a7e1853e1951ef5" providerId="LiveId" clId="{CF1FAA12-072C-4ED5-BA76-0FFFAEFDB88A}" dt="2025-10-06T00:44:47.420" v="676" actId="20577"/>
        <pc:sldMkLst>
          <pc:docMk/>
          <pc:sldMk cId="2402349904" sldId="350"/>
        </pc:sldMkLst>
      </pc:sldChg>
      <pc:sldChg chg="modSp new mod">
        <pc:chgData name="Zonghua Gu" userId="9a7e1853e1951ef5" providerId="LiveId" clId="{CF1FAA12-072C-4ED5-BA76-0FFFAEFDB88A}" dt="2025-10-06T13:08:00.564" v="792" actId="20577"/>
        <pc:sldMkLst>
          <pc:docMk/>
          <pc:sldMk cId="1161542869" sldId="351"/>
        </pc:sldMkLst>
      </pc:sldChg>
      <pc:sldMasterChg chg="del delSldLayout">
        <pc:chgData name="Zonghua Gu" userId="9a7e1853e1951ef5" providerId="LiveId" clId="{CF1FAA12-072C-4ED5-BA76-0FFFAEFDB88A}" dt="2025-09-22T21:28:05.608" v="21" actId="47"/>
        <pc:sldMasterMkLst>
          <pc:docMk/>
          <pc:sldMasterMk cId="2048598753" sldId="2147483684"/>
        </pc:sldMasterMkLst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2792416664" sldId="2147483685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3643777705" sldId="2147483686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3657332555" sldId="2147483687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2712397163" sldId="2147483688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2187388915" sldId="2147483689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683193793" sldId="2147483690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497172582" sldId="2147483691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2509342062" sldId="2147483692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1146008632" sldId="2147483693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3515496529" sldId="2147483694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775773720" sldId="2147483695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3518001714" sldId="2147483696"/>
          </pc:sldLayoutMkLst>
        </pc:sldLayoutChg>
        <pc:sldLayoutChg chg="del">
          <pc:chgData name="Zonghua Gu" userId="9a7e1853e1951ef5" providerId="LiveId" clId="{CF1FAA12-072C-4ED5-BA76-0FFFAEFDB88A}" dt="2025-09-22T21:28:05.608" v="21" actId="47"/>
          <pc:sldLayoutMkLst>
            <pc:docMk/>
            <pc:sldMasterMk cId="2048598753" sldId="2147483684"/>
            <pc:sldLayoutMk cId="549915692" sldId="214748369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0C9D69-9831-4844-8B1E-062B2DA58B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354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10/14/2025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15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050"/>
            </a:lvl1pPr>
          </a:lstStyle>
          <a:p>
            <a:pPr eaLnBrk="1" latinLnBrk="0" hangingPunct="1"/>
            <a:fld id="{3B6732A1-8A50-42D0-9FB5-A7CC4F887D83}" type="datetime1">
              <a:rPr lang="en-US" smtClean="0"/>
              <a:t>10/14/2025</a:t>
            </a:fld>
            <a:endParaRPr lang="en-US" sz="12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582932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4B809B3-6A2C-46CF-98AB-C7B45372B065}" type="datetime1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73167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24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C191117F-3CD7-4767-AEE5-49A060274EAA}" type="datetime1">
              <a:rPr lang="en-US" smtClean="0"/>
              <a:t>10/14/2025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77021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7B8C5CE-9DF7-4BB4-863A-6E277DDC03D4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18844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EE11402-9D83-40E7-9253-0548CE63EB94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83890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0C8811-C7DA-4658-BB60-F635F9220CDF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012973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EB38FCF-5E28-44CB-A212-D3E75CA77D8D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865507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15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2"/>
            <a:ext cx="2514600" cy="4843463"/>
          </a:xfrm>
        </p:spPr>
        <p:txBody>
          <a:bodyPr/>
          <a:lstStyle>
            <a:lvl1pPr marL="0" indent="0">
              <a:lnSpc>
                <a:spcPts val="1650"/>
              </a:lnSpc>
              <a:spcAft>
                <a:spcPts val="750"/>
              </a:spcAft>
              <a:buNone/>
              <a:defRPr sz="1200">
                <a:solidFill>
                  <a:schemeClr val="tx2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55FE7C6-0DE5-4400-A2DD-37AB2CB98797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495772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15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450"/>
              </a:spcBef>
              <a:buNone/>
              <a:defRPr sz="24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312819A-A7E0-496A-9C6B-0FBBF375D97B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792325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2F6112-2530-4960-AA07-04E672D1E722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232384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96A6EFF-8172-426D-9AC7-B0DD95EEE533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618353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10/14/2025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0259BA2E-082A-4ACD-AA34-4B617DF5D259}" type="datetime1">
              <a:rPr lang="en-US" smtClean="0"/>
              <a:t>10/14/2025</a:t>
            </a:fld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05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175999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6000"/>
        <a:buFont typeface="Wingdings 3"/>
        <a:buChar char=""/>
        <a:defRPr kumimoji="0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205740" algn="l" rtl="0" eaLnBrk="1" latinLnBrk="0" hangingPunct="1">
        <a:spcBef>
          <a:spcPts val="375"/>
        </a:spcBef>
        <a:buClr>
          <a:schemeClr val="accent2"/>
        </a:buClr>
        <a:buSzPct val="76000"/>
        <a:buFont typeface="Wingdings 3"/>
        <a:buChar char=""/>
        <a:defRPr kumimoji="0" sz="1725" kern="1200">
          <a:solidFill>
            <a:schemeClr val="tx2"/>
          </a:solidFill>
          <a:latin typeface="+mn-lt"/>
          <a:ea typeface="+mn-ea"/>
          <a:cs typeface="+mn-cs"/>
        </a:defRPr>
      </a:lvl2pPr>
      <a:lvl3pPr marL="617220" indent="-171450" algn="l" rtl="0" eaLnBrk="1" latinLnBrk="0" hangingPunct="1">
        <a:spcBef>
          <a:spcPts val="375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17145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rtl="0" eaLnBrk="1" latinLnBrk="0" hangingPunct="1">
        <a:spcBef>
          <a:spcPts val="225"/>
        </a:spcBef>
        <a:buClr>
          <a:schemeClr val="accent2"/>
        </a:buClr>
        <a:buSzPct val="70000"/>
        <a:buFont typeface="Wingdings"/>
        <a:buChar char="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37160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37160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37160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ece.maine.edu/~zhu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0.png"/><Relationship Id="rId7" Type="http://schemas.openxmlformats.org/officeDocument/2006/relationships/image" Target="../media/image140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" y="1110410"/>
            <a:ext cx="72580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sz="1050" b="1" dirty="0">
                <a:solidFill>
                  <a:prstClr val="black"/>
                </a:solidFill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2875" y="2228851"/>
            <a:ext cx="4719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685800"/>
            <a:r>
              <a:rPr lang="en-US" b="1" dirty="0">
                <a:solidFill>
                  <a:srgbClr val="C00000"/>
                </a:solidFill>
                <a:latin typeface="Gill Sans MT"/>
              </a:rPr>
              <a:t>Chapter 11</a:t>
            </a:r>
          </a:p>
          <a:p>
            <a:pPr algn="r" defTabSz="685800"/>
            <a:r>
              <a:rPr lang="en-US" b="1">
                <a:solidFill>
                  <a:srgbClr val="C00000"/>
                </a:solidFill>
                <a:latin typeface="Gill Sans MT"/>
              </a:rPr>
              <a:t>Interrupt, Timer </a:t>
            </a:r>
            <a:r>
              <a:rPr lang="en-US" b="1" dirty="0">
                <a:solidFill>
                  <a:srgbClr val="C00000"/>
                </a:solidFill>
                <a:latin typeface="Gill Sans MT"/>
              </a:rPr>
              <a:t>and PWM</a:t>
            </a:r>
          </a:p>
          <a:p>
            <a:pPr algn="r" defTabSz="685800"/>
            <a:r>
              <a:rPr lang="en-US" b="1" dirty="0">
                <a:solidFill>
                  <a:srgbClr val="C00000"/>
                </a:solidFill>
                <a:latin typeface="Gill Sans MT"/>
              </a:rPr>
              <a:t>Exercises 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EA7C8D44-3667-46F6-9772-CC52308E2A7F}" type="slidenum">
              <a:rPr lang="en-US">
                <a:solidFill>
                  <a:srgbClr val="1F497D"/>
                </a:solidFill>
                <a:latin typeface="Gill Sans MT"/>
              </a:rPr>
              <a:pPr defTabSz="685800"/>
              <a:t>1</a:t>
            </a:fld>
            <a:endParaRPr lang="en-US" dirty="0">
              <a:solidFill>
                <a:srgbClr val="1F497D"/>
              </a:solidFill>
              <a:latin typeface="Gill Sans M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50AF61-E22F-B40C-FB60-A35C53D05D61}"/>
              </a:ext>
            </a:extLst>
          </p:cNvPr>
          <p:cNvSpPr txBox="1">
            <a:spLocks/>
          </p:cNvSpPr>
          <p:nvPr/>
        </p:nvSpPr>
        <p:spPr>
          <a:xfrm>
            <a:off x="1219200" y="3771900"/>
            <a:ext cx="6858000" cy="742950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US" sz="1500" dirty="0">
                <a:solidFill>
                  <a:prstClr val="black"/>
                </a:solidFill>
                <a:latin typeface="Bookman Old Style"/>
              </a:rPr>
              <a:t>Z. Gu</a:t>
            </a:r>
            <a:endParaRPr lang="en-US" sz="1500" b="1" dirty="0">
              <a:solidFill>
                <a:srgbClr val="C00000"/>
              </a:solidFill>
              <a:latin typeface="Bookman Old Styl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3EC5B2-C191-2980-14D0-C87219AED9C5}"/>
              </a:ext>
            </a:extLst>
          </p:cNvPr>
          <p:cNvSpPr txBox="1"/>
          <p:nvPr/>
        </p:nvSpPr>
        <p:spPr>
          <a:xfrm>
            <a:off x="1825752" y="6082784"/>
            <a:ext cx="5794293" cy="369332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/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3"/>
              </a:rPr>
              <a:t>https://web.eece.maine.edu/~zhu/book/</a:t>
            </a:r>
            <a:r>
              <a:rPr lang="en-US" altLang="zh-CN" sz="90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90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112C-584F-361C-F04D-047D28B3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D5C9B9-7D76-0284-08B6-A9173509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AF55F-06A9-F112-5FB4-9B7BF0166B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562600" cy="4937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register </a:t>
            </a:r>
            <a:r>
              <a:rPr lang="en-US" i="1" dirty="0" err="1"/>
              <a:t>i</a:t>
            </a:r>
            <a:r>
              <a:rPr lang="en-US" dirty="0"/>
              <a:t> (</a:t>
            </a:r>
            <a:r>
              <a:rPr lang="en-US" i="1" dirty="0" err="1"/>
              <a:t>i</a:t>
            </a:r>
            <a:r>
              <a:rPr lang="en-US" dirty="0"/>
              <a:t> ≤ 12) is initialized to have a value of </a:t>
            </a:r>
            <a:r>
              <a:rPr lang="en-US" i="1" dirty="0" err="1"/>
              <a:t>i</a:t>
            </a:r>
            <a:r>
              <a:rPr lang="en-US" dirty="0"/>
              <a:t> (e.g. r0 = 0, r1= 1, r2 = 2, r3 = 3, etc.). Assume the main stack (MSP) is used. (Recall: in the interrupt handler, if LR = 0xFFFFFFF9, then the main stack (MSP) is used. If LR = 0xFFFFFFFD, then the process stack (PSP) is used. ) The program status register (PSR) = 0x00000020, PC = 0x08000020, and LR = 0x20008020, when the interrupt occurs.</a:t>
            </a:r>
          </a:p>
          <a:p>
            <a:r>
              <a:rPr lang="en-US" dirty="0"/>
              <a:t>(1) Show the stack content immediately before the PUSH instruction runs. Suppose the stack pointer SP, </a:t>
            </a:r>
            <a:r>
              <a:rPr lang="en-US" i="1" dirty="0"/>
              <a:t>i.e.</a:t>
            </a:r>
            <a:r>
              <a:rPr lang="en-US" dirty="0"/>
              <a:t> MSP in this case, was 0x20000600 immediately before the system timer interrupt occurs</a:t>
            </a:r>
          </a:p>
          <a:p>
            <a:r>
              <a:rPr lang="en-US" dirty="0"/>
              <a:t>(2) What are the values of these registers (R0-R12, LR, SP, PC, and PSR) immediately after the interrupt exits?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ED02B2-B7A4-6AE0-0F84-7EDDFDACF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729274"/>
              </p:ext>
            </p:extLst>
          </p:nvPr>
        </p:nvGraphicFramePr>
        <p:xfrm>
          <a:off x="6172200" y="1752600"/>
          <a:ext cx="2835275" cy="3878580"/>
        </p:xfrm>
        <a:graphic>
          <a:graphicData uri="http://schemas.openxmlformats.org/drawingml/2006/table">
            <a:tbl>
              <a:tblPr firstRow="1" firstCol="1" bandRow="1"/>
              <a:tblGrid>
                <a:gridCol w="2835275">
                  <a:extLst>
                    <a:ext uri="{9D8B030D-6E8A-4147-A177-3AD203B41FA5}">
                      <a16:colId xmlns:a16="http://schemas.microsoft.com/office/drawing/2014/main" val="1987105656"/>
                    </a:ext>
                  </a:extLst>
                </a:gridCol>
              </a:tblGrid>
              <a:tr h="212217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SysTick_Handler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PROC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spcBef>
                          <a:spcPts val="300"/>
                        </a:spcBef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EXPORT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SysTick_Handler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PUSH {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lr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, r0, r7}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r0, r0,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r1, r1,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r2, r2,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r3, r3,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r4, r4,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r5, r5,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r6, r6,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r7, r7,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r8, r8,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r9, r9,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r10, r10,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r11, r11,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ADD  r12, r12, #1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POP  {r0, r7, pc}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>
                        <a:spcAft>
                          <a:spcPts val="3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ea typeface="SimSun" panose="02010600030101010101" pitchFamily="2" charset="-122"/>
                          <a:cs typeface="Consolas" panose="020B0609020204030204" pitchFamily="49" charset="0"/>
                        </a:rPr>
                        <a:t>    ENDP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318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50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81413-78DE-49B8-B0C8-1A5AEBD8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209CD3-AAB9-9C6F-15DF-BA939190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48E9F-978D-E1AC-E55B-891E2B164B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(1)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6CC83D-E382-1C35-9A67-05FC90821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22269"/>
              </p:ext>
            </p:extLst>
          </p:nvPr>
        </p:nvGraphicFramePr>
        <p:xfrm>
          <a:off x="1524000" y="1371600"/>
          <a:ext cx="3810000" cy="376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95288372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5753756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0x20000600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5543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0x200005FC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0x00000020 (PSR)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7204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0x200005F8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0x08000020 (PC)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9526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0x200005F4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0x20008020 (LR)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2994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0x200005F0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12 (R12)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9351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0x200005EC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3 (R3)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961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0x200005E8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2 (R2)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9792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0x200005E4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1 (R1)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4564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0x200005E0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0 (R0)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4150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0x200005DC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3191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936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81000"/>
              </a:xfrm>
            </p:spPr>
            <p:txBody>
              <a:bodyPr>
                <a:normAutofit fontScale="85000" lnSpcReduction="20000"/>
              </a:bodyPr>
              <a:lstStyle/>
              <a:p>
                <a:pPr lvl="0"/>
                <a:r>
                  <a:rPr lang="en-US" dirty="0"/>
                  <a:t>Timer clock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𝐶𝐾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_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𝐶𝑁𝑇</m:t>
                        </m:r>
                      </m:sub>
                    </m:sSub>
                  </m:oMath>
                </a14:m>
                <a:r>
                  <a:rPr lang="en-US" dirty="0"/>
                  <a:t> vs. CPU Clock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𝑆𝑂𝑈𝑅𝐶𝐸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81000"/>
              </a:xfrm>
              <a:blipFill>
                <a:blip r:embed="rId2"/>
                <a:stretch>
                  <a:fillRect l="-370" t="-26984" b="-26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0" y="1540721"/>
                <a:ext cx="4800601" cy="6235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𝐶𝐾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_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𝐶𝑁𝑇</m:t>
                          </m:r>
                        </m:sub>
                      </m:sSub>
                      <m:r>
                        <a:rPr lang="en-US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𝑆𝑂𝑈𝑅𝐶𝐸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𝑃𝑆𝐶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0721"/>
                <a:ext cx="4800601" cy="6235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26690" y="4388116"/>
                <a:ext cx="2518062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𝐶𝑦𝑐𝑙𝑒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CCR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690" y="4388116"/>
                <a:ext cx="2518062" cy="617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3"/>
              <p:cNvSpPr txBox="1">
                <a:spLocks/>
              </p:cNvSpPr>
              <p:nvPr/>
            </p:nvSpPr>
            <p:spPr>
              <a:xfrm>
                <a:off x="457200" y="2215484"/>
                <a:ext cx="8229600" cy="381000"/>
              </a:xfrm>
              <a:prstGeom prst="rect">
                <a:avLst/>
              </a:prstGeom>
            </p:spPr>
            <p:txBody>
              <a:bodyPr vert="horz">
                <a:normAutofit fontScale="850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Timer frequency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𝑇𝑖𝑚𝑒𝑟</m:t>
                    </m:r>
                  </m:oMath>
                </a14:m>
                <a:r>
                  <a:rPr lang="en-US" altLang="zh-CN" dirty="0"/>
                  <a:t> with </a:t>
                </a:r>
                <a:r>
                  <a:rPr lang="en-US" dirty="0"/>
                  <a:t>up-counting or down-counting mode:</a:t>
                </a:r>
              </a:p>
            </p:txBody>
          </p:sp>
        </mc:Choice>
        <mc:Fallback xmlns="">
          <p:sp>
            <p:nvSpPr>
              <p:cNvPr id="10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15484"/>
                <a:ext cx="8229600" cy="381000"/>
              </a:xfrm>
              <a:prstGeom prst="rect">
                <a:avLst/>
              </a:prstGeom>
              <a:blipFill>
                <a:blip r:embed="rId5"/>
                <a:stretch>
                  <a:fillRect l="-370" t="-26984" b="-269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81000" y="2529260"/>
                <a:ext cx="8534400" cy="6840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baseline="-25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𝑇𝑖𝑚𝑒𝑟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𝐶𝑁𝑇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𝑇𝑖𝑚𝑒𝑟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𝑃𝑒𝑟𝑖𝑜𝑑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𝐶𝑁𝑇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𝑃𝑒𝑟𝑖𝑜𝑑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529260"/>
                <a:ext cx="8534400" cy="6840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3"/>
          <p:cNvSpPr txBox="1">
            <a:spLocks/>
          </p:cNvSpPr>
          <p:nvPr/>
        </p:nvSpPr>
        <p:spPr>
          <a:xfrm>
            <a:off x="469348" y="4037596"/>
            <a:ext cx="8229600" cy="381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PWM duty cycle for Mode 1 (Low-True):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3"/>
              <p:cNvSpPr txBox="1">
                <a:spLocks/>
              </p:cNvSpPr>
              <p:nvPr/>
            </p:nvSpPr>
            <p:spPr>
              <a:xfrm>
                <a:off x="463051" y="3124200"/>
                <a:ext cx="8229600" cy="381000"/>
              </a:xfrm>
              <a:prstGeom prst="rect">
                <a:avLst/>
              </a:prstGeom>
            </p:spPr>
            <p:txBody>
              <a:bodyPr vert="horz">
                <a:normAutofit fontScale="850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Timer frequency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𝑇𝑖𝑚𝑒𝑟</m:t>
                    </m:r>
                  </m:oMath>
                </a14:m>
                <a:r>
                  <a:rPr lang="en-US" altLang="zh-CN" dirty="0"/>
                  <a:t> with </a:t>
                </a:r>
                <a:r>
                  <a:rPr lang="en-US" dirty="0"/>
                  <a:t>center-aligned counting mode:</a:t>
                </a:r>
              </a:p>
            </p:txBody>
          </p:sp>
        </mc:Choice>
        <mc:Fallback xmlns="">
          <p:sp>
            <p:nvSpPr>
              <p:cNvPr id="1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51" y="3124200"/>
                <a:ext cx="8229600" cy="381000"/>
              </a:xfrm>
              <a:prstGeom prst="rect">
                <a:avLst/>
              </a:prstGeom>
              <a:blipFill>
                <a:blip r:embed="rId7"/>
                <a:stretch>
                  <a:fillRect l="-370" t="-29032" b="-27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ontent Placeholder 3"/>
          <p:cNvSpPr txBox="1">
            <a:spLocks/>
          </p:cNvSpPr>
          <p:nvPr/>
        </p:nvSpPr>
        <p:spPr>
          <a:xfrm>
            <a:off x="457200" y="5013207"/>
            <a:ext cx="8229600" cy="3810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PWM duty cycle for Mode 2 (High-True):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326690" y="5341118"/>
                <a:ext cx="2864310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𝐷𝑢𝑡𝑦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𝐶𝑦𝑐𝑙𝑒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CCR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ARR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690" y="5341118"/>
                <a:ext cx="2864310" cy="6173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04800" y="3405843"/>
                <a:ext cx="8534400" cy="6170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baseline="-250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i="1" baseline="-250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𝐶𝐾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𝐶𝑁𝑇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</m:den>
                      </m:f>
                      <m:r>
                        <a:rPr lang="en-US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𝑇𝑖𝑚𝑒𝑟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𝑃𝑒𝑟𝑖𝑜𝑑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</m:e>
                      </m:d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𝑃𝑒𝑟𝑖𝑜𝑑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405843"/>
                <a:ext cx="8534400" cy="6170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73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37FA-AF0B-A9D5-0143-7F7F740E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</a:t>
            </a:r>
            <a:r>
              <a:rPr lang="en-US" dirty="0"/>
              <a:t>timer counter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B925F-2AC7-4B00-818B-352DB6B0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3A465D7-A56D-2251-BB5D-10176AEAE2C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If timer clock frequency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dirty="0"/>
                  <a:t> MHz,  timer interrupt frequency is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199</m:t>
                    </m:r>
                  </m:oMath>
                </a14:m>
                <a:r>
                  <a:rPr lang="en-US" dirty="0"/>
                  <a:t> KHz, what is the maximum timer counter value?</a:t>
                </a:r>
              </a:p>
              <a:p>
                <a:r>
                  <a:rPr lang="en-US" dirty="0"/>
                  <a:t>ANS:  Timer clock </a:t>
                </a:r>
                <a:r>
                  <a:rPr lang="en-US" dirty="0" err="1"/>
                  <a:t>freuency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𝐶𝐾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_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𝐶𝑁𝑇</m:t>
                        </m:r>
                      </m:sub>
                    </m:sSub>
                  </m:oMath>
                </a14:m>
                <a:r>
                  <a:rPr lang="en-US" dirty="0"/>
                  <a:t> = 24 </a:t>
                </a:r>
                <a:r>
                  <a:rPr lang="en-US" dirty="0" err="1"/>
                  <a:t>Mhz</a:t>
                </a:r>
                <a:r>
                  <a:rPr lang="en-US" dirty="0"/>
                  <a:t>, Timer interrupt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𝑇𝑖𝑚𝑒𝑟</m:t>
                        </m:r>
                      </m:sub>
                    </m:sSub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=19.199</m:t>
                    </m:r>
                  </m:oMath>
                </a14:m>
                <a:r>
                  <a:rPr lang="en-US" dirty="0"/>
                  <a:t> KHz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baseline="-25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𝑇𝑖𝑚𝑒𝑟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𝐶𝐾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𝐶𝑁𝑇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𝐴𝑅𝑅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𝐴𝑅𝑅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𝐶𝐾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𝐶𝑁𝑇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𝐶𝑁𝑇</m:t>
                                </m:r>
                              </m:sub>
                            </m:sSub>
                          </m:sub>
                        </m:sSub>
                      </m:den>
                    </m:f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−1=</m:t>
                    </m:r>
                    <m:r>
                      <m:rPr>
                        <m:nor/>
                      </m:rPr>
                      <a:rPr lang="en-US" dirty="0"/>
                      <m:t> (24 </m:t>
                    </m:r>
                    <m:r>
                      <m:rPr>
                        <m:nor/>
                      </m:rPr>
                      <a:rPr lang="en-US" dirty="0"/>
                      <m:t>MHz</m:t>
                    </m:r>
                    <m:r>
                      <m:rPr>
                        <m:nor/>
                      </m:rPr>
                      <a:rPr lang="en-US" dirty="0"/>
                      <m:t>/19.199 </m:t>
                    </m:r>
                    <m:r>
                      <m:rPr>
                        <m:nor/>
                      </m:rPr>
                      <a:rPr lang="en-US" b="0" i="0" dirty="0" smtClean="0"/>
                      <m:t>K</m:t>
                    </m:r>
                    <m:r>
                      <m:rPr>
                        <m:nor/>
                      </m:rPr>
                      <a:rPr lang="en-US" dirty="0"/>
                      <m:t>Hz</m:t>
                    </m:r>
                    <m:r>
                      <m:rPr>
                        <m:nor/>
                      </m:rPr>
                      <a:rPr lang="en-US" dirty="0"/>
                      <m:t>) − 1≈1249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timer clock frequency is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dirty="0"/>
                  <a:t> MHz,  timer interrupt frequency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315</m:t>
                    </m:r>
                  </m:oMath>
                </a14:m>
                <a:r>
                  <a:rPr lang="en-US" dirty="0"/>
                  <a:t> Hz, what is the maximum timer counter value?</a:t>
                </a: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ANS: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𝐴𝑅𝑅</m:t>
                    </m:r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𝐶𝐾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_</m:t>
                            </m:r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𝐶𝑁𝑇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𝐶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/>
                                  </a:rPr>
                                  <m:t>𝐶𝑁𝑇</m:t>
                                </m:r>
                              </m:sub>
                            </m:sSub>
                          </m:sub>
                        </m:sSub>
                      </m:den>
                    </m:f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−1=</m:t>
                    </m:r>
                    <m:r>
                      <m:rPr>
                        <m:nor/>
                      </m:rPr>
                      <a:rPr lang="en-US" dirty="0"/>
                      <m:t> (24 </m:t>
                    </m:r>
                    <m:r>
                      <m:rPr>
                        <m:nor/>
                      </m:rPr>
                      <a:rPr lang="en-US" dirty="0"/>
                      <m:t>MHz</m:t>
                    </m:r>
                    <m:r>
                      <m:rPr>
                        <m:nor/>
                      </m:rPr>
                      <a:rPr lang="en-US" dirty="0"/>
                      <m:t>/315 </m:t>
                    </m:r>
                    <m:r>
                      <m:rPr>
                        <m:nor/>
                      </m:rPr>
                      <a:rPr lang="en-US" dirty="0"/>
                      <m:t>Hz</m:t>
                    </m:r>
                    <m:r>
                      <m:rPr>
                        <m:nor/>
                      </m:rPr>
                      <a:rPr lang="en-US" dirty="0"/>
                      <m:t>) − 1 ≈</m:t>
                    </m:r>
                    <m:r>
                      <m:rPr>
                        <m:nor/>
                      </m:rPr>
                      <a:rPr lang="en-US" b="0" i="1" dirty="0" smtClean="0"/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76189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3A465D7-A56D-2251-BB5D-10176AEAE2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0789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3490</TotalTime>
  <Words>619</Words>
  <Application>Microsoft Office PowerPoint</Application>
  <PresentationFormat>On-screen Show (4:3)</PresentationFormat>
  <Paragraphs>74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Bookman Old Style (Headings)</vt:lpstr>
      <vt:lpstr>Gill Sans Light</vt:lpstr>
      <vt:lpstr>Bookman Old Style</vt:lpstr>
      <vt:lpstr>Calibri</vt:lpstr>
      <vt:lpstr>Cambria Math</vt:lpstr>
      <vt:lpstr>Consolas</vt:lpstr>
      <vt:lpstr>Gill Sans MT</vt:lpstr>
      <vt:lpstr>Times New Roman</vt:lpstr>
      <vt:lpstr>Wingdings</vt:lpstr>
      <vt:lpstr>Wingdings 3</vt:lpstr>
      <vt:lpstr>Origin</vt:lpstr>
      <vt:lpstr>2_Origin</vt:lpstr>
      <vt:lpstr>PowerPoint Presentation</vt:lpstr>
      <vt:lpstr>Interrupt</vt:lpstr>
      <vt:lpstr>Interrupt ANS</vt:lpstr>
      <vt:lpstr>Summary of Equations</vt:lpstr>
      <vt:lpstr>Maximum timer counter value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357</cp:revision>
  <cp:lastPrinted>2018-03-23T02:32:24Z</cp:lastPrinted>
  <dcterms:created xsi:type="dcterms:W3CDTF">2013-02-03T05:36:57Z</dcterms:created>
  <dcterms:modified xsi:type="dcterms:W3CDTF">2025-10-14T21:48:46Z</dcterms:modified>
</cp:coreProperties>
</file>