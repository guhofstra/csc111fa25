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67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C031E0-D52E-4E46-9A6F-BF4E84E8B6CB}" v="51" dt="2025-09-26T23:37:19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34" autoAdjust="0"/>
  </p:normalViewPr>
  <p:slideViewPr>
    <p:cSldViewPr>
      <p:cViewPr varScale="1">
        <p:scale>
          <a:sx n="71" d="100"/>
          <a:sy n="71" d="100"/>
        </p:scale>
        <p:origin x="178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addSld delSld modSld">
      <pc:chgData name="Zonghua Gu" userId="9a7e1853e1951ef5" providerId="LiveId" clId="{CF1FAA12-072C-4ED5-BA76-0FFFAEFDB88A}" dt="2025-09-26T23:40:17.184" v="103" actId="20577"/>
      <pc:docMkLst>
        <pc:docMk/>
      </pc:docMkLst>
      <pc:sldChg chg="modSp mod">
        <pc:chgData name="Zonghua Gu" userId="9a7e1853e1951ef5" providerId="LiveId" clId="{CF1FAA12-072C-4ED5-BA76-0FFFAEFDB88A}" dt="2025-09-26T23:32:13.878" v="18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6T23:32:13.878" v="18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new">
        <pc:chgData name="Zonghua Gu" userId="9a7e1853e1951ef5" providerId="LiveId" clId="{CF1FAA12-072C-4ED5-BA76-0FFFAEFDB88A}" dt="2025-09-26T23:32:14.647" v="19" actId="680"/>
        <pc:sldMkLst>
          <pc:docMk/>
          <pc:sldMk cId="100762959" sldId="257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218711516" sldId="257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111405843" sldId="258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187797743" sldId="259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1164444141" sldId="260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669434976" sldId="261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210065581" sldId="263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896628209" sldId="264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3858537890" sldId="265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1780392420" sldId="266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378386796" sldId="267"/>
        </pc:sldMkLst>
      </pc:sldChg>
      <pc:sldChg chg="modSp add mod">
        <pc:chgData name="Zonghua Gu" userId="9a7e1853e1951ef5" providerId="LiveId" clId="{CF1FAA12-072C-4ED5-BA76-0FFFAEFDB88A}" dt="2025-09-26T23:40:17.184" v="103" actId="20577"/>
        <pc:sldMkLst>
          <pc:docMk/>
          <pc:sldMk cId="1529515534" sldId="267"/>
        </pc:sldMkLst>
        <pc:spChg chg="mod">
          <ac:chgData name="Zonghua Gu" userId="9a7e1853e1951ef5" providerId="LiveId" clId="{CF1FAA12-072C-4ED5-BA76-0FFFAEFDB88A}" dt="2025-09-26T23:33:28.784" v="42" actId="207"/>
          <ac:spMkLst>
            <pc:docMk/>
            <pc:sldMk cId="1529515534" sldId="267"/>
            <ac:spMk id="2" creationId="{C32FB2B8-7E14-4A2F-4D72-A942A2A2D466}"/>
          </ac:spMkLst>
        </pc:spChg>
        <pc:spChg chg="mod">
          <ac:chgData name="Zonghua Gu" userId="9a7e1853e1951ef5" providerId="LiveId" clId="{CF1FAA12-072C-4ED5-BA76-0FFFAEFDB88A}" dt="2025-09-26T23:40:17.184" v="103" actId="20577"/>
          <ac:spMkLst>
            <pc:docMk/>
            <pc:sldMk cId="1529515534" sldId="267"/>
            <ac:spMk id="4" creationId="{18228579-7ACA-AA2F-265C-3D4BFE0BAEB5}"/>
          </ac:spMkLst>
        </pc:spChg>
        <pc:spChg chg="mod">
          <ac:chgData name="Zonghua Gu" userId="9a7e1853e1951ef5" providerId="LiveId" clId="{CF1FAA12-072C-4ED5-BA76-0FFFAEFDB88A}" dt="2025-09-26T23:33:53.879" v="48" actId="20577"/>
          <ac:spMkLst>
            <pc:docMk/>
            <pc:sldMk cId="1529515534" sldId="267"/>
            <ac:spMk id="5" creationId="{8F1DEF68-A5DE-F0F9-BD49-95E4A89559A2}"/>
          </ac:spMkLst>
        </pc:spChg>
        <pc:spChg chg="mod">
          <ac:chgData name="Zonghua Gu" userId="9a7e1853e1951ef5" providerId="LiveId" clId="{CF1FAA12-072C-4ED5-BA76-0FFFAEFDB88A}" dt="2025-09-26T23:33:22.776" v="41" actId="20577"/>
          <ac:spMkLst>
            <pc:docMk/>
            <pc:sldMk cId="1529515534" sldId="267"/>
            <ac:spMk id="6" creationId="{FBD0A525-5536-D0F2-41EB-88CB92AF035B}"/>
          </ac:spMkLst>
        </pc:spChg>
        <pc:spChg chg="mod">
          <ac:chgData name="Zonghua Gu" userId="9a7e1853e1951ef5" providerId="LiveId" clId="{CF1FAA12-072C-4ED5-BA76-0FFFAEFDB88A}" dt="2025-09-26T23:33:57.222" v="49" actId="20577"/>
          <ac:spMkLst>
            <pc:docMk/>
            <pc:sldMk cId="1529515534" sldId="267"/>
            <ac:spMk id="7" creationId="{BEF2A1D6-2774-EB00-B7B3-68DB2EB6F31A}"/>
          </ac:spMkLst>
        </pc:spChg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849682855" sldId="268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3558897582" sldId="270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974167674" sldId="272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13887454" sldId="273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103323537" sldId="275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241758158" sldId="276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30635750" sldId="277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1945936955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9306" y="1828800"/>
            <a:ext cx="6180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4353-9834-2C9B-4D5E-539A51A87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B2B8-7E14-4A2F-4D72-A942A2A2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FF0000"/>
                </a:solidFill>
              </a:rPr>
              <a:t>-</a:t>
            </a:r>
            <a:r>
              <a:rPr lang="en-US" b="1" dirty="0">
                <a:solidFill>
                  <a:srgbClr val="C00000"/>
                </a:solidFill>
              </a:rPr>
              <a:t>6.5</a:t>
            </a:r>
            <a:r>
              <a:rPr lang="en-US" b="1" dirty="0"/>
              <a:t> into IEEE Std 754 Single-Precision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E3FDD-6390-6959-5D32-5BDAACEB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228579-7ACA-AA2F-265C-3D4BFE0BAEB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429000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=1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+127=1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29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need to solve for 0-1 variables a, b, c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=0.8125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25×2=1.</m:t>
                    </m:r>
                    <m:r>
                      <a:rPr lang="en-US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25=1+0.25</m:t>
                    </m:r>
                  </m:oMath>
                </a14:m>
                <a:r>
                  <a:rPr lang="en-US" dirty="0"/>
                  <a:t>, hence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>
                        <a:latin typeface="Cambria Math"/>
                      </a:rPr>
                      <m:t>5=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0+0.5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-6.5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solidFill>
                      <a:srgbClr val="0000FF"/>
                    </a:solidFill>
                    <a:latin typeface="Cambria Math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10100000000000000000000</a:t>
                </a:r>
                <a:r>
                  <a:rPr lang="en-US" dirty="0"/>
                  <a:t> in binary </a:t>
                </a:r>
                <a:r>
                  <a:rPr lang="en-US"/>
                  <a:t>or </a:t>
                </a:r>
                <a:r>
                  <a:rPr lang="en-US">
                    <a:latin typeface="Consolas" panose="020B0609020204030204" pitchFamily="49" charset="0"/>
                    <a:cs typeface="Consolas" panose="020B0609020204030204" pitchFamily="49" charset="0"/>
                  </a:rPr>
                  <a:t>0xC0D00000</a:t>
                </a:r>
                <a:r>
                  <a:rPr lang="en-US"/>
                  <a:t> </a:t>
                </a:r>
                <a:r>
                  <a:rPr lang="en-US" dirty="0"/>
                  <a:t>in hex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228579-7ACA-AA2F-265C-3D4BFE0BA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429000"/>
              </a:xfrm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1DEF68-A5DE-F0F9-BD49-95E4A89559A2}"/>
                  </a:ext>
                </a:extLst>
              </p:cNvPr>
              <p:cNvSpPr/>
              <p:nvPr/>
            </p:nvSpPr>
            <p:spPr>
              <a:xfrm>
                <a:off x="1447800" y="1667272"/>
                <a:ext cx="4572000" cy="52328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800" i="1">
                          <a:latin typeface="Cambria Math"/>
                        </a:rPr>
                        <m:t>.5=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latin typeface="Cambria Math"/>
                        </a:rPr>
                        <m:t>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1DEF68-A5DE-F0F9-BD49-95E4A89559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667272"/>
                <a:ext cx="4572000" cy="523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BD0A525-5536-D0F2-41EB-88CB92AF035B}"/>
              </a:ext>
            </a:extLst>
          </p:cNvPr>
          <p:cNvSpPr txBox="1"/>
          <p:nvPr/>
        </p:nvSpPr>
        <p:spPr>
          <a:xfrm>
            <a:off x="454511" y="1102668"/>
            <a:ext cx="8573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 (-6.5 is between 2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=4 and 2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=8, hence we factor out</a:t>
            </a:r>
          </a:p>
          <a:p>
            <a:r>
              <a:rPr lang="en-US" sz="2400" dirty="0">
                <a:solidFill>
                  <a:srgbClr val="C00000"/>
                </a:solidFill>
              </a:rPr>
              <a:t>2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):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F2A1D6-2774-EB00-B7B3-68DB2EB6F31A}"/>
                  </a:ext>
                </a:extLst>
              </p:cNvPr>
              <p:cNvSpPr/>
              <p:nvPr/>
            </p:nvSpPr>
            <p:spPr>
              <a:xfrm>
                <a:off x="2865499" y="2262114"/>
                <a:ext cx="34941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(1+0.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latin typeface="Cambria Math"/>
                        </a:rPr>
                        <m:t>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F2A1D6-2774-EB00-B7B3-68DB2EB6F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99" y="2262114"/>
                <a:ext cx="349416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5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A6C-B67A-6F2D-E560-5DE862B1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3EC88-695B-DF78-483D-F955F85B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B7E3C-4B3E-F7E4-6E06-CEAA4B7917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2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2666</TotalTime>
  <Words>128</Words>
  <Application>Microsoft Office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Bookman Old Style (Headings)</vt:lpstr>
      <vt:lpstr>Arial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Encoding -6.5 into IEEE Std 754 Single-Precision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278</cp:revision>
  <dcterms:created xsi:type="dcterms:W3CDTF">2013-02-03T05:36:57Z</dcterms:created>
  <dcterms:modified xsi:type="dcterms:W3CDTF">2025-09-26T23:40:17Z</dcterms:modified>
</cp:coreProperties>
</file>